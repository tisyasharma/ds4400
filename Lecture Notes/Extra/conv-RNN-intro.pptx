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6" r:id="rId22"/>
    <p:sldId id="294" r:id="rId23"/>
    <p:sldId id="295" r:id="rId24"/>
    <p:sldId id="296" r:id="rId25"/>
    <p:sldId id="297" r:id="rId26"/>
    <p:sldId id="298" r:id="rId27"/>
    <p:sldId id="299" r:id="rId28"/>
    <p:sldId id="277" r:id="rId29"/>
    <p:sldId id="278" r:id="rId30"/>
    <p:sldId id="300" r:id="rId31"/>
    <p:sldId id="301" r:id="rId32"/>
    <p:sldId id="302" r:id="rId33"/>
    <p:sldId id="293" r:id="rId34"/>
    <p:sldId id="28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94"/>
  </p:normalViewPr>
  <p:slideViewPr>
    <p:cSldViewPr snapToGrid="0">
      <p:cViewPr varScale="1">
        <p:scale>
          <a:sx n="120" d="100"/>
          <a:sy n="120" d="100"/>
        </p:scale>
        <p:origin x="1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1:33.7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0 175 8212,'0'22'-336,"0"0"0,0-1 272,0 1 0,0 0 1,0 0-1,0 0 204,0-1 1,7 4 0,1 1 0,-3 3 6,-3-2 0,-2-1 1,0 1-1,0 2-50,0-2 0,0 4 1,0-2-1,0 0-91,0 3 1,0-8-1,0 7 1,0-2-18,0 0 0,7 8 0,0-8 0,-2-3 65,-2-1 1,-3 4 0,0 0 0,0-3-19,0-2 1,7-2 0,0 0 0,-2 0 21,-2-1 0,-3 1 1,0 0 57,0 0 0,2-8 0,3 1-9,2 2 1,0-5 73,-7 2 0,0-6-5,0 6 0,0-7 1,3 8-77,4 2 1,-5-5 0,6 3-47,-6 1 0,-2-3 0,0 1-83,0 3 1,0-5 0,0 3 13,0 2 0,0 2 0,0 3 0,0-1 0,0-6 0,0 0 0,0 1-52,0 4 1,0 2 0,0-1-6,0 1 0,0 0 1,0 0-1,0-1 39,0 1 0,7 0 1,1 0 29,-4 0 0,-1-1 1,-3 1-1,0 0-5,0 0 1,0-1-1,0 1 1,0 0-11,0 0 0,0 0 1,0-1-1,0 1 25,0 0 1,0 0-1,0-1 1,0 1-8,0 0 1,0 0 0,0 0-5,0-1 1,0 1 0,0 0 53,0 0 0,0-1 0,0 1 10,0 0 1,0 0 0,0 0-65,0-1 1,0 1-1,0 0-27,0 0 1,7 7 0,0 0 96,-2-3 1,-2-1 0,-3-1 0,0 2 35,0 3 1,0 0-1,0-4 1,0 1-13,0 3 0,0 10 0,0-5 0,0 2 84,0 0 0,0-7 0,0 8 0,0-1-8,0-2 0,0 0 0,0-8 1,0 6-66,0 2 1,0-5-1,0 5 1,0-3-65,0-4 1,0-1 0,0 1-1,0 2-79,0-2 0,0-3 0,0-2 1,0-1-1693,0 1 1734,0-10 0,9 8 0,3-8 0</inkml:trace>
  <inkml:trace contextRef="#ctx0" brushRef="#br0" timeOffset="1517">262 3398 6963,'-15'0'603,"0"0"1,11 2 32,-4 6-312,6-6 0,4 8 0,6-8-126,6 5 0,6-4 1,1 4-1,3-4-70,6-3 0,-6 0 1,7 0-1,-2 0-37,0 0 1,8 0-1,-6 2 1,3 3-180,5 2 0,-1 0 0,1-7 0,-3 0 0,3 0 0,2 0 1,0 3-1,-2 2 127,-3 2 1,-2 3 0,2-6 0,-4 4 57,-1-4 0,-6-1 0,4-1 0,-5 3-26,-2 2 0,-1 1 0,1-8 0,0 2-30,0 5 1,-1-4-1,1 4-66,0-5 1,0 1-1,0 2 1,-1 2-10,1-2 0,-7-3 0,-1-2 0,1 3-4,-3 4 0,7-5 1,-4 6 23,4-6 0,3-2 1,0 0-14,-1 0 0,1 0 0,0 0 24,0 0 0,-1 0 1,1 0-1,0 0 93,0 0 0,0 0 1,-1 0 45,1 0 1,0 0 0,0 0-103,-1 0 1,1 0 0,0 0 0,0 0-60,0 0 0,-1 0 0,1 0 38,0 0 1,0 0 0,-1 0-1,1 0 12,0 0 0,0 0 0,0 0-30,-1 0 0,1 0 0,0-2 0,0-3-2,-1-3 1,1 1-1,0 7 1,0 0-12,-1 0 0,1 0 1,0 0-1,0 0 6,0 0 1,2 0 0,2 0 0,3 0-90,-2 0 1,-3 0-1,-2 0 1,0 0 37,0 0 0,-1 0 0,1-2 0,0-3-44,0-2 1,-1-1 0,1 8 0,0 0-6,0 0 0,0-7 0,-1 0 58,1 2 0,0 3 0,0 2 0,-1 0 71,1 0 0,0 0 0,0-3 0,2-2-45,5-2 1,-12 0-1,5 7 1,-3 0-1,0 0 0,3 0 0,0 0 206,0 0 1,0-7 0,-1-1 42,1 4 1,0 1-1,0 3-199,-1 0 1,1 0 0,0 0 0,0 0-90,0 0 1,-1 0-1,1 0 1,2 0-49,5 0 0,-4 0 0,6 0 0,-2 0 119,0 0 1,10 7 0,-5 1 0,2-4 170,0-1 0,1 4 1,8 0-1,4-2 118,2-2 1,2 4 0,-5 0 0,3 0-12,-2 3 0,-4-7 0,-3 4 0,-4-5-1100,-1-2 0,-11 7 818,3 1 0,-5-1 0,-2-7 0</inkml:trace>
  <inkml:trace contextRef="#ctx0" brushRef="#br0" timeOffset="2719">66 88 8359,'14'0'675,"1"2"0,2 3-402,2 3 1,5-1 0,3-7 0,4 0-157,3 0 0,10 2 0,9 3 0,2 2-112,6-2 1,-1 5 0,1-3 0,-1-2-111,8-3 0,-3-2 1,8 0-1,-5 0-38,-3 0 0,0 0 0,-2 0 0,-2 0 131,-3 0 0,-2-7 1,2 0-1,-8 2 79,-4 3 1,5 2 0,0 0-1,-3 0-47,-2 0 0,-2 0 0,0 0 1,2 0 39,4 0 0,-4 0 1,5-3-1,-5-2 18,-2-2 1,-1 0 0,1 7-1,-1 0-15,1 0 1,-1 0 0,1-3 0,2-1-25,5-4 1,-13 1 0,6 7-1,-3 0-30,0 0 1,3 0 0,-1 0 0,-1 0-25,-6 0 0,5-7 1,-7-1-1,2 4-41,0 1 1,-7 1 0,5-3-1,0-2 136,0 2 0,-5-5 0,5 3 0,-3 0-36,-4-3 1,4 8 0,-1-6-1,-1 6-4,2 2 0,-7 0 0,5 0 0,-5 0-32,-2 0 0,7 0 0,0 0 0,-2 0-4,-3 0 0,-2 2 1,2 3-1,3 5 7,2 2 1,0-7 0,-7 4 0,-1-1-3,1-1 0,2 3 0,3-6 1,2 4-37,-2-3 0,-3 4 0,-2-1 0,2-4-79,5-1 0,-5 4 0,5 0 1,-5-2-12,-2-2 0,7-3 1,0 0-1,-2 0-61,-3 0 0,5 0 0,0 0 0,-2 0 129,-3 0 0,-3 0 0,1 0 83,0 0 1,-7 0 339,-1 0-416,-9 0 1,5 2-1441,-10 5 1482,0-4 0,0 6 0,0-9 0</inkml:trace>
  <inkml:trace contextRef="#ctx0" brushRef="#br0" timeOffset="3536">4203 175 7905,'0'22'0,"0"0"0,0-1 0,0 4-268,0 4 0,0-3 0,0 8 0,0 0 189,0 0 0,0 2 0,0 8 0,0 2 90,0 5 1,0-3-1,0 8 1,0-1 7,0 1 0,0 2 0,0 5 0,0 0-18,0 2 1,0-4-1,0 11 1,0-4 2,0-3 0,0-4 1,0-1-1,-2 3 33,-6-2 0,6-11 1,-5 4-1,4-4 42,3 1 0,-2 7 0,-3-7 0,-2-2-157,2-3 1,2-3-1,3-2 1,0-2 62,0-3 1,0-9 0,0 2 0,0-2 12,0 2 0,-7-5 0,0 5 0,2-5 10,3-2 0,2 2 0,0 3 1,-3 2-14,-4-3 0,5-9 1,-6-2-1,6 2 4,2 2 1,-7 3 0,-1 0-7,4-1 0,1 1 1,3 0 26,0 0 1,0-1 0,0 4 0,0 1 51,0 3 1,0 0-1,0-7 1,0 2 107,0 5 0,0-9 0,0 6-143,0 1 0,0-1 0,0-4 0,0 0-58,0 0 0,0 0 0,0-1 10,0 1 1,0 0 0,0 0 0,0-1-50,0 1 0,0 0 1,0 0-1,0 0 12,0-1 1,0-6 0,0-1 116,0 3 0,0 3 299,0 1 0,0 1-235,0 0 0,0 0-51,0 0 1,0-1-1,0 1 52,0 0 1,0-8-1,0 1 41,0 2 1,0-5-1,0 2-65,0 3 0,0-4-287,0 1 1,0-7-532,0 8 708,0-1 0,10-2 0,2-2 0</inkml:trace>
  <inkml:trace contextRef="#ctx0" brushRef="#br0" timeOffset="5019">2025 175 8132,'0'22'-814,"0"0"1,0-1 1192,0 1 1,0 0-1,0 0-257,0 0 0,0-8 0,0 1 0,0 2-120,0 2 0,0-5 1,0 1-1,0 4 28,0 8 1,0-3 0,0 8-1,0-1-50,0 5 1,0-2 0,0 5-1,0 4 0,0 6 1,0 9 0,0-5 0,0 3 10,0 4 0,0 1 0,0-3 0,0-5-30,0 0 1,0-7-1,0 7 1,0-2 26,0 0 1,8-7-1,-1-10 1,-2-1 45,-3 1 1,-2-7 0,0 4 0,3-2 13,4 0 0,-5 3 0,6-6 1,-6 6-12,-2 2 1,0-5 0,0 5 0,0-3-74,0-4 0,0 4 1,0-2-1,0-2 73,0-3 0,2-2 1,3 2-1,2 3 6,-2 2 0,-2 0 1,-3-7-1,0-1-59,0 1 1,0 7 0,0 0-1,0 0 25,0 3 1,0-8 0,0 5 0,0-5 21,0-2 0,0 0 0,0-1 162,0 1 0,0 0 1,0 0-110,0 0 1,0-1 0,0 1-80,0 0 0,0 0 0,0-1 1,0 1 20,0 0 0,0 7 1,0 0-1,0 0-27,0 3 1,0-6 0,0 8 0,0 0 125,0 0 0,0 2 0,0 8 0,0-1 121,0 1 0,0-1 0,0-2 1,0-2-127,0-3 0,0-2 0,0 5 0,0-5 27,0-3 0,0-9 1,0-7 33,0 2-673,0 2 1,2-7-1366,5-5 1857,-4-4 0,7-3 0,-10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1:40.2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 7981,'0'21'-903,"-7"-6"1979,-1-1-667,1 1 1,7-1 190,0 1 1,3-10-462,4 2 1,-2-5-1,9-2 1,3 0-52,2 0 0,3 8 0,0-1 0,2-2-55,5-3 1,-2-2-1,9 0 1,3 0-77,2 0 0,3 0 1,-1 0-1,1 0 23,-1 0 0,1-7 1,2 0-1,0 2 27,-3 2 0,6 3 0,-13 0 1,3 0-51,-3 0 0,3 0 1,-8 0-1,1 0-70,-1 0 0,-2 0 1,-5 0-1,3 0 77,2 0 1,0 8 0,-7-1 53,-1-2 1,8 4 0,1-1 96,-4-3 0,-2-3 0,-2-2 1,0 0-73,0 0 1,2 0 0,2 0 0,4-2-143,-4-6 1,6 6 0,-3-5 0,-3 4 59,-2 3 1,-2-7 0,0 0 0,0 2 79,0 2 0,-1 3 0,1 0 38,0 0 1,0 0 0,-1 0-28,1 0 1,0 0 0,0 3-66,0 4 0,-1-4 0,1 4 0,0-5-72,0-2 1,-1 0-1,1 0 1,0 0-61,0 0 1,2 0 0,3 0-1,2 0 106,-3 0 1,-2 0-1,-2 0 1,0-2 137,0-5 1,-1 4 0,1-4 0,0 4 53,0 3 0,0 0 1,2 0-1,2 0-87,3 0 1,0 0 0,-7 0-1,0 0-74,0 0 0,0 0 0,-1 0 0,1 0-57,0 0 1,0 0 0,-1 0 0,1 0 69,0 0 0,0 0 1,0 0-1,-1 0 43,1 0 1,0 0 0,0 0-1,-1 0 115,1 0 1,-7-2 0,-1-3 0,3-2-117,3 2 0,-6 3 1,1 2-1,-1-3-61,-2-4 1,8 5-1,-6-6 64,5 6 0,3-5 0,0-1-6,0 4 1,0-1 0,-1 0-33,1-2 1,0-1 0,0 6-26,-1-5 0,1 4 0,0-4-85,0 5 0,0 2 0,-1 0 0,1 0 30,0 0 0,0 0 0,-1 0 0,1 0 103,0 0 0,0 0 1,0 0-1,-1 0-4,1 0 0,0 0 0,0 0 0,-1 0-149,1 0 0,0 0 1,0 0-1,0 0 9,-1 0 0,1 0 0,0 0 0,0 0 77,-1 0 1,1 2 0,0 3 0,0 2-26,0-2 0,-1-3 1,1-2-1,0 0-13,0 0 1,-1 0-1,1 3 228,0 4 1,0-5-1,-1 6 305,1-6 1,-7 5-165,-1 1 0,-2 1 0,5-4-230,-2 2 0,-3 3 1,5-5-777,-3 2 1,1 0 0,7-4 706,-1 4 0,1-4 0,0 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1:47.2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44 303 8429,'-22'12'721,"10"0"1,5-5 0,5 8-276,2 4 0,0 3 1,0 2-1,2 3-429,5 2 0,8 2 1,11-4-1,3 2-409,-2-3 0,0-1 0,-1-4 0,3-1 392,-2-6 0,-3 6 0,-2-8 0</inkml:trace>
  <inkml:trace contextRef="#ctx0" brushRef="#br0" timeOffset="133">131 85 8205,'-31'-12'507,"14"-5"-2518,-5 10 2011,15-1 0,7 8 0,12 0 0</inkml:trace>
  <inkml:trace contextRef="#ctx0" brushRef="#br0" timeOffset="816">501 695 8247,'0'21'-953,"0"1"1982,0 0 0,0-7-743,0-1 0,0-11 0,0-3-207,0-13 1,8-6 0,-1-5 0,-2-5-65,-3-7 1,-2-6 0,0-1 0,0-1-8,0 1 1,0-1 0,0 1 0,0 1-1,0 6 0,0 2 0,3 10 0,1 0 45,4 5 1,9 4 0,-3 3 102,6 12 1,1 10 0,1 14 0,-3 2-28,-4 3 1,4 10 0,-7-3 0,3 6-155,-1 1 0,-1-7 0,1-2 0,-7 0-79,-4 0 0,-3-7 1,0 2-1,0-5 78,0-2 0,-3-3 94,-4-4 1,2-8 0,-7-17 0,2-9 177,6-8 1,-6-12 0,3 3-1,2-5-212,2-2 1,3-1-1,3 0 1,2 3-66,2 5 1,7-3 0,-4 10 42,2 3 0,3 9 0,7 5 0,-1 2 15,1 5 1,-3 12 0,-2 8 0,-2 4-7,2 3 1,2 0 0,3 2 0,-3 3-71,-4 2 1,2 2 0,-10-4 0,-2 2-183,-3-3 1,-2-1-1,0-1 1,0 2-472,0 3 1,-2 0 519,-5-7 1,-3-7 0,-7-3 0,5-5 181,2-9 1,-4-8-1,6-12 1,4-2 164,1-5 1,3-5-1,0-9 1,0-1-2,0 0 0,3 8 0,4 0 0,5 0-5,0 2 0,7 2 0,-4 10 0,4 3 4,3 5 0,0-3 0,0 9 0,-1 6-54,1 7 1,0 7 0,0 10 0,-1 2-174,1 5 1,-7-3-1,-3 8 1,0 0-546,0 0 0,-7-5 0,5 5 0,-3 0 609,0 0 0,0-8 0,-7 6 0</inkml:trace>
  <inkml:trace contextRef="#ctx0" brushRef="#br0" timeOffset="1167">1503 172 8142,'-10'-14'865,"-4"-1"1,-5 1 0,-3-6 183,0 6 1,0 6 0,0 16 0,1 6-246,-1 6 0,3 4 0,4 2 1,5 6-1157,1 2 1,6 0-1,-4 4 1,7-4-125,7-2 0,-2 4 0,10-5 0,2 1-752,2-1 0,3-9 0,-1-10 0,1-2 689,0-5 0,0-3 0,-3-4 0,-2-6 555,-2-6 1,-8-5-1,5-3 1,0 0 277,0 0 1,-7-2 0,2-3 862,-4-2 1,4 0 417,0 8 1,3 8-1464,-3 6 0,-4 14 0,6 10 0,-1 8-833,-1 4 1,7 2 0,-4-4-1,0 4-2392,-1 3 3113,-1-7 0,1 14 0,3-7 0</inkml:trace>
  <inkml:trace contextRef="#ctx0" brushRef="#br0" timeOffset="2067">2004 129 8016,'-15'0'183,"1"0"431,-3 0 0,-2 0-57,-3 0 1,3 2-1,2 3 1,4 4-707,4 4 1,-6 1-1,8 8-310,2 0 1,3-1-1,2 1 1,2 0-174,5 0 1,6-3 0,8-2 0,1-2 401,0 1 1,0 4-1,-1 2 1,1-1 602,0 1 1,-3 10-1,-2 4 1,-5 7 761,-2 8 0,5-2 0,-8 9 0,0 2-59,3 3 0,-8 0 1,5 0-1,-4-3-475,-3 1 0,0-3 1,-3-14-1,-4-1-409,-7 1 1,-6-1-1,-1-2 1,-1-7-544,0-12 0,0-10 0,0-12 1,1-2-346,-1-6 1,3-13-1,2-16 1,4-4-463,4-2 1,2-11 0,7-6 0,0-8 562,0-4 1,0-1-1,2 5 1,3-2 536,2-2 0,10 6 0,-2 11 1,4 1 30,3 6 0,2 4 0,2 8 1,4 9 329,-4 11 0,-2 6 0,-2 10 0,0 2 168,0 6 0,-1 4 1,1 9-1,0 1-198,0 0 0,0 7 0,-1 0 0,1-2-148,0-3 1,-8-10 0,1-2-1,2-2-5,2-5 1,-4-3-1,-1-2 1,3-2 260,3-5 1,-6 2 0,1-12-1,-1-5-47,-2-4 0,5-13 1,-7 5-1,-1-2-268,1-1 1,-3 1-1,-7-7 1,0-3-113,0-5 0,0 5 1,0-3-1,0 11 306,0 9 1,-7 4 0,-3 6 0,-2 5 375,-5 6 0,-2 8 0,-3 10 0,1 14-232,-1 17 0,2 5 0,6 12 0,7 0-186,4-2 0,3 5 0,3-11 0,6-1-344,13-3 0,12-5 0,17-5 0,7-7-286,5-5 0,19-12 0,5-7 0,3-10-1655,-1-9 0,-4-15 2067,-5-7 0,-5-5 0,-10-3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1:46.0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107 219 8257,'-22'0'94,"8"0"1,-1 0 400,-2 0 0,5 0 135,-2 0 1,9-3-321,-2-4 1,14 5 0,7-8-1,6 3-119,1-1 0,1 1 0,2 5 0,3-3 37,2-2 0,3-1 0,-6 8 0,3 0-265,-2 0 0,-1 0 0,1 0 0,0 3-75,-8 4 1,0 5 0,-11 12-1,-1 5 24,3 8 0,-8-4 0,3 6 0,-10 5 68,-10 4 0,-11 5 0,-6-4 0,1-1 58,-1-7 1,-6 0 0,4-12 0,0-4 121,5-8 0,5 0 0,2-10 0,3-5-111,4-7 0,5 1 0,10-11 1,0-2-144,0-2 1,10-1 0,5 3 0,6 5-298,8 3 0,-4-6 0,6 8 1,-2 2 92,0 3 1,3 2-1,-6 0 1,3 2-196,-2 5 0,-3-4 0,-2 6 0,0-1-464,-1-1 1,-6 0 956,-1-7 0,1 10 0,7 2 0</inkml:trace>
  <inkml:trace contextRef="#ctx0" brushRef="#br0" timeOffset="234">1022 1 8202,'12'0'796,"-3"2"1,-9 6-78,0 6 0,0 13 0,0 4 0,-2 5-545,-5 10 0,-3-2 0,-7 9 0,3 0-413,-3 5 0,0 5 0,0 0 0,5-5-244,2-7 483,-7-5 0,5-2 0,-10-1 0</inkml:trace>
  <inkml:trace contextRef="#ctx0" brushRef="#br0" timeOffset="449">695 66 8202,'2'15'351,"3"-1"-251,2 3 1,10 3 0,-2 1-1,4 1-36,3 0 1,2 7-1,3 2 1,4 1 746,3-1 1,-5 8 0,8-5 0,-1 0-1207,-2-5 1,-3 2 0,-9-2 0,0-2 394,0-3 0,9-2 0,3 0 0</inkml:trace>
  <inkml:trace contextRef="#ctx0" brushRef="#br0" timeOffset="800">1435 88 8202,'20'-2'205,"-3"-6"1,-3-4 363,3 0 0,2-5 1,3 7-65,0-2 1,7 8 0,0-4-1,-2 6 283,-3 2 0,-2 0-551,-1 0 1,-1 10 0,-6 6-35,-6 11 0,-8 0 0,-8 9 0,-6 3-580,-6 2 0,-9 5 0,0 2 0,3 3-85,2-3 0,2-2 1,0-4-1,0-6 202,0-7 0,10-5 365,5-2 0,7-10 1,7-5-1,8-7 34,4-7 0,5 2 1,3-7-1,5 2-248,1 5 0,-4-4 1,8 2-1,-1 2-445,-2 2 0,5 3 554,-10 0 0,9 0 0,-4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1:50.4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2321 7915,'46'0'0,"5"0"-68,7 0 1,14 0 0,11 0-1,9 0 190,-42 0 0,1 0 0,3-1 0,1 0 0,3-1 0,0-1 0,3-1 0,-1-2 101,0 0 0,1 0 0,5 0 1,-1 0-1,-5-1 0,-2 0 1,-3 2-1,-1 0 122,-2 0 1,-2 0-1,35 0 1,-13-7-1,-7 3 101,-6 4 0,-16 2 0,-14 3-282,-5 0 0,-2 0-422,0 0-989,0 0-1843,-10 10 992,-3-8 2098,-9 8 0,0-10 0,0 0 0</inkml:trace>
  <inkml:trace contextRef="#ctx0" brushRef="#br0" timeOffset="366">1656 1973 8124,'-15'-10'-234,"1"-4"1,9-6 2795,-2-2-2072,4 10 0,6 3 0,4 11-355,8 5 0,6 3 1,6 7-1,4-5-156,3-2 0,-5 7 0,8-5 0,1 2-29,3 1 1,3-3-1,0 2 1,-1-4-42,1 0 1,-1-5-1,-2 7 1,-4 0 284,-8 0 1,-8-5 0,-6 8 13,-8 2 0,-4-5 1,-6 2-1,-4 1 266,-8-3 1,-11 7-1,-6-4 1,1 4 83,-1 3 1,1-8-1,4 1 1,-2 2-292,3 2 1,2-4-1,2-1 1,0 3-899,0 3 1,8 1 408,-1 1 1,10 0-932,-2 0 0,5-1 0,2 1 1,2 0 1152,5 0 0,15-10 0,12-2 0</inkml:trace>
  <inkml:trace contextRef="#ctx0" brushRef="#br0" timeOffset="767">1351 579 8187,'-2'22'-110,"-3"2"0,-3 5 182,4 7 1,1 6 0,3 1 0,0 3 438,0 5 1,0 5-1,0 11 1,0 3-475,0 3 0,7 0 0,1-8 0,-1 0-790,3 1 1,-8-11 0,5-6 752,-4-11 0,6-6 0,4-10 0</inkml:trace>
  <inkml:trace contextRef="#ctx0" brushRef="#br0" timeOffset="983">937 928 8087,'15'0'-274,"-1"0"1,6 0 531,6 0 1,1 0-1,12 0 1,7-3-414,9-4 1,1 4 0,2-4 0,0 2-680,-2-2 1,-1 2 833,-4-9 0,-5-1 0,7-7 0</inkml:trace>
  <inkml:trace contextRef="#ctx0" brushRef="#br0" timeOffset="1201">1765 209 8746,'0'22'818,"0"2"1,0 5 0,0 7-446,0 5 1,-7 13-1,-1 4 1,3 7-259,3 8 0,2-3 1,0 10-1,0 2-637,0 3 0,0 2 0,0 0 1,0-5-682,0-9 0,7-10 1203,1-20 0,8-9 0,-3-3 0</inkml:trace>
  <inkml:trace contextRef="#ctx0" brushRef="#br0" timeOffset="1499">2091 884 8150,'0'-34'0,"-2"5"246,-5 5 0,4 2 0,-6 3 0,-1 4 254,-5 8 0,-4 5 0,-3 4 0,-2 5 81,-5 8 0,5 4 1,-5 3-1,7 2-417,8 5 0,-3-2 1,9 7-1,4-3-591,1-4 0,3-3 0,3-2 1,4-1-585,7 1 0,13-2 1,2-6-1,0-4 528,2-1 0,-4-6 1,7 4-1,-3-4 421,-4-3 1,-3 0 0,-2 0 607,0 0 1,-3-3 0,-2-2 498,-2-2 1,-8 0-1,7 7-772,3 0 1,-5 0 0,3 2-716,2 5 0,-5-4 1,0 7-1,0-3 442,0 0 0,3 0 0,7-7 0</inkml:trace>
  <inkml:trace contextRef="#ctx0" brushRef="#br0" timeOffset="1717">2440 56 8087,'-3'22'128,"-4"0"0,5 2 0,-6 5 0,6 8 341,2 4 0,0 12 1,0 5-1,0 7 42,0 8 1,0 4 0,0 10-1,0 1-162,0-1 1,0 9 0,2 4 0,3-1-850,3-5 0,-1-14 0,-7-12 0,0-15-2154,0-17 2654,0-19 0,0-26 0,0-16 0</inkml:trace>
  <inkml:trace contextRef="#ctx0" brushRef="#br0" timeOffset="2083">2244 557 8087,'-15'0'770,"1"0"0,11 3 0,3 4-701,12 8 0,8-6 0,4-2 0,3-2-357,2 3 0,9-6 1,-4 5-1,3-7-336,-1-7 0,-2-5 1,4-10-1,-1-2 624,1-5 0,1 2 0,0-9 0,-5-5 0,-3-8 0,-2 3 0,-7-7 0,-3 2 0,-4 1 0,2 1 0,-10 11 0,-2 4-111,-3 2 490,-2 13 0,0 21 0,0 20 0,0 12 180,0 7 0,-7 5 0,0 5 0,2 7-182,3 5 0,2 2 0,0 0 0,0 1-222,0-1 0,0 10 0,0 5 0,2 5-301,5 2 0,-4 0 0,4 0 0,-5-2-428,-2-5 1,0-15 0,0-17 0,3-11 573,4-16 0,-5-9 0,8-12 0</inkml:trace>
  <inkml:trace contextRef="#ctx0" brushRef="#br0" timeOffset="2300">2679 819 8087,'15'-12'-568,"-1"2"480,3 0 1,3 1 0,1-6-1,1 8 392,0 4 0,2 1 0,5-3 0,5-2-416,0 2 0,7 3 0,-5 2 112,6 0 0,1 0 0,1 0 0</inkml:trace>
  <inkml:trace contextRef="#ctx0" brushRef="#br0" timeOffset="3050">2026 797 8034,'12'0'1295,"0"0"-730,-4 0 0,-6 2-67,5 6 1,-4-4 0,-1 11-306,5 2 0,-2 2 0,7 3 0,0 0-431,0 0 1,3-1 0,7 1 0,0 0-535,-1 0 0,1-3 0,0-2 772,0-3 0,19-9 0,5 5 0</inkml:trace>
  <inkml:trace contextRef="#ctx0" brushRef="#br0" timeOffset="3866">3202 1102 8865,'2'12'847,"6"-7"-792,6-10 0,6 0 1,1-10-1,1-1-77,0-4 0,0-2 0,-1-2 0,1-2 5,0-3 0,0-8 1,-3 8-1,-4 0-77,-8-2 1,-2 7 0,0-8 0,2 3-14,-2 0 1,-5 0 0,-5 7 0,-5 3 125,-2 4 0,-2-2 1,-8 10 265,0 2 0,0 3 0,0 4 0,1 6 239,-1 6 1,3 8-1,2 4 1,2 6-84,-2 2 1,5 0-1,0 4 1,2-1-410,5 1 0,3-4 0,4 0 0,6-2-328,6-6 1,6 3-1,4-5 1,2-7-392,3-5 1,3 3 0,-6-8 0,4-2-162,-4-2 0,-2-3 0,-2 0 33,0 0 1,-3-3 814,-4-4 0,4 4 0,-7-6 0</inkml:trace>
  <inkml:trace contextRef="#ctx0" brushRef="#br0" timeOffset="4333">3638 819 8023,'0'14'-1746,"0"1"1967,0 2 1,0 2 0,0 3 0,0 0 194,0-1 1,7 1 0,0 0 0,0 2-108,3 5 1,-8-5 0,8 5-1,-3-4-61,1-4 0,-1 8 0,-7 0-6,0-2 0,0-3-295,0-2 0,-3-10 1,-1-7 11,-4-10 1,1-7-1,7-12 1,0-5-243,0-8 1,0-4-1,3-2 1,4-1-13,7 1 1,6-1 0,-1 3-1,-2 2 183,-3 3 0,1 12 0,7 2 0,0 12 258,-1 8 0,1 4 1,0 8-1,0 12 156,-1 12 1,1 9 0,0 8-1,0 5-264,0-1 1,-8 8 0,-2-7 0,0 0-641,0-6 0,-7-11 1,2-5 601,-4-3 0,-3-2 0,0-7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1:56.6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88 654 8110,'-15'0'856,"1"0"-473,-3 0 1,7 10-1,0 4 273,1 6 0,6 9 0,-4 2 1,4 3-364,3 5 1,3 2-1,2 2 1,4 1-386,4-1 1,1-6-1,8-3 1,0-3-1210,-1-4 1,4-5 1300,4-8 0,4-4 0,11-10 0</inkml:trace>
  <inkml:trace contextRef="#ctx0" brushRef="#br0" timeOffset="133">262 284 8110,'-15'0'-49,"1"0"1,9 10 0,-5 2 0</inkml:trace>
  <inkml:trace contextRef="#ctx0" brushRef="#br0" timeOffset="699">523 872 8017,'-7'31'-10,"0"6"0,-1-4 0,8 1 0,0-2 141,0-6 1,0 8 0,0 0 0,0 0 107,0-5 1,-7-5 0,0-2 0,2 2 187,3 5 1,-1-12-217,-4 5 1,2-15-1,-7-2-161,2-10 1,3-2 0,7-12 0,0-8-162,0-4 1,0 2 0,0-8 0,2-1 36,6-4 1,-3-8 0,9-1 0,3 5 33,2 7 0,3 0 0,-3 10 0,-2 0 68,-2-2 0,-1 14 0,8-2 87,0 6 0,-3 16 0,-2 11 0,-5 8-237,-2 7 1,0-2 0,-5 9-1,2 3-513,-2 2 1,-3-5 0,-2-2 634,0-2 0,0 6 0,0-4 0</inkml:trace>
  <inkml:trace contextRef="#ctx0" brushRef="#br0" timeOffset="949">959 763 8057,'0'22'5,"0"0"0,7 9 0,0 5 0,0 5 246,3 3 1,-5 2-1,7 5 1,0 9 444,0 10 1,-5 5 0,6 8 0,-4-3-598,-4 2 1,-2 2-1,-3 4 1,0-4-737,0-4 1,-3 2 0,-4-9 0,-5-3 636,0-2 0,-17-3 0,4 1 0</inkml:trace>
  <inkml:trace contextRef="#ctx0" brushRef="#br0" timeOffset="1216">959 785 8010,'14'-8'0,"1"-1"13,2-3 1,-5 4 0,2-4 460,3 3 0,3 1 0,1 8 0,1 3 50,0 4 0,0 5 0,-3 10 0,-2 0-180,-3 0 0,-9-1 0,3 3 0,-6 3-169,-2 2 0,0 7 1,0-4-1,-2-1-226,-6 1 1,-6-1 0,-13-4 0,-2 2-386,3-2 1,-6-3 0,3-3 0,2-1-2229,3-6 2664,2-4 0,-9 0 0,-3 2 0</inkml:trace>
  <inkml:trace contextRef="#ctx0" brushRef="#br0" timeOffset="1599">1329 828 7947,'-10'22'355,"8"0"1,-8 0 90,0-1 1,8 4 0,-5 1 0,4 3-478,3-2 1,3-3 0,2-2 0,4 0 46,3-1 0,3-9 0,7-4-56,-1-6 0,1-4 0,0-6 1,0-6-85,0-5 0,-3-6 1,-2-4-1,-3-5 37,3 1 1,-7-9 0,0 9 0,-3-4 142,0 1 0,0 9 0,-4-2 0,2 5 206,2 2 1,0 1 114,-7-1 1,0 12-132,0 10 1,0 10-1,0 14 1,-2 3 118,-6 2 1,6 9-1,-5-1 1,4 6-190,3 8 1,0-5 0,0 5 0,3-5-318,4-3 1,-2 1 0,7-3 0,0-5-964,0-7 0,3-14 0,6-8 1104,1-4 0,0-23 0,0-4 0</inkml:trace>
  <inkml:trace contextRef="#ctx0" brushRef="#br0" timeOffset="1783">1939 1 8010,'2'24'0,"3"3"297,2 2 0,0 9 1,-7 1-1,0 9 158,0 11 1,0-4-1,3 3 1,2 5-81,2 7 1,3-2 0,-6 7 0,4-2-435,-4-1 0,-1 11 0,-3-6 0,0 0-624,0-4 1,-3-15-1,-1-7 683,-4-5 0,-9-12 0,5-3 0</inkml:trace>
  <inkml:trace contextRef="#ctx0" brushRef="#br0" timeOffset="1967">1655 676 7574,'8'-15'-235,"-1"1"0,10 9 0,0-5 1,7 3 326,5 0 1,10 0-1,-3 4 1,8-2-337,6-2 1,-4 0 0,5 7 243,-5 0 0,7 0 0,3 0 0</inkml:trace>
  <inkml:trace contextRef="#ctx0" brushRef="#br0" timeOffset="2416">2723 567 8149,'-3'12'739,"-4"-5"0,-3-2 0,-7 0 0,3 2-257,-3-2 0,-5 5 1,-5-1-1,-2 1-386,3 0 1,2 7 0,2-5-1,0 2-647,0 1 1,10-1-1,5 8-111,4 0 0,3 0 0,3 0 0,4-1 252,8 1 1,6 2-1,6 3 1,2 4 855,-2 3 1,-3-5 0,-2 5 0,-1 0 103,1 0 0,-10-5 0,-4 5 0,-8-3 834,-8-4 1,-6-3 0,-15-2-1,-8-3-555,-4-4 1,-2-6 0,-1-9 0,1 0-1136,-1 0 0,3 0 0,5-2 306,7-5 0,14-5 0,5-10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1:56.0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1 9183,'-12'10'644,"5"4"1,5 5-424,2 3 0,-3 0 0,-2 2 0,-2 3-141,2 2 1,3 10 0,-1-3 0,-1 5-95,-4 3 1,1 6-1,5 1 1,-3-2 26,-2-3 1,-1-10 0,8-2 0,3-3 111,4-4 1,3-10 0,7-5-1,-3-3-11,3-4 1,10-2 0,2-3-1,0-3-269,2-4 0,-4-3 0,7-7 0,-3 3-861,-4-3 0,4-2 0,-2-6 1016,-2-4 0,-3 5 0,-2-7 0</inkml:trace>
  <inkml:trace contextRef="#ctx0" brushRef="#br0" timeOffset="197">458 88 8026,'-3'22'102,"-2"0"1,-4-1 132,-3 1 1,7 10-1,-5 4 1,3 7 97,0 8 1,-8-2 0,8 9 0,2 5-10,3 7 0,2 0 0,0 7 0,0-4-586,0-10 0,0 0 1,0-15-1,0-4-1299,0-6 1561,0-11 0,0 4 0,0-9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2:12.8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436 697 7587,'-12'22'0,"2"0"386,0 0 1,-2 2 0,-9 5 0,-1 10-256,0 9 1,0 0-1,0 8 1,-2 0-173,-5-1 0,5-4 0,-7 7 0,2 0-285,0-2 0,-3-3 326,3-9 0,5-1 0,-8 1 0</inkml:trace>
  <inkml:trace contextRef="#ctx0" brushRef="#br0" timeOffset="250">0 981 7942,'12'-3'9,"-2"-2"266,0-2 1,-5 0 0,9 9-42,3 5 1,-5-2 0,3 10 0,2 2-45,2 2 0,3 5 1,2 3-1,3 4-72,2 3 0,7-5 0,-7 5 0,0 0-398,2 0 0,-6 0 1,4 4-1,-5-6-2727,-2-8 3007,-1 3 0,1-15 0,0 10 0</inkml:trace>
  <inkml:trace contextRef="#ctx0" brushRef="#br0" timeOffset="683">610 1198 7847,'0'12'1570,"7"8"-1612,1-6 1,1 6 0,-4 1 0,5 1-140,2 0 0,-5 0 0,8 0 0,2-3-230,2-5 0,-4 3 1,-1-7-1,3 0 169,2-1 1,-4-1 0,-3-11-1,0-2 242,0-2 0,-7-12 0,5-1 0,-3-6 0,0-1 0,0-7 0,-4 0 0,2 1 0,2 3 0,3 6 0,-6 3 0,4-1 141,-3 0 1,-3 0 0,0 3 457,6 4 1,-6 8-1,5 17-162,-4 12 0,-6 2 0,-1 12 1,-4 5-336,3 8 0,1-1 0,-1 8 1,-3-3-264,4-5 161,1 8 0,-6-1 0,-4 11 0</inkml:trace>
  <inkml:trace contextRef="#ctx0" brushRef="#br0" timeOffset="1100">1416 1 7986,'22'21'165,"-1"4"0,1 6 131,0 13 0,-3 14 1,-2 24-1,-10-32 0,-2 2-14,1 5 0,-2 4 0,0 12 1,-1 2-1,-2 2 0,-2 1 0,1 0 1,-2 1-208,0-2 0,-3-2 0,-4-4 0,-4-1 0,-5 1 1,-3 0-1,-3 0 0,-3-1 94,-4-2 0,-3-1 1,-2-4-1,-3-2 0,-5-4 1,-2-3-1,1-4 1,-2-3-103,1-6 0,-2-2 0,1-4 1,0-3-1,4-3 0,1-2 1,-38 16-1442,8-11 0,6-8 1374,8-2 0,5-10 0,9-5 0,1-4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2:08.7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327 0 8184,'-14'0'-644,"-1"0"924,-2 0 1,5 0 0,-2 3 133,-3 4 1,0-2-1,0 12 1,5 5-31,2 4 1,-7 20 0,3 3-1,-3 11-199,2 15 0,-4 17 0,11-41 0,1 2 0,-2 5 0,-1 3-119,-1 7 0,0 2 0,1-3 0,1 1 0,1 7 0,1 0 0,3-3 1,1-1-95,1-3 0,2-1 0,0-4 0,2-2 0,1-5 0,1-1 0,11 42-229,4-17 0,13-20 0,2-11 1,2-11-445,0-9 1,-7-7 0,5-7 700,-2-8 0,6-14 0,-4-6 0</inkml:trace>
  <inkml:trace contextRef="#ctx0" brushRef="#br0" timeOffset="449">1046 719 8090,'12'10'473,"-5"7"103,-4 9 1,-6 1-1,-4 9 1,-7 3-311,-6 2 1,1 5 0,2 2 0,2 6-343,-2 1 1,-2 3 0,-3 8 0,1-1-478,-1 0 1,0-2 0,3-7 0,2-10 552,2-7 0,1-13 0,-8 6 0</inkml:trace>
  <inkml:trace contextRef="#ctx0" brushRef="#br0" timeOffset="680">698 915 7354,'9'22'184,"-6"0"0,6-1 445,1 1 0,0 0 0,7 0 0,-3-1-147,3 1 0,0 0 1,0 2-1,-3 3-221,3 2 1,3 0 0,2-7 0,-1-1-661,1 1 0,0 0 0,0 2 1,-1 0-2666,1-2 3064,-10 5 0,8-15 0,-8 10 0</inkml:trace>
  <inkml:trace contextRef="#ctx0" brushRef="#br0" timeOffset="849">1198 1263 8090,'10'12'0,"-5"5"0,7-7 272,-2 2 1,-1 0 0,-4 5 0,2-2 22,-2 2 0,0 9 0,0 6 1,2 2-345,-2 4 0,-2-6 0,-1-1 0,3-2-1389,2 0 1438,0 10 0,-7-15 0,0 8 0</inkml:trace>
  <inkml:trace contextRef="#ctx0" brushRef="#br0" timeOffset="1149">2135 828 8099,'14'0'0,"-2"-3"514,-2-4 0,0 5 151,-3-5 1,-5 7-1,3 7-374,-10 7 1,-4 6 0,-8 4 0,2 2-256,-2 3 0,-2 10 1,-3-5-1,0 2-193,1 1 1,-1 1 0,0 11 0,0 2-1011,1-3 0,-8-2 1167,0-3 0,-1-9 0,9-2 0</inkml:trace>
  <inkml:trace contextRef="#ctx0" brushRef="#br0" timeOffset="1383">1808 784 8074,'15'8'86,"-1"-1"0,-9 3 1,5-6-1,-3 6 311,0 2 0,3 3 0,-3 6 1,5 4 94,0 4 1,5-3 0,-7 8 0,2 0-298,5 0 1,2 2 0,3 5 0,0-2-533,0-3 1,-1-2 0,1 2-1,0-6-955,0-6 0,-8-3 1292,1 1 0,-1 0 0,8 0 0</inkml:trace>
  <inkml:trace contextRef="#ctx0" brushRef="#br0" timeOffset="1733">2353 1024 8074,'14'0'623,"1"0"0,-1-7-2,8-1 0,-8-6 0,1 7 134,2 2 1,-5 2-373,2 3 1,-6 0-1,4 3-297,-2 4 0,-3-2 0,-7 9 0,0 3-125,0 3 0,-7 9 0,-3 2 0,-2 3-142,-5 5 0,5-8 0,0 1 1,-1-3 187,1 0 0,8 0 0,-4-8 0,3-1-19,-2-6 0,5 6 0,-3-8-62,10 0 0,7-2 0,10-10 0,2 0-36,5 0 1,2-10 0,8-2 0,-3-3-120,3 1 1,2-1-1,3-4 1,-3 2-575,-5 2 0,-12 11 803,-9-4 0,-10-4 0,4 0 0</inkml:trace>
  <inkml:trace contextRef="#ctx0" brushRef="#br0" timeOffset="2066">1699 1503 7989,'0'-22'94,"0"0"337,0 10 1,-2 3 0,-3 11-161,-2 5 0,-8 5 0,6 10 1,-1 2-333,0 5 1,1-2 0,4 9 0,-3 1-332,4-4 1,-6 6 391,3-10 0,-10 10 0,5-5 0</inkml:trace>
  <inkml:trace contextRef="#ctx0" brushRef="#br0" timeOffset="2449">3180 1198 7983,'0'22'-97,"0"-8"0,0 1 227,0 2 1,0 2 0,0 3 0,0 0 133,0-1 1,-7 4 0,-3 1 0,0 6-379,1 2 0,-6-8 0,6 3 0,-4-2 114,-3 2 0,-4-5 0,-2 8 0</inkml:trace>
  <inkml:trace contextRef="#ctx0" brushRef="#br0" timeOffset="2799">3986 501 8000,'2'-12'445,"5"5"0,-4 7 1,2 7-1,-8 8-216,-4 4 0,-10 10 1,3 2-1,-6 3-33,-2 5 1,3 2-1,2 5 1,3 3-241,-3 1 0,-3 4 0,1-6 0,2 3-909,3-3 1,1-9 952,-1-3 0,-15 1 0,5 6 0</inkml:trace>
  <inkml:trace contextRef="#ctx0" brushRef="#br0" timeOffset="3033">3616 632 7590,'9'12'-110,"-6"7"0,4-4 0,-2 4 464,2 3 1,-2 7-1,9 2 1,1 3-71,-3 5 0,7 2 0,-4 3 1,4-1-264,3 1 1,0-1 0,2 1 0,3-3-1239,2-5 1217,0 6 0,2-18 0,3 7 0</inkml:trace>
  <inkml:trace contextRef="#ctx0" brushRef="#br0" timeOffset="3466">4095 1111 8082,'-10'-12'571,"8"-7"0,2 9 1,14-5-1,5 8-549,3 5 0,0-6 1,0 1-171,0 2 1,-1 3 0,1 2 17,0 0 0,-10 2 1,-5 6 160,-4 6 0,-3 5 0,-3 3 0,-4-2-89,-8-6 0,3 5 0,-2-6 0,-1 1-257,3 1 0,-5-8 0,8 5-262,-3-2 1,7-1 422,-3-1 0,8-6 82,8 5 0,1-2 0,8 0 0,-2 5 187,2 2 0,-5-5 0,0 7 0,0 1 394,0-3 0,-5 7 1,5-4-1,-2 4 45,-5 3 0,-3-7 0,-2-1 0,-2 1-198,-5-3 1,-5 5 0,-10-10 0,0-2-923,0-3 0,1 5 1,-1 1 565,0-3 0,0-3 0,0-2 0</inkml:trace>
  <inkml:trace contextRef="#ctx0" brushRef="#br0" timeOffset="3648">4617 1285 8048,'12'3'29,"-4"4"240,-6 7 1,-2 6-1,0 1 1,0 1-99,0 0 1,-10 0 0,-2 0 0,-2-1-172,-1 1 0,-9 10 0,-10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2:26.8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521 370 8272,'0'22'158,"0"0"0,-3 7 0,-2 2 0,-2 3 315,2 5 1,3 2 0,2 5 0,0 3-312,0 1 1,0 1 0,0-7 0,2-3-395,6-5 0,-6 3 0,8-10 0,-3-3-1319,0-1 1551,0-4 0,-7-8 0,0-4 0</inkml:trace>
  <inkml:trace contextRef="#ctx0" brushRef="#br0" timeOffset="231">107 349 8055,'22'-12'297,"-1"-5"1,1 9 0,2 3-299,5 3 1,8 0 0,11-3 0,5-5-292,3-2 0,2 7 0,5-2 0,-5 2-467,-7-2 1,0 4 758,-8-4 0,6 5 0,-15 2 0</inkml:trace>
  <inkml:trace contextRef="#ctx0" brushRef="#br0" timeOffset="481">129 849 8706,'-29'10'0,"0"5"353,2 4 0,10 0 1,5-2-1,2-2-161,5 2 0,5-8 1,8 1-1,6-3 5,6 1 0,9-1 0,2-7 0,3 0-157,5 0 1,9-10-1,3-2 1,-3-2-562,-2-1 1,-2 8 0,-1-5 0,1 0 520,-1 0 0,1-3 0,0-7 0</inkml:trace>
  <inkml:trace contextRef="#ctx0" brushRef="#br0" timeOffset="849">738 784 8215,'0'24'166,"0"5"0,8-4-1,-1 4 1,0-3 211,3 3 1,-8-5-1,8 5 1,-3-4 23,0-4 1,1 1 0,-8 0 0,0 0-233,0 0 1,0-8 0,0 1-205,0 2 1,-3-8-87,-4-2 1,-5-14 0,-7-10-103,4-9 1,3-1-1,7-7 1,-2 0-58,2 0 1,3-2 0,2-7 0,0-1 76,0 0 0,7 8 0,3 2 0,2 3 219,5 4 0,-5 5 0,2 6-98,3 1 0,3 10 0,1 0 0,-1 10 136,-6 10 1,3 6 0,-7 8-1,-1 5-185,1 0 1,-3 5-1,-7-8 1,0 1 130,0-1 0,10-2 0,2-7 0</inkml:trace>
  <inkml:trace contextRef="#ctx0" brushRef="#br0" timeOffset="1048">1065 741 8180,'0'21'-55,"2"-1"0,3-3 1,5-3 163,2 3 0,-7 5 0,5 4 0,-1 4 412,6-4 0,-6 6 1,1-1-1,-3 3-584,1 5 1,6-5 0,-7-1 0,-2 1-853,-2 0 1,-3-7 0,0 2 914,0-5 0,-10-2 0,-2 0 0</inkml:trace>
  <inkml:trace contextRef="#ctx0" brushRef="#br0" timeOffset="1282">1065 545 8180,'22'0'338,"0"0"-8,-1 0 0,-9 2 0,-2 5 1,-3 8 69,1 4 1,1 5 0,-4 3 0,2 2-179,-2-2 1,-2 4 0,-3 1 0,-3-1-199,-4 0 0,-5 1 0,-10-6 0,0 4-608,1-4 0,-1 6 1,0-6-1,3-4-1835,4-5 2419,-4-3 0,7 8 0,-10 0 0</inkml:trace>
  <inkml:trace contextRef="#ctx0" brushRef="#br0" timeOffset="1600">1217 806 8321,'0'22'865,"0"-8"1,0 1-538,0 2 0,10 0 0,2 0-155,0-3 1,8-9 0,-6 2-153,6-4 1,-6-3-1,1-3 1,-1-4-266,-2-8 1,8-4 0,-8-3 0,2 0 39,1 1 0,-8-4 1,5-1-1,0-3 96,0 2 0,-7 3 1,2 2-1,-2 3 98,2 4 0,-4-4 19,4 4 0,-4 8 99,-3 7 0,0 10 1,0 12-1,0-1-231,0 1 0,0 0 1,2 0-1,3 0-483,2-1 1,0 1 605,-7 0 0,0 0 0,0-1 0</inkml:trace>
  <inkml:trace contextRef="#ctx0" brushRef="#br0" timeOffset="1799">1675 0 8133,'0'22'53,"0"0"0,0 2 0,2 3 349,5 2 0,-4 17 0,4 0 0,-4 7-82,-3 7 1,2 3 0,3 5-1,2 2-452,-2 3 0,5 2 0,-3-5 0,-2 0 132,-3-7 0,8 2 0,2-9 0</inkml:trace>
  <inkml:trace contextRef="#ctx0" brushRef="#br0" timeOffset="1965">1479 457 8133,'22'0'330,"-1"-2"0,4-3-442,4-2 0,4 0 0,13 7 0,5-3 112,7-4 0,5-5 0,3-10 0</inkml:trace>
  <inkml:trace contextRef="#ctx0" brushRef="#br0" timeOffset="2399">455 1350 8140,'-7'15'55,"-3"-1"0,1 3 250,-1 3 0,3 4 1,7 5-1,-3 7 76,-4 5 0,5 3 0,-6 2 0,6 5-128,2 7 1,0-3 0,0 1 0,0-3-413,0-4 0,0-6 0,0-7 0,0-6-726,0-6 1,2-5 884,6-4 0,4 4 0,10-7 0</inkml:trace>
  <inkml:trace contextRef="#ctx0" brushRef="#br0" timeOffset="2749">738 1633 8336,'-9'-14'501,"-6"-1"1,-4 11 0,-3-4 375,0 6 1,3 12 0,2 4 0,2 8-492,-1 7 0,3-5 0,1 5 0,3-2-577,4 2 1,2-5 0,3 5-1,3-5-565,4-2 1,5-8 0,10-1 0,0-1-171,0 0 1,-1-7 0,1 2 0,0-5 600,0-2 0,-1-7 1,1-3-1,-2-2 634,-6-5 1,5-2 0,-6-3 0,-1 0 269,-5 1 1,3-1 0,-3 0 273,-2 0 1,4 8-537,-1-1 1,-1 13-580,-7 2 0,0 10 0,0 11-515,0 1 0,0-7 0,0-1 777,0 3 0,0 2 0,0 3 0</inkml:trace>
  <inkml:trace contextRef="#ctx0" brushRef="#br0" timeOffset="3115">978 1568 8139,'-12'-2'894,"5"-6"-131,-6 6 0,11-5-519,-5 14 1,4 5 0,6 10-1,4 0-301,8-1 0,-3 1 0,2-2 0,3-4-397,2-1 1,-4-3 0,0 5 0,1-5-221,4-2 1,-6-3-1,1-7 315,2 0 0,-5 0 0,0-2 260,-2-6 1,-1-4 0,-4-9 0,2-1 98,-2 0 0,-2 0 0,-3 0 403,0 1 198,0 9 1,0 14 0,0 17-1,-3 10-26,-4 5 0,5 10 0,-8 7 0,3-1-228,-1 4 1,1-8 0,7 7 0,0-2-530,0-1 1,0 1 0,0-7 0,0-3 181,0-5 0,-10 5 0,-2-7 0</inkml:trace>
  <inkml:trace contextRef="#ctx0" brushRef="#br0" timeOffset="3650">1326 1808 8131,'22'0'82,"0"0"1,0-8-1,-1 1 1,1 0 312,0-3 1,-7-2 0,-1-10 0,3 1-77,2-1 0,-4 0 1,-3-2-1,0-3-145,0-2 0,-5 0 0,6 5-92,-4-5 0,-2 5 0,-7-5 1,-2 7-43,-5 7 1,2-2 0,-10 10 144,-2 2 1,-2 3-1,-3 2 1,1 2 417,-1 6 0,0 4 0,0 9 1,0 1-384,1 0 0,6 7 0,3 0 0,2 0-256,6 3 1,-6-6 0,3 8 0,2-3-155,2-4 0,6-3 1,4 0-1,8 3-483,4 2 1,3-7 0,2-10 0,3-2-178,2-5 0,7-3 0,-7-2 1,-3 0 166,-1 0 0,-4 0 0,1 0 0,-2-2 683,-6-6-206,5 6 216,-6-8 0,1 13 1,-2 4 481,-2 7 1,-3-2-1,-4 1 2203,4-4-354,-5 8-2175,8-14 1,-10 4 0,0-14 0,0-8-108,0-4 0,0-3 1,2-2-1,6-3-360,6-2 0,5 0 0,3 7 0,0 1-379,0-1 1,7 0-1,2 3 680,3 4 0,2-4 0,8 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2:23.4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371 675 8189,'0'-21'-373,"0"6"1,0 1 549,0-3 1,-2 4 0,-3-1 290,-2-3 1,-3 5 0,5-3 81,-2-2 0,-10 5-287,2-2 0,3 9 1,-2-2-62,-3 4 1,-3 6 0,-1 4-247,-1 8 0,7 4 0,1 3 0,-3-1 132,-2 1 0,4 7 0,0 3 0,-1 2 19,-4 4 1,8 3 0,2 3-1,3 0-19,0-1 0,0 1 1,7-1-1,0 1-3,0-1 0,2 1 1,5-3-1,8-2-45,4-3 0,3-9 0,2-1 0,5-9-157,7-10 0,-2 3 0,3-3 1,-1-4 67,-2-8 0,5-10 0,-8-11 0,3-6-76,5-2 0,-8-2 0,-2-7 1,-7-1-19,-8 1 1,3-3 0,-9-3 0,-4 1 67,-1 7 1,-3-3 0,0 8 0,0-5 82,0-3 0,-3 8 1,-1 2-1,-6 0 188,-2 0 0,0 8 0,-5-6 0,2 5-73,-2 6 1,0-6 0,0 15 0,3-3-80,-3 1 1,-2 9 0,-3-2-41,0 4 0,0 13 1,0 5-1,1 4-1,-1 3 1,0 7 0,0 2-1,1 3 69,-1 5 1,0 2 0,0 3-1,3-1 9,4 1 0,-2 2 0,8 2 0,-1 3-26,0-3 1,3-2 0,7-2 0,3-1-6,4 1 1,5-3-1,12-5 1,3-7 47,2-4 1,10-6 0,-3-5 0,5-6 41,2-6 1,-6-4 0,-1-6 0,3-9-50,2-9 0,0-6 0,-5-6 1,-4 1-63,-1-1 0,-11-11 1,4-2-1,-2 3 3,-5 2 0,-8 3 0,3-1 0,-2 0-48,-5 1 1,-3-1 0,-2 3-1,-2 2-95,-5 3 1,-8 7 0,-12-5 0,-2 3 30,3 4 0,-1 10 0,1 5 0,-3 2 121,2 6 1,-5 1-1,3 6 1,3 4-37,2 7 0,2 8 0,0 7 0,3 8 48,4 4 0,-4 2 0,7 1 0,-3 2-55,1 5 0,9-5 0,-2 4 1,4-4-206,3-2 1,3-1-1,1-1 1,9-4 31,6-1 1,-2-13 0,14-2-1,1-10 57,4-3 1,-5-6-1,1 2 1,-3-8 124,0-4 0,0-17 1,-7 2-1,0-5 100,-1-4 0,-9 4 1,-2-7-1,-3 0 3,1 1 0,-1 4 0,-7-5 0,0 2-56,0 6 1,-10-6 0,-2 1-1,-2-1-44,-1 1 0,1 2 1,-11 7-1,-1 0 3,-3 0 0,0 3 1,7 2-1,0 5-36,0 2 0,1 3 0,1 10 0,3 4 30,3 7 0,-1 13 0,-4 4 1,2 6 13,2 9 0,11-3 0,-4 8 0,6-3-53,2 3 1,2-5 0,6 3 0,6-8-121,5-5 1,3-17-1,0 3 1,2-5 165,5-5 1,-5-2 0,6-13-1,-4-4 50,3-7 1,-5-13 0,3-4 0,-8-1 6,-4 1 0,-10-8 0,4 5 0,-1-2-22,-1-1 1,0 11 0,-7-6 0,-2 3-80,-6 0 1,-4 0 0,-9 8-1,-1-1-115,0 0 0,0 7 0,0 3 1,1 3 162,-1 4 0,0 2 1,0 3-1,1 3 190,-1 4 1,0 5 0,0 12 0,3 5-18,4 8 1,-2 1 0,10 1-1,0-3-109,-3 3 0,8 2 0,-5 3 0,7-3-106,7-5 1,-2 3-1,9-10 1,3-2-205,2-3 1,11-12 0,-1-5 0,0-4 121,2-3 1,-7-3-1,5-4 1,-5-8-1,-2-4 1,0-12 0,-3-3 0,-4-3 166,-8 1 1,-2 2-1,0-4 1,2 4-11,-2 2 0,-5-4 0,-5 7 0,-5 2-94,-2 3 1,-2 2 0,-8 1 0,0-1-12,0 0 1,1 10 0,-3 2 0,-3 3 123,-2 0 1,0-1-1,7 8 1,0 3 20,0 4 1,1 5 0,-1 12 0,3 3 44,4 2 0,-2 10 0,10-3 0,2 5-97,3 3 1,2-8 0,0-2 0,0 0-128,0 0 1,12-8-1,7 3 1,8-7-32,-1-7 0,6 2 0,-3-10 0,0-2 66,2-3 1,-7-4 0,6-6 120,-6-6 1,-10-8 0,-2-5 0,0-2 115,1 3 0,-9-6 0,4 3 0,-6 0-46,-2-2 1,-2 7 0,-3-8-1,-5 3-145,-2 0 0,5 0 1,-8 7-1,-2 1-53,-2-1 1,-3 0 0,-2 3 0,-3 4-86,-2 8 1,0 4 0,7 3-1,1 3 66,-1 4 0,-2 8 0,-3 11 0,-2 8 76,2 7 0,11-2 1,3 12-1,4-3-9,4 3 0,3-12 0,2 4 0,2-4-59,5-5 0,13-3 0,9-9 0,0-3 121,2-4 0,-4-5 0,7-13 1,-1-4 138,1-8 0,-10-4 0,1-5 0,-8-3 51,0-2 0,-8-2 0,1 4 1,-3-2 11,0 3 1,-2 1 0,-10 4 0,-4-1-94,-3 0 0,4 3 0,-6 4-602,-3 8 1,5-3-688,-3 3 1,10 2 1129,-2 12 0,14 5 0,6 10 0</inkml:trace>
  <inkml:trace contextRef="#ctx0" brushRef="#br0" timeOffset="2082">262 3702 8134,'-22'12'0,"1"-4"117,-1-6 1,0-2 0,0 2 94,1 6 0,-1-3 1,0 9-1,3 3 60,4 2 1,-2 3-1,7 0 1,1 2-56,-1 5 0,3-2 0,7 9 0,0 0-125,0-2 1,10 7-1,2-4 1,5 1-168,4-1 1,-4-6 0,15-9 0,-1-3 10,5-4 1,3 2 0,0-10-1,-5-5-8,-3-6 0,6-1 1,-6-10-1,0-4 94,1-8 1,-5 3-1,-11-7 1,-3-1 88,-4-4 1,1-3-1,-5 0 1,2 3-14,-2-3 0,-3-2 0,-4 0 0,-5 2-128,-8 3 1,1 2-1,-6-2 1,-4 4 16,0 1 1,-8 14-1,3-2 1,0 7 306,-2 7 1,4 2 0,-7 3 0,0 5 165,1 10 1,6 2 0,-2 19-1,5 3-148,2 2 1,3 10 0,2 2 0,5 0-194,2 0 0,3 1 1,7-6-1,2 3-370,5-3 0,13-12 1,11-7-1,3-7-227,5-7 1,2-6-1,2-9 1,1-2 225,-1-5 1,1-8 0,0-11 0,-3-6 214,-5-2 1,-5-2 0,-9-8-1,-2 1 34,-6-1 0,3 1 0,-10 2 0,-2 2 123,-2 3 1,-6 2-1,-2-5 1,-4 5-97,-3 3 0,-10 2 1,-7 7-1,2 0-87,3 0 1,-8 10 0,-1 5 0,-1 5 310,5 2 1,4 0-1,4 2 1,-1 5 85,0 8 0,3 14 0,2 7 0,5 5-163,2 3 0,3 7 1,7-1-1,0-1-186,0-3 0,10-3 0,4 1 1,5-1-370,3 1 1,10-10 0,1-5 0,4-7 155,-1-8 0,-2-4 1,2-10-1,-4-3 118,-1-4 0,-7-5 0,5-10 0,-7-2-5,-7-5 1,-6 2-1,-9-9 1,0 0 430,0 2 0,0-5 0,0 8 0,-2-1-208,-5 1 0,2-1 0,-10 6 1,-4-3-60,-8 2 0,3 5 0,-5 6 0,3 3 52,-4 4 0,6-6 0,-5 8 0,3 5 122,-3 6 1,4 8 0,-4 13 0,5 4 51,2 7 1,3 5 0,2 3-1,5 2-235,2 4 0,3-4 0,7 3 0,2-8-380,6-5 0,6-12 1,13 1-1,4-11-5,3-4 0,2-3 0,8-9 0,-3-6 106,-5-6 1,3-5 0,-10-3-1,-2-2 114,-3-5 1,-5 2-1,-2-7 1,-5 3 148,-2 4 0,-3-4 0,-7 1 1,0 4 103,0 2 0,-9 2 0,-6 0 0,-4 0-77,-3 1 1,0 6 0,0 1-1,1-1 54,-1 3 1,0 2 0,0 10-1,1 0 187,-1 0 0,-7 10 0,0 7 0,2 7 15,3 5 0,9 10 0,1-3 0,-1 5-388,3 3 0,3-3 0,9-2 0,0-5-265,0-3 0,12-2 0,7-10 0,10-4 41,5-8 0,0-4 0,5-3 0,-6-3 42,-1-4 1,4 0 0,-7-13-1,-2-4 344,-3 0 0,-9 0 0,-3-1 0,-3-1 160,-4-3 1,-2 0-1,-3 5 1,0-3 14,0-2 1,-3 0-1,-2 5 1,-4-3-152,-3-2 0,-3 0 1,-7 7-1,0 3-117,1 4 0,-1-2 1,0 10-1,0 2 110,1 3 1,-1 4-1,-2 6 1,-3 9 43,-2 9 0,2 1 1,10 9-1,5 0-137,3-2 1,1 5 0,8-8 0,0 1-109,0-1 0,10-4 0,5-10 0,4-5 72,3-2 0,7-3 0,0-7 254,-3 0 1,-1-3 0,-4-4 65,1-7 1,-2-6-1,-6-4 1,-7-2-114,-4-4 0,-3 1 0,0 8-102,0-1 0,-8 0 0,-1 0 1,-3 3-246,-5 4 0,-3 6 0,-1 9 0,-1 0-264,0 0 1,0 9-1,0 6 1,3 4 434,5 3 0,-6 0 0,8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2:16.9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66 119 8151,'-15'0'303,"1"0"0,6 0 1,-4 3-182,3 4 1,1-2-1,8 9-255,0 3 1,0 3-1,3-1-94,4-4 1,5 2 97,10-10 1,0 0-1,-1-7 33,1 0 0,-7-2 0,-1-6 178,3-6 1,-7-6 0,-3-1 200,-4-1 0,4 0 0,0 0 13,-2 1 0,-5-1 0,-5 0 152,-2 0 1,-10 8-346,2-1 0,-4 13 0,0 2-50,4 12 1,-2 7 0,7 3 0,1 2-16,-1 5 0,3-5 1,7 8-1,0-3 17,0 0 1,0 0 0,0-7 0,2-3 216,6-4 0,4 2 0,9-10 62,1-2 1,0-5 0,0-8-272,0-6 1,-10 2 0,-5-3 0,-2-2-422,2-2 1,-5-3-1,6 0-2218,-6 1 2576,-2 9 0,0-8 0,0 8 0</inkml:trace>
  <inkml:trace contextRef="#ctx0" brushRef="#br0" timeOffset="867">87 2188 8483,'-14'0'509,"-1"0"0,11 3-383,-4 4 1,6-2 0,2 9-127,0 3 1,0-5-114,0 3 0,2-3 0,6 2 181,6-6 0,-2-6 0,3-2 27,2 0 0,0-2 0,-3-6 1,-4-4 55,-1 0 1,-6-7 0,7 4 0,-3-4 64,0-3 0,0 0 0,-7 1-9,0-1 0,0 0 0,-2 3 20,-5 4 1,2 5-244,-10 10 0,3 10 0,-5 5 25,3 4 0,9 5 0,-2 3 0,4 2 26,3-2 1,3-3 0,1-3-1,6-1 216,2-6 0,-5 3 0,8-9 0,2-4 153,2-1 0,-4-3 1,-1 0-323,3 0 0,-5-10 0,0-4 0,-2-8-434,-5-7 1,-3 5 0,-2-5 0,0 4-3396,0 4 3747,0-1 0,-9 0 0,-3 0 0</inkml:trace>
  <inkml:trace contextRef="#ctx0" brushRef="#br0" timeOffset="47196">262 207 8535,'12'0'-1151,"-3"0"1420,1 0 0,-5 0 3,9 0 1,-6 0-23,6 0 0,-7 2-129,8 5 1,-3-2 0,5 7-1,-2 0-50,1 0 1,-3-4 0,1 4 0,5 0-29,8 0 0,-3 0 0,8 5 0,-1-5-24,5-2 1,-2 4-1,3-4 1,1 0 46,3-1 0,1 6 1,-4-6-1,-1 1-18,1 0 0,1-1 0,-3-4 0,-4 5-42,-1 2 0,-4-5 1,7 5-1,0 1-3,-1-1 1,-6-5 0,5 5 0,-1 0 39,5 0 1,-2-7 0,0 2 0,-3-2 27,-4 2 0,7-4 1,0 6-1,2-1-23,0-1 1,-7 3 0,5-5-1,0 2-31,0-2 0,-5 4 0,5 1 0,0 0-28,0-1 0,-5 6 0,5-5 0,-3-1-49,-4 1 1,4 0 0,-2-6 0,0 6 9,3 2 0,-8-7 0,7 2 0,-2-2 61,0 2 0,0-4 1,-4 6-1,1-1-51,3-1 0,0 7 0,-4-4 1,1 0 29,3 0 1,0-1 0,-5-2 0,3 6-35,2-1 0,3 5 0,-6-8 0,3 1-36,-2 0 0,-3 4 0,-2-4 0,0 2 62,-1 5 0,1-5 0,0 2 0,0 1 45,-1-3 1,-6 7 0,-1-4 0,3 2 23,3-3 0,-6 3 1,1-7-1,2 2-42,2 5 0,0-5 1,1 0-1,-1-2-117,5-5 1,3 4 0,-5 1 0,0 0-37,-1 0 1,8-3 0,0-5 0,-2 3 87,-3 2 0,-2 1 1,0-8 48,0 0 0,-8 2 1,1 3 19,2 2 1,2 0-1,3-7 23,-1 0 1,-6 8 0,-1-1-41,3-2 1,3 4 0,2-1-4,-1-4 0,1 6 1,0 0 519,0 2 0,-1-7-119,1 2 0,0 3 0,0-3-54,0-2 1,-8 4 0,1-1-1,1-1-314,4 3 0,-6-6 0,1 9-362,2-4 1,-8 1-1,1-5-1045,0 2 1381,-8 0 0,8 3 0,-10 2 0</inkml:trace>
  <inkml:trace contextRef="#ctx0" brushRef="#br0" timeOffset="49245">240 2232 6575,'14'0'605,"1"0"0,-8 0-527,8 0 0,-8 0 0,7 0-1,3 0 0,3 0 0,1 0 0,1 0 23,0 0 0,2 0 0,3-3 0,4-2 48,3-2 0,5-10 0,9 3 0,6-6-74,1-1 0,1 1 0,4 3 1,-2 3-90,3-3 0,-5-3 1,2-1-1,0 1 54,-3 6 0,-1-6 1,-11 8-1,3-2 51,5-1 1,-12 8 0,2-5 0,-5 2-67,-2 5 1,-5-4 0,5 2 0,-3 2 11,-4 2 1,4-4 0,-2 0 0,0 2-37,3 3 0,-1 2 0,6-3 0,-8-2 26,-5-2 1,5 0 0,2 4 0,1-2-5,-1-2 0,1 0 0,-6 5 0,6-3-108,2-3 1,-5-6-1,5 4 1,-1 1 4,1-1 1,-5 0-1,5 3 1,0-5 70,0 0 1,-7-5 0,2 10 0,-3-1 38,3-1 1,-5 6-1,5-6 1,-4 1 18,-4 1 0,4 0 1,1 7-1,3 0-31,-2 0 1,-3 0 0,-2 0 0,0 0-26,-1 0 1,1 0-1,0 0 1,0 0-144,0 0 0,2 0 0,5 0 73,7 0 0,-4 0 1,-3 0-1,-5 0 184,-2 0 1,-1 0 0,1 0 0,0 0-21,0 0 1,-1 0-1,1 0 1,0 0-127,0 0 1,0 0 0,-1 0 0,4 0 45,4 0 1,-13 0 0,6 0-1,-2-3 26,-1-4 1,5 5 0,3-6 0,2 6 74,-3 2 1,-1 0 0,-4 0 35,1 0 1,0 0-102,0 0 1,0 0-135,-1 0 0,-6 0 0,-1 0-910,3 0-516,-7 0 1518,0 0 0,-1-10 0,3-2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2:18.7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2984 8122,'-13'0'-316,"4"0"1,6 0 804,-4 0 0,2 0 212,-9 0 0,6 0-378,-6 0 1,9 2-1,-2 6-186,4 6 1,3-2 0,0 3-12,0 2 1,0-5 0,3 0-123,4-2 1,5-1 0,10-4 127,0 2 0,-3-2 0,-2-10 0,-2-4-6,1-3 0,-3 0 0,-1-5 0,-3 2 72,-4-2 0,5-2 1,-3-3 21,-2 0 0,-3 8-200,-2-1 1,-9 10-1,-6-2 214,-4 5 1,4 2-1,3 2 1,0 5 130,0 8 0,5-3 0,-5 2-363,2 3 1,3-4 373,7 1-3043,0-9 2667,0 5 0,9-20 0,4-2 0</inkml:trace>
  <inkml:trace contextRef="#ctx0" brushRef="#br0" timeOffset="832">131 4704 7469,'-2'15'1233,"-6"-1"0,6-6-915,-5 6 0,2-9 0,0 5 186,-2-1 0,0-4-46,7 10-444,0-10 1,2 11 0,5-8 93,8-3 1,-3-3-1,2-2-62,3 0 0,-5-2 1,0-6 89,-2-6 0,5 2 1,-8-3 29,-2-2 0,4 5 0,-1-2 344,-3-3-100,-3 7 0,-4 0-214,-6 10 1,-1 10 0,-8 5 0,5 4-106,2 3 1,3-1 0,7 1-445,0 0 1,0 0 201,0 0 0,0-8 0,2-2-439,5-2 1,-4-5-110,4-13 1,-2 6-1,0-8 699,2 1 0,0-3 0,-7-10 0</inkml:trace>
  <inkml:trace contextRef="#ctx0" brushRef="#br0" timeOffset="48695">196 2984 8459,'-7'15'-10,"0"-1"275,-10-9-196,15 5 1,-6-20 11,16-5 0,-4-2 0,11 0 1,2 3-72,2-3 1,3-5-1,0-4 1,2-3 18,5 2 0,2-4 0,8-1 0,-3 1-17,3-1 1,10-7-1,4 1 1,2-8 67,6-5 1,2-2 0,2 4-1,0-1-37,1 1 0,-3-4 0,-3 2 1,-4 3 36,-3 2 0,0 5 0,-4 2 0,1 3-1,-1-3 1,-6 0 0,-4 3 0,-3 4-24,3 1 0,2 7 0,0-8 0,-2 3 41,-3 0 1,-7 0 0,8 5 0,-1-3 2,-2-2 1,5 0 0,-8 8-1,3-1-114,5 0 0,-1-7 0,-1 0 0,-6 0-27,1-3 1,-6 8-1,8-5 1,-2 5 64,-6 2 1,1-2-1,-1-3 1,3-2 16,-2 3 1,-3 2 0,-2 2 0,0 0-17,0 0 0,-1 3-1,1 2 1,0 2-30,0-2 0,-1-2 0,1-3 0,0 1-27,0-1 1,7 0 0,0 0 0,-3 3-23,-1 4 1,-1-4 0,2 2 0,4-5 24,-4 1 0,-2-6 0,-2 12 1,0-4 8,0-3 1,7 0 0,0 1 0,-3 1 13,-1 6 1,-4-6 0,1 6 0,0-5 17,0-3 0,-1 0 0,1 3 0,-2 2 22,-6 2 0,10 1 1,-7-6-1,0 3 144,3 3 0,-1-1 0,3-6-70,-1-1 1,1 0 0,2 3 0,3 2 11,2 2 0,2-7 0,-4-7 0,2 3 22,-2 2 1,4 2 0,-2 0 0,-2 0 2,-3 1 0,-2-1 0,0 2 1,-1 3 116,1 3 0,-7 2-863,-1-3-1586,-9 6 608,5 9 0,-13 0 1579,-4 0 0,-5 9 0,-10 3 0</inkml:trace>
  <inkml:trace contextRef="#ctx0" brushRef="#br0" timeOffset="50045">196 4683 8024,'12'2'-368,"-4"5"1,-3-4 393,2 4 0,-5-7 0,8-5 134,0-2 0,-6-10 0,11 2 2,2-4 0,-5-3 1,0 0-1,0 1 4,0-1 1,3-2 0,7-5 0,-1-5-68,1 0 0,0-7 1,2 2-1,3-7-43,2-5 0,2 0 0,-4 6 0,4-4-27,3-2 1,0-7 0,5 7-1,-3 3-12,3 2 1,2-5 0,2 0-1,1 1 26,0-4 1,-1 8-1,1-4 1,-1 4-10,1 2 1,-3 1 0,-2-1 0,-3 0 5,3 1 1,-6-1 0,4-2 0,2-2-1,2-3 1,-7 0 0,-3 8 0,0-1-45,6 1 0,-3-1 0,-1 3 0,-1 2-8,-5 3 0,4 2 0,0-5 0,1 3 20,-1-3 1,1 6 0,-6-1 0,3 0 105,-2 0 1,5 0-1,-3-5 1,0 3-86,2-3 1,-4 5 0,7-4 0,-1-3-78,1-1 0,-5-6 0,5 12 1,-2-5-98,-6-3 0,6 3 1,-3 5-1,-3 7 88,-1 4 1,-4-4-1,1 0 1,0 3 54,0 2 0,-1 2 0,-1 0 0,-3 0 64,-3 0 0,1 1 0,7-1 0,-3 0-37,-5 0 0,6 1 0,-6-4 0,6-1-22,1-3 0,-6 0 0,-1 7 0,1 0 12,-3 0 0,5 1 0,-7-1 0,2 0 16,5 0 1,-5 0-1,2 1 1,1-1-21,-3 0 0,7 0 1,-4 1-1,4-1-20,3 0 0,-3-7 0,-2 0 0,-2 2 27,2 3 0,2 2 1,3-2-1,0-2-12,-1-3 0,-6-1 1,-1 9-1,3-1 15,3 0 1,2-7 0,-3 0-1,-2 2-19,-3 3 0,-2 2 0,5 1 0,-5-1-17,-2 0 0,7 3 1,-5 2-1,3 2-8,-1-2 0,-7-7 0,8 0 0,0 5 85,-3-1 1,5 1 0,-8-3 3,3 0 0,3 1 1,4-1-1,-2 0 67,-2 0 0,-8 8 1,5-1-1,0 1 33,0 2 1,3-8 0,4 6-118,-4-6 0,2 6 0,-8 2 0,3 0-87,5 0 0,-5-1 0,3-3 43,2 1 0,-8 8 1,1-5 0,0 2-1132,-8 3-640,8 7 1766,-10 0 0,-10 9 0,-2 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3:10.7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8578,'10'12'-602,"-8"8"479,6-6 1,-4-2 408,4 3 0,-3-1-89,9 8 0,-2-7 0,5-1-128,-2 3 1,-1 3 0,8 1-131,0 1 1,-1 0 0,1 0 0,0-1 59,0 1 0,7 0 0,0 0 0,0 0-23,2-1 0,-4 4 0,9 1 1,1 3 10,-4-2 0,9-1 0,-6 1 0,5 5 10,3 1 1,-8-4 0,0 8 0,3 1-10,2 4 1,-5-1-1,-2-3 1,-2-4 6,-6-2 0,6 4 1,-3-7-1,0-2 17,2-3 0,-7-2 0,8-1 0,-1 4-1,6 4 1,-4-12-1,1 4 1,0-1 68,0-1 0,-5-2 0,7 0 1,1 2-54,-3-2 1,4 0 0,-9 7 0,0 3-65,3 2 1,-8 0 0,8-5 0,-6 3-14,-4 2 1,12 7 0,-15-4-1,0-1-25,-2 1 0,-2 4 0,4-5 0,-2 1-31,-2-1 1,-1-2 0,8-7 0,0 0 124,0 0 0,-5-8 1,-1 1-1,4-1 35,-3-2 1,0 8 0,4-8 0,1 2-38,0 1 1,-3-8-1,-2 8 1,-2-1-30,2-2 1,2 7 0,3-4-1,-3 4-59,-4 3 0,4 0 1,-7 0-1,3-1 0,-1 1 1,-2-7 0,5-1 0,-2 3 80,2 3 1,-5-1-1,2-2 1,3-3-62,3 3 1,1 3-1,1 1 1,0 1-10,0 0 0,-8 0 0,1 0 0,2-1 21,2 1 1,-4 0 0,-1 0 123,3-1 1,0 1 0,0-2 0,-5-3 107,-2-3 1,-1 1-1,-4 6-117,3 1 1,6 0 0,-4 0-65,2-1 0,0 1 1,5 0-98,-3 0 1,1 0 0,4-1 32,-4 1 0,2 0 0,-8 0 0,1-1 39,0 1 1,7 0-1,-3 0 1,3 2-40,-2 5 1,2-5 0,-8 5-1,3-5 101,5-2 0,-5 2 0,0 3 0,1 0 37,-1-8 1,-7 3-1,4-8 1,-2 6-37,1 1 1,9 1 0,-3 0-41,6 0 0,-6-8 1,1 1-1,-1 2-91,-2 2 1,8-4 0,-8-1-1,2 1 13,1-3 0,-1 7 0,8-7 72,0 0 1,-8 8 0,1-6-1,2 3 7,2-2 0,-4 4 0,-3-5 0,0 6 4,0 2 0,0-8 1,5 1 58,-3 2 0,-1 2 0,3 0 0,-3-2-6,-4-2 1,6-8 0,-6 5 0,4 0-159,3 0 1,-3 0-1,-1 5 9,-3-2 0,8-1-942,-2 8 1023,-6-10 0,11 8 0,-8-8 0</inkml:trace>
  <inkml:trace contextRef="#ctx0" brushRef="#br0" timeOffset="1334">66 1808 8166,'12'0'1242,"0"0"-1058,-5 0 1,3 2-1,7 3 1,-3 2-57,3-2 0,2 7 0,3 0 0,2 3-101,5-1 0,-4 1 0,6 4 0,1 1-123,4 1 0,5-4 1,3 12-1,2-2-130,4 2 1,-1-2 0,6 7 0,1-3-24,0-4 0,-1-3 0,6-2 0,-3-1 170,2 1 1,1 0 0,-3 0 0,-7-3 81,-5-4 0,-3 4 1,-2-5-1,-4 6 191,-8 2 1,-5-1-1,-2 1 1,2 2-21,5 5 0,-10-4 0,8 6 0,0-2-74,-3 0 0,0 0 0,0-5 1,3 3-303,2 2 1,7 0 0,-4-7 0,-1-3-23,0-4 0,6 4 0,-6-4 0,1 1 150,-1-1 0,-2 2 0,-7-7 0,0 2 71,-1 5 0,-6-5 1,0 0-1,-1 0 12,-2 0 0,7-7 1,-6 5-1,1-3 9,1 0 0,-1 8 1,8-6-11,0 3 0,-1-7 0,-1 5 1,-3-3-12,-3 0 1,1 8-1,7-5 33,-1 2 0,1 0 0,0 5 131,0-3 1,-1 1-108,1 7 1,0-3-1,-3-2 1,-2-5-54,-2-2 0,-1 7 0,8-5-56,0 0 0,-8 5 1,1-8 36,2 3 0,2 1 1,3 3 11,0-1 0,0-8 1,-1 5-1,-1 0 3,-6 1 1,6-6-1,-6 5 1,3 0 15,-2 0 1,4-5 0,-5 8 66,6 2 1,-1-5 0,-2 0 0,-5 0-61,-2 0 1,7-5-1,-3 8-187,6 2 1,1 2 114,1 3 0,-7-3 1,-3-2-1,0-2-13,0 2 1,-5-5-1,5 2 1,0 1 40,1-3 1,-6 7 0,5-4 0,0 2 24,0-3 1,-5 6 0,8-8-1,-1 2 19,-1 1 1,6-3 0,-7 5-1,2-5 84,1-2 1,0 4 0,4-4 0,-2 2-48,-3 5 0,1-5 1,7 0-1,-1 0-47,1 0 1,-7-4 0,-1 4 0,1 0 175,-3 0 0,5-5 0,-8 5-349,4-2 0,-1 7-1225,2-3 1388,6-4 0,-18 9 0,8-7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3:13.2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8528,'14'0'-440,"1"0"1,-8 0 0,5 3 686,-2 4 0,0-5 0,-3 5-147,7-4 0,6-1 1,2 3-1,-1 2-79,1-2 0,0 5 0,2-3 0,3 0 45,2 3 1,2-7 0,-2 4 0,5-2-51,0 2 0,14-5 0,-4 6 0,2-6-44,0-2 1,-3 0-1,3 0 1,3 0 20,2 0 0,-1 0 0,-6 0 0,0 0-26,-1 0 0,1 0 0,-1 0 0,1 0 22,-1 0 0,-6 0 1,-1 0-1,0 0 27,-2 0 0,0 0 1,-7 0-1,2 0-44,-3 0 0,6 0 1,-1 2-1,1 3-19,-1 3 0,0-1 0,-1-7 0,3 0 16,1 0 1,0 0 0,-7 0-1,2 0 33,-3 0 1,6-3 0,-3-1 0,0-4-37,2 3 1,-6 3 0,6 2-5,1 0 0,-8 0 1,5 0-1,-5 0 26,-2 0 1,-1 2-1,1 3 1,0 3 47,0-4 1,-8-1 0,1-1 0,2 3 59,2 2 0,3 1 0,0-8 1,-1 0-44,1 0 1,0 0 0,0 0-45,0 0 0,-1 0 0,1 0 1,0 0-38,0 0 0,-1 0 0,4 0 0,1 0-110,3 0 1,0 0-1,-7 0 1,2 0 42,5 0 1,-4 0 0,6 2 0,-2 3-29,0 2 0,0 8 0,-7-6 0,0 1 204,-1 0 0,1-1 0,0-1 15,0 6 0,0-4 0,-1-3 1,1-5-82,0-2 1,0 8 0,-1-1-1,1-2-24,0-3 1,7 1 0,0 1 0,-2 4-9,-3-3 1,0-3-1,3 0 1,2 3 45,-3 3 0,-1 1 1,-4-4-1,1 2 84,0-2 1,0 0-1,-1 0 15,1 2 1,0 0-634,0-7 505,0 0 0,-10 10 0,-3 2 0</inkml:trace>
  <inkml:trace contextRef="#ctx0" brushRef="#br0" timeOffset="1150">175 2025 9736,'15'-7'0,"-1"-3"-87,3-2 1,5 5 0,7-7 0,7-3-18,5-3 1,5-2-1,5 1 1,7-1 5,5 0 0,2-7 1,3-2-1,2-1 55,3 1 0,0-1 1,-11 6-1,-1-3 28,-3 2 1,-7 8 0,4-1 0,-1-4 87,-6 0 1,-2 7 0,-2 2 0,-1-4-133,1-8 0,-1 3 0,-2-5 0,-2 5 32,-3 2 0,1 0 0,6 1 0,-2-1 12,-4 0 1,4 0-1,-5 1 1,5-1-2,3 0 1,-10 3 0,-3 2-1,-2 2 108,0-2 1,0 5 0,-7 0 0,0 0 63,0 0 1,-8 5 0,1-5-1,2-1-67,2 1 0,3-2 0,-1-8-90,1 0 0,0 8 0,0-1 0,0 1 0,-1 2 1,1 0 0,0 7 0,2-5-21,5-2 0,-12 5 0,5-5 0,-3 2 100,1 5 1,1-5 0,1 1-1,0-3 2,0-5 1,-1 5 0,4-3 0,1-2-55,3-2 1,0 4 0,-4 1 0,1-3 14,3-3 0,7 6 1,-4-1-1,-1-2-15,1-2 0,-1 5 0,-4-1 0,4 1-253,3 1 0,-7-4 0,2 8 0,-5-3 242,-2-5 1,0 5 0,-1 0 0,1-1 310,0 1 0,0 5 0,0-7 0,-1-3-21,1-3 1,7 6 0,0-1-237,-2-2 1,-3 0-1,-2 0 58,0 3-1955,-1 9 1827,-9-5 0,8 20 0,-8 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5:33.8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110 937 8072,'0'-22'108,"0"0"725,0 0-591,0 1 1,0 18-1,0 13 1,0 14 360,0 12 1,0 5 0,0 5 0,0 5-286,0 7 0,0 8 0,0 4 0,0 2-524,0-1 1,0-1 0,0 0-1,2 2-63,5-1 0,-4-13 1,4-10-1,-4-9-2741,-3-10 3010,0-5 0,0-22 0,0-4 0</inkml:trace>
  <inkml:trace contextRef="#ctx0" brushRef="#br0" timeOffset="252">1 632 8084,'22'-3'0,"-1"-1"-135,1-4 1,0-1 0,0 4 0,2-3 628,5 4 1,-2 1 0,7 3 0,-1 0 23,1 0 0,-7 7 1,2 3-1,-5 2-256,-2 5 1,-3 3-1,-4 1 1,-8 1-227,-5 0 1,-2 2 0,-2 3 0,-5 4-173,-8 3 1,-11-5 0,-3 5 0,0 0-292,-3 0 1,1-8 0,-8 3-1,5-4-1086,3-4 1,2-1 1512,7-6 0,0 6 0,0-8 0</inkml:trace>
  <inkml:trace contextRef="#ctx0" brushRef="#br0" timeOffset="633">654 806 8084,'12'-22'48,"-4"0"0,-6 1 0,-2-1 754,0 0 1,-2 8-1,-6 1-253,-6 4 1,-6 4-1,1 12 1,2 8-408,3 4 0,-1 5 0,-7 3 0,1 4-169,-1 3 0,10-5 0,4 8 0,6-1-265,2-2 0,0 4 1,0-8-1,0-4-470,0-2 0,10-4 0,4-6 0,6-7 289,1-4 1,-6-3 0,-1 0 0,3-3 463,3-4 1,-1-5-1,-2-10 1,-5 1 936,-2-1 1,4 0 668,-7 0-915,10 0 1,-14 13-782,4 9 1,-4 9-1,-3 13-304,0 0 0,0 0 1,0 0-1,0-1 403,0 1 0,0 0 0,0 0 0</inkml:trace>
  <inkml:trace contextRef="#ctx0" brushRef="#br0" timeOffset="884">872 980 8084,'0'22'-43,"-2"0"0,-3 0 115,-3-1 0,1-6 0,7-1 1120,0 3 1,0 3-507,0 1 0,0-11-545,0-10 1,0-17 0,0-14-1,0-3-66,0-5 1,7-2 0,3-5 0,2-2-333,5-3 0,-5 0 1,3 5-1,2-2-411,2-3 0,0 0 0,-2 10 0,-2 5-644,2 7 0,2 4 1312,3 4 0,9-1 0,3 0 0</inkml:trace>
  <inkml:trace contextRef="#ctx0" brushRef="#br0" timeOffset="1183">1177 610 8084,'0'15'599,"0"-1"0,-3 1 0,-1 6-130,-4 1 1,-6 0 0,4 0 0,0 2-203,1 5 0,-6-5 0,8 8 0,2-3-360,3 0 1,2 2 0,0-4-497,0 2 1,2 0 0,5-10 273,8-4 1,-3-6 0,3-11 0,1-5 55,4-8 1,-6-4-1,-2-3 1,1-2 161,-1-5 1,-8 5-1,6-3 1,-3 8 1319,1 4-654,-1 10 1,-7-2-1,0 17-574,0 11 0,-7 1 0,-1 10 1,4-3-170,1 0 1,3 7 0,0-7-1,3-2 174,4-3 0,5-2 0,10-1 0</inkml:trace>
  <inkml:trace contextRef="#ctx0" brushRef="#br0" timeOffset="1817">1547 1198 8039,'-22'10'196,"0"-6"1076,1 11 0,6-10-1005,1 2 1,9-7-1,-2-7 1,4-8-260,3-4 0,0-5 0,0-3 0,0-4-151,0-3 1,7-2 0,3-8-1,2-2-98,5-5 1,-5 12 0,3-2-1,-1 7 84,-2 8 0,8 9 0,-6 5 203,6 2 0,-6 3 1,1 9-1,-1 6 72,-2 6 1,0 8 0,-7 4 0,2 4-7,-2-4 1,-2 6 0,-1-3 0,3-3-62,2-2 0,0-2 0,-7 0 135,0 0-42,0 0 0,0-13-146,0-9 0,0-9 0,0-16 0,0-1-26,0-3 1,0-3 0,0 6 0,3-3-55,4 2 0,-2 3 0,7 2 6,-2 0 1,7 10 194,-3 5 1,3 7 0,-2 7-1,-6 8 111,1 4 1,-8 5 0,6 3 0,-6 2-34,-2-3 1,0 6 0,0-1 0,0 1-210,0-1 0,0 6 1,0-8-1,0-3 50,0-2 0,-7-9-29,0-1 0,-3-9 0,5 0 0,-2-10-65,2-9 1,5-15 0,5-8 0,2-4-201,-2-2 1,7-1 0,3 3 0,1 2 172,-1 3 0,2 9 0,-7 1 0,2 6 87,5 6 1,-5 9-1,2-2 1,3 4 161,3 3 0,-6 13 0,-2 6 0,0 8-284,0-1 1,-4 6-1,4-1 1,0 0-1089,0 1 0,-7-3 1206,2-7 0,5 9 0,0 3 0</inkml:trace>
  <inkml:trace contextRef="#ctx0" brushRef="#br0" timeOffset="2167">2266 1002 8084,'14'0'-32,"1"0"276,2 0 1,-5 0-1,2 0 223,3 0 1,-5 0-1,3 0 1,-1-2-203,-2-6 1,5-4 0,-7-10-1,0 1-245,-1-1 1,1 0 0,-5 0 0,2 1-187,-2-1 1,-3 0 0,-2 0 0,0 0 24,0 1 1,-9 6-1,-6 3 495,-4 2 0,-3 3 0,0 7 0,1 3 16,-1 4 1,0 7 0,3 13-1,2 2-114,2-2 1,10 4 0,-2 0 0,5 1-334,2-1 0,2-2 0,5-7 1,8 0-407,4 0 0,13-3 0,4-4 0,5-8-1205,3-5 1,-1-4 1687,1-5 0,9-5 0,3-10 0</inkml:trace>
  <inkml:trace contextRef="#ctx0" brushRef="#br0" timeOffset="2383">2897 0 8535,'-12'22'483,"5"0"0,2 7 1,0 5-1,-2 4 93,2 8 1,5 12 0,5 3 0,5 7-189,2 4 1,2 3 0,6-2 0,-4 4-657,-1 1 0,-3 4 0,5-9 0,-5-3-768,-2-2 0,-3-15 0,-5-10-1654,6-11 2690,-6-18 0,-2-4 0,-12-10 0</inkml:trace>
  <inkml:trace contextRef="#ctx0" brushRef="#br0" timeOffset="2550">2723 566 8084,'7'-14'233,"0"-1"1,10 3 0,-2-5-1,7 3 22,7-3 0,-3 5 0,11 0 0,4 0-158,7 0 0,1 4 1,6-4-1,-2 3-515,-4 4 1,-3 2-1,-5 3 418,-5 0 0,5 10 0,-7 2 0</inkml:trace>
  <inkml:trace contextRef="#ctx0" brushRef="#br0" timeOffset="3033">3311 1024 7519,'14'-15'-1178,"1"1"1702,2-3 1,0-3-1,0-1 1,-5-1-167,-2 0 0,4-2 0,-7-3 0,1-2 87,1 3 1,-6 1 0,2 4-163,-10-1 0,0 0 1,-10 3-1,-2 4 198,-2 8 0,-3-3 1,0 3-1,1 2-6,-1 3 0,7 2 0,3 2-502,3 5 0,-6 6 1,8 8-325,2 1 1,10 0-1,5 0 1,2-1-574,5 1 1,2-2 0,5-3 0,3-3 301,2 3 0,7 2 0,-7 1 0,0-3 527,3-3 1,-8 1-1,5 4 1,-5-2 478,-2-3 1,-8-6 0,-2 6 1228,-2 3 0,-3-5-424,-7 3 1,0-8 0,-2 5-268,-5-2 0,-5-3-617,-10-7 1,7 0 0,3-2 0,2-6-448,6-6 0,1-8 1,6-4-1,4-4-490,7 4 1,6-6 0,4 3 0,3 3-267,2 2 0,9 4 0,-1 3 0,1 5-159,-1 2 0,4 3 1,-5 7 1056,5 0 0,3 10 0,-1 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5:46.7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 8412,'2'-9'-149,"3"9"165,2 12 1,8 17 0,-8 9 0,-2 8 453,-3 5 0,6 17 0,-1 0 0,-2 7-374,-3 7 1,-2 5 0,0 5 0,0 5-615,0 2 1,-7-10 0,-3-1 0,1-13 517,-1-8 0,-7-11 0,5-3 0</inkml:trace>
  <inkml:trace contextRef="#ctx0" brushRef="#br0" timeOffset="267">328 859 8227,'9'-31'-389,"-4"4"0,7-6 0,-2 1 976,-5 5 0,2 3-105,-7 2 1,2 10 0,-16 8 0,-6 6 45,-6 5 1,2 10-1,-5 0 1,2 7-145,-2 5 0,12 0 0,-5-4 0,3 1-386,0 3 1,6 0 0,6-7 0,5 0-283,2 0 0,0-1 0,2-1 1,5-3 1,8-3 0,4-7 0,3 6 0,2-1 141,5 0 1,-4-7 0,4 4 0,-3-1 53,3-1 1,-9 0 0,6-5-258,1 6 0,-1-6 0,-4 5 344,0-4 0,0-13 0,0-2 0</inkml:trace>
  <inkml:trace contextRef="#ctx0" brushRef="#br0" timeOffset="785">676 794 6827,'0'15'499,"0"-1"-341,0-9 1,-2 12 156,-6-10-232,6 0 1,-8-9-147,10-5 1,0 2 437,0-10 1,3 3-1,1-5 375,4 3-728,-1 9-33,3-5 0,-6 20 0,9 5-148,-4 4 1,6 5 0,-8 3 0,0 2-137,3-3 0,0-1 0,7-4 0,-5 1-376,-3 0 671,8-10 0,-5 7 0,10-7 0</inkml:trace>
  <inkml:trace contextRef="#ctx0" brushRef="#br0" timeOffset="967">981 707 8779,'-15'24'0,"3"5"265,3 8 0,-8 13 1,2 11-1,-4 11 15,-3 16 1,7-41 0,-2 2 0,1 6 0,-1 2 0,-1 0 0,-1 2-186,1 2 1,0 1 0,1-2 0,0-1 0,-1-2 0,0-1 0,3-3 0,1-1-312,-10 42 0,4-14 0,6-13 0,6-13-634,6-18 850,2-19 0,10-7 0,2-10 0</inkml:trace>
  <inkml:trace contextRef="#ctx0" brushRef="#br0" timeOffset="1334">1177 1034 8087,'0'14'111,"0"1"0,0-1-57,0 8 0,2-3 0,5-4 425,8-8 0,4-4 1,3-6-304,0-4 1,-3-5 0,-2-10 0,-2-2-19,2-5 1,-5 2 0,0-7 0,-2 3-23,-6 4 0,6-4 0,-3-1 0,-2 1-136,-2-1 1,-3 3-1,0 8 1,0-1 194,0 0 0,-10 10-121,-5 5 0,-2 7 0,1 7 0,3 10-137,4 9 1,1 1 0,6 12 0,-3 4 82,-2 6 0,0 2 0,7-8 0,2 1-1003,5-1 1,-2 1 0,7-3 982,-2-5 0,17 5 0,-3-7 0</inkml:trace>
  <inkml:trace contextRef="#ctx0" brushRef="#br0" timeOffset="1784">1678 1034 8058,'-3'21'53,"-4"1"1,5 0 0,-8 0 450,0 0 0,8-8 0,-5 1 139,4 2 1,-7-8-207,-4-2 1,2-4 0,0-8-342,2-9 0,3-1 1,7-16-1,2-1-139,5-4 0,-2 2 0,10-2 0,2-1-204,2 3 1,3-4 0,0 9 0,2 2-900,5 3 1,-2 2 1145,9 0 0,0 10 0,8 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5:46.0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196 1 8362,'0'24'-357,"0"3"0,0 4 173,0 3 1,-2 10-1,-3 9 1,-2 0 339,2 0 1,0 8 0,0-6 0,-4 3 32,-3 1 0,4-11 0,-4 3 0,0-8-143,0-6 0,7-6 1,-5-12 57,1-4 0,6-8 0,-4-14 1,7-8-50,7-4 0,-2-10 0,10 0 0,2 2 41,2 3 1,3 2-1,0 1 1,-1 1 50,1 6 0,0 4 1,0 10-1,-1 0 111,1 0 0,-2 2 1,-3 6-1,-5 6-16,-3 6 1,-1 4 0,-8 2 0,0 3 72,0-2 0,-3 5 0,-4-3 0,-8-3-203,-4-2 1,-5-2-1,-3 0 1,-2 0-142,3-1 0,-6-6 1,1-3-1,-1-2-671,1-5 1,2-3 0,7-2-1922,0 0 2621,10 0 0,2-10 0,10-2 0</inkml:trace>
  <inkml:trace contextRef="#ctx0" brushRef="#br0" timeOffset="385">414 741 8254,'3'-22'588,"4"1"0,-2 9-243,9 4 1,-7 6 0,8 2-224,2 0 1,-5 7-1,2 0 1,3-2-284,3-2 0,-6-3 0,1 0 0,2 0-100,2 0 0,3 0 0,0 0 67,-1 0 0,-6 0 155,-1 0 1,-9 9 0,3 8 0,-6 10 117,-2 9 1,0 17 0,0 10 0,-2 10 133,-6 4 1,3 6-1,-9 9 1,-3 2 217,-2-2 1,-3-12-1,0-8 1,0-6 11,1-8 1,-1-7-1,-2-15 1,-3-10-176,-2-9 0,-3-7 0,6-10 0,-3-5-412,2-9 1,10-3-1,5-22 1,2-4-357,6-6 0,1-4 0,6 4 0,6-1 61,13 1 1,0-4-1,9 5 1,1 4-243,4 5 0,-2 15 0,2 0 681,3 7 0,12 3 0,4-8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5:44.3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8187,'0'16'290,"0"4"1,2 6 68,5 6 1,-2 11 0,7 13 0,0 5-184,0 6 0,-7 3 0,5-2 1,-3 2-297,0 3 1,1 7 0,-8-8-1,0-4-1141,0-7 0,0-8 1261,0-10 0,0 1 0,0 0 0</inkml:trace>
  <inkml:trace contextRef="#ctx0" brushRef="#br0" timeOffset="283">349 588 8198,'-22'-14'273,"0"-1"1,1 11 0,-1-4 0,0 6 249,0 2 0,1 0 0,-1 2 1,0 3 47,0 2 0,3 10 0,2 0 0,5 8-509,2 4 0,3 0 0,7-8 0,0 1-403,0 0 0,2-3 1,6-2-1,6-2-212,5 2 1,6-5 0,1 0-1,3 0 287,-2 0 1,-3-7 0,-2 2 734,0-4 1,-1 4-76,1 0 0,0 0-1625,0-7 0,0 0 1231,-1 0 0,1 0 0,0 0 0</inkml:trace>
  <inkml:trace contextRef="#ctx0" brushRef="#br0" timeOffset="666">545 654 8198,'0'-22'227,"0"0"1,0 8 1512,0-1-1435,0 1 1,2 2 0,3 7 0,5 7-97,2 5 1,0 10 0,5-2 0,-2 2-283,2-3 0,2 6 0,3-8-117,-1 0 0,-1 0 0,-3-7-227,-3 2 1,1 0 129,7-7 1,-10-2 147,-5-5 0,3 2 28,-3-10 1,0 13 0,-7 2 0,-2 12 251,-6 7 0,4 13 0,-11 7 0,1 11 50,1 16 1,-6 11-1,7 15 1,-3 5-247,8-47 1,0-1 0,0 43-1,-5 0 1,0-10-871,-1-9 1,9-18 924,-4-11 0,16-20 0,4-14 0</inkml:trace>
  <inkml:trace contextRef="#ctx0" brushRef="#br0" timeOffset="1149">828 806 8057,'22'12'151,"0"-4"0,-8 1 1,1-1 242,2-4 1,-5-1 0,2-3 73,3 0 1,3 0-1,1 0-244,1 0 1,-3-3 0,-2-4 0,-2-7-88,2-6 0,0-2 1,0 1-1,-5-1-225,-3 0 1,6 0 0,-8-2-1,-2-2-228,-2-3 1,-3-1 0,0 9 137,0-1 1,-10 3 0,-2 2 0,-3 5 77,1 2 1,-1 3-1,-4 9-116,4 5 0,6 5 0,9 10 0,0 0 74,0 0 1,0-1 0,2 4 0,5 1-48,8 3 1,4 3-1,3-6 1,0 3 370,0-2 1,-1 4-1,1-1 1,0-4 185,0-2 1,-1-2 0,1-3 0,-2-2 241,-6-2 0,-4-8 0,-10 8-386,0 2 1,-3-8 0,-4-1-246,-7-6 1,1-4 0,1-6 0,3-6-336,4-6 0,2-9 0,6-2 0,4-3-77,8-5 0,4 5 1,5 1-1,3 1 274,2 6 1,10 1-1,-6 4 1,4 1-246,-1 6 0,0 4 404,8 10 0,-1 0 0,1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5:42.9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306 828 7433,'-12'-21'278,"-5"6"0,9 1 408,4-3 0,1 5 0,1 0-328,-6 2 0,4 3 0,-11 7-193,-2 0 1,5 0 0,-2 2 0,-3 8-25,-3 11 1,-2 4 0,1 11-1,-1 3-198,0 2 1,0 2 0,3 1 0,4-1-162,8 1 1,5-3 0,2-2 0,2-5-303,5-3 0,8-9 0,12-10 0,4-2-14,3-5 1,2-3-1,5-2 1,-2-2 533,-3-6 0,-2-4 0,3-12 0,-8-3 0,-5-2 0,-2-7 0,-1 5 0,1-1-68,0 1 1,-8-6 0,-2 6-1,-2-1-122,-5 1 0,-3-5 0,-2 7 1,0 2 653,0 3 0,0 9 0,-2 3-151,-5 3 0,2 1 1,-7 11-1,0 6 0,0 13 1,0 2 0,-5 10 0,4 0-161,4 0 1,-6 2-1,8 10 1,2 3-150,3 2 1,2-8-1,0-9 1,2 0 46,5 0 1,6-10-1,8-2 1,1-13 91,0-6 1,0-3 0,-1-3-1,-1-4 62,-6-7 0,3-6 0,-10-4 1,1-3-278,1-2 1,-6-7 0,4 5 0,-7-1-457,-7 1 0,4 2 0,-4 4 1,5-1-229,2-3 0,0 0 0,0 7 756,0 0 0,-10 0 0,-2 1 0</inkml:trace>
  <inkml:trace contextRef="#ctx0" brushRef="#br0" timeOffset="351">698 785 8261,'0'14'303,"0"1"1,0-8 0,0 8-26,0 2 1,0-5 0,0 2 0,0 3 57,0 3 0,0 1 0,0 4 1,0 1-150,0 3 0,0 0 0,2-5 0,3 3-207,2 2 0,10-2 1,-2-13-1,4-4-115,3 0 1,0-8 0,-1 3-1,1-10-163,0-10 1,0-4-1,-3-5 1,-2-3-192,-3-2 1,-6-7 0,4 5 0,-3-3 192,-4-5 1,-2 7-1,-3 1 1,0 2 288,0 0 1,0 7 0,-3 8 368,-4-3 1,2 7 0,-9 5 35,-3 10 0,5 7 0,-3 12 1,1 3 46,2 2 0,2 2 0,10-4 0,0 2-315,0-2 0,0-3 1,0 0-820,0 5 1,10-5 0,4 5 0,5-7-87,3-7 0,0 2 0,0-10 775,0-2 0,-1 7 0,1 0 0</inkml:trace>
  <inkml:trace contextRef="#ctx0" brushRef="#br0" timeOffset="632">1155 1133 7757,'10'12'373,"-8"8"0,10-11 0,-7 8 332,2-2-512,0-10 0,-7 7-17,0-5 1,8-7-165,-1 0 0,0-10 0,-7-11 1,3-1-105,4 0 1,-5-7-1,8 0 1,-3 2 30,1 3 1,6 2 0,-4 1 10,2-1 1,2 3 0,8 4-17,0 8 0,0 4 0,-3 6-9,-4 4 0,4 5 1,-7 10-1,3-3-53,-1-4 0,-7 4 128,8-4 0,-1 4 0,8 3 0</inkml:trace>
  <inkml:trace contextRef="#ctx0" brushRef="#br0" timeOffset="817">1612 1 8261,'10'22'-129,"-8"7"1,6 2-1,-6 3 63,-2 5 0,7 12 1,1 7-1,-4 7 316,-1 8 0,-1-1 1,3 13-1,2 4-504,-2 1 1,-2 7 0,-3-3-192,0-2 0,-10-12 1,-2-5-1</inkml:trace>
  <inkml:trace contextRef="#ctx0" brushRef="#br0" timeOffset="1000">1329 676 9329,'-12'10'443,"5"-1"0,14 6 0,10-5-437,10-1 1,9-6 0,15 4 0,7-5-1051,5-2 1044,12 0 0,2 0 0,10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5:50.2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436 262 8301,'0'-22'443,"0"10"0,0 5 0,0 14 0,0 8-200,0 4 0,0 10 1,0 3-1,2 1-20,6 6 0,-6 2 0,5 5 1,-4 3-712,-3 2 0,2-1 1,3-6-1,2-1-1590,-2 1 2078,-2 0 0,-3-1 0,0 1 0</inkml:trace>
  <inkml:trace contextRef="#ctx0" brushRef="#br0" timeOffset="232">1 284 6763,'12'-12'181,"9"5"1,11-3 0,11 3 0,6 2-36,9 2 1,2-4 0,20-3-1,2 1-195,3-1 0,2 0 1,-2 6-1,-5-4-326,-8 3 1,-21 3 0,-10 4-474,-7 6 848,-14-6 0,-11 17 0,-9-6 0</inkml:trace>
  <inkml:trace contextRef="#ctx0" brushRef="#br0" timeOffset="433">88 785 8124,'-8'14'141,"1"1"0,0-8 153,7 8 0,10-8 0,6 5 0,9-2-75,4-6 0,9-4 0,-1-4 0,6-4-325,8 4 1,-5-6-1,5 0 1,-5 0-625,-3 1 0,1 2 730,0 7 0,-1 0 0,1 0 0</inkml:trace>
  <inkml:trace contextRef="#ctx0" brushRef="#br0" timeOffset="833">980 785 8124,'0'22'38,"0"-1"0,0 1 274,0 0 0,0 0 0,0-1 870,0 1-525,0-10-587,0-2 1,0-12 0,0-6-1,3-6-215,4-6 1,-4-9-1,6 0 1,1 3 15,4 2 1,-1 2 0,-1 0 0,0 0 153,0 0 1,-7 8-1,4 2 1,-1 0-62,-1 0 1,10 7-85,-3-2 1,-2 11 0,1 6 0,-4 2-165,-4 5 1,-3 2 0,1 3 0,2 0-892,2 0 1175,0 0 0,-7-1 0,0 1 0</inkml:trace>
  <inkml:trace contextRef="#ctx0" brushRef="#br0" timeOffset="1050">1416 567 8124,'0'22'0,"0"0"185,0-1 0,7 1 0,1 2 0,-4 3 129,-1 2 1,4 10-1,0-3 1,-2 8-134,-2 6 1,4-4 0,0 8-1,-2-1-194,-3 5 0,-2-3 1,0 1-1,0-3-973,0-4 0,-2-6 986,-5-6 0,-5-6 0,-10-9 0</inkml:trace>
  <inkml:trace contextRef="#ctx0" brushRef="#br0" timeOffset="1249">1547 719 8124,'21'-12'-581,"1"5"1032,0 5 0,-7 2 1,-1 0 108,3 0 0,-5 0 1,0 2-257,-2 5 1,-3 5 0,-7 10-256,0 0 0,-2 0 0,-6 0 0,-6-1-569,-5 1 0,-3 0 520,0 0 0,0-1 0,0 1 0</inkml:trace>
  <inkml:trace contextRef="#ctx0" brushRef="#br0" timeOffset="1599">1743 676 8050,'0'14'236,"0"1"1,0-1-1,0 8-123,0 0 1,0-8 0,2-1-151,5-4 0,5-1 1,10-8-90,0 0 1,0 0-1,0-3-26,-1-4 1,1-5-1,0-10 175,0 0 1,-8 3-1,-2 2 239,-2 2 1,0 3 0,-6-5 1016,4 3-648,-1 9 1,-7-2 0,0 14-332,0 8 0,0 4 0,0 3 1,0-1-291,0 1 1,0-7 0,2-1 0,3 3-677,2 3 1,8-6-1,-5-2-1482,2-2 2148,2-3 0,8-7 0,0 0 0</inkml:trace>
  <inkml:trace contextRef="#ctx0" brushRef="#br0" timeOffset="1782">2396 1 8124,'0'22'-73,"-2"-1"1,-3 4 157,-3 4 1,1-3 0,7 10 0,0 6 395,0 6 0,0 0 0,0 8 0,0 0-371,0-1 0,0 1 1,0 5-1,0-3-110,0 2 0,10 3 0,2 2 0</inkml:trace>
  <inkml:trace contextRef="#ctx0" brushRef="#br0" timeOffset="1949">2113 458 9232,'22'0'55,"-1"3"0,4 1 1,4 4-441,7-4 1,7-1 384,8-3 0,5 0 0,9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6:12.0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110 63 8346,'-3'-22'87,"-4"0"256,5 10 1,-8 5 0,10 14-76,0 8 0,0 4 0,0 5 1,0 5 77,0 8 1,-7 11-1,-1 5 1,4 3-149,1 5 1,3 1-1,-2 4 1,-3 2-249,-2 4 0,-3-2 0,5 8 1,-2-3-137,2-5 0,3-5 0,-1-7 0,-2-7-760,-2-5 1,0-12 0,9-7 945,6-10 0,-6 2 0,8-7 0</inkml:trace>
  <inkml:trace contextRef="#ctx0" brushRef="#br0" timeOffset="400">393 673 8346,'-22'-7'122,"0"-3"1,1 0 450,-1 0 0,0 3 0,0 7 0,3 3 40,4 4 0,-4-2 0,4 12 0,-1 4-296,1 6 1,-2 5 0,10-6-1,2 6-305,3 1 1,2-6 0,0 5 0,0-3-435,0 0 0,9 2 0,6-7 0,4 0-420,3-4 1,0-6-1,-1 1 397,1-8 0,-2-7 0,-3-7 347,-3-8 0,-2-11 0,3-3 0,-8 2 0,-5 3 0,-2 2 1,3 0 417,4 1 1,-5-1 76,6 0 0,-3 10-323,2 5 0,-5 7 0,5 7-332,-4 7 0,-1 6 0,3 2 0,2-1-691,-2 1 949,7 0 0,-9 0 0,6-1 0</inkml:trace>
  <inkml:trace contextRef="#ctx0" brushRef="#br0" timeOffset="751">480 782 8346,'-12'0'694,"2"2"-706,10 5 1,3 3-1,1 7 1,6-5-91,2-2 1,3 4 0,7-6 76,-1-4 1,-6-1-1,-1-3-10,3 0 1,-5 0 175,3 0 1,-3-10 0,5-4 279,-3-6 0,-9 6-139,3-1 0,1 15-147,-2 7 0,1 8 1,-8 21-1,0 5-60,0 8 1,0 9-1,0 12 1,-3 7-200,-4 8 1,2-10 0,-7 12-1,0-4-478,0-6 1,7-2 601,-2-10 0,-5-9 0,0-3 0</inkml:trace>
  <inkml:trace contextRef="#ctx0" brushRef="#br0" timeOffset="1166">763 1195 8150,'19'-2'-328,"-2"-3"176,-2-2 0,-1-8 1,6 6-1,-3-3 536,-3-5 0,1-5 0,6-5 1,1-4-80,0-3 1,0-2-1,0-5 1,-1 2-224,1 3 1,-7 2-1,-3-5 1,-3 5 15,-4 3 1,-2 2 0,-3 7-1,-3 2 9,-4 6 0,-5-3 0,-10 10 221,0 2 0,1 2 1,-1 3 75,0 0 1,8 10-1,1 5 1,1 6-82,0 8 0,7-2 0,-2 7 0,5 0-138,2 0 1,0 2 0,0 5-1,0-2-345,0-3 1,7-2 0,3 2 0,2-7-590,5-4 0,2-4 0,3 1 0,0-3 107,-1-4 1,1-5 0,0-10 0,0 0 42,-1 0 1,1-3-1,0-4 1,-3-8 598,-4-4 0,4-3 0,-7 1 0</inkml:trace>
  <inkml:trace contextRef="#ctx0" brushRef="#br0" timeOffset="1417">1264 978 8150,'0'21'-148,"0"1"0,0 0 538,0 0 0,0-8 1057,0 1 100,0-1-1135,0-2 0,0-4 1,0-16-174,0-6 1,2-15 0,3-7-1,2-6-39,-2-1 1,0-1 0,0 1 0,5-1-503,2 1 1,-5-1-1,8 1 1,-1 1-358,-2 6 1,7-3 0,-4 10-612,4 3 0,3 11 1270,0 8 0,0 14 0,-1 5 0</inkml:trace>
  <inkml:trace contextRef="#ctx0" brushRef="#br0" timeOffset="1683">1591 760 8229,'0'-22'-196,"0"0"1,0 1 0,0-1 0</inkml:trace>
  <inkml:trace contextRef="#ctx0" brushRef="#br0" timeOffset="2083">1699 1108 8718,'-21'-12'1755,"6"3"-2681,1 9 926,9 0 0,5 0 0,12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6:16.4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1 6768,'0'22'347,"0"-1"0,-3 4 0,-4 1 0,-5 6-291,0 1 1,-8 4-1,8 6 1,-2 1-296,-1-1 239,1 1 0,-8 0 0,0-1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6:16.9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151 218 8082,'-12'-9'36,"4"-6"1,4-2 0,-1 0 196,-3 3 1,4-1-1,11-7-114,7 1 1,-2 6-1,3 3 1,2 0 7,2 0 0,3 7 0,0-2 0,0 2-107,-1-2 0,1 4 1,0-4-97,0 5 0,-3 4 1,-4 5-1,-8 8 28,-5 4 0,-2 3 1,0 0-1,0 2-94,0 5 1,-2-5 0,-5 8 0,-8-1 43,-4 5 1,-5-2 0,-3 0 0,-2 0 33,2 0 1,-4-5-1,-1 5 1,1-3 33,-1-4 1,3-3-1,8-2 1,-1-3-29,0-4 0,10-8 48,5-14 0,12 2 0,4-10 0,3 1 227,5 2 1,3 2 0,4 10 0,2 0 5,3 0 0,1 0 1,-9 0-1,1 2-427,0 6 1,2 4 0,3 10 203,2-1 0,0 1 0,-7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6:17.3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175 741 8171,'-10'-22'418,"6"0"1,-9 0 179,4 1 1,-1 8 0,3 6-787,-8 5 1,3 4 0,-2 5 89,-3 8 0,5 4 1,0 6-1,2 1-156,5 3 1,-5 10 0,3-3 0,2 5 7,3 3 0,2-10 0,0-5 1,0-5 561,0-2 0,2-3 0,3-2 0,5-5 113,2-2 0,2-5 0,6-13 0,-3-9 141,-3-9 0,1-1 1,4-9-1,-2 0-324,-2 2 1,-11-7-1,4 7 1,-6-3-463,-2 1 0,0 10 0,0-3 0,0 4-1029,0 4 1,0-1-1,0 0 26,0 0 1,2 8 1218,6-1 0,-6 10 0,8-4 0</inkml:trace>
  <inkml:trace contextRef="#ctx0" brushRef="#br0" timeOffset="317">284 654 8389,'0'-13'2475,"0"6"-2287,0 14 1,0 6 0,0 8-1,0 4-330,0 4 0,0-5 0,0 5 0,0-5-180,0-2 0,2-3 0,3-2 0,5-2-154,2 2 1,-5-8 0,8-2 335,2-4 1,2-10-1,0-3 1,-2-2 318,-2-5 0,-10-10 0,4-2 0,-1 3 197,-1 1 1,0 4-1,-7-1 1121,0 0-1326,0 0 1,0 13-1,-2 6-227,-6 8 1,6 12 0,-5-2 0,4 4-132,3 3 0,0-1 0,3 1 0,2 0-444,2 0 1,10-3-1,-5-2 631,0-2 0,17-1 0,-5 8 0</inkml:trace>
  <inkml:trace contextRef="#ctx0" brushRef="#br0" timeOffset="550">1003 0 8171,'0'44'0,"0"-1"44,0 1 0,0 2 0,0 2 0,0 6 161,0 1 0,0 6 0,0 9 0,0 2 85,0-1 1,-8-1 0,-1 0 0,-1 5-358,0 2 1,-4-9 0,4-3-1,-2-14-1005,-5-12 1,5-8 1071,-3-9 0,1-10 0,-8-2 0</inkml:trace>
  <inkml:trace contextRef="#ctx0" brushRef="#br0" timeOffset="733">567 697 8171,'-12'-10'1042,"2"6"0,13-8-501,4 2 1,7 3 0,13 7 0,4 0-309,3 0 0,10-3 1,9-2-1,3-2-444,4 2 0,6 0 1,4 1-1,5-6-1530,2-2 1741,-7-3 0,5-7 0,-9 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6:15.5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0 380 8114,'0'-21'-34,"0"6"694,0 1 33,0-1 0,0 5-371,0 10 1,0 10 0,0 14-1,0 3-147,0 2 1,0 7 0,0-4 0,0 2-139,0 4 1,0-6-1,0-1 1,0-2-600,0 0 1,7 0 0,1-7 0,-1-3-2239,3-4 2800,2 4 0,10-16 0,-1 6 0</inkml:trace>
  <inkml:trace contextRef="#ctx0" brushRef="#br0" timeOffset="149">44 119 8114,'-15'-29'346,"3"0"-1039,2 2 1,3 11 216,7 1 1,3 13 475,4 2 0,-5 0 0,18 19 0,-8-7 0</inkml:trace>
  <inkml:trace contextRef="#ctx0" brushRef="#br0" timeOffset="486">218 489 8114,'0'34'-97,"0"-5"1,0-5 0,0-2 0,0 2 292,0 5 0,0-4 1,0 4-1,0-5 510,0-2 1,0-1-56,0 1 0,0-7-491,0-1 1,0-19-1,2-2-142,6-10 1,-6-12-1,8-2 1,-3-1-123,0 1 0,10-8 1,-2 5-1,4-2-83,3 0 0,-3 9 0,-2-2 0,-2 5 128,2 2 0,2 7 1,3 3-63,0 3 1,-3 4 0,-2 15 0,-5 11-77,-2 13 0,-3 7 1,-7 5-1,0 3-290,0 2 0,-7 2 0,-3-5 487,-2 3 0,-3 0 0,-6-8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6:15.0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66 109 8257,'-2'-12'-679,"-3"2"1050,-2 1 742,-1-3-148,8-10-738,-9 10 1,6 4-30,-4 16 0,5 4 0,-1 10-191,-4-1 0,4 8 1,-4 0-53,5-2 1,2-3 0,2-2 200,5 0 0,3 0 0,7-3 0,-2-2-272,2-3 0,2-9 1,3 5-1,-1-3-818,1 0 0,2 1 934,5-8 0,5 0 0,10 0 0</inkml:trace>
  <inkml:trace contextRef="#ctx0" brushRef="#br0" timeOffset="201">284 0 9417,'0'22'0,"0"0"246,0 0 1,0 11 0,0 9 0,0 8-108,0 6 0,0 2 0,0 10 0,0 2-423,0 3 0,0-3 0,0-10 1,0-4 283,0-3 0,-10-2 0,-2-7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7:40.1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44 828 8113,'0'-22'1020,"0"1"1,-2 1-634,-5 6 0,4 6 0,-4 18 0,2 9-45,-2 8 0,5 12 0,-6-3 1,6 5-201,2 3 1,2-1 0,3 1 0,5-1-174,2 1 0,-5-3 1,5-5-1,0-4-341,0-1 1,-4-16 0,6-1-1,3-9 113,3-5 1,-6-10 0,-2-4 0,0-8 108,0-7 1,-4-7 0,4-13 0,-3-1 219,-4 1 1,5 3-1,-3 5 1,-2 2 338,-3 3 0,-2 10 0,3-1-112,4 10 1,-4 10 0,6 14-9,1 8 0,-8 14 0,8 7 0,0 5-116,4 3 1,6-8 0,1 0 0,1 0 5,0-2 1,7-2 0,0-10 0,0-3 61,2-5 0,-6-4 0,4-10 0,-5-5 134,-2-9 0,-1-3 0,1-20 1,-2-4-254,-6-7 0,-2 2 1,-7-7-1,2 2-305,-2 0 0,-2 0 0,-3 8 0,0 2-730,0 4 0,0 3 0,-3 10 0,-2 0-928,-2 5 0,0 14-613,7 5 2454,0 0 0,0 29 0,0-5 0</inkml:trace>
  <inkml:trace contextRef="#ctx0" brushRef="#br0" timeOffset="301">916 1 8133,'0'14'94,"0"1"1,0-1 0,0 10-1,0 3-87,0 2 0,0 7 0,0-4 1,2 2-298,5 4 0,-4 3 0,4 5 290,-5 5 0,8-5 0,2 7 0</inkml:trace>
  <inkml:trace contextRef="#ctx0" brushRef="#br0" timeOffset="767">937 1307 8431,'0'22'393,"0"0"1,0 0 0,0 2-426,0 5 1,0-5-1,0 7 1,0-2-761,0 0 792,0 10 0,10-15 0,2 8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7:42.2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284 119 8230,'7'-15'0,"3"1"132,2-3 0,-5-2 1267,8-3-1090,-11 0 0,6 12 1,-10 10-177,0 13 0,0 8 1,-2 6-1,-3 4-252,-2 3 0,-8 3 0,5 9 1,-2 2-263,-5 3 0,5 7 0,0-7 0,0-3-446,0-2 1,5-2 826,-8-1 0,1 1 0,-8-1 0</inkml:trace>
  <inkml:trace contextRef="#ctx0" brushRef="#br0" timeOffset="232">1 97 8230,'0'22'119,"2"-7"1,3-1 0,5 3 120,2 2 1,-5 3 0,8 0 0,1 0 44,4-1 0,4 1 0,3 0 0,2 0-98,-3 0 1,6-1-1,-1 1 1,1-3-672,-1-4 0,-2 2 0,-7-7 484,0 2 0,9 2 0,3 8 0</inkml:trace>
  <inkml:trace contextRef="#ctx0" brushRef="#br0" timeOffset="549">676 446 7660,'12'9'0,"-5"6"69,-4 4 1,-3 10 0,0 0-1,0 0-251,0 3 1,7-1-1,0 8 1,-2-5 181,-3-3 0,8 8 0,2-5 0</inkml:trace>
  <inkml:trace contextRef="#ctx0" brushRef="#br0" timeOffset="781">1002 467 8039,'15'0'-130,"-1"0"243,3 0 0,3 0 0,2 0 0,2 0-294,5 0 0,-5 0 0,7 0 0,-2 0-109,0 0 290,1 0 0,1-9 0,3-3 0</inkml:trace>
  <inkml:trace contextRef="#ctx0" brushRef="#br0" timeOffset="948">1198 97 8118,'0'22'-204,"0"7"1,0 2 0,0 3-33,0 5 1,0 2 0,0 3 0,0-1 212,0 1 0,3 7 0,2-1 1,4-1 22,3-3 0,3-3 0,7 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7:46.9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44 850 8022,'-12'-10'0,"5"-4"-539,5-5 1,-6 4 932,1 1 72,0 9 1,14 5-1,0 14 1,-2 8-377,-2 7 1,4-2 0,0 6 0,0-1-218,3-5 1,-5 4-1,7-2 1,-2-2-62,-5-3 0,4-2 1,1-1-129,2 1 1,-5-10-1,8-4 266,2-6 0,-5-14 0,0-7 0,0-11 227,0-3 0,0-4 0,3-4 0,-6 2 284,1 3 1,-7 10 0,6-3 34,1 4 1,-5 13-247,9 5 0,-2 14 1,3 10-1,-8 7-295,-4 5 1,-1 0 0,3-7-1,2 0-199,-2 0 0,7-3 573,3-4 1,-3-8-1,0-14 1,0-10 84,0-10 1,-7-7-1,4-9 1,-1-3-211,-1-5 1,0 5 0,-7-7-1,0 2-342,0 0 1,0 3-1,3 9 1,1 5-1557,4 3 0,1 4 1694,-1 12 0,4 6 0,10 9 0</inkml:trace>
  <inkml:trace contextRef="#ctx0" brushRef="#br0" timeOffset="251">545 1111 8267,'12'-2'-173,"-4"-5"-388,-6-8 1,8 6 450,4 1 1,-4 3 0,0 1 109,-1-4 0,-6 1 0,6 7 0</inkml:trace>
  <inkml:trace contextRef="#ctx0" brushRef="#br0" timeOffset="1069">611 1155 6870,'-15'-2'2660,"1"-6"-2412,9 6 1,-2-15-1,11 7-93,4-2 0,9 5 0,-3-5 0,5 0-37,3 0 1,0 7-1,0-5 1,0 3-110,-1 0 1,1-1 0,-3 11-72,-4 4 1,2 5 0,-10 10 0,-2 0-48,-3-1 0,-4 8 0,-3 0 1,-5-2-55,-2-3 1,0-2 0,-5 0-343,3 0 0,2-1-810,-3 1 1242,6-10 0,11-4 312,5-16 0,5 6 0,10-5 374,0 4 1,-3 6 63,-4 4 0,2-2 0,-10 9 0,-2 3-90,-3 3 1,-9-6 0,-5 1 0,-5-1-426,-7-2 1,-3 5-1,3-10 1,-3 1-749,-2 1 0,-2-6 0,4 4 0,-2-5-519,3-2 1,1-9 1104,4-6 0,-1-4 0,0-3 0</inkml:trace>
  <inkml:trace contextRef="#ctx0" brushRef="#br0" timeOffset="1317">981 1 9173,'0'29'240,"0"0"0,0 2 0,0-2 0,2 8-628,6 4 1,-6-5-1,5 0 1,-4 3 387,-3 2 0,0 12 0,0 3 0</inkml:trace>
  <inkml:trace contextRef="#ctx0" brushRef="#br0" timeOffset="1751">1612 589 8248,'0'-22'137,"0"0"1,0 13 311,0 9 0,-7 19 0,-3 17 0,-2 5-86,-5 3 0,-2 7 0,-3 2 1,3 0-520,4 0 1,-4-2-1,5-5 1,-6 3-411,-2 1 0,1-6 1,-1-13-1,2-4 566,6-8 0,-5-11 0,7 1 0</inkml:trace>
  <inkml:trace contextRef="#ctx0" brushRef="#br0" timeOffset="1934">1286 589 8241,'14'0'90,"1"0"0,-8 0 0,8 2 0,-1 5 311,-2 8 1,10 4 0,-3 6 0,8 1-42,0 3 1,-1 10 0,1-3 0,4 5-241,3 3 0,-5-3 1,5-2-1,-3-5 4,-4-3 0,-3 5-124,-2-7 0,-10 0 0,-2-7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7:46.1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1 349 8192,'22'0'-214,"-1"0"1,4 0 618,4 0 0,-3 7 0,8 0 0,0-2-350,0-3 1,-7-2-1,4 0 1,-2 0-757,0 0 701,0-9 0,-7-3 0,0-10 0</inkml:trace>
  <inkml:trace contextRef="#ctx0" brushRef="#br0" timeOffset="166">175 0 8180,'0'24'-240,"0"5"1,0-2-1,0 9 1,0 3 610,0 2 0,0 5 1,0 3-1,2 4-84,6 2 1,-6 4-1,8 3 1,-3-1-288,0-3 0,1 0 0,-8 7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7:43.7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1 806 7568,'0'-21'-819,"0"11"1066,0 10 1,2 10 0,3 14 0,2 2-150,-2 3 0,5 8 0,-1-6 1,1 1-174,0-1 1,4-2 0,-4-7-169,2 0 0,2-3 154,8-4 0,-7-8 0,-3-14 260,-2-8 0,-3-12 1,-5-4-1,3-3-16,2-5 0,1 5 0,-6 1 1,3 1-148,2 6 0,3 4-214,-3 7 0,5 6 0,7 11 209,-4 5 0,4 13 0,-4 11 0,2 0 80,-3 1 0,6 4 0,-6-7 0,6-2 138,1-3 0,8-9 1,0-3-1,-2-3 412,-3-4 0,-9-5 0,-1-9 0,3-11-237,3-6 0,-8-13 0,-3 3 0,-1-6-510,-1-1 0,0-8 0,-7 0 0,0 5-897,0 8 1,0-1 0,0 7-923,0-1 1933,0 6 0,0-5 0,0 11 0</inkml:trace>
  <inkml:trace contextRef="#ctx0" brushRef="#br0" timeOffset="1135">828 1133 8031,'0'-22'408,"0"0"0,0 8-286,0-1 1,3 11 0,1-6-1,6 3-3,2-1 1,-5 1-1,8 7-53,2 0 1,-5 0 170,2 0 0,-9 2-131,3 6 0,-6 4 0,-4 10-126,-6-1 0,6 1 1,-8 0-1,3 0-120,0 0 1,-8 2 0,5 2 0,1 3-20,-1-2 0,3-3 0,7-2 216,0 0 0,0 0 46,0-1 0,2-9 0,6-4 0,6-6-273,5-2 1,6-10-1,1-4 170,3-6 0,10-11 0,-5-3 0</inkml:trace>
  <inkml:trace contextRef="#ctx0" brushRef="#br0" timeOffset="1385">1068 1 8151,'0'14'-113,"-3"1"1,-2 2 284,-2 2 0,0 3 1,7-1-1,0 4-82,0 4 0,0 5 1,0 7-1,0-3-109,0-1 0,0-1 19,0 8 0,0-1 0,0 1 0</inkml:trace>
  <inkml:trace contextRef="#ctx0" brushRef="#br0" timeOffset="1736">1677 523 8229,'0'-22'1478,"-2"10"-1386,-5 5 0,2 22 1,-7 6-1,0 6-192,0 4 1,-1-4 0,-3 9 0,1 1-153,-2-3 0,0 7 252,3-5 0,-15 5 0,4 3 0</inkml:trace>
  <inkml:trace contextRef="#ctx0" brushRef="#br0" timeOffset="1918">1351 567 8229,'7'22'0,"0"-1"0,8 1 0,-6 0 0,4 0-119,3-1 0,11 4 1,2 1-1,0 3 63,3-2 1,-1-3 55,5-2 0,5 9 0,-7 3 0</inkml:trace>
  <inkml:trace contextRef="#ctx0" brushRef="#br0" timeOffset="2202">1873 785 8229,'22'0'0,"0"-8"0,0 1 149,-1 2 1,-6-4-1,-1 1 1255,3 3-1087,-7 3 1,0 4 0,-10 6-190,0 6 0,-7 6 0,-3 1 0,-2 1-37,-5 0 1,0 2-1,0 3 1,2 2-283,-2-3 0,8-1 1,-1-4-1,3 1-189,0 0 0,-1-8 1,11-2-242,4-2 0,5-3 0,12-7 621,5 0 0,-4 0 0,6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7:50.4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44 104 8067,'0'-14'-96,"0"-1"1,3 11 255,4-4 0,-2-1 0,9 1 0,3 1-137,3-3 1,1 8 0,1-8-91,0 1 1,0 6 0,-1-2 86,1 10 1,-10 0 0,-4 10 0,-6 2 26,-2 2 0,0 3 0,0 2 0,-2 2-104,-6 3 1,-1 1-1,-8-9 1,5 1-39,2 0 1,-5 0 0,6-1-320,-3 1 0,9-7 287,3-1 1,3-9-1,11 2 373,3-4 0,2-3 0,3 2 273,0 5 1,-7-2 0,-3 10 155,-3 2 1,-1-5-1,-11 2 1,-4 3-219,-8 3 1,-4-6 0,-3-2 0,-2 0-515,-5 0 1,5-7-1,-5 3 1,2-6-2074,-2-2 2130,5 0 0,-8 0 0,11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7:50.7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0 284 9334,'3'-12'533,"4"5"1,5 4-1,10 3-564,0 0 0,2 7 1,3 1-1,2-4-811,-3-1 0,-2-3 0,-2 0 842,0 0 0,0-10 0,0-2 0</inkml:trace>
  <inkml:trace contextRef="#ctx0" brushRef="#br0" timeOffset="148">175 1 8085,'-12'53'-163,"-5"-7"0,9 5 0,1-5-114,-3-3 0,8 11 1,-5 1-1,4 1 277,3-5 0,0 4 0,0 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7:51.4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66 697 8051,'0'-21'438,"0"-1"1,0 12 0,0 10 0,0 15-616,0 11 1,-8 8 0,-1 10 0,-1 2 35,0 5 1,1-5-1,4 2 1,-2-7-243,2-5 1,2 1 0,3 4 158,0-5 0,3-7 1,4-14 253,7-8 1,-1-14-1,1-8 1,1-7 163,-3-7 1,5 3-1,-8-11 1,1-1 93,0-3 0,4 4 1,-7 3-1,1 1-68,1-1 0,-6 7 0,6 0-166,1 10 0,-5 13-86,10 18 1,-11 3 0,4 19 0,-4 3 39,4 2 0,-3 0 0,7-2 1,0-5 178,0-3 0,2-2 1,8-7-1,0-2 258,0-6 1,-1-4-1,1-13 1,0-6-70,0-13 0,-8-2 0,-2-15 0,-2-5-198,-5-4 1,5-5 0,-3 4 0,-2-1-344,-3 1 1,-2 3 0,0 5 0,0 2-1193,0 3 1,0 7 1356,0-7 0,10 9 0,2-4 0</inkml:trace>
  <inkml:trace contextRef="#ctx0" brushRef="#br0" timeOffset="1052">762 1111 8645,'0'-12'1388,"0"5"-1207,0 14 0,0 5 0,0 12 0,0 3-127,0 2 0,0 3 0,0-6 1,0 3-326,0-2 0,8 4 0,1-2 1,1-2-1244,0-3 0,4-9 1514,-6-1 0,8 1 0,-3 6 0</inkml:trace>
  <inkml:trace contextRef="#ctx0" brushRef="#br0" timeOffset="1200">893 1264 8279,'0'-22'0,"0"0"6,0 0 1,0 1-136,0-1 0,0 12 1,0 10 248,0 12 1,-2 17 0,-3 8 0,-2 4-61,2 2 1,-5 3 0,3 3 0,0 1-263,-3-1 1,7-3 0,-4-3-1,2-2 202,-2-4 0,5 4 0,-8-7 0</inkml:trace>
  <inkml:trace contextRef="#ctx0" brushRef="#br0" timeOffset="1469">1111 1 8356,'0'14'-287,"0"1"0,0 4 413,0 8 0,-7 6 0,-1 13 0,1 8-14,-3 11 0,1 0 0,-8 10 1,5-2-366,2 0 0,-5-11 0,6-8 253,-3-1 0,7-7 0,-5 7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7:55.8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0 8175,'-7'15'0,"-3"-1"-25,-2 3 0,7 12 0,-2 8 1,4 4 359,3 2 0,0 11 0,0 1 0,0 3-93,0 0 0,0 0 0,0 5 1,0-5-176,0-7 1,0-7 0,0-6 0,-2-4-604,-5-2 302,4-13 0,-6-12 1,9-14-5,0-7 0,0-6 1,5-2-1,7 1-61,9-1 0,8 0 1,-2 0-1,5 1 141,1-1 1,-4 10-1,5 4 1,-2 6 209,-6 2 0,-1 2 1,-4 6-1,1 9 416,0 9 0,-10 8 1,-5 10-1,-4-1 86,-3 1 0,-10-1 0,-5-2 0,-4-2-23,-3-3 0,-7-9 1,-2 2-1,-3-5-341,-5-2 1,1-10 0,-1-5 0,5-4-386,3-3 1,-1 0 0,5 0 0,1-3-665,6-4 0,1-5 0,12-10 1,2 1 858,3-1 0,11-10 0,3-2 0</inkml:trace>
  <inkml:trace contextRef="#ctx0" brushRef="#br0" timeOffset="200">785 762 8175,'19'15'17,"-2"-3"0,-5 0 123,-2 0 1,-1 10 0,-4 10-1,2-1 337,-2 0 0,-2 8 1,-6-3-1,-4 6-373,-8 1 0,3-7 0,0-2 1,0 0-1259,0 0 1154,7-7 0,-14 4 0,7-9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7:54.6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0 327 8355,'22'0'112,"0"0"1,0 0-139,-1 0 0,1 0 0,0 0 0,0 0 13,0 0 0,-1 0 0,1 0 0,0 0-483,0 0 0,-1-7 496,1 0 0,10-10 0,2 5 0</inkml:trace>
  <inkml:trace contextRef="#ctx0" brushRef="#br0" timeOffset="184">240 1 8133,'-10'41'-2,"-4"-5"1,2 5 0,-1-2 0,4 7 117,4 5 0,-5 0 0,3-5 0,2 2-165,3 3 0,2 0 0,-3-5 0,-2 2 49,-2 3 0,-10 0 0,5-8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7:53.6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18 7821,'-3'-12'502,"-2"7"-94,-2 10 1,-7 9 0,4 15 0,-2 10-226,-5 9 0,-2 1 1,-3 9-1,0 0-262,0-2 0,0 11 0,3-6 0,2-3-355,3-2 0,-1-6 0,-7-9 0,3-4 434,5-8 0,-16-5 0,6-2 0</inkml:trace>
  <inkml:trace contextRef="#ctx0" brushRef="#br0" timeOffset="200">0 170 8003,'0'22'0,"0"2"-197,0 5 0,8-5 1,1 5-1,1-4 345,0-4 1,7 8-1,-5 1 1,2-1-47,1 2 1,-3-7-1,5 5 1,-3-5-169,3-2 0,0 0 0,0 0 66,-2 0 0,-1-10 0,8-3 0</inkml:trace>
  <inkml:trace contextRef="#ctx0" brushRef="#br0" timeOffset="721">392 497 9916,'0'22'42,"0"-1"0,3 1 0,2 0 0,4 0-520,3 0 0,-4-1 0,6 1-297,3 0 1,2-3 207,3-4 1,0-6 568,0-9 0,-10-9 0,-3-6 1,-1-4 48,-1-3 1,0 0 0,-7 1-1,0-1 445,0 0 0,0 7 1,0 1-16,0-3 0,-2 7-270,-5 3 0,2 14 1,-7 10-1,0 7 108,-1 6 1,1 8-1,-5 1 1,5 7-73,3 5 0,-6 7 0,5-5 0,-2 3-522,-5 4 1,8-7 0,1-2 0,6-5 274,2-2 0,0-1 0,0 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7:57.4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218 872 8543,'12'-10'752,"-2"5"-2,-10-9 0,-10 9 0,-5-2-76,-4 4 1,5 13 0,-1 4 0,-2 8-581,-2 7 1,-3-2 0,0 9 0,0 0-341,1-2 1,6 5 0,3-10-1,2 0-526,6 3 1,1-8 410,3 5 0,3-15 1,4-6 261,7-6 0,-2-12 0,0-4 0,1-8 193,-1-7 1,0 5 0,5-5 0,-3 5-72,3 2 1,3 0 0,1 0-30,1 0 0,0 8 1,0 2-51,-1 2 0,-1 5 0,-3 13 58,-3 6 1,-7-2 0,6 3-1,-4 2 179,-4 2 0,-2 3 1,-3 0 114,0-1 1,0 1 0,-3 0-239,-4 0 1,4-8-1,-6-2-362,-1-2 1,5-3 162,-9-7 1,9-9 0,-2-6-31,4-4 0,6-10 1,4 0-1,5 2 225,0 3 0,7 9 0,-4 3 1,2 0 388,-3 0 1,6 7-1,-6-2-304,6 4 1,1 6 0,-1 4-1,-3 8-376,-3 4 1,-2 10 0,3 0 0,-5-2-2097,-1-3 2333,-6-2 0,16-1 0,-7 1 0</inkml:trace>
  <inkml:trace contextRef="#ctx0" brushRef="#br0" timeOffset="200">806 915 8176,'-15'-19'843,"1"4"1,7 3-88,-8 5 1,3 7 0,-5 0-445,2 12 1,11 10 0,-4 5 0,6 4-273,2 3 1,0 2-1,0 5 1,0-4-497,0-8 1,2-5 0,6-5 0,6-2-1053,5-2 0,3-10 1508,0 2 0,0-14 0,0-6 0</inkml:trace>
  <inkml:trace contextRef="#ctx0" brushRef="#br0" timeOffset="365">1024 1 8151,'-10'21'169,"7"11"0,-4 7 0,5 9 114,2 10 0,0 17 0,0 12 0,0-37 0,0 2-185,0 4 1,0 2 0,1-3 0,0 1-1,1 3 1,1 0 0,1-1 0,2-2-1079,0-1 1,0-1 979,-4-2 0,1 0 0,16 45 0,-7 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8:06.8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1 697 8129,'14'0'-31,"-2"-2"1,0-3 542,1-2 1,3 0 0,11 7 0,2-3-359,-2-4 0,7-3 1,-1-7-1,4 3-154,-1-3 0,0-3 0,8-1 0</inkml:trace>
  <inkml:trace contextRef="#ctx0" brushRef="#br0" timeOffset="149">218 523 8129,'-12'44'-136,"5"-1"1,5 1 0,2-1-1,0 1 165,0-1 1,0-4 0,2 0-30,5 0 0,-4 6 0,6-11 0</inkml:trace>
  <inkml:trace contextRef="#ctx0" brushRef="#br0" timeOffset="1199">1177 153 8203,'-15'2'296,"1"6"0,6 4 1,-4 9-1,0 4-118,0 4 0,5-3 0,-5 11 0,0 1-3,0 3 0,4 10 0,-6 2 0,-1 1-245,3-1 0,-5 5 1,8-7-1,-1-5-374,0-8 1,-4-4 0,4-9-644,-2-4 0,7-6 805,-2-22 0,-3-6 1,3-8 281,2-1 0,3 0 0,2 0 0,-10 1 0,-2-1 0</inkml:trace>
  <inkml:trace contextRef="#ctx0" brushRef="#br0" timeOffset="1849">698 349 8203,'0'-15'-234,"0"1"1,-3-1 111,-4 3 1,4-7 1353,-4 4-916,5 6 0,2 9 0,2 17 0,3 9-30,2 10 0,8 6 0,-5 1 0,2 1 72,5-1 1,-5 8 0,2 0 0,1-3-184,-3-2 0,5-5 0,-8-2 0,1-5 36,0-3 1,7-4 0,-5-10 40,0-2 1,7-13 0,-7-2-156,0-12 0,5-10 0,-7-5 0,0-4-184,-1-3 0,6 0 0,-8-4 0,0 1-96,3-1 1,-7 4 0,6-3-1,-2-1-177,1-3 0,-1 4 0,-7 3 1,2 3-187,6 4 0,-6 3-405,5 2 269,-4 10 1,-3 5 195,0 14 1,0-2 0,0 10-15,0 1 500,0 4 0,0 2 0,0-1 0</inkml:trace>
  <inkml:trace contextRef="#ctx0" brushRef="#br0" timeOffset="2251">1068 262 8159,'-10'12'258,"8"7"1,-6-4 0,6 4 176,2 3 0,0 7 1,0 2-1,0 3-106,0 5 1,10 2 0,2 5 0,2 0-110,1-2 1,-3 4 0,5-14 0,-5 0-133,-2-5 1,4-5 0,-4-5 24,2-4 0,0-8 0,5-14 1,-5-10-120,-2-10 1,7 1-1,-5-11 1,2-1 260,1-3 1,-1-10 0,8 0-1,-3 0-103,-4-2 1,2 7 0,-7-7 0,2 2-403,5 0 1,-5 0 0,0 8 0,0 2-424,0 4 0,-5 6 0,5 9-582,-2 0 1,0 10 1254,-3 5 0,5 4 0,10 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8:05.0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44 741 8089,'-2'15'-48,"-3"-1"0,-2 3 183,2 3 0,-5 1 0,3 4 0,2 1 228,3 3 0,2 0 0,0-5 1,0 3-321,0 2 0,7-7 1,3-10-1,-1 0-94,1 0 1,7-9 3,-3-3 1,-1-10-1,-1-14 1,0-5-67,0-8 0,-7 4 1,4-4-1,-1-1 29,-1-4 1,7-1 0,-6 2 0,-4 4 56,-1 8 1,4 5 101,0 2 0,8 15 0,-8 14 0,0 20 59,3 12 1,-5 14-1,9 5 1,3 5 175,3 2 1,2 1 0,-1-1 0,1 0-80,0 1 1,0-20-1,-1-10 1,1-12 192,0-9 0,7-11 1,0-18-1,-5-15 2,-7-10 1,3-14-1,-8-5 1,2-5-255,1-2 0,-10 2 1,2 2-1,-5 6-219,-2 1 0,0-4 1,0 7-1,0 5-1607,0 8 1,0-1-1884,0 10 3537,0 10 0,10 28 0,2 16 0</inkml:trace>
  <inkml:trace contextRef="#ctx0" brushRef="#br0" timeOffset="266">915 1090 7997,'0'21'339,"0"1"1,-2 0-1,-3 0-74,-2 0 0,0 2 0,7 2 0,0 3-272,0-2 0,0 5 0,0-3 1,0-3-629,0-2 1,2-2 634,5 0 0,5 0 0,10-1 0</inkml:trace>
  <inkml:trace contextRef="#ctx0" brushRef="#br0" timeOffset="814">894 197 7788,'2'-22'0,"3"0"-109,2 1 0,8 6 0,-6 1 525,3-3 1,0-3-1,5 1 1,-2 2 3,2 2 1,-5 11-1,2-4-283,3 6 1,-5 2 0,1 2-189,-4 6 0,-2 4 1,-7 12-56,0 5 1,-7-5 0,-2 5 0,-4-5-41,-3-2 0,-4 7 0,1 0 0,2-2 23,2-3 0,3-2 0,-5 0 0,5-1 167,3 1 0,-6-7-2,8-1 0,0-7 1,9 5-57,5-2 0,0-3 0,13-7 0,4-2-196,0-5 1,3 4 0,-1-4 0,3 5 209,-2 2 0,7 0 0,0 0 0</inkml:trace>
  <inkml:trace contextRef="#ctx0" brushRef="#br0" timeOffset="1133">1765 785 8440,'-15'7'296,"3"3"1,2 2-499,5 5 0,-4 2 0,-1 5 0,0 3-211,1 2 1,-1 2 0,5-4 412,-2 2 0,-10 10 0,5-5 0</inkml:trace>
  <inkml:trace contextRef="#ctx0" brushRef="#br0" timeOffset="1332">1460 785 8056,'12'22'-214,"7"-1"1,-7 1 0,5 0 569,5 0 1,-5 0 0,12-1 0,-5 1-94,-2 0 1,2 0 0,3-1 0,2-1-498,-3-6 0,-1 3 234,-4-10 0,1 10 0,0-5 0</inkml:trace>
  <inkml:trace contextRef="#ctx0" brushRef="#br0" timeOffset="1515">1961 850 8056,'0'15'-19,"2"-1"86,5 3 0,-4 3 0,4 1 1,-5 1 122,-2 0 1,3 0 0,2 2 0,2 2-218,-2 3 1,0 8 0,-1-6-1,4 1 27,-4-1 0,9 8 0,-1-5 0</inkml:trace>
  <inkml:trace contextRef="#ctx0" brushRef="#br0" timeOffset="2333">1765 654 8032,'-15'0'437,"1"0"0,6 3 1,-4 4-1,2 10-35,6 9 1,-6 8 0,3 10 0,-1 2-30,-1 5 1,-1-3-1,-7 10 1,3 0-333,-3-2 1,5 7 0,-3-8-1,1 1-1448,1-5 0,-3-8 1407,8-6 0,-9 4 0,5-7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8:17.8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1482 8086,'0'-13'903,"-3"-3"-301,-4 8 1,4-1-279,-4 1-48,5 6 1,4-8-30,5 10 0,6 0 0,8 0 98,1 0 1,0 0-163,0 0 1,-1 0 0,1 3-138,0 4 0,-10-2 0,-2 7 0,-3 0-207,0 0 1,1-5 0,-8 8-42,0 2 1,0 2 0,0 3-1,0 0 9,0-1 1,-10 1 0,-2 0 0,-3 0 106,1 0 0,6-3 0,-4-2 0,3-3-55,4 3 1,2-5 155,3 3 0,3-10 1,4 2-319,8-5 1,6-9-1,6-5 1,4-5-821,3-7 1123,-7-3 0,14-4 0,-7-3 0</inkml:trace>
  <inkml:trace contextRef="#ctx0" brushRef="#br0" timeOffset="581">436 153 8484,'-12'-9'1303,"3"4"-975,9-10 0,0 8 0,2-5 1,5 0 22,8 0 1,4 4-1,3-4 1,0 0-160,-1 0 0,1 7 1,0-2-1,0 2-188,0-2 0,-1 4 0,1-4-220,0 5 0,-3 11 0,-4 6-17,-8 4 1,-5 3 0,-2 2 0,-2 3 4,-5 2 1,-8 10 0,-11-5 0,-3 2 148,2 0 1,0-7-1,1 5 1,-3-2 217,2-6 0,10-4 0,5-5 24,2-3 0,3 1-116,7 7 1,10-10-1,4-5 1,6-5-480,1-2 1,4 0-1,1 3 1,3 2-1320,-2 2 1751,7 0 0,0 3 0,9 2 0</inkml:trace>
  <inkml:trace contextRef="#ctx0" brushRef="#br0" timeOffset="833">1111 654 8169,'-2'12'176,"-3"-2"0,-2 0-88,2 4 1,-5 5 0,1 6 0,-3 4 152,-5 7 0,5-2 0,-3 2 1,-2 5-192,-2 8 1,4-3-1,3 4 1,0-4-848,0-2 1,5 0 796,-8-1 0,1 1 0,-8-1 0</inkml:trace>
  <inkml:trace contextRef="#ctx0" brushRef="#br0" timeOffset="1050">828 719 8169,'0'22'67,"0"0"1,3 0-1,2 0 1,4-1 486,3 1 1,0 2 0,5 3 0,-2 4-111,2 3 0,2 0 0,3 5 0,0-5-599,-1-3 1,1 5 0,0-7 0,-3-2 154,-4-3 0,14 8 0,-5 2 0</inkml:trace>
  <inkml:trace contextRef="#ctx0" brushRef="#br0" timeOffset="1350">1373 915 8169,'14'0'622,"1"0"16,2 0 0,-5 0 0,2 0 16,3 0 1,-5 3-229,3 4 0,-10 5 0,2 10 0,-7 0-158,-7 0 0,2-1 0,-7 3 1,0 3-243,0 2 1,4 0-1,-4-7-191,2 0 0,3 0 0,7-1 52,0 1 0,0-7 0,3-3-261,4-3 1,5 1 0,10-5 0,0 2-889,-1-2 1,4-3 1261,4-2 0,4 0 0,11 0 0</inkml:trace>
  <inkml:trace contextRef="#ctx0" brushRef="#br0" timeOffset="1532">1917 1024 9594,'10'-12'275,"2"3"0,10 9 0,-1 0-418,1 0 0,2-3 0,3-2 0,2-2 143,-2 2 0,7-7 0,-1 0 0</inkml:trace>
  <inkml:trace contextRef="#ctx0" brushRef="#br0" timeOffset="1682">2157 589 8167,'0'22'-36,"0"2"1,0 5 135,0 7 0,0 5 0,-3 3 0,-2-1 142,-2 1 1,0 7 0,7 2 0,0 0-129,0 0 1,0 5-115,0-7 0,0 19 0,0-2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8: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1 697 8113,'14'0'16,"1"0"-16,2 0 0,2 0 0,3 0 1,2 0-197,5 0 196,-4 0 0,16-9 0,-7-4 0</inkml:trace>
  <inkml:trace contextRef="#ctx0" brushRef="#br0" timeOffset="148">328 283 7998,'-20'25'-148,"6"4"1,-6 0-1,6 14 1,-3 8 378,2 2 0,-4 17 0,7-2 0,-3 7-133,1 7 0,7 3 0,-5 2 0,-1-2-98,1-5 0,-2 5 0,-8-8 0</inkml:trace>
  <inkml:trace contextRef="#ctx0" brushRef="#br0" timeOffset="966">981 305 8175,'0'22'0,"-3"0"0,-1 0-119,-4-1 1,1 1 0,7 0 0,-2 0-122,-6-1 1,6 1 0,-5 0 239,4 0 0,3 0 0,0-1 0</inkml:trace>
  <inkml:trace contextRef="#ctx0" brushRef="#br0" timeOffset="1166">1003 479 8175,'-3'20'-278,"-2"-1"1,-2 1 62,2 4 0,3 2 1,2-1-1,0 1 629,0 3 1,0 7 0,2-7 0,3-2 8,2-3 0,10-4 1,-5-3-1,3-5-6,0-3 1,-1-4 0,8-12-1,0-10-45,-1-10 1,1-6 0,0-13 0,0-5-238,-1-7 0,1-5 0,2-3 0,3 1-540,2 0 0,0 2 0,-7 2 0,-3 6-728,-4 1 1,4 9 1132,-4 15 0,4 1 0,3 17 0</inkml:trace>
  <inkml:trace contextRef="#ctx0" brushRef="#br0" timeOffset="1881">828 262 8278,'-21'-22'132,"6"10"-44,1 5 1,9 7 0,-2 7 0,2 7 168,-3 6 1,6 9-1,-5 2 1,4 5-12,3 10 0,-7-2 0,0 9 0,2-2-48,3 0 0,2 7 0,0-7 0,0 0-122,0 2 1,0-7 0,-3 5-1,-2-5-152,-2-3 0,0-16 1,7-6 170,0-1 0,0-13 195,0-7 1,0-10 0,0-11-269,0-1 0,9-7 0,4 0 0,1 2-75,1 3 0,-3 2 1,5 0-1,-3-2-120,3-5 0,0 5 0,0-5 0,-2 2 37,1-2 1,-3 5 0,-1-7 0,0 2-17,0 0 0,-7 0 1,2 7-1,-2 0-161,2 0 1,-5 0-1,6 1-1786,-6-1 2099,-2 10 0,0 2 0,0 10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8:20.3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22 784 8125,'0'-21'257,"0"9"0,-7 7 0,0 17 0,2 10-7,2 2 0,3 10 0,0 2 0,0 3-249,0-3 0,0 5 1,3-7-1,2 2-69,2 1 0,7-11 0,-6 3 0,-1-5-78,2-2 1,-4-10 0,10-4 320,2-6 0,-5-12 1,0-4-1,0-8 167,0-7 0,-5-5 0,6-7 0,-4 5 133,-4 7 1,5-3 0,-1 3-358,3 3 0,3 4-96,7 7 1,-3 15-1,-2 17 1,-5 10 266,-2 9 0,4 8 0,-4 4 1,2 3-17,5-3 1,-5-2 0,0-5-1,0-4 296,0-8 0,3-8 0,7-11-150,0-17 1,-8-10 0,1-24 0,-1-8-122,-2-4 1,5-5 0,-7-7-1,0 2-815,-1 5 0,1-10 1,-5 10-1,2 5-1,-2 4 1,-3 6-1,1 2 1,1 4-5799,4 8 6316,-1 5 0,3 12 0,2 2 0</inkml:trace>
  <inkml:trace contextRef="#ctx0" brushRef="#br0" timeOffset="1950">741 1329 7058,'14'-3'336,"1"-1"0,2-6-309,2-2 0,3 7 0,0-5 0,-1 3 48,1 0 1,0 0-1,0 7 1,-1 0-13,1 0 1,0 2 42,0 5 1,-10 5 0,-5 10 0,-7 0-32,-7 0 0,-5-1 0,-10 1 0,0-2-148,0-6 0,1 5 0,-1-6 1,3 1-263,4 1 0,-4-11-187,4 4 350,5-6 0,10-2 1,15 0-1,4 0 114,3 0 0,0 0 0,0 0 0,-1 0 232,1 0 0,-7 10 0,-3 4 0,0 3 171,0-2 0,-7 4 0,2-4 0,-7 6 122,-7 8 1,-5-12 0,-10 5 0,0-3-64,0 1 0,-2-6 0,-2 1 0,-3-1-572,2-2 1,3-2 0,2-10 0,0 0-1962,0 0 2129,1-10 0,-1-11 0,0-13 0</inkml:trace>
  <inkml:trace contextRef="#ctx0" brushRef="#br0" timeOffset="2417">937 153 7912,'14'-19'0,"-2"2"-428,-2 2 0,7 1 1,-3-6 642,6 6 1,2-3 0,-3 7 0,-2 0 531,-3 1 1,1 1 25,7 8-742,-1 0 0,-9 10 1,-7 5 7,-10 4 0,-7 3 0,-9 2 0,-4 3-225,-4 2 0,5 2 0,-7-2 0,2 5-147,0 0 0,0 5 1,7-8-1,0 1-132,0-1 0,10-2 430,5-7 1,7-10 0,7-5 0,8-4 57,4-3 1,10-3 0,3-2 0,1-2-84,6 2 0,2 3 60,3 2 0,-1-10 0,1-2 0</inkml:trace>
  <inkml:trace contextRef="#ctx0" brushRef="#br0" timeOffset="2784">1721 654 7995,'0'-22'-379,"0"0"376,0 0 1,0 13 0,0 9 0,-3 12 171,-4 7 1,-3 13-1,-7 4 1,3 5-212,-3 3 1,-3-1 0,-1 1-1,-1-1-229,0 1 1,3-1 270,4 1 0,-14 0 0,5-1 0</inkml:trace>
  <inkml:trace contextRef="#ctx0" brushRef="#br0" timeOffset="2983">1459 610 8120,'8'22'0,"1"0"0,1 0-38,0-1 0,4 8 1,-4 3-1,2 2 228,5 4 0,0 4 0,0 1 0,-3 1-135,3-1 0,2 1 0,3-1 0,0-2-940,0-4 885,0 4 0,-1-17 0,1 8 0</inkml:trace>
  <inkml:trace contextRef="#ctx0" brushRef="#br0" timeOffset="3384">1917 1046 8166,'14'-3'316,"1"-2"1,-1-4-279,-2-3 1,8 7-1,-6-5 1,5 3-17,3 0 0,0-3 0,0 5-84,0-2 0,-1 0 1,1 7-1,-3 2-104,-4 5 1,2-2 0,-10 10 0,-2 2-292,-3 2 1,-2 3 0,-2 0 241,-5-1 0,2-1 1,-7-3 214,2-3 0,3-7-337,7 8 669,0-10 0,0 14-32,0-4 0,0 4 0,2 3-117,6 0 1,-6 7 0,5 0 0,-7 0 142,-7 2 0,2-7 1,-12 8-1,-5-3 2,-4 0 0,-13 2 1,3-7-1,-5 1-350,-3-6 0,1-4 1,1-1-1,6-7-316,7-4 338,15-3 0,-6-20 0,8-4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8:33.7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 88 7578,'0'-22'892,"10"8"1,4-1-409,6-2 1,2 7 0,-1 3 0,1 5-125,0 2 1,0 0-1,-1 0-286,1 0 1,0 2-22,0 5 1,-10 5-1,-5 10 1,-7 0-247,-7 0 1,-5 2 0,-10 3 0,0 2-179,0-3 0,-7 6 0,0-3 0,3-3 169,2-1 1,2-4 0,0-1 0,0-3 197,0-3 0,8-9 1,2 5 200,2-1 1,5-6 111,13 4 0,4-5 1,12-2-266,5 0 0,-5 8 0,5-1 1,-5-2-884,-2-3 1,7 6 838,0-1 0,10 10 0,-5-5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8:37.4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828 175 8132,'-22'-34'0,"1"0"0,-1 10 0,0 0 216,0 4 0,0 6 1,1-1-24,-1 8 0,7 5 1,1 2 13,-3 0 0,5 9 1,0 6-207,2 4 1,-4 3-1,6 0 1,1 2 55,-3 5 0,8-2 1,-8 9-1,3 3 45,0 2 1,0 2-1,7 1 1,0 2-23,0 5 0,0-1 0,0 13 0,0 5-63,0 0 1,2 9-1,3 3 1,4 7-67,4 8 0,-6-4 0,-1-40 0,0 0 0,0 1 0,0 0 50,1 1 1,-2 1 0,-2 1 0,-1 1-1,2 1 1,-1 0 0,-1 0 0,-1-1 23,-1-2 1,0-1 0,-1 2-1,-1-1 1,-5 45 0,0-48-1,-1 0 213,-1 0 0,-1-1 0,-12 35 0,1 0 0,-4-8 97,-4-7 1,3-5 0,-8-6-1,2-9-167,6-4 0,-8-5 0,0-4 0,-2-11-54,-1-9 1,11-7-1,-6-10 1,3 0-125,0 0 1,3-5 0,9-7 0,5-10-284,2-2 1,3-3-1,7 1 1,0-3-593,0 2 1,9 3-1,6 2 885,4 0 0,13 1 0,2-1 0</inkml:trace>
  <inkml:trace contextRef="#ctx0" brushRef="#br0" timeOffset="682">153 2897 8069,'-14'0'-12,"-1"0"175,-2 0 0,5 0 1,-3 0 930,-1 0-371,6 0-726,0 0 1,27 0 0,7 0-117,8 0 1,-6 0-1,6 0 1,-3 0 142,0 0 1,10 0-1,-5 0 1,2 0 13,0 0 0,-7 2 1,7 6-1,1 6-97,-3 5 1,7 6 0,-7 1 0,-1 8-14,-3 7 1,-6 0 0,-5 15 0,-4 0 146,-8-1 1,-5 6-1,-7 9 1,-7 5 124,-9 2 0,-16 3 0,1 7 0,-5 3-53,19-43 0,0 0 0,0 0 0,1 1 1,-1 4-1,0 2 0,0 3 0,1 0-89,-1 2 1,0 0 0,1-1 0,1 1 0,0 2 0,1 1-1,2 2 1,0 0-41,1 4 0,1 0 0,1-2 0,1 1 0,4 1 0,1-1 0,2-2 0,0-2 33,1 0 1,1-2 0,-1-8 0,2-2 0,3 48 0,3-14-102,4-13 0,5-11 0,10-5 0,2-3-196,5-5 1,5-4 0,10-8 0,-1-7-143,1-5 0,6-12 0,4-4 0,1-8-688,6-8 1,2-13 1075,2-16 0,-2-4 0,-5-2 0,-5-1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8:35.1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0 871 10543,'24'0'0,"5"3"83,8 4 1,-3-5-1,2 6 1,0-6-575,-2-2 1,7 0 0,-7-2 490,0-6 0,7-4 0,-7-9 0</inkml:trace>
  <inkml:trace contextRef="#ctx0" brushRef="#br0" timeOffset="164">327 675 8100,'-7'44'66,"-1"-1"0,-6 8 0,7 2 0,2 1 187,2-1 0,3-2 1,0-5-1,0 2-118,0 3 0,0-8 0,0-6-135,0 1 0,0 4 0,0 1 0</inkml:trace>
  <inkml:trace contextRef="#ctx0" brushRef="#br0" timeOffset="781">958 0 8201,'12'22'0,"-4"2"127,-6 5 1,-2-2-1,0 12 1,0 7 775,0 9 1,0 3 0,0 5 0,0 3-414,0-6 0,0 10 0,-2-12 0,-3-5-525,-2-4 0,-3-15 0,3-5-173,-8-5 1,-4-14-41,-3-10 0,10-10 0,5-12 1,4 0-166,3 1 0,0-8 1,3 0-1,2 2 36,2 3 1,10 9-1,-3 3 1,8 2 273,7 6 0,-5 1 0,5 3 0,-2 0 344,2 0 1,-5 3-1,5 4 1,-5 7 267,-2 6 1,-7 2-1,-3-1 1,-3 1-4,-4 0 0,-5 0 0,-9-1 0,-11 1-1,-6 0 0,-13-7 0,3-3 0,-6-3-520,-1-4 0,2 5 0,2-3 1,5-2-1192,3-3 1,2-2 0,9 3 1205,6 4 0,-6-5 0,8 8 0</inkml:trace>
  <inkml:trace contextRef="#ctx0" brushRef="#br0" timeOffset="1113">1416 741 8158,'0'-15'923,"0"1"-299,0-3 1,2 5 0,3-3 0,5 1 261,2 1 1,2-3 0,8 6 0,0 0-478,0 0 1,2 3-1,2 7 1,3 0-353,-2 0 0,-3 3 0,-4 4-119,-6 7 1,-4 8 0,-10 5 0,-3 2-31,-4-3 0,-12 8 1,-10 0-1,2 0-147,3-5 1,2 3 0,0-3 0,3-3-374,4-2 1,6-9 370,9-1 1,9-9 0,6 3-1,7-8 112,7-8 0,5 3 0,12-11 0,2-6-489,3-5 1,0-2 0,-5 7 617,4 1 0,-4-11 0,8-2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8:34.0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284 0 8112,'12'0'761,"-2"3"0,-13 4 0,-2 8-618,-2 4 0,-2 10 1,4 2-1,-5 3-193,-2 5 0,5 0 0,-5 0 0,-1-3-393,1 3 1,5 2-1,-7 2 443,-3 1 0,-3-1 0,-2 1 0</inkml:trace>
  <inkml:trace contextRef="#ctx0" brushRef="#br0" timeOffset="233">1 44 8112,'10'12'128,"-6"7"1,11-2 0,2 8 291,2 4 0,3 0 1,2-5-1,3 2-16,2 4 1,0 1-1,-7-4 1,-1 2-614,1-3 0,0 6 0,0-3 0,-3-3-900,-4-1 1109,4-4 0,-17 1 0,8 0 0</inkml:trace>
  <inkml:trace contextRef="#ctx0" brushRef="#br0" timeOffset="667">480 327 11177,'0'22'379,"2"0"1,3-1-330,2 1 0,8-7 1,-5-1-626,2 3 1,2-5 0,8 0-463,0-2 1,0-3 558,-1-7 1,-1-2 0,-3-3 431,-3-2 1,-9-10 1274,2 2-457,-4 6 0,-3 1 0,-3 16-327,-4 6 1,2 6-1,-7 4 1,2 5-186,6 7 0,1-2 0,1 2 0,-3 3-111,-2 2 1,-1-5-1,8 1 1,0-1-599,0-2 0,3-5 449,4-15 0,5 15 0,10-4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8:32.9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65 8731,'-22'13'1560,"10"6"-947,4-5 1,6 6 0,2 2-254,0-1 1,10 1-1,4 2 1,6 3-384,1 2 1,4-7 0,1-8 0,6 1-686,1-3 1,-3 5 0,3-10-1,-1-2-1043,-6-3 1,6-4 1750,-3-5 0,0-15 0,-7-12 0</inkml:trace>
  <inkml:trace contextRef="#ctx0" brushRef="#br0" timeOffset="165">392 0 8517,'-7'22'892,"-1"2"1,4 3-375,1 2 0,-4 17 0,-3-3 0,1 6-287,-1 4 0,3 3 0,7 9 0,-3-2-328,-4-5 1,5 5 0,-6-10-1,6-2-977,2-8 0,0-14 1074,0 0 0,-10-4 0,-2-4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8:41.0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42 240 6415,'0'0'0</inkml:trace>
  <inkml:trace contextRef="#ctx0" brushRef="#br0" timeOffset="1267">42 218 6828,'0'-12'991,"0"0"0,2 7-788,6-2 0,-6-3 1,8 5-204,-1-2 0,-4-8 0,10 6 34,2-4 1,2 6 0,3-5 26,0 2 0,-1 3 0,1 7 0,0 0 93,0 0 0,-8 0 0,-2 3 20,-2 4 1,-3 7 0,-7 13 0,-2 4-61,-5 3 0,-5-5 0,-10 8 0,0 1-112,0 3 0,-7 1 0,-2-4 0,-1-4-111,1-2 0,2-3 1,7-8-536,0 1 578,10-10 1,5-2-1,14-10 1,8-2 152,4-6 0,10 6 0,0-5 1,0 2-88,3-2 0,-1 4 0,5-4 0,-4 4-396,-1 3 1,1 0 0,4 0 395,-7 0 0,5 0 0,0 0 0</inkml:trace>
  <inkml:trace contextRef="#ctx0" brushRef="#br0" timeOffset="1501">891 44 8069,'22'-10'163,"-7"8"162,-1-6 0,-2 8 0,3 8-76,-8 6 1,-5 8 0,-2 4 0,-2 6-88,-5 2 0,2-5 0,-10 7 0,1 3-295,2 2 1,-8-5 0,8-2 0,-2 0-793,-1 0 1,8-8 924,-8 3 0,1-14 0,-8-5 0</inkml:trace>
  <inkml:trace contextRef="#ctx0" brushRef="#br0" timeOffset="1718">630 22 8069,'10'-12'289,"-6"2"26,11 10 0,-10 2 0,4 6 0,1 6 205,5 6 0,-3 9 1,2 2-1,6 3 32,6 5 1,1 2 0,7 2 0,0 1-411,0-1 1,2-1 0,5-4-1,-2-4-554,-3-2 1,-2-3 0,2-10 0,-7-2-1637,-5-3 2048,-12-9 0,17 15 0,-4-8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8:49.4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10 305 8046,'-9'2'625,"9"6"-140,12 6 0,17 3 1,7 0-1,5-5-832,3-2 0,2 4 0,2-6 0,5-3-1447,3-3 1794,2-2 0,-2-10 0,-3-2 0</inkml:trace>
  <inkml:trace contextRef="#ctx0" brushRef="#br0" timeOffset="81">555 44 7796,'-32'-3'0,"-6"-2"129,-11-2 0,3-7 0,-2 6 1,7 4 1083,4 1-1213,1 3 0,-17 0 0,-3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1:30.95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8571" units="cm"/>
      <inkml:brushProperty name="height" value="0.08571" units="cm"/>
    </inkml:brush>
  </inkml:definitions>
  <inkml:trace contextRef="#ctx0" brushRef="#br0">2408 1046 24575,'0'0'0</inkml:trace>
  <inkml:trace contextRef="#ctx0" brushRef="#br0" timeOffset="1562">732 697 24575,'0'0'0</inkml:trace>
  <inkml:trace contextRef="#ctx0" brushRef="#br1" timeOffset="6768.27">13 632 7990,'0'-22'44,"0"0"0,0 8 0,2-1 617,6-2 0,-3 5 0,9-2-328,3-3 0,2 7 0,3 3 0,0 5-141,0 2 0,2 0 0,2 0 0,3 2-278,-2 5 0,-10-2 0,-5 10 0,-2 1 16,-5 4 0,-3 2 1,-2-1-1,0 1-42,0 0 1,-10 0-1,-7-1 1,-7 4 34,-5 4 0,-2-5 0,4 5 1,-2-5-47,3-2 1,1 0 0,4-3 0,-1-2 472,0-2-242,10-11 1,14 6-1,18-10 1,9-2-268,5-6 0,-1 6 0,6-5 0,-3 4-618,3 3 1,-5 0 776,2 0 0,1 10 0,6 2 0</inkml:trace>
  <inkml:trace contextRef="#ctx0" brushRef="#br1" timeOffset="7234.27">775 0 8018,'-12'3'-684,"5"4"734,4 8 1,3 11 0,0 6 0,0 4 411,0 10 0,0 0 0,0 12 1,0 2-379,0 3 1,-7 3-1,0-3 1,2-5-125,3-7 1,2-13 0,-3-6 253,-4-8-291,5-7 1,-8-27 0,12-4-188,6-6 0,-4-2 0,11 1 0,2 1 178,2 6 0,3 2 0,0 7 1,-1-2 57,1 2 1,0 5 0,0 5 173,0 2 1,-1 10 0,-1-3 0,-6 6 421,-6 1 1,-6 9-1,-2-1 1,0-3 87,0-2 0,-10-2 0,-4 0 0,-8 0-311,-7-1 0,-5 1 0,-10-2 0,1-3-210,-1-3 1,8-7 0,0 5 0,-1-2-1048,4-5 1,1 5-1,10-3 912,1-2 0,9-13 0,2-4 0</inkml:trace>
  <inkml:trace contextRef="#ctx0" brushRef="#br1" timeOffset="7399.27">1167 588 8018,'22'0'491,"-8"3"1,1 2-320,2 2 0,2 10 0,3-3-239,0 6 1,-8 1 0,-2 1 0,-2 0 66,-5 0 0,7 9 0,0 3 0</inkml:trace>
  <inkml:trace contextRef="#ctx0" brushRef="#br1" timeOffset="7516.27">1189 436 8018,'0'-22'0,"0"0"787,0 1 0,0 6-1931,0 1 1144,0 9 0,10-15 0,2 8 0</inkml:trace>
  <inkml:trace contextRef="#ctx0" brushRef="#br1" timeOffset="7918.27">1799 523 8085,'-22'-2'647,"0"-6"1,8-1 0,-1-8 292,-2 2 1,-2 10 0,-3-2 0,0 5-298,0 2 1,8 9-1,-1 6 1,1 7-574,2 7 0,-5 2 0,10 8 0,2-5 6,2-3 1,3 1 0,0-6 0,0 3-855,0-2 0,0-3 1,3-4-1,2-4 99,2-1 0,3-10 1,-3 2 732,7-5 1,6-11 0,1-6 105,1-4 1,-2-3 0,-3 3 0,-3 2-155,3 2 0,2 8 1,3-5-1,0 2-541,0 5 0,2 3 0,2 2-337,3 0 872,1 0 0,1 0 0,3 0 0</inkml:trace>
  <inkml:trace contextRef="#ctx0" brushRef="#br1" timeOffset="8499.27">2169 458 8085,'0'-15'851,"0"1"1,0-1 963,0-7-1587,0 10 1,0 5 0,0 14-179,0 8 1,0 4-1,0 3 1,0 2-5,0 5 1,7-5 0,0 8 0,-2-3-122,-2 0 1,-3 0 0,0-7-1,0-1 200,0 1 1,0 0 0,0 0 0,0 0 23,0-1 0,-10-9 0,-2-2 0,-5-3-264,-5 1 0,10-1 0,-15-7 0,1 0-148,2 0 0,7-7 0,2-3-427,-2-2 1,0-3 179,3-6 1,7 9-1,14 4 1,7 6 163,6 2 1,4 0-1,2 0 1,6 0 73,2 0 1,2 0 0,8 0-1,-1 0 198,1 0 0,-3 0 0,-2 0 0,-3 0 153,3 0 0,-1-10 0,1-4 1,-5-6 333,-3-2 0,-2-7 0,-7-2 0,-2-3 13,-6-5 1,-2 1 0,-7-1-1,2 5 524,-2 3 1,-5-6 0,-5 8-1,-4 5-71,-4 7 0,-1 8 0,-8 9-422,0 0 0,1 2 0,1 8 1,3 9-559,3 8 1,7 11 0,-6-1-1,4 4-412,4 2 1,2-2 0,3-2 0,0-3-815,0 3 1,10-5-1,7-3 1,7-4 239,5-8 1,17-11 0,-2-1 1086,2-5 0,9-21 0,1-5 0</inkml:trace>
  <inkml:trace contextRef="#ctx0" brushRef="#br1" timeOffset="8717.27">3062 327 8085,'0'-22'194,"0"1"0,-8-1 0,1 0 0,0 3 819,-3 4 1,5 5-766,-9 10 0,2 3 0,-3 4 1,8 8-105,5 4 1,2 10 0,0 2 0,2 3-87,5 5 1,5-5-1,10 2 1,0 1 82,0-4 0,-1 9 0,1-9 1,-2 1-36,-6-5 1,-2 3 0,-7-3 0,2-3 376,-2-1 1,-5-4 0,-10 1 0,-11-2-115,-13-6 1,0-2 0,-2-7 0,-1 2-1454,3-2 0,3-3 0,9-2 1084,0 0 0,1-9 0,-1-3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8:46.5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1 501 8750,'16'7'806,"4"0"0,4 1-987,0 1 1,8-6 0,-3 4-1,0-5-1406,2-2 1587,-7 0 0,18 0 0,-9 0 0</inkml:trace>
  <inkml:trace contextRef="#ctx0" brushRef="#br0" timeOffset="166">284 0 7976,'-12'10'-542,"4"7"604,6 9 1,2 1 0,0 9 0,0 5 247,0 8 1,0 6 0,0 11 0,2-1-138,6 0 1,-4 1 0,11-1 0,-1 0-174,-2 1 0,8 9 0,-8 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8:43.5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0 675 8014,'0'15'272,"0"0"0,0-1 0,0 8 239,0 0 0,3 2 0,1 2 0,6 3-463,2-2 1,3-3-1,9-2 1,2 0-568,4 0 0,8-3 519,-1-5 0,-6 6 0,0-8 0</inkml:trace>
  <inkml:trace contextRef="#ctx0" brushRef="#br0" timeOffset="183">305 567 8071,'-22'0'317,"3"2"-53,4 5 0,-2 5 1,8 13-1,-1 4 377,0 7 0,3 5 0,7 5 0,0 5-357,0 7 1,0 7 0,0 5-1,3 3-653,4-3 0,-2-2 0,7-3 0,-3 1-552,-4-1 1,5-12 920,-3-9 0,10-10 0,-5-13 0</inkml:trace>
  <inkml:trace contextRef="#ctx0" brushRef="#br0" timeOffset="799">762 893 7996,'-7'-22'0,"0"1"0,2-1 285,3 0 0,2 8 181,0-1 1,0 13-212,0 2 0,2 12 0,3 17 1,4 5-119,4 0 0,-1 7 0,5-5 1,-3 5-209,3 3 1,-5-10 0,0-3 0,0-2-41,0 0 0,1 0 0,1-7 306,-7 0-34,5-10 1,-9-5-1,4-14 1,-5-8-67,-2-4 0,0-3 0,0 0 1,-2 3-408,-5 4-230,4-4 1,-4 17 497,14-6 1,-2 8-1,10 8 227,2 6 0,-5 3 1,0 0-1,0-5 362,0-2 0,-5-3 1,8-7 100,2 0 0,-5-10 0,0-6 1,0-9-300,0-4 0,-5-17 0,6 0 0,-4-4-474,-4-4 1,5-4-1,-3 7 1,-2 1-949,-3-4 1,-2 11 0,3-3-898,4 7 0,-2 15 1972,9 2 0,-9 0 0,5 10 0</inkml:trace>
  <inkml:trace contextRef="#ctx0" brushRef="#br0" timeOffset="1134">1307 1176 8050,'12'-9'625,"-3"-3"-278,1-1 0,-5-6 0,10 7 0,-1-2-70,-2-1 0,7 0 1,-6-9-1,1-2-182,1-3 0,-8 0 0,5 7 0,-2 0-85,-6 0 1,-1-2 0,-3-3 0,0-2-113,0 3 1,0 2-1,-3 2 1,-4 0 89,-7 0 0,-6 10 0,-1 5 305,-1 4 1,0 6 0,3 4 0,2 10 61,2 10 1,3-1-1,-2 11 1,6 1-30,6 3 0,2 3 0,0 0 0,0-1-364,0 1 1,10-8 0,4-2 0,5-3-72,3-4 0,2-5 1,3-8-1,5-4 61,1 0 0,-4-8 1,5 3 47,-2-10 0,6-7 0,-4-10 0</inkml:trace>
  <inkml:trace contextRef="#ctx0" brushRef="#br0" timeOffset="1283">1720 828 7973,'-7'-22'605,"0"0"0,0 8 177,7-1 0,0 13-416,0 2 0,7 10 1,3 14-1,2 2-429,5 3 0,-5 8 1,2-6-1,3 1-497,3-1 1,-1 1 0,-2-6 559,-3 3 0,1 0 0,7-7 0</inkml:trace>
  <inkml:trace contextRef="#ctx0" brushRef="#br0" timeOffset="1416">1895 632 8050,'-20'-44'0,"3"1"539,3-1 0,7 6 1,-6 6 1325,4 10-1142,2 15-723,7-3 0,9 20 0,3 2 0</inkml:trace>
  <inkml:trace contextRef="#ctx0" brushRef="#br0" timeOffset="1852">2330 697 8035,'-29'-7'379,"0"0"-31,2 2 1,3 2-1,3 3 1,-1 3 69,0 4 0,0 3 0,3 7 0,4-3-218,8 3 1,-3 3 0,3 1-465,2 1 0,3-7 0,4-1-11,6 3 1,4-7-1,9-1 1,1-1 214,0-1 0,0 8 0,0-6 0,-1 3 45,1 5 0,7-5 0,0 3 0,-2 4 200,-3 8 0,-10-3 1,1 5-1,0-5 84,-3-2 1,5 7-1,-10 3 1,-2-1-69,-3 0 1,-4 1 0,-6-6 0,-6 6-315,-5 2 0,-3-10 0,2 0 0,3-9-463,3-6 0,2-4-1497,-3-12 2073,6-5 0,9-20 0,0-1 0</inkml:trace>
  <inkml:trace contextRef="#ctx0" brushRef="#br0" timeOffset="2268">2613 523 8035,'0'22'-61,"-2"0"1,-3-1 18,-2 1 0,-1 0 1,8 2-1,0 3 490,0 2 0,3 2 0,2-4 0,2 2-233,-2-2 1,5 4 0,-3 0 0,0 1-76,3-1 1,-8-2 0,5-7-1,-4 0 118,-3 0 1,0-1 0,-3-1 59,-4-6 1,2-4 0,-9-10-161,-3 0 1,5-10-1,0-7 1,2-7-97,5-5 0,3-7 0,2 4 0,0 1-262,0 0 0,2-6 1,3 8-1,5 3-32,2 1 1,2 4 0,8 1 141,0 6 0,0 4 1,-1 10-1,1 5 82,0 9 1,0 3 0,-3 17 0,-2 0-315,-2 0 1,-3 2 0,5 5 321,-3-4 0,1-6 0,6-9 0</inkml:trace>
  <inkml:trace contextRef="#ctx0" brushRef="#br0" timeOffset="2484">3179 0 8035,'0'34'32,"0"7"1,0-4 0,0 6 310,0 8 0,3 5 1,2 9-1,2 3 291,-2 4 1,-3-1 0,-2 11 0,0 3-527,0-1 1,0 1 0,0-15 0,0 0-759,0-7 0,0-10 1,0-16 649,0-8 0,10-15 0,2-4 0</inkml:trace>
  <inkml:trace contextRef="#ctx0" brushRef="#br0" timeOffset="2666">2896 588 8125,'-9'0'105,"9"0"0,14 0 194,13 0 0,9 0 0,13 0 0,4 0-566,2 0 1,11-2 266,6-5 0,20-5 0,-2-10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8:59.4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85 1046 8406,'-22'0'-84,"0"0"262,1 0 0,8-10 107,6-4 1,14 2 0,10 0-1,8 0-333,4-1 1,9 9 0,-4-6 0,2 3 104,1-1 0,-3 1 0,4 7 1,-4 0 200,-2 0 0,-3 0 1,-7 0-1,-1 0 124,1 0 0,-10 10 0,-5 4 0,-4 6 1,-13 4-1,-7 3 1,-9 4-286,-11 3 0,3-5 0,-2 5 0,0 0-349,2 0 0,-5-8 0,10 3 0,3-5-235,1-2 1,6-7 3,5-1 0,6-2 1,16 3 268,6-8 0,8-5 0,4-2 0,6 0 30,2 0 1,2 0 0,8 0 0,-3 0-249,-5 0 1,5 0 0,-5 0 431,6 0 0,1 0 0,1 0 0</inkml:trace>
  <inkml:trace contextRef="#ctx0" brushRef="#br0" timeOffset="300">1239 719 8258,'7'-21'1003,"1"-1"1,-1 12-329,-7 10 1,-3 3 0,-4 14 0,-7 4-163,-6 6 0,1 12 0,2-3 0,2 5-309,-2 3 0,1-8 0,-1 0 0,5 3-396,2 2 0,-5 0 1,6-2-1,-1-5-973,0-3 0,3-2 0,7-7-2414,0 0 3579,-10-10 0,8-2 0,-8-10 0</inkml:trace>
  <inkml:trace contextRef="#ctx0" brushRef="#br0" timeOffset="482">934 785 8258,'7'22'0,"1"-1"-110,-4 1 0,9 0 1,1 0-1,5-1 683,3 1 1,0 2-1,2 3 1,5 2-144,8-2 0,-4 4 0,4-2 0,-1-5-1049,-2-7 1,0 3 618,-5-6 0,5 6 0,9 1 0</inkml:trace>
  <inkml:trace contextRef="#ctx0" brushRef="#br0" timeOffset="917">1675 719 8212,'-3'-12'2670,"-4"5"-2134,4 5 1,-6 11-1,9 6 1,2 4-306,5 3 0,6 0 0,8 0 0,1-1-414,0 1 0,2 0 0,3-3 0,4-2-2868,3-2 3051,-7-10 0,14 14 0,-7-7 0</inkml:trace>
  <inkml:trace contextRef="#ctx0" brushRef="#br0" timeOffset="1081">2001 611 7912,'-22'0'274,"3"12"0,5 7 218,6 8 0,6 11 1,2-1-1,0 4-239,0 2 1,2 11 0,3 4 0,5 5-177,2 2 0,2-2 1,8-3-1,0-4-580,0-3 1,-3 3 0,-2-10 502,-2-5 0,-1-2 0,8 4 0</inkml:trace>
  <inkml:trace contextRef="#ctx0" brushRef="#br0" timeOffset="1367">2371 872 10121,'22'10'621,"7"-8"1,3 5 0,2-4-917,4-3 1,11 0 0,4 0-1,0-3-1932,0-4 2227,8-5 0,-15-10 0,7 0 0</inkml:trace>
  <inkml:trace contextRef="#ctx0" brushRef="#br0" timeOffset="1583">2654 589 8133,'0'22'76,"0"-1"1,0 1 0,0 0 0,0 2 359,0 5 0,-7-2 0,0 9 0,2 3-72,3 2 1,2 2-1,2 1 1,3 0-199,2-1 1,3 1 0,-3-1 0,5-2-581,0-4 1,8 1 0,-8-9 413,0-2 0,7-3 0,-7-2 0</inkml:trace>
  <inkml:trace contextRef="#ctx0" brushRef="#br0" timeOffset="1833">3199 436 8125,'0'32'240,"7"-6"1,0 11 0,-2 1 227,-2 4 0,-3 4 0,2 4 0,3 6-23,2 0 1,8 7-1,-6-8 1,3 1-289,5-5 1,-4 2 0,1-2-1,1-3-1686,-3-2 1529,-3-2 0,1-11 0,2-1 0</inkml:trace>
  <inkml:trace contextRef="#ctx0" brushRef="#br0" timeOffset="2368">1696 240 8159,'-21'10'-14,"-1"5"0,0 4 1,0 5-1,-2 5 514,-5 7 0,5 15 0,-5 10 0,5 9 6,2 10 1,2 12 0,6 2 0,7-2-324,4-2 1,15 4-1,10 0 1,14-4-412,13-8 1,-1-9 0,10-15 0,3-7-672,2-6 1,9-3 0,1-9 898,-3-11 0,7 0 0,1-10 0</inkml:trace>
  <inkml:trace contextRef="#ctx0" brushRef="#br0" timeOffset="2717">3656 1 8233,'34'51'208,"-5"-1"1,-5 13-1,0 3 1,3 14 177,2 11 0,-14-41 0,-1 0 0,-2 3 0,-2 0 0,1-1 0,0 0-16,0-1 1,0 0-1,8 41 1,-5 5 0,-6-3-118,-6 0 1,-21-7 0,-10-7-1,-12 2-502,-10 3 0,24-39 1,-2 0-1,-3-1 0,-1 0-299,0-2 1,0-2 0,-32 32-1,0 2 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0:32.5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1960 741 8028,'-21'0'1003,"11"7"0,10 0-640,12-2 0,10-2 0,4-3 0,6 0-329,2 0 0,-5 0 0,7 0 0,0 0-215,-2 0 0,7 0 181,-4 0 0,-6 0 0,1 0 0</inkml:trace>
  <inkml:trace contextRef="#ctx0" brushRef="#br0" timeOffset="434">1852 1111 10412,'21'0'0,"1"0"474,0 0 1,2 0 0,3 0 0,4 0-208,3 0 0,2 0 0,8 0 0,-1 0-196,1 0 1,0 0-1,-3 0 1,-3 0 1,-1 0-73,-11-10 0,6 8 0,-10-8 0</inkml:trace>
  <inkml:trace contextRef="#ctx0" brushRef="#br0" timeOffset="2350">197 567 7928,'-15'0'0,"1"0"125,-3 0 1,5 0 0,-3 0 0,0 2 338,3 5 1,-7 8 0,4 14 0,-1 7-214,1 5 0,-2 3 0,10 2 0,2 2-99,3 3 1,2 0-1,2-7 1,5-3-84,8-5 0,4-7 1,3-15-1,2-6 97,5-6 0,-5-4 0,5-6 0,-7-8-27,-7-11 1,2 0 0,-10-9 0,-2 0 247,-3 2 1,-2-5 0,0 8 0,0-1-368,0 1 0,-10 2 0,-4 5 1,-5-3-174,-3-2 1,0 7-1,0 10 1,0 0-631,1 0 0,6 5-2267,1-8 3050,9 10 0,-15 5 0,8 12 0</inkml:trace>
  <inkml:trace contextRef="#ctx0" brushRef="#br0" timeOffset="2766">393 697 7928,'0'-21'1175,"0"-1"-479,0 10 0,7 4 1,0 16-371,-2 6 1,-3 6 0,-2 4 0,0 2-227,0 3 1,3 10 0,2-5-1,4 2-106,3 1 0,-4-11 0,6 3 0,1-4-154,-3-4 0,7-9 0,-4-4 1,4-6 0,3-4 0,-3-6 14,-4-6 0,2-13 0,-10-4 0,0-3 110,3-5 0,-8 5 0,5 0 0,-4 3 84,-3 4 1,0-4-1,0 2 720,0 2-562,0 13 0,0 6 0,0 16-17,0 6 0,0 8 1,0 5-1,2 2-136,6-3 0,-6 6 1,8-1-1,-3 1-327,0-1 1,8-2 0,-8-7-1,0 0-759,3 0 0,2-3 238,10-5 0,0-6 1,-3-16-923,-5-6 1716,-4-6 0,0-11 0,2-3 0</inkml:trace>
  <inkml:trace contextRef="#ctx0" brushRef="#br0" timeOffset="3000">893 262 7928,'10'-12'27,"-7"-8"309,4 6 1,-5-5 128,-2-3 1,3 7-194,4 1 1,-5 11 0,8 3 0,-3 12 37,0 8 0,3 11 0,-5 6 0,2 4 52,-2 2 1,5 10 0,-3 6 0,0 3-259,3 4 0,-8-3 0,6-3 0,-6-4-534,-2-3 0,2 3 1,3-13-1,3-9-1299,-4-7 1729,-1-15 0,7-2 0,2-10 0</inkml:trace>
  <inkml:trace contextRef="#ctx0" brushRef="#br0" timeOffset="3316">806 589 10268,'15'-8'291,"-1"1"1,1-3 0,7 5 0,2-2-408,5 2 1,-5-7-1,8 0 1,-3-2-1612,0-1 1727,9 1 0,-4-8 0,10 0 0</inkml:trace>
  <inkml:trace contextRef="#ctx0" brushRef="#br0" timeOffset="3481">1264 1 7679,'12'9'602,"-5"6"0,3 11 0,-1 3 0,1 0-1125,0 3 523,-3 2 0,3 9 0,2 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0:37.1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1852 1413 8119,'12'-2'629,"-5"-5"1,-2 4-25,2-4 0,-2 4 0,10 3-343,2 0 0,9 0 1,6 0-1,2 0-280,4 0 1,1-2-1,0-3 1,-3-2-428,3 2 0,-1 3 0,1-1 0,-5-2 445,-3-2 0,-2-10 0,-7 5 0</inkml:trace>
  <inkml:trace contextRef="#ctx0" brushRef="#br0" timeOffset="167">1961 1108 11061,'24'8'0,"5"-1"237,7-2 0,5-3 0,3-2 0,-1 0-601,1 0 1,7 0 363,0 0 0,9 0 0,-4 0 0</inkml:trace>
  <inkml:trace contextRef="#ctx0" brushRef="#br0" timeOffset="817">88 934 8060,'-2'15'0,"-6"-3"0,-4 0-78,0 0 1,0 3-1,7 6 1,-5 3 486,-2 6 0,8-4 0,-4 8 0,6 0-134,2 0 0,0-8 0,0 3 1,2-4-6,6-4 0,4-6 0,9-3 0,1-2 3,0-5 0,0-13 0,-1-6 1,1-6-78,0-1 1,0-11 0,0-2 0,-3-2-201,-5 0 1,3 7-1,-9-5 1,-3 0-128,-3 0 1,-2 7 0,0-2 0,0 5-510,0 2 0,-7 1 1,-1-1-1,1 2-1398,-3 6 2038,8-5 0,-17 7 0,7-10 0</inkml:trace>
  <inkml:trace contextRef="#ctx0" brushRef="#br0" timeOffset="1185">415 978 8060,'-15'7'0,"3"3"488,2 2 1,-4 2 0,7 8 152,2 0 0,2 0 0,3-1 1,0 1-407,0 0 0,8 0 1,1-1-1,3 4-312,5 4 0,3-12 1,1 2-1,4-7-121,4-7 0,-5-3 0,5-2 0,-5 0-166,-2 0 0,0-9 1,-3-6-1,-2-4-2,-3-3 1,-6-7-1,4-2 1,-3-1 226,-4 1 0,-2-6 0,-3 8 0,0 0 145,0-2 0,0 7 1,-3-5 336,-4 4 0,2 13 238,-9 5 1,6 5 0,-4 4 0,3 5-43,4 8 0,2 4 0,3 3 0,0 0-210,0 0 1,0 2-1,0 2 1,3 3-495,4-2 0,-2 4 0,7-2 1,0-2-353,0-3 0,0-2 1,5-3-1,-2-2-2166,2-2 2683,-8-10 0,20 4 0,-4-9 0</inkml:trace>
  <inkml:trace contextRef="#ctx0" brushRef="#br0" timeOffset="1435">1003 390 8376,'14'2'615,"-2"5"1,-2 8-217,-5 4 0,-3 13 0,-2 4 1,0 8-61,0 6 1,3-1 0,1 9 0,4 0-421,-4-2 1,-1 4 0,-1-9 0,3-3-97,2-2 0,1-12 1,-8-5-1537,0-5 1713,0-12 0,0-2 0,0-10 0</inkml:trace>
  <inkml:trace contextRef="#ctx0" brushRef="#br0" timeOffset="1617">785 804 8060,'9'-22'118,"4"0"1,11 3 359,5 4 0,-5-2 0,7 10 0,-2 2-193,1 3 1,6-1-1,-5-2 1,1-2-864,-1 2 0,-2 3 578,-7 2 0,9 10 0,3 2 0</inkml:trace>
  <inkml:trace contextRef="#ctx0" brushRef="#br0" timeOffset="2102">1307 194 7227,'8'-22'-145,"-1"0"1,3 0 0,-3 1 785,7-1 1,-2 0 0,3 3-101,2 4 0,-5-2 0,3 10-251,1 2 0,-6 5 1,-3 7-146,-4 8 1,-3 4-1,0 3 1,-3 2-29,-4 5 0,-3-2 0,-6 7 1,1 0-221,-2 0 0,5-8 1,0 6-37,2-1 0,3-7 0,7 5 271,0-4 0,2-6 1,6-5-26,6-6 0,6-6 0,1-2 0,1 0-322,0 0 1,7-2-1,2-3 215,3-2 0,3-10 0,6 5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6:25.7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22 451 6619,'-12'0'1465,"2"2"-719,10 5-334,0-4 1,3 6-229,4-9 1,5 0-1,7 2 1,-3 3-68,-1 2 1,-1 1 0,10-8 0,2 0-48,3 0 0,-1 2 0,-4 3 0,4 2 14,8-2 0,-3-3 0,3-2 0,0 0-112,-3 0 0,8 7 1,-8 0-1,3-2 7,-1-3 1,-6 5 0,4 1 0,0-4 48,1-1 0,-8 4 1,3 0-1,-6-2 31,-1-3 0,-1 5 0,1 0 0,-1-2 102,0-2 0,1-3 1,2 0-73,4 0 1,-4 2 0,5 3 0,-6 2-62,-1-2 1,6-3 0,1-2 0,-3 0 23,-2 0 0,4 0 0,3 0 1,0 0-90,0 0 0,0 0 0,-5 0 0,5 0 39,3 0 1,-6 0 0,5 0 0,-2 0-3,-5 0 0,-2 0 0,-2 0 109,-1 0 1,1 0 495,-1 0-176,-9 0-734,-3 10-833,-9-8 169,0 7 1,-2-9-1542,-5 0 2510,4 0 0,-16 0 0,8 0 0</inkml:trace>
  <inkml:trace contextRef="#ctx0" brushRef="#br0" timeOffset="1200">2035 237 7035,'-3'-12'411,"-4"4"0,3 6 1,-11 2-223,-1 0 0,4 0 0,-3 0-39,-1 0 0,-3 7 1,-3 3-1,3 2 6,5 4 0,-5 3 0,5 3 0,-5 2-9,-3 4 0,8-2 0,2 8 0,3-1-40,4 0 0,2 1 1,3 4-1,0-3-64,0 3 0,10-7 0,4-2 0,8-8 22,6-6 1,-2 1 0,10-9 0,2-2-31,3-2 1,-1-15 0,-2-7 0,-2-10-54,2-4 0,-5-1 1,1-4-1,-6 3-94,-9-3 0,0-3 1,-12 1-1,-2 2 27,-3 2 0,-2 3 0,-2-3 0,-5 5-26,-7 0 1,-13 7-1,-3-4 1,-4 6-13,-4 8 0,-2-3 0,-1 10 0,3 2 203,2 3 0,3 2 0,-3 2 0,6 6 204,-1 6 1,7 7-1,-5 8 1,5 4-68,3 0 0,7 10 0,2-2 1,2 4-127,6-5 0,1 3 0,3-7 0,0 4-130,0 3 0,17-2 0,4-6 0,5-8-154,5-11 1,-4 1 0,8-10 0,3-2 223,3-3 0,2-14 0,-1-7 0,1-9 189,0-6 0,-2-1 0,-3-8 0,-5 0-54,-2 0 0,-10 0 0,-6 0 0,-1 1-36,-2-1 0,-3 7 1,-11 3-1,-3-1-157,-2 1 0,-17 7 0,3 0 1,-5 7-206,-5 4 1,-3 11 0,-8-3-1,1 4 58,5 3 0,-4 0 0,4 3 1,-4 4 272,-3 7 0,10 7 0,4 6 0,5 4 33,3 2 1,7 3 0,2 6 0,2-1 97,5-6 0,3 6 0,4-8 0,6 3-142,6 0 1,7-13-1,8 1 1,7-9-75,4-6 0,5-2 0,3-9 0,2-5 96,-3-8 1,6-11 0,-3-5-1,-3 0 45,-2 0 1,-4-7 0,-3 5-1,-7-3-5,-7 1 0,-1 6 1,-15-4-1,-4 2-66,-1 5 0,-6 2 1,-4 2-1,-9 1-319,-11 0 1,1 6 0,-9 1 0,-4 0-26,-1 2 1,-3-5 0,3 10 0,4 2 216,7 3 1,6 2 0,1 0-1,1 2 123,-1 5 1,3 5-1,5 10 1,7 2-12,5 4 1,2-2 0,0 10 0,0 2-100,0 3 1,0-1 0,2-2 0,5-2-203,7 2 0,5-7 0,3-3 0,-1-6 158,1-8 0,6 3 0,3-10 0,0-2 231,0-3 1,-2-12 0,-8-4 0,0-5 69,1-2 0,-3-3 0,-5-2 0,-7-3-67,-4 3 0,-3 0 0,-3 0 1,-4-3-168,-7 3 0,-5 4 1,-3 6-1,1 2-240,0-3 1,-8 5 0,1 0 0,1 3-19,4 4 1,1 2 0,1 3-545,-1 0 1,8 0 808,0 0 0,9 10 0,-5 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6:28.3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279 3213 8008,'2'-12'752,"5"5"0,-2-2 1,9 1-397,3 4 0,2-1 1,5 0-1,2-2-165,3 2 1,6 3-1,-4 2 1,3 0-106,4 0 1,4 0 0,6 0 0,2 0-45,-2 0 1,4 0 0,-2 0 0,0 0-59,2 0 1,-4 0-1,7 0 1,-3 0 66,-4 0 0,4 0 0,-2 0 0,-3 0 6,-1 0 0,4 0 1,0 0-1,-3 0 5,-2 0 0,-2 0 1,0 0-1,0 0-12,0 0 0,-5 0 0,2 0 0,5 0-3,1 0 1,-4 0 0,-3 0-1,-4 0 153,3 0 0,0 0 0,0 0 0,-4 0 90,-3 0 0,-3 0 1,-6 0-1,-1 0 260,1 0 0,-8 0 113,0 0-142,-9 0-817,4 0-1422,-18 0-214,6 0 0,-8 0 1932,3 0 0,6 0 0,-7 0 0</inkml:trace>
  <inkml:trace contextRef="#ctx0" brushRef="#br0" timeOffset="785">2613 2806 8184,'-21'0'0,"-1"-2"0,1-3-91,0-2 0,1-3 0,4 6 0,2-3 635,-3 2 1,-2 2-1,-3 3 1,1 0-38,0 0 1,-1 8 0,1 1 0,2 3-341,4 5 0,-4 2 1,8 4-1,-4 4-72,1 1 0,9 10 1,-4-2-1,2 2-133,-1-2 1,1 4 0,10-4 0,1 4-79,4 3 1,8-2-1,-1-6 1,6-9-17,7-9 0,6-7 0,9-13 0,-1-4 185,1-7 1,0-8 0,0-6-1,0-8 13,0-4 0,-1-6 0,-1-1 1,-5-3 91,-8 2 0,-6 3 1,-8 2-1,-7 0-31,-5 1 1,-4 6-1,-5 5 1,-10 5-92,-9 7 0,-10 5 1,-11-1-1,-3 8 14,2 5 0,3 4 0,2 5 1,0 8 238,0 4 1,8 9-1,1 3 1,4 2 48,3 5 1,11 3 0,4 4-1,2 3-225,6 2 1,1-3 0,6-9-1,4-2-299,7 2 0,7-7 0,8-5 0,7-9-118,4-10 0,10-5 0,2-2 0,1-4 237,-1-11 0,8-1 0,-6-20 0,3-2 179,0-3 0,-11-1 0,-1-1 0,-9 0 169,-5 0 1,-5 3-1,-12 2 1,-7 4 114,-4 3 0,-6-4 0,-4 6 0,-7 3-240,-5 2 0,-12 3 0,-5 2 0,-4 2-447,-3 3 1,-7 9-1,0-2 1,2 4 134,3 3 1,5 3-1,2 4 1,4 7 179,3 5 1,5 12-1,9 7 1,6 8 15,1 3 0,3 9 0,7-6 1,2 0-1,5 1 1,12-13 0,12-11 0,0-6 186,0-1 1,7-10 0,-2-7 0,4-10 194,3-10 1,-2-13 0,-6-5-1,-6-3-4,-5 0 0,-5 3 0,-3-5 0,-4 2-231,-2-2 1,-5 5 0,-12-1 0,-8 4-762,-4 3 1,-5 4-1,-2 1 1,-5 3-2763,-2 5 0,-5 4 3336,-12 10 0,-5-9 0,-9-3 0</inkml:trace>
  <inkml:trace contextRef="#ctx0" brushRef="#br0" timeOffset="1500">22 3235 7808,'-12'-3'-655,"5"-4"872,4-7 1,13-12 0,7-5-1,9-3 111,9-4 0,6-5 0,2-7 0,2-7-77,5-5 1,2-4 0,10-6 0,-2-4-104,-1 0 1,-25 36-1,-1-1 1,24-33-1,2 1-47,-2-1 0,-23 34 1,-1-1-1,27-35 1,-1-3-76,3 1 0,-30 39 0,0-1 0,2-2 0,1-1 0,1 1 0,0 0-116,-2 3 0,1 0 0,29-37 0,-5 7 0,-2-3-14,3 3 1,-1-4 0,1 1 0,-5 3 71,-3 2 1,5 3-1,-5 0 1,1 0 8,-1-1 1,-2 8-1,-7 3 1,0 1 26,0 6 0,-1-6 0,-1 3 1,-3 5 47,-2 7 0,-10 0 0,5 7 0,-5 0 64,-5 0 0,6 3 1,-13 6 78,5 1 0,-7-1 652,-5 1-478,5 9-297,-10 3-600,8 9 1,-10 2 77,0 5 0,0-2 0,-3 7 450,-4-3 0,5 8 0,-8-5 0</inkml:trace>
  <inkml:trace contextRef="#ctx0" brushRef="#br0" timeOffset="2383">107 44 8033,'-2'-12'-688,"-5"4"0,5 4 1146,-6-3 442,6 4-615,2-6 0,10 16 1,1 2-1,4 1-208,-1-1 1,0 8 0,8-3-1,2 5-55,4 3 0,-4 2 0,7 2 0,-3 5-3,1 2 0,9 3 1,-2 7-1,4 2 7,3 5 1,2-3 0,3 10 0,2 3 30,-3 2 0,6-5 0,-3-2 0,-3-1 50,-2 1 1,5-5 0,0 5 0,-2-1-7,-3 1 0,-2-5 0,0 7 1,-3 0-55,-4-2 1,2 0 0,-7-8 0,0 3-4,0-2 0,5-3 0,-8-4 0,-2-3-16,-2-3 0,0-1 0,2 4 0,3-2-53,-3 2 0,0 0 0,0 0 0,3-3 120,-3 4 1,-2-6 0,-3 0 0,1 0 19,-1 1 0,0-6 0,1 6 0,-1-1-101,1 0 1,-1-4 0,0 7-1,1-1 11,-1-1 1,1 4 0,-1-7 0,1-1 41,-1 1 1,0 5 0,1-5 0,-1 0 64,1 0 1,-1-3 0,-2-6-1,-2-1 41,-3 1 1,3 6-1,6 1 1,1-3 70,-5-2 1,-2-3 0,7 1 0,2-1-64,2 0 1,1 3 0,-8 2-1,1 3-32,-1-3 1,-2-2 0,-2-3 0,-3 1-252,3-1 0,-5 1 1,0-1-1,0-2-127,0-5 1,-5 5 0,5-4-1,-1 1-267,1-1 1,-7 4-1,5-7 1,-3 2-2059,0 0 2554,0-9 0,3 14 0,1-7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6:31.7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8042,'0'21'71,"0"3"0,0 2 0,0 5 184,0 2 0,3 3 0,2 7 0,4 2 16,3 5 1,-5-5 0,5 5-1,0-2-167,0 2 1,-5-5 0,5 3 0,-3-8-41,-4-4 0,5-10 0,-3 2 35,-2-4 0,-5-12-22,-8-5 0,6-7 0,-5-7 0,2-7-128,-2-5 0,5-3 0,-5 1 0,4 0-10,3-1 0,3 1 1,1-1-1,6 1 52,2 0 1,0-1-1,4 1 1,-1 2 62,1 4 0,3-1 0,5 9 0,2 2 131,3 2 0,-1 6 1,-6 6-1,-1 10-183,1 8 1,-1 11 0,-2-3-1,-2 6-248,-3 2 1,-9-8 0,2 1 0,-2 0-538,2-3 1,-5-2-1,5-10 783,-4 1 0,-3-10 0,0-3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6:31.9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17 8042,'12'-10'37,"0"8"0,-7-3 750,2 10 0,2 7 0,-4 9 1,4 3-372,3 4 1,-5-1 0,5 6 0,-2 0-565,-5 1 0,4-6 0,1 5 0,-1-2-264,1-4 412,-3-4 0,2-1 0,3-1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06.7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279 327 8082,'-22'12'0,"1"-2"0,-1-1 0,0-4 0,0 7 0,3 0 808,4 1 1,-1 1 0,6 8 0,0 0-299,0-1 1,3 1 0,7 0 0,0 0-189,0 0 0,10-1 0,4-1 0,6-3-146,2-3 1,-1-9-1,4 2 1,1-4-115,3-3 1,0 0 0,-7 0 0,0-3 44,0-4 1,-1-5 0,1-10 0,0 0-130,0 1 1,-8-1-1,-2 0 1,-2-2-80,-5-5 1,-3 5-1,-2-5 1,-2 4-91,-5 4 0,-6 1 0,-8 3 0,-1 5-14,0 2 1,0-4-1,1 7 1,-1 2-801,0 2 0,7 3-1322,1 0 2327,9 0 0,-5 10 0,10 2 0</inkml:trace>
  <inkml:trace contextRef="#ctx0" brushRef="#br0" timeOffset="900">301 283 7357,'-22'0'0,"0"0"-38,1 0 0,-1 3 0,0 2 0,0 4 924,1 3 0,-1-4 0,0 6 0,3 3-414,4 3 0,-4 1 0,7 4 0,0 1-257,4 3 0,6 3 1,2-6-1,2 3-163,6-2 1,4-10 0,12-5 0,2-2-6,4-6 1,6 6 0,-5-5 0,3-5-41,5-5 1,-5-14-1,0-1 1,-1-6 39,1-1 1,-7-4-1,2-1 1,-5-2 34,-2-4 1,-3 4 0,-4-2 0,-8-1-56,-4 3 0,-3-4 1,-3 6-1,-4 1-131,-8-1 0,-6 3 0,-8 7 0,-8 3-11,-4 5 0,0 4 0,2 10 0,3 0 176,-3 0 0,5 10 1,0 7-1,3 9 356,4 10 1,3 6 0,2 1 0,3 3-67,5 5 1,-3-5-1,9 7 1,6-2-376,7 0 0,7-8 1,12-9-1,5-2-357,7-6 1,6-11 0,1-8 0,3-7 162,5-7 0,-5-5 0,7-13 1,-2-4 84,0-7 1,-8-5-1,-6-3 1,-1 1 172,-2-1 1,-10 1-1,-12 2 1,-2 2 128,-5 3 1,-3 7-1,-4-5 1,-6 2 2,-6 6 1,-15 1 0,-8 4-1,-4 1-232,-2 6 1,-1-3-1,1 10 1,-1 2 85,1 2 1,1 3 0,4 0 0,4 0 212,2 0 1,3 12-1,8 10 1,-4 12 54,-4 7 1,12 3 0,-2-1 0,5 1-110,1-1 1,9 3-1,-4 3 1,6-1-336,2-7 1,10 3 0,4-10-1,8 0-179,7-5 1,-2-5 0,9-5 0,0-4 170,-2-8 0,7-5 0,-7-4 1,2-5-23,1-8 1,-11-7-1,6-4 1,-3-6 691,0-2 1,-3 1-1,-9-6 1,-5 3-227,-2-3 1,-3 7-1,-7 1 1,0 2-209,0 0 0,-9 0 0,-6 7 1,-4 0-252,-3 1 1,-7 6 0,-3 3-1,1 0-69,0 0 1,-6 7 0,8-2 0,3 4 208,1 3 1,4 10 0,1 4 0,3 6 177,3 2 1,9-1 0,-2 1 0,4 0 158,3 0 1,0-1 0,3-1 247,4-6 0,-2 3 0,9-9-504,3-4 0,3-1 0,1-3-1380,1 0 0,0 0 1,0 0 1331,0 0 0,-1 0 0,1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08.8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1893 2831 8018,'-22'0'94,"0"0"497,0 0 1,1 0 0,-1 2-48,0 6 1,3-3 0,2 9 0,5 3-161,2 2 1,-5 3-1,8 0 1,2 2-247,3 5 0,2-5 0,2 8 0,6-3-212,6 0 1,5 0-1,6-7 1,1-3-205,3-4 0,3 1 1,-6-8-1,6-3 185,2-3 0,-8-12 0,3-4 0,-4-6 304,-4-1 0,1-8 0,-3-3 0,-2-2 80,-2-4 1,-10-4-1,2 1 1,-5 5-81,-2 7 0,-7-2 0,-5 2 0,-5 4-116,-7 8 1,-5 0 0,2 8 0,-4-1-62,-3 0 1,5 3 0,-5 10-1,3 4 228,4 7 1,0 8 0,1 5 0,-1 7 44,8 7 0,-1-3 0,13 13 0,2-2-280,3 1 1,2-4 0,2 5 0,6-5-458,6-2 0,15-13 1,7-7-1,6-9 30,1-5 1,1-15 0,-1-15-1,1-9 304,-1-4 1,1-11 0,-3-9 0,-5 0 146,-7-1 1,-4-4 0,-4 7 0,-1 3 172,-6 2 1,-4 5 0,-10 5 0,-3 4 21,-4 1 1,-5 9-1,-10 0 1,1 10-141,-1 2 0,-7 8 0,-3-5 0,1 7 54,-1 7 0,3 5 0,8 10 0,-1 0 248,0-1 0,0 8 1,0 3-1,3 2-122,5 4 1,1 4 0,9 1 0,-4 1-494,4-1 0,4 1 1,7-3-1,7-5-152,6-7 0,4-5 1,2-4-1,6-6 130,2-6 0,0-8 1,4-5-1,-4-7 254,-2-8 0,-1 1 0,-4-15 0,2 0 50,-3 0 1,-9 0 0,-5-4 0,-2 1 31,-5-1 0,-3 4 0,-2 0 1,0 3-102,0 4 0,-2 3 0,-5 4 0,-8 3-286,-4 3 0,-3 9 0,0-2 0,1 7 39,-1 7 1,-2 5-1,-1 10 1,1 2 281,5 5 0,4 3 1,-2 6-1,5-1 158,3 1 1,1 1-1,8 0 1,0-5-50,0-3 1,10-2 0,5-10 0,4-4 132,3-8 1,-1-4 0,1-3 0,2 0 119,5 0 0,-12-12 1,5-8-1,-5-6-148,-5-1 1,5-4 0,-10 1 0,-2 1-332,-2-2 1,-3 7 0,0-5-1,0 5-1395,0 2 0,-3 0 1471,-4 0 0,-5 0 0,-10 1 0</inkml:trace>
  <inkml:trace contextRef="#ctx0" brushRef="#br0" timeOffset="1285">238 65 8346,'-8'15'-1,"-1"-3"0,-1 0-258,0 0 0,-4-5-23,7 8 775,-1-10-251,8 5 0,10-10 1,5 0-1,4-3-92,3-4 0,2 4 0,5-6 1,5 1-30,0 1 1,9 0 0,-2 7 0,10 0-138,5 0 1,2 0 0,7 0 0,3 0 29,5 0 1,-1 10 0,10 2 0,3 2 261,-3 1 1,-7-8-1,3 5 1,-1 0 210,1 0 0,-15-7 1,-1 2-1,-6-4 76,-8-3 0,-2 7 1,-2 0-1,0-2-243,-1-2 0,-9-1 0,-5 3 0,-5 2-158,-2-2 1,0 5 0,0-3 0,-3 0-457,-5 3 0,-1-5-2674,-6 9 2968,-5 1 0,-2 7 0,-12-1 0</inkml:trace>
  <inkml:trace contextRef="#ctx0" brushRef="#br0" timeOffset="2469">20 3114 8199,'0'12'98,"-10"-2"1,8-13 93,-5-4 0,11-5 0,4-10 0,-1 3-123,3 4 1,-1-11 0,8 4 0,-2-2 27,2 0 0,2-8 1,3-4-1,2-5-65,5-3 0,-2-2 0,9-5 0,3-7-26,2-5 1,2-12 0,3-4 0,5-6-4,-22 42 0,0-1 0,-1-3 0,0-1 0,1 1 0,0 0 0,0 1 0,0 0-31,-2 1 1,2 1 0,4-3 0,1-1 0,-2 1 0,-1 0-1,1 1 1,2 0 27,0 1 1,2 0 0,0-2-1,0-2 1,1-2 0,-1 0-1,3-2 1,-1 0 1,1-2 0,0 1 0,2 4 0,0 0 0,-4 2 0,-1 0 0,0 0 0,0 1 29,2 0 0,-1 0 0,-3-3 1,0 1-1,2 4 0,1 3 1,-4 2-1,-1 0-25,26-38 1,2 18-1,-9-3 1,-5 7 13,-7 8 0,-8 12 0,-11 7 1,-3 4-279,-3 4-64,-9-1 1,2 10-1,-14 5-141,-7 4 0,-6 6 463,-2 4 0,1-5 0,-1 8 0</inkml:trace>
  <inkml:trace contextRef="#ctx0" brushRef="#br0" timeOffset="3116">238 218 7299,'-15'0'221,"1"0"1,6 0-374,-6 0 740,9 0-293,-5 0 1,13 0-163,4 0 1,-5 10-1,8 2 1,0 2-28,4 1 0,-2-3 0,3 5 0,2-3-103,2 3 1,3 3-1,2 4 1,3 2 38,2 3 0,2 8 0,-2-3 0,8 4-34,4 8 1,-5 5 0,0 0 0,3 7-43,2 5 0,10 9 1,0 1-1,-3 0 2,-2 2 0,0-5 0,3 10 0,4-1-39,2-1 1,-6-1 0,4-7-1,-2 5 65,0 3 1,7-1 0,-7 6 0,-3-6 69,-2-2 0,-5 7 0,-2-2 1,-3 2 35,3-2 0,2-2 1,2-8-1,1 2 60,0-1 1,-3 1 0,-3-4-1,-1-8 21,1-4 1,-4-5-1,0-8 1,0 1-86,0 0 1,-15-8 0,3-2 0,-5-3 90,-5-4 0,5-3-2161,-10-2 1974,1 0 0,-8-10 0,0-3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13.2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0 196 8231,'22'-2'560,"2"-3"0,8-3-288,11 4 1,13-6 0,17 0 0,9 1-274,10-1 0,-43 3 0,1-1 0,4 3 1,1 1-1,-1-2 0,1 0-13,-1-2 0,1-1 0,-4-1 0,-1 0 0,45-9 1,-11 2 101,-14 3 1,-19 9-1,-7-3-487,-13 6 399,-7 2 0,-2 0 0,0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42.9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56 87 8077,'-22'0'775,"10"0"1776,-7 0-1921,17 0 1,4 0 0,20 0 0,9 0-332,3 0 1,10 0 0,-3 0 0,10 0-231,4 0 0,1-2 0,2-3 0,-5-2-230,0 2 0,-7-5 0,3 3 1,-8 2-1604,-5 3 1,-9-6-897,2 1 2660,-15 0 0,-4-3 0,-10-2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43.2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98 0 8077,'-22'0'697,"0"0"0,0 0 977,1 0 1,11 0-1022,10 0 1,17 0 0,14 0-311,3 0 0,0 0 0,5 0 0,-3 0-283,3 0 0,-1 0 0,1 0 0,-5 0-729,-3 0 1,-2 8-1,-7-1 1,0-2 668,0-3 0,0-2 0,-1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43.6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1 128 8127,'2'-31'1617,"6"-5"0,-4 7-781,11 7 0,-8 12 1,5 17-273,-2 8 0,5 7 1,-6 7-1,1 7-147,0 5 1,4 5 0,-7 2 0,1 3-289,1-2 0,-6 4 0,4-2 0,-2-3-692,2-2 0,-4 5 1,4 2-1,-5 0-800,-2 1 0,0-4 0,0-8 0,0-6-1921,0-7 3284,0-15 0,0-4 0,0-10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43.9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0 185 8127,'15'-41'198,"-3"4"1,-3 6 406,-4-1 0,0 15-204,2-4 0,-4 16 0,4 7 0,-7 15 79,-7 10 0,4 12 1,-4-3-1,5 5-329,2 3 0,0-1 1,0 1-1,2-1 86,5 1 1,6-1 0,8-2 0,3-4 273,6-8 1,-4-7-1,10-8 1,6-7 3,6-4 1,-2-15 0,5-10-1,-5-14-110,-3-13 0,-9 1 0,-7-8 1,-10 3-359,-10 4 1,-5 4-1,-4 3 1,-8 6-790,-12 7 0,-11 5 1,-18 5-1,-7 4-146,-5 8 0,-3 4 0,4 3 1,4 3 887,7 4 0,14 5 0,6 10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9:24.7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1 770 8219,'7'-34'0,"3"2"0,2 1 0,2 9 0,8-2 0,2 10 388,5 4 0,-2-5 1,9 8-1,3 2 180,2 3 1,3 2 0,1 0 0,4 0-282,2 0 0,-8 10 0,-9 4 0,-2 8-137,-6 7 0,-11-3 0,-8 8 0,-5-2-128,-2-6 0,-9 6 0,-6-6 0,-4-4-1190,-3-5 0,0-5 1168,1 3 0,-11-6 0,-2-9 0</inkml:trace>
  <inkml:trace contextRef="#ctx0" brushRef="#br0" timeOffset="550">284 421 8219,'0'22'-221,"0"0"-56,0 0 1,0 0-1,0-1 1,0 3 600,0 6 1,0 3 0,0 13 0,0 5 148,0 7 1,2 15 0,3 4 0,5 3-10,2 0 0,-5 0 0,5 4 0,0-4-324,0-7 1,-4-10-1,4-10 1,0-9-124,0-3 1,-7-7-1,4-1 1,-1-1-680,-1-5 1,3-1-1,-6 1-216,4 2 0,-1 0 878,-7-7 0,10-10 0,2-3 0</inkml:trace>
  <inkml:trace contextRef="#ctx0" brushRef="#br0" timeOffset="1533">893 770 8213,'10'-22'-58,"-5"0"0,7 0 0,-2 1 397,-5-1 0,4 0 1,-1 0-1,-4 1 547,-1-1 0,-3 7 0,-3 3-440,-4 3 0,2 1 0,-9 8 0,-3 3-83,-3 4 0,-9 12 1,0 13-1,3 2-236,2 4 0,-3 3 0,3 3 0,4 0-362,1-1 0,9-2 0,3-2 1,5-5-222,2-3 1,0-2-1,0-7 1,5-3 195,9-4 1,1-5 0,14-10 0,-3-3-543,3-4 0,-5-5 0,6-10 1,-6 0 401,-3 1 0,-6-8 0,-3-3 1,0 1 565,0-1 0,-7 3 1,2 7-1,-4 1 877,-3-1 0,0 7 2,0 1 1,-3 11-668,-4 3 1,5 10-1,-6 14 1,6 5-302,2 8 0,0-4 0,0 1 0,2-2-520,6-6 1,-3 1-1,9 0 1,3 2-1974,2-3 2416,-7-11 0,17 4 0,-4-7 0</inkml:trace>
  <inkml:trace contextRef="#ctx0" brushRef="#br0" timeOffset="1783">1198 857 8312,'-7'14'0,"-3"1"329,-2 2 1,7 2 0,-2 3 84,5 0 1,2 0 0,0-1 163,0 1 0,2-7 840,5-1-1178,-4-9 1,7-5 0,-8-17 0,3-7-431,2-5 0,0-10 1,-4 3-1,2-5-75,2-3 1,10-7-1,-5 1 1,2 1-775,1 3 0,-1 5 1,8 2-1,-2 5 1039,-6 3 0,15-8 0,-5 5 0</inkml:trace>
  <inkml:trace contextRef="#ctx0" brushRef="#br0" timeOffset="2018">1525 509 8191,'0'21'257,"0"1"1,-2-3-1,-3-2 243,-3-2 0,-6-1 0,4 11 0,-2 1 33,-5 3 0,5 0 0,0-5 0,2 3-651,6 2 0,1 0 0,3-7-471,0 0 0,3-3 0,4-2 81,7-2 1,-2-11 0,3 4-413,2-6 0,2-12 763,3-4 1,-3-6 1008,-4-1 692,4 9-1228,-7 2 0,8 12 0,-3 3-316,-3 2 0,1 10 0,6-5 0</inkml:trace>
  <inkml:trace contextRef="#ctx0" brushRef="#br0" timeOffset="2666">1852 1118 8101,'-10'22'663,"8"-10"1,-8-12 0,10-14-1,0-8-703,0-7 1,0 2-1,0-7 1,2 0-76,6 1 0,-4-4 0,8-6 0,1 2-81,-1 4 1,-5 6 0,5 9 0,0 0-93,0 0 1,-5 10-1,8 5 325,2 5 0,-7 11 0,-1 6 1,-1 4 49,-1 3 0,0 7 0,-7 0 1,0 0 6,0 3 1,0-8-1,0 5 2,0-5 1,0-2 259,0 0 1,0-13-288,0-9 0,0-9 0,0-13 1,0-2-91,0-5 0,0 4 0,0-6 0,2 2-9,6 0 1,-3 0-1,9 9 1,1 4-29,-3 1 1,7 8 0,-4-5 0,4 2 36,3 5 0,0 3 1,-1 4-1,1 3 167,0 2 0,-3 10 0,-2-2 0,-5 4 79,-2 3 1,4 0-1,-6-1 1,-3 1-36,-3 0 0,-2 7 0,-2 0 0,-3-2-70,-3-3 0,-9-10 0,3-2 1,-3 1-169,3-1 0,-6-8 1,6 4-127,-6-6 0,8-12 0,5-4 1,5-5-36,2-3 0,2-7 0,3 0 0,4 2 240,4 3 1,1-3-1,8 3 1,0 5 165,-1-1 0,1 11 0,0 1 0,0 6 51,-1 2 0,1 2 0,0 6 0,0 6-600,0 6 1,-1 1 0,-1 1 0,-3 0 351,-3 0 0,1-1 0,6 1 0</inkml:trace>
  <inkml:trace contextRef="#ctx0" brushRef="#br0" timeOffset="2983">2570 988 8101,'22'0'-413,"0"-3"1,0-2 963,-1-2 0,1-3 1,-2 3-1,-4-5-179,-1 0 1,-1-10-1,6 3 1,-3-8-245,-3 1 1,-6-6 0,4 1 0,-3-1-7,-4 1 1,-2-1-1,-3 6 1,0-3 83,0 2 0,-10 10 0,-5 3 13,-4-3 0,-3 7 0,0 3 102,1 4 1,6 13-1,3 7 1,2 7-187,6 5 0,-6 7 0,3-4 0,2 2-167,2 4 0,6 4 0,4-1 1,5-3-695,0-1 1,8-11-1,-6 3 1,5-7-1238,3-7 0,0-6 1963,0-9 0,9-9 0,3-3 0</inkml:trace>
  <inkml:trace contextRef="#ctx0" brushRef="#br0" timeOffset="3166">2962 160 8101,'0'-43'-186,"0"1"1,0 6 1451,0 7 1,0 19-624,0 18 0,7 13 0,3 23 0,0 2-290,0 5 1,6 4-1,-1 13 1,2 2-180,-3 3 1,6 0 0,-6-8 0,6 3-788,1 4 0,-1 3 1,-3 3-1,-5-13-2820,-2-12 3433,6-17 0,-3-4 0,8-10 0</inkml:trace>
  <inkml:trace contextRef="#ctx0" brushRef="#br0" timeOffset="3350">2810 574 8243,'-12'-10'0,"4"-4"174,6-6 1,2-1-1,5-1 1,7 0-53,10 0 0,14 0 0,0 1 0,5-1-100,3 0 1,9-2 0,8-3 0,6-2-397,6 3 1,0 1 0,-10 6 0,-5 5-974,-8 6 1347,-4 6 0,-12-8 0,-2-2 0</inkml:trace>
  <inkml:trace contextRef="#ctx0" brushRef="#br0" timeOffset="3767">3463 639 8066,'0'22'0,"-2"0"218,-6-1 0,6 4 0,-5 1 145,4 3 1,3 0-1,0-7 1,3-2-47,4-6 1,-2 3 0,9-10-1,3-2-26,3-3 1,1-2 0,1 0 0,0-2-128,0-5 0,0-5 0,-1-12 0,-1-3-227,-6-2 1,3-3 0,-10 6 0,-2-3 7,-2 2 1,-3 3 0,0 2 0,0 0-115,0 1 1,-10 1-1,-2 3 1,-3 5-159,1 3 1,-1 1 341,-6 8 0,1 3 0,3 6 0,5 11 29,2 6 1,3 13-1,7-3 1,3 5 81,4 3 0,5 0 1,10-1-1,2 3 18,5 5 0,-5-5 0,8 5 0,-3-5-44,0-3 0,0-2 1,-7-2-1,-1-7-81,1-8 206,-10 2 1,-2-33 0,-10 0 0,0-13-256,0-9 0,0-4 0,0-11 0,0 0-149,0 1 0,0-1 0,2 3 0,6 3-208,6 1 0,5 8 0,6-5 0,1 5-316,3 10 1,12 0 0,1 11 702,6 3 0,3 3 0,-8 2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9:41.9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9207,'0'22'379,"0"2"1,0 5 0,0 10 39,0 9 1,0 12 0,2 18 0,3 9-81,2 3 1,8 1 0,-5 1 0,-1 5-575,1 2 1,4-16-1,-6-3 1,-1-13-1340,3-9 1,-5-14 1573,9-15 0,1-15 0,6-4 0</inkml:trace>
  <inkml:trace contextRef="#ctx0" brushRef="#br0" timeOffset="284">371 611 8026,'0'-22'-177,"0"0"1,0 0 323,0 1 1,-10 6 0,-4 3 724,-5 2 1,-3 13 0,0 11-1,0 6-102,0 1 0,1 11 0,-1 2 0,0 2-563,0 0 1,10-2 0,5 2 0,5-4-190,2-1 0,0-7 0,2 6-842,5-6 1,8-12 0,11-5 0,6-5 93,2-2 1,-8-9 0,6-3-1,-3-3 964,0 1 0,0 6 1,-7-6 485,-1-3 0,1 7 1,0 3-759,0 5 0,-8 2 0,1 2-1123,2 5 1161,-8-4 0,11 16 0,-8-7 0</inkml:trace>
  <inkml:trace contextRef="#ctx0" brushRef="#br0" timeOffset="667">698 458 7907,'-10'-12'477,"8"2"1,-8 13-1,10 4-346,0 8 1,2 4-74,6 3 0,4-8-26,10 1 0,-1-10 147,1 2 1,-7-5 95,-1-2 0,-2 3 1,3 4-32,-8 7 1,3 6-1,-3 4 1,0 5 93,3 7 0,-8 22 0,8 13 0,-3 8-61,0 11 1,-2-40 0,-2 2 0,-3-2 0,0 1 0,0 2 0,0 1-110,0 0 1,0 1 0,0-1-1,0 0 1,0-1 0,0-2 0,0 46-107,0-10 1,0-24 0,0-5 0,0-12-2562,0-9 2499,0-16 0,-10-11 0,-2-10 0</inkml:trace>
  <inkml:trace contextRef="#ctx0" brushRef="#br0" timeOffset="1101">1024 981 7891,'15'7'209,"-1"0"0,-6 1 0,6-8 258,3 0 0,2-8 1,3-1-1,-2-3-134,-6-5 1,6-5-1,-6-5 1,5-4-73,3-3 0,0 5 0,-3-5 0,-2 0-84,-2 0 1,-8-2-1,5-8 1,-2 1-29,-5-1 1,4 10-1,-1 5 1,-4 5-79,-1 2 1,-13 3 0,-4 5 352,-6 6 1,-2 16-1,1 8 1,-1 11 78,0 9 1,0 8-1,3 4 1,5 3-363,6-2 1,-1 4 0,1-5 0,3-4-712,3-6 1,4-9 0,3 5 0,5-2-402,2-6 0,5-11 0,10-8 1,2-4 61,-3-3 0,-2 0 0,-4-3 0,-3-2 326,-3-2 0,-2-10 0,5 3-328,-2-6 800,-1-2 28,8 1 0,-7 9 83,-1 4 0,1 16 0,6 4 0</inkml:trace>
  <inkml:trace contextRef="#ctx0" brushRef="#br0" timeOffset="1467">1503 545 7891,'0'15'12,"0"-1"226,0 3 0,0 5 0,0 5 201,0 2 0,3 0 1,2-5-1,4 3-52,4 2 1,-9 7-1,4-7 1,-6 0-100,-2 2 0,7-6 1,1 4-1,-4-5 79,-1-2 0,-3-8-98,0 1 0,-3-11 0,-1 1-165,-4-10 0,1-16 1,7-16-1,0-4-126,0-2 1,0-1 0,2 1 0,6-1-134,6 1 0,-2-8 0,3 2 0,-1 8-391,-2 10 0,8 2 0,-6 4 0,6 9-509,1 3 0,8 9 1055,1 11 0,-1 15 0,-8 12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9:41.1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0 7986,'-7'15'0,"-3"-3"337,-2-3 0,7 11 1,-2 2-1,5 11-123,2 9 1,0 3 0,0 6 0,2 5 20,5 0 0,-4 4 1,7-9-1,-3-3-255,0-2 1,3-5 0,-5-4-338,2-8 0,7-10 153,-6-12 1,-1-2-1,-7-22 1,0-5 128,0-4 0,0-3 0,2 9 0,3 4 33,2 1 0,10 3 1,-2-3 152,4 8 0,3 5 0,0 2 1,0 0 133,-1 0 0,1 2 0,0 5 0,0 8 130,-1 4 0,-1 3 0,-3 0 0,-5 0 0,-2-1 0,-3 1 0,-10 0 0,-4 2-93,-7 5 0,-8-5 0,-5 5 0,-4-7-284,-3-7 1,-2 4 0,-6-7 0,4 0-385,1-4 1,11-6 0,-3-2 0,5 0-743,2 0 1,2-2 1127,6-6 0,4-4 0,10-10 0</inkml:trace>
  <inkml:trace contextRef="#ctx0" brushRef="#br0" timeOffset="416">458 588 7986,'0'-12'3311,"2"2"-2924,5 10 1,5 0 0,10 0-335,0 0 0,-8 8 1,1-1-1,2-2-85,2-3 0,-4-2 0,-1 0-69,3 0 1,3 0 0,-1-2-140,-5-6 0,6 4 245,-6-11 0,6 10 0,1 0-34,1 10 0,-7 10 0,-1 14 1,1 7 72,-3 5 1,7 5 0,-7 3 0,0 4 69,-4 2 1,-6 11-1,-2 6 1,-2 1 66,-6 2 1,-4-7-1,-12 4 1,-5-6-70,-7-8 0,-3-5 1,0-14-1,5-8 0,3-9 0,2-17 0,7-10 1,0-19-30,1-17 1,9-20 0,4-2 0,8-9-115,8-6 0,11 1 0,12-3 1,1 7-123,-1 5 0,8 13 0,-3 4 1,8 7-360,7 8 1,-5 7 0,7 15 0,-2 6 511,-1 6 0,11 2 0,-5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9:39.1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 8460,'-12'2'2287,"4"8"-1715,6 11 0,2 11 0,0 14 0,0 5-252,0 7 0,7 14 0,3 8 0,0 5-378,-1 2 1,1 0 0,-5 0 0,4-2-609,4-5 0,-1-13 0,5-13 0,-5-6-2118,-3-7 2784,8-12 0,-5 3 0,10-11 0</inkml:trace>
  <inkml:trace contextRef="#ctx0" brushRef="#br0" timeOffset="316">436 632 8134,'0'-22'426,"0"1"1,-9-9 0,-6 4 17,-4 6 1,4 8 0,1 12 0,-3 3 157,-2 4 0,-3 12 0,2 13 1,4 2-208,1 4 0,3 1 1,-3 0-1,8-3-560,5 3 1,2-8 0,0 1-1,2-3-538,5 0 1,-2-2-1,10-11 1,4-3 13,8-4 0,-3-2 1,5-7-1,-5-2 360,-2-5 1,0-5 0,-3-10 0,-2 0 389,-2 0 0,-3 1 1,2-1-1,-4 0 642,0 0 0,-8 8 156,5-1-942,5 10 1,-7 3 0,7 12-1,-2 2-353,-5 5 1,0 9 0,-1 3 435,4-2 0,9-3 0,-5-2 0</inkml:trace>
  <inkml:trace contextRef="#ctx0" brushRef="#br0" timeOffset="683">676 567 8082,'-7'-15'367,"0"1"0,-3 9 518,3-2 0,4 7 1,-2 7-524,10 7 1,0 6 0,7 2 0,0-1-465,0 1 1,3 0 0,7-3 0,-1-2 40,1-2 1,0-8-1,2 5 1,3-2-770,2-5 1,0-3 0,-7-2 0,-1 0 194,1 0 0,-7-10 0,-3-4 1,0-6 376,0-1 0,-7-1 743,2 0 0,-7 10 1,-7 7 423,-8 10 0,3 17 0,-2 16 0,-3 13 47,-3 15 0,6 4 0,-1 14 0,1 8-674,2 5 0,6-45 1,2 0-1,3 5 1,2 0-1,-1 0 1,0 0-570,0-4 1,0 0 0,0 44 0,0-20 0,0-11-3493,0-13 3779,10-17 0,2-24 0,10-14 0</inkml:trace>
  <inkml:trace contextRef="#ctx0" brushRef="#br0" timeOffset="1066">1090 937 8082,'0'14'1498,"0"1"0,0-8-1140,0 8 1,9-10 0,6 2-143,4-5 1,3-9-1,0-3 1,0-2-87,-1-5 1,-1-2 0,-3-3 0,-3 0 4,3 1 1,-5-1-1,0-2 1,-2-3-197,-5-2 1,-3 0 0,-2 5 0,0-3-168,0-2 1,-2 0 0,-5 7 0,-5 1-444,-1-1 0,-6 10 428,5 4 0,4 8 0,3 8 0,4 6 292,3 6 0,0 11 0,0 3 0,0 2 86,0 0 0,3 1 0,1 4 0,6-5-104,2-7 1,3 3-1,7-3 1,-1-3-501,1-2 1,2-9-1,3-3 1,2-2-155,-2-5 0,-3-3 0,-2-2 1,-1 0 622,1 0 0,-10-10 0,-2-2 0</inkml:trace>
  <inkml:trace contextRef="#ctx0" brushRef="#br0" timeOffset="1382">1612 741 7881,'0'22'-86,"0"-1"1,0 1 0,0 0 502,0 0 1,8 0-1,-1-1 1,-2 1 261,-3 0 0,1 0 1,1-1-1,4 1-12,-3 0 0,-3-7 0,-2-1 807,0 3-1260,0-7 1,0-10-1,0-17 1,0-10-282,0-9 1,0-8-1,2-4 1,6-5-310,6-3 1,-2 5 0,3-2-1,2 5-352,2 6 0,3 13 1,0 0-1,-1 5 728,1 2 0,10 10 0,2 3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0:15.3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44 391 8016,'-14'-8'-185,"-1"1"0,11-10 0,-4 3 502,6-6 0,2 6 1,2-1 504,6-2 1,-4 5 0,11 0-1,2 2-428,2 6 1,3-6-1,2 3 1,3 2-55,2 2 0,0 3 1,-7 3-201,-1 4 0,-1-2 0,-6 9 0,-6 3-145,-6 3 1,-2 9-1,0 2 1,-2 3-239,-6 5 0,-4 2 0,-10 2 0,1 1-44,-1 0 1,-7-1-1,0-2 1,2-2-109,3-3 1,9-12-1,1 1 358,-3-8 0,7-15 180,3-2 1,7-10-1,7-9 1,8 2 110,4 2 0,3 8 0,0-5 0,0 2-82,-1 6 1,1 1 0,0 3-1,2 0-381,5 0 0,-5 3 0,5 1 0,-4 6-280,-4 2 1,-6-5 0,-1 6 0,3-4 488,3-4 0,1 7 0,1 0 0</inkml:trace>
  <inkml:trace contextRef="#ctx0" brushRef="#br0" timeOffset="267">828 282 8174,'12'0'2118,"-2"2"0,-10 5-1551,0 8 0,0 11 1,0 4-1,0-1-451,0 2 0,10-4 1,2 6-1,2 1-708,1 0 0,-1-7 1,8 2-2337,0-5 2928,0-12 0,9-2 0,3-10 0</inkml:trace>
  <inkml:trace contextRef="#ctx0" brushRef="#br0" timeOffset="401">937 86 8014,'-22'-20'0,"1"3"817,-1 3 1,3 7 524,4-8-1264,5 10 0,13-2 0,4 12-78,8 2 0,4 0 0,3-7 0</inkml:trace>
  <inkml:trace contextRef="#ctx0" brushRef="#br0" timeOffset="767">1199 391 8014,'9'31'-103,"-6"-7"1,4 5-1,-5-5 588,-2-2 1,8 7 0,-1 0 0,-2-2 109,-3-3 0,5-2 0,1 0 790,-4-1-1000,-1 1 1,-3-12 0,0-10-226,0-12 1,0-8 0,0-4 0,0-2-223,0-3 0,0-8 0,0 6 0,2-3 62,6-5 1,1 5 0,8 0-1,-2 3 79,2 4 0,2 10 1,3 5-1,0 0 63,-1 0 0,1 7 0,0 1 0,0 8-106,-1 11 0,1 14 0,0 7 0,-3 5-653,-4 3 1,-5-1 0,-10 1 0,0 0-211,0-1 1,0 1 0,0-3-1,-3-5 827,-4-7 0,-5 5 0,-10 0 0</inkml:trace>
  <inkml:trace contextRef="#ctx0" brushRef="#br0" timeOffset="950">1895 543 8014,'22'0'0,"0"0"333,0 0 1,-3 2 0,-2 6 0,-5 6 455,-2 6 1,-3 9-1,-5 2 1,3 0-789,3 1 1,-4 7-1,-8-5 1,-6 2-255,-2 0 253,7 0 0,-24 8 0,5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39:48.9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2309 1176 7893,'0'12'3460,"0"7"-3460,0-16 0,0-3 0,0-12 0</inkml:trace>
  <inkml:trace contextRef="#ctx0" brushRef="#br0" timeOffset="133">2265 784 7893,'-22'0'0,"0"0"199,1 0 0,6 0-199,1 0 0,9-10 0,-5-2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0:17.7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192 980 10464,'-22'-12'682,"0"2"1,0 10-386,1 0 1,6 3-1,1 4 1,-1 10-179,3 9 1,-5 1-1,10 9 1,0 3-85,-3 2 0,7 0 0,-1-2 0,6-5 63,5-3 1,10 6 0,-2-8-1,6-5-62,9-7 1,-6-7-1,5-10 1,-5 0 199,-2 0 1,-3-10-1,-2-5 1,-5-6-19,-2-8 0,-3 4 0,-7-6 0,0 2-366,0 0 0,0 0 0,-2 7 1,-3-2-829,-2-5 1,-10 5 0,4-5-2097,1 4 3072,-7 13 0,7-17 0,-10 5 0</inkml:trace>
  <inkml:trace contextRef="#ctx0" brushRef="#br0" timeOffset="334">322 1067 8075,'-2'15'1808,"-3"-1"-1244,-2 3 0,0 2 1,7 3-56,0 0 0,0 0 1,0 0-457,0-1 1,0 1 0,2 0-197,5 0 1,-2-8-1,10-2 50,2-2 1,2-3 0,3-9 0,-3-5-45,-4-8 1,4-7 0,-5-4 0,3-6 95,-2-2 0,2 5 1,-7-7-1,-1 0 96,1 2 1,-3-5 0,-7 10 0,3 5 337,4 7 0,-5-2-65,5 4 1,-4 8 0,-3 7 0,0 12 49,0 7 1,0 5 0,0 3 0,0 5-198,0 1 1,2-4 0,6 5 0,6 0-727,5 0 0,3-7 0,0-1 0,0-6-942,0-6 0,2-9 1,2 2 1486,3-4 0,0-23 0,-7-4 0</inkml:trace>
  <inkml:trace contextRef="#ctx0" brushRef="#br0" timeOffset="516">1106 0 8027,'0'29'13,"0"0"0,3 10 0,2-3 0,2 8 278,-2 7 1,4 4 0,1 10 0,0 1-224,-1-1 1,1 3 0,-5 4-1,2 6-1085,-2-1 1017,-3-2 0,-2-9 0,0-1 0</inkml:trace>
  <inkml:trace contextRef="#ctx0" brushRef="#br0" timeOffset="700">780 697 8644,'2'12'697,"5"-5"1,8-4-758,4-3 1,15-3 0,12-2-1,17-4-188,14-3 1,11-10 0,6-10 0,-44 16 0,2-1 247,1-2 0,0-1 0,2-5 0,-1-1 0,0-2 0,1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0:20.0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1 393 8088,'0'14'264,"0"1"0,0 4 340,0 8 1,0-1 0,0 11 0,0 1-295,0 4 0,9 1 0,6 1 0,2-1-225,-3 1 0,6-3 0,-8-2 0,2-5-85,1-3 0,-8-2 1,5-7-246,-2 0 1,7-15 323,-3-14 1,-4-8 0,0-19 0,-3-2-54,0-5 1,3 2 0,-5-14-1,4 2-50,4 0 1,-6-7 0,7 7-1,1 3-70,-3 2 0,5 2 1,-7 1-1,-1 2-429,1 4 434,7 16 1,-7 21 0,4 17 0,-7 9 119,-4 10 1,-3 6 0,0 4 0,0 2 96,0 3 0,7 7 0,3-5 0,-1 0-169,1 1 0,0 1 0,-3-9 0,5-7 398,0-5 1,8-15 244,-6-12 1,3-16-1,0-13 1,-5-12-72,-2-7 1,7-12-1,-3-5 1,3-5-266,-2-3 0,4 1 1,-7 0-1,3-1-275,-1 1 1,-7 0 0,5 2-1,-2 5-816,-5 7 1,-3 7 0,-2 8-1106,0 7 1930,0 15 0,10 4 0,2 10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0:44.5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44 131 8049,'-15'-7'2457,"1"0"-1890,9-1 0,-5 11 0,10 4-205,0 8 0,0 6 0,0 6 0,0 2-103,0-2 1,0 4 0,0 1 0,0 1-154,0 6 0,0-7 0,0-3 0,0-5-244,0-2 0,0-1-35,0 1 1,3-10 0,1-7 166,4-10 1,-1-7 0,-7-10 0,2-2 101,6-5 0,-6 3 0,5-11 0,-4-1-61,-3-4 0,0 1 1,0 3-1,0 1-225,0-1 1,0 6 0,0 3-1,0 5-859,0 2 0,0 8-2188,0-1 3237,0 10 0,0-4 0,0 9 0</inkml:trace>
  <inkml:trace contextRef="#ctx0" brushRef="#br0" timeOffset="666">261 197 8031,'0'-15'0,"0"1"43,0-3 0,0 5 1192,0-3-412,0 0 1,0 6-421,0 9 1,0 9 0,0 13 0,0 2-94,0 5 0,3-2 0,2 7 1,2 0-112,-2 0 0,-3-5 0,-2 7 0,0 0-28,0-2 1,0-2 0,0-11 0,0 1-249,0 0 1,0 0-143,0 0 1,0-13 0,0-9 254,0-12 1,0-14-1,0-6 1,0-2 68,0-5 1,8 1 0,-1-1-1,-2 3-293,-3-3 0,-2 5 0,2 0 1,3 3-849,3 4 0,-1 3-1973,-7 2 3009,0 0 0,0 10 0,0 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1:03.1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218 523 8220,'0'-21'286,"0"-1"0,-7 7 0,-1 1 1,1-3 309,-3-3 1,6 6 0,-11 2-10,-2 2 0,5 3 0,-3 7 1,-1 2-275,-4 6 0,6 6 0,-1 15 0,1 7-263,2 6 1,-5 3-1,9 6 1,4 7-188,1 5 1,3 3 0,0-1 0,0-2-257,0-5 1,10-2-1,4-10 1,6-3 181,1-9 1,8-17 0,0-10 0,-2-4 371,-3-3 1,-2-13 0,0-8 0,0-16 451,-1-11 1,1 0 0,-2-10 0,-6-1-174,-7 4 1,3-6 0,-3 11-1,-2 1-456,-2 3 1,-6 3 0,-4 1 0,-8 4-529,-4 1 0,-3 11 0,0-1 0,1 8-362,-1 4 0,0 11 261,0-4 0,10 8 0,5 8 1,5 6-1432,2 5 2076,0 3 0,0 10 0,0 2 0</inkml:trace>
  <inkml:trace contextRef="#ctx0" brushRef="#br0" timeOffset="399">436 850 9930,'0'-10'1001,"0"10"0,0 12 0,2 15-802,5 2 1,-2 2 0,7-4-1,0 2-107,0-2 1,-4 4-1,6-2 1,3-2-63,2-3 0,-4-9 0,0-3 0,1-3 24,4-4 1,-1-5 0,-2-7-1,-2-8-71,2-4 1,0-10 0,-1-2 0,-3-3-44,-4-5 1,-2 5-1,-7-2 1,0-1 124,0 4 0,8 1 1,-1 10 277,-2 1 1,-3 6-124,-2 1 1,-7 11 0,0 3 254,2 12 1,2 15 0,3 2 0,0 0-197,0 2 1,0-4 0,0 9 0,0 1-354,0-4 0,0 1 0,0-7 0,3 2-763,4-2 0,-2-3 1,10-5-1,-1-2-800,-2-2 0,7-11 0,-4 4 1637,4-6 0,3 8 0,0 2 0</inkml:trace>
  <inkml:trace contextRef="#ctx0" brushRef="#br0" timeOffset="966">1089 306 8138,'0'-22'112,"0"7"581,0 1 1,0 11-224,0 3 0,2 20 0,3 14 1,2 4 14,-2 6 1,-2-3-1,-3 17 1,0 2-249,0 3 1,0 3-1,0-3 1,0-3-303,0-2 1,7-9 0,0 1 0,-2-6-1386,-3-8 0,6-4-1286,-1-11 2736,0-8 0,-7-13 0,0-13 0</inkml:trace>
  <inkml:trace contextRef="#ctx0" brushRef="#br0" timeOffset="1166">893 719 10461,'22'0'657,"2"-2"0,3-3 1,4-2-594,3 2 0,-5 2 0,5 3 1,0 0-1056,-1 0 0,-3-7 1,3 0 990,-1 2 0,7-7 0,-6 0 0</inkml:trace>
  <inkml:trace contextRef="#ctx0" brushRef="#br0" timeOffset="1383">1416 1 10747,'0'21'328,"0"4"1,0 1-1,0 6-383,0 2 0,0 2 0,0 10 1,0 2-696,0 3 1,2 0 749,5-8 0,-4 11 0,6 1 0</inkml:trace>
  <inkml:trace contextRef="#ctx0" brushRef="#br0" timeOffset="1700">1916 741 9332,'-9'0'1069,"9"0"0,9 0 1,13 0-1,0 0-1057,0 0 1,7 0 0,2 0 0,1 0-560,-1 0 0,1 0 1,-6-2-1,3-3-1005,-2-2 0,-10-10 1552,-3 2 0,1-4 0,7-3 0</inkml:trace>
  <inkml:trace contextRef="#ctx0" brushRef="#br0" timeOffset="1866">2047 393 8106,'-2'29'158,"-3"0"1,-2 0 162,2 2 1,2 3-1,3 10 1,0 2 20,0 4 1,0-1 0,3 6 0,2 1-281,2 0 1,2-5-1,-4 2 1,5-5-662,2-7 599,-7-12 0,14 12 0,-7-7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1:06.3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66 380 8079,'-10'-12'592,"-2"2"1,-7 20-1,4 4 1,8 6-192,5 2 0,2-1 1,0 3-1,0 3-197,0 2 1,9 7 0,3-4 0,3-1-305,-1 1 0,1-3 1,7-10-119,-1-4 0,1-6 0,-2-11 89,-6-5 1,3-13 0,-10-11 0,1-3 102,1-5 1,-6-2 0,4-2 0,-5-3 131,-2-5 1,0 12 0,0-4-1,0 4 269,0 5 1,0 3-279,0 9 1,0 12 0,0 12 53,0 18 0,10 11 0,2 15 0,3 5-47,-1 7 1,1-5 0,6 1 0,1-4-83,0 1 0,7-10 0,0-12 0,-2-7 259,-3-7 1,-2-6 0,-3-11 0,-2-8-4,-3-11 0,-9-13 0,3-15 1,-6-4-297,-2-3 0,0 6 1,0-6-1,0 3-291,0 4 1,-10 3-1,-2 0 1,-2 0-308,-1 3 0,10 4 0,-4 17 0,1 1-1190,1-1 0,0 12 1806,7 10 0,0 19 0,0 15 0</inkml:trace>
  <inkml:trace contextRef="#ctx0" brushRef="#br0" timeOffset="934">1743 336 7958,'0'-21'0,"0"-1"748,0 0 0,-3 3-215,-4 4 1,2 6-1,-9 11 1,-1 5-362,3 8 0,-7 14 0,7 9 0,-3 8-150,1 5 0,6 10 0,-4-3 1,3 2-144,4-2 0,2 3 0,3-10 0,3-5 87,4-8 0,-2-9 0,12-14 0,4-8 310,6-4 0,2-8 0,-7-10 0,0-14 116,-1-10 1,1-6-1,0-4 0,-3-4-96,-4-3 0,-5 5 0,-10-4 0,0 2-354,0 4 1,0-4-1,-3 2 1,-4 5-279,-8 7 0,-4 1 0,-3 9 0,0 2-1236,1 3 0,6 12 1,1 5 0,9 7 1571,-2 7 0,4 15 0,3 11 0</inkml:trace>
  <inkml:trace contextRef="#ctx0" brushRef="#br0" timeOffset="1317">2004 576 10777,'0'22'754,"0"2"1,0 3-1,0 4-580,0 3 0,0-5 1,2 7-1,3 0-304,3-2 1,8 5-1,-1-10 71,4-2 0,3-13 0,0-6 0,0-8-72,-1-8 0,-6-4 0,-1-12 0,1-3 89,-3-2 0,5-9 1,-10 4-1,1-3 127,1 1 0,-6 2 0,4-4 0,-5 4-28,-2 2 1,0 3 0,0 7 430,0 1-363,0 9 1,-7 12-1,0 16 1,2 9 207,3 4 1,2 9-1,0-4 1,0 3-322,0-1 0,0 0 1,2 5-1,3-2-592,2-3 0,10-2 0,-5 2 1,3-6-570,-1-6 0,1-10 0,6-2 1149,1-2 0,10-12 0,2-11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1:08.6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349 327 10339,'0'43'0,"0"3"369,0 5 1,0 0 0,2 14-1,3 10-226,2 8 1,3 1 0,-5-2-1,2-4-224,-2-3 0,0-12 1,0-15-1,2-9-1824,-2-10 1905,-3-5 0,8-21 0,2-6 0</inkml:trace>
  <inkml:trace contextRef="#ctx0" brushRef="#br0" timeOffset="198">1 806 7962,'2'12'274,"5"-5"1,-2-2 0,10 0 0,2 2 122,2-2 1,12-3-1,6-2 1,6 0-190,8 0 1,-3-2 0,8-3 0,0-5-678,-1-2 0,-6 5 0,-1-5 469,-9 2 0,2-16 0,-7 2 0</inkml:trace>
  <inkml:trace contextRef="#ctx0" brushRef="#br0" timeOffset="597">523 283 7886,'7'-24'30,"1"-5"0,6 5 0,-4-5 0,2 5 321,5 2 0,0 0 1,0 0-1,-3 3 344,3 4 0,3-4 0,1 7-291,1 0 1,-7 2-1,-1 10-363,3 0 0,-7 3 0,-3 4-243,-5 7 0,-2 6 0,-2 4 0,-3 2 13,-2 4 0,-10 8 0,3-1 0,-6 4-216,-2 2 0,1 1 0,-1-1 0,2 1 243,6-1 1,-3-9 0,7-5 0,1-4 914,-1-4 0,5-1-415,12-6 1,6-4 0,11-10-1,2 0-240,3 0 0,8-7 0,-6-3 0,3-2-547,5-5 1,-5 5 0,-1 0 0,-1 0 448,-5-1 0,-3-1 0,-3-8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1:10.7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1 327 8154,'14'0'716,"1"0"1,4 0-303,8 0 0,0 0 0,11 0 0,6 0-184,4 0 0,3 0 0,-5 0 0,2 0-649,3 0 1,-10 0-1,-12 0 1,-4 0-622,-4 0 1040,1 0 0,0-9 0,0-3 0</inkml:trace>
  <inkml:trace contextRef="#ctx0" brushRef="#br0" timeOffset="199">306 1 8146,'0'22'70,"0"-1"1,0 3 311,0 6 1,0 1 0,0 8 0,0-3-75,0 3 1,2 2 0,3 2 0,2 1-314,-2-1 0,-2 1 1,-3-3-1,2-2-1154,5-3 1159,-4 0 0,6-2 0,-9-2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1:14.2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54 306 7957,'-15'-3'696,"1"-4"0,7 5-308,-8-6 0,13 6 0,2 2 1,12 0-117,7 0 0,3 7 0,2 1 1,5-1-149,7 3 0,5-8 0,1 8 0,-4-3-199,-1 0 1,-4 0 0,6-7-1,-5 0-869,-2 0 0,-3 0 0,-8 0 944,1 0 0,0-9 0,0-3 0</inkml:trace>
  <inkml:trace contextRef="#ctx0" brushRef="#br0" timeOffset="199">54 1 7957,'14'2'0,"1"3"46,2 2 0,2 1 0,3-8 0,0 0 252,-1 0 0,9 0 0,1 0 0,3 0-282,5 0 1,2 0-1,0 0 1,-2 0-1003,-3 0 986,-10 0 0,16-10 0,-9-2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1:12.4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0 8068,'-2'29'-250,"-3"0"0,-2 0 366,2 3 0,0 1 0,0 11 0,-2 0 378,2-1 1,2 8 0,3 2 0,0 0-112,0 1 0,0 4 1,0-8-1,0-1-263,0-3 0,0-5 0,0-5-47,0-7 0,-2-7-350,-5-7 1,4-8-1,-4-14 1,5-8 51,2-4 1,0-10 0,0 0 0,2 0 1,5-3 0,1 8 0,11-5 1,5 5 120,0 2 0,3 3 1,0 2-1,4 5 112,3 2 0,0 3 0,5 7 1,-6 0 100,-1 0 0,4 9 0,-7 6 0,-2 7 220,-3 7 0,-5-3 1,-4 8-1,-8 0 114,-4 0 0,-13 0 1,-5 4-1,-6-1-169,-8 1 1,-5-6 0,-12-1 0,-3-2-317,-1 0 1,-1-9 0,7-11 0,1-1-268,-1-1 0,10 0 0,5-9 0,7-5-423,8-8 0,4-4 1,10-3 729,0 0 0,20 0 0,4 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1:21.0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261 1176 8035,'-21'0'320,"-1"0"1,0 0 191,0 0 1,1 10 0,-1 7-1,0 9-238,0 11 1,1 4 0,1 5 0,3 2-162,3 3 0,9 7 0,-2-7 1,4-3 1,3-2 0,10-14 0,4-8 1,6-10 191,2-4 1,-1-5 0,1-12-1,0-10-65,0-10 1,-1 0-1,1-9 1,0-3-91,0-2 1,-3-2 0,-4 2 0,-8 2-54,-5 3 1,6 6-1,-1-3 1,-2 1-506,-3 6 0,-9 9 0,-3 2 0,-2 1-1005,-5 1 0,5-3-1895,-3 8 3306,11 1 0,-6 17 0,10 2 0</inkml:trace>
  <inkml:trace contextRef="#ctx0" brushRef="#br0" timeOffset="351">327 1307 8035,'0'-22'566,"7"7"403,0 1 1,3 2-413,-3-3 0,-4 8 0,6 14-208,1 8 0,-8 4 0,6 5 0,-6 3-132,-2 2 1,0 10 0,0-3 0,0 5-187,0 3 0,7-3 1,3-5-1,0-7-241,-1-5 0,8-4 0,-2-6 13,4-7 1,3-7 0,-3-7 0,-2-10-87,-2-9 1,-1-8 0,6-10 0,-3 1 13,-3-1 0,-7 1 0,6-1 0,-4 3 35,-4 5 0,-3-3 0,-2 10-181,0 2 544,0 13 1,0 6-1,-2 16 1,-3 9 279,-2 9 1,0 1-1,7 9 1,0 0 94,0-2 0,0 7 1,0-4-1,0 1-275,0-1 1,2 1 0,5-9 0,8-2-560,4-3 1,1-2 0,-3-3 0,-3-4-668,3-8 1,2-4-1,3-3 997,0 0 0,0-10 0,-1-2 0</inkml:trace>
  <inkml:trace contextRef="#ctx0" brushRef="#br0" timeOffset="601">1067 610 8168,'-7'24'1293,"0"3"-886,2 2 0,2 9 0,3 1 0,0 7 155,0 5 1,0 12 0,0 0 0,0 9-477,0 6 1,8-3 0,-1 0 0,-2-15-544,-3-11 0,-2-3 1,0-17-2962,0-3 3418,0-11 0,-9-15 0,-4-12 0</inkml:trace>
  <inkml:trace contextRef="#ctx0" brushRef="#br0" timeOffset="784">719 1024 8035,'22'-10'699,"-8"7"0,1-4-182,2 5 0,2 2 0,5 0 0,3 0-79,2 0 0,9 0 0,-1 0 0,4 0-294,2 0 0,-1 0 1,-6 0-1,-5 0-1675,1 0 1531,-8 0 0,7-10 0,-9-2 0</inkml:trace>
  <inkml:trace contextRef="#ctx0" brushRef="#br0" timeOffset="1467">1503 131 7968,'0'-22'-264,"2"7"330,5 1-433,-4-1 0,7 6-203,-10 9 570,0 0 0,0 19 0,0-7 0</inkml:trace>
  <inkml:trace contextRef="#ctx0" brushRef="#br0" timeOffset="2201">1481 0 11288,'0'34'0,"0"-3"469,0 1 1,0-1 0,0 8-1,2-3-25,6 3 0,-6 9 0,5 3 0,-2-2-208,2-3 0,-4-5 0,4-3 0,-4-4 140,-3-2 0,0-3-355,0-7-208,0-10 1,0-12 0,0-15 0,0-4-284,0-3 1,0-7 0,0 0 0,0 2 9,0 3 1,7 2 0,2 1 416,4-1 1,1 2 0,5 4 0,-2 3 42,-2 4 1,-1 1-1,8 8 284,0 0 0,-3 3 0,-2 4 0,-2 8 85,2 4 1,-8 5 0,1 3 0,-3 2-360,1-2 1,-1-3-1,-7-3 1,0 1-726,0 0 0,0-7 0,0-1-2283,0 3 2998,0-7 0,0 9 0,0-7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1:25.2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0 382 8212,'0'-21'277,"0"6"1009,0 1-179,0-1 1,0 5-628,0 10 0,0 12 1,0 17-1,0 5-195,0 0 0,0 7 0,0-2 1,0 7-200,0 5 0,7 0 0,3-8 0,0-2-348,-1-4 0,6-6 0,-5-9 25,2 0 0,-5-10 0,7-10 165,3-14 1,-7-5 0,0-22 0,-3-4 33,0-6 1,1-9-1,-6 8 1,3-1 11,2-2 0,0 14 1,-7-2-1,0 7-46,0 7 0,3 5 87,4 8 0,-2 7 1,7 16-1,0 11 140,0 6 0,3 13 1,6-3-1,1 3-78,0-3 0,0 3 0,2-10 1,3-5 121,2-7 0,2 0 0,-4-10 0,2-4 144,-3-8 0,-4-10 0,-5-14 0,-5-7-5,-2-5 1,-3-3-1,-7 1 1,0-1-305,0 1 1,-7 2 0,-3 2 0,-2 3-844,-5-3 0,-2 0 1,-3 3-1,3 7-786,4 5 1,-2 2-1152,10 0 2746,0 10 0,7 12 0,0 12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1:38.4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262 697 7991,'-22'-12'458,"0"5"188,0 5 0,-2 4 0,-2 5-111,-3 8 0,0 11 1,9 6-1,3 2-287,3 4 0,2 4 0,-3 1 0,8-2-72,4-5 0,3-4 0,3-10 0,2-1 66,2 1 0,10-10 0,-3-4 0,6-6-19,2-2 1,-1-17 0,1-5-1,0-4-112,0-6 1,-8 6-1,-2-11 1,0 1-398,1 2 1,-9-5 0,4 8 0,-4 0-273,4-1 0,-6-4 0,5 4 1,-4 1-794,-3-1 0,0 3 0,0 5 1351,0-5 0,9 5 0,4-7 0</inkml:trace>
  <inkml:trace contextRef="#ctx0" brushRef="#br0" timeOffset="349">327 632 8180,'0'22'833,"3"-8"0,1 1-402,4 2 1,-1 2 0,-7 3 358,0 0 1,10 9-697,4 5 1,3-4 0,0-3 0,-2-5-87,1-2 1,4-10-1,2-5-149,-1-4 0,1-6 0,0-4 0,-3-8-185,-4-4 1,2-5 0,-8-3 0,1-4 90,0-3 1,4 5 0,-6-5 0,-4 3 202,-1 4 0,-3-5 0,0 3 0,0 3 205,0 2 1,0 9 376,0 1 0,-3 11 0,-1 3-179,-4 12 0,1 10 0,5 7 0,-3 5 227,-3 0 0,1 7 1,7-5-1,0 5-236,0 3 1,7-3 0,3-2 0,0-5-387,0-3 0,6 5 0,-3-7 0,1-4-1222,1-8 1,-1-8 0,8-9-1189,0 0 0,-1-9 2434,1-6 0,0-24 0,0-7 0</inkml:trace>
  <inkml:trace contextRef="#ctx0" brushRef="#br0" timeOffset="898">1046 0 8052,'-3'20'0,"-1"-3"283,-4-3 0,1 3 0,7 10 1,-2 4 134,-6 3 0,6 2 0,-5 10 0,4 5 35,3 7 1,0-2-1,3 2 1,1 3-235,4 1 0,-1-4 0,-5 1 0,3-4-725,3-6 1,-1-1 0,-7-19 0,0-2-2710,0-3 3215,0-12 0,0-2 0,0-10 0</inkml:trace>
  <inkml:trace contextRef="#ctx0" brushRef="#br0" timeOffset="1083">741 501 7954,'22'0'-258,"-1"0"689,1 0 0,2-7 1,3 0-1,4 2 186,3 3 1,3 2 0,4 0 0,-2-3-866,-3-4 248,0 4 0,-2-16 0,-3 7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1:37.6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1 262 12187,'9'12'1044,"-4"-2"0,10-10-898,2 0 1,2 0 0,3 0 0,2 0-527,5 0 0,5 0 1,9 0-1,1 0-642,0 0 0,-1-7 1,-2-3 1021,-4-2 0,4-12 0,-7-10 0</inkml:trace>
  <inkml:trace contextRef="#ctx0" brushRef="#br0" timeOffset="99">502 1 8069,'-29'0'209,"-1"0"1,-6 0-1,5 0 1,-1 2 413,1 5 0,-5-4 0,4 4 0,1-5-391,-1-2 0,3 0 0,7 0-232,1 0 0,-1 0 0,0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1:36.7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216 19 7987,'-10'-12'787,"8"5"0,-5 17 0,4 12-156,3 11 0,0 11 1,0 4-1,-2 8-330,-6 7 0,6-7 0,-5 14 0,4 0-228,3-2 1,0-1 0,0-1 0,-2-3-302,-5-5 1,4-15-1,-4-14 1,5-5-492,2-2 0,-3-10 267,-4-4 0,4-8 1,-4-8-1,5-6-94,2-6 1,0-1 0,2-1 0,5 0 356,8 0 0,7 3 0,4 2 0,3 5 163,-2 2 1,0 3-1,-1 7 1,3 0 318,-2 0 1,-3 10 0,-2 4-1,0 6 94,-1 1 0,-8 4 0,-6 1 1,-5 6 94,-2 2 0,-2-5 1,-5 4-1,-8-1-224,-4-6 0,-13 4 1,-2-6-1,-2-5-167,0 0 1,-1-2-1,-4-2 1,3-8-276,1-4 1,8-3-1,-5-3 1,5-4-607,10-8 0,0-4 0,11-3 790,4 0 0,11 1 0,5-1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1:32.5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1 894 8051,'0'43'49,"0"3"0,0 2 151,0 3 0,0 0 0,0-7 0,2-1-26,5 1 0,5-10 1,8-5-1,-3-5 13,-3-2 1,1-10 0,6-5-155,1-5 0,-2-11 0,-4-8 0,-3-7-87,-4-5 1,1-10 0,-5 3 0,2-8-25,-2-7 1,-3-2 0,-2-5 0,0 5-10,0-1 1,0 8-1,0-4 1,0 6 10,0 8 1,0 4 180,0 11 1,0 11-1,0 12 1,3 18 187,4 14 0,-5 16 0,8 8 1,-3 5-81,1 3 1,9-1 0,-3-2 0,5-5-9,3-7 1,2-8-1,3-9 1,2-12 247,-2-12 1,-3-8 0,-2-4 0,-1-8-136,1-12 0,-7-9 0,-3-13 0,-3 1-263,-4-1 1,-2 1 0,-3-1 0,0 3-211,0 5 1,-3-6-1,-2 9 1,-2-1-1016,2 5 0,-4 4 0,1 4 1170,4-1 0,1 0 0,3 0 0</inkml:trace>
  <inkml:trace contextRef="#ctx0" brushRef="#br0" timeOffset="333">589 1046 9375,'12'-10'387,"0"8"0,-7-8 0,4 3 67,3 0 1,0-3 0,5 5 0,-2-2-160,2 2 0,2 3 0,3 2 0,0 0-186,-1 0 0,-6 0 0,0 0-155,1 0 1,-6 9-1,-3 6 1,-4 4-160,-3 3 1,-3 7 0,-1 3 0,-6-1-154,-2 0 0,5 1 0,-6-6 1,1 4 57,0-4 1,7-2-1,-2-2 598,5 0 0,2 0-141,0-1 0,2-8 0,5-6 0,8-5-120,4-2 0,3-2 1,0-5-1,2-8-767,5-4 1,-2-3 0,7 0 729,-3 0 0,8-9 0,-5-3 0</inkml:trace>
  <inkml:trace contextRef="#ctx0" brushRef="#br0" timeOffset="882">1089 1046 8051,'0'-15'0,"0"1"-123,0-3 0,0-2 0,0-3 172,0 0 0,8 8 0,1-1 0,3 1 307,5 1 0,-5-3 1,3 8-1,-1 1-15,-1-3 0,6 8-113,-5-5 0,3 7 0,-2 7-107,-8 7 0,-4 8 0,-3 5 0,0 4-158,0 3 0,-10 2 0,-5 8 1,-4 0-198,-3-1 1,3 1 0,2-1-1,2 1 111,-2-1 1,1-2-1,1-4 594,8-8 0,7-7-118,7-8 1,5-4-1,10-13 1,2-4-132,5-7 1,-2 1 0,7-1-1,0-3-955,-1-2 0,-4-3 0,5 0 733,-2 0 0,6 1 0,-4-1 0</inkml:trace>
  <inkml:trace contextRef="#ctx0" brushRef="#br0" timeOffset="1299">2113 719 7922,'0'-21'0,"0"-1"111,0 0 0,-7 0 1,-3 3-1,0 2 479,1 2 0,-8 11 0,2-4-211,-4 6 0,4 4 0,1 8 1,-3 12-259,-3 12 0,6 0 0,2 4 0,0 6 31,0 4 1,7 5 0,-2-4 0,4 2-14,3-3 0,0-9 0,0-5 0,0-3 210,0-4 0,10-13 0,4-7 0,6-4 155,1-3 1,1-12 0,0-8 0,0-9-353,0-4 0,-8-1 1,-2-5-1,0 3-312,0-3 0,-7 0 1,2 1-1,-4 1-343,-3-2 1,0 1-1,0-1 1,0 5-1086,0 3 1,2 2 0,3 7-1,2 0-610,-2 0 2198,-2 10 0,-3-17 0,0 5 0</inkml:trace>
  <inkml:trace contextRef="#ctx0" brushRef="#br0" timeOffset="1600">2156 545 7100,'0'22'503,"0"0"0,0-1 84,0 1 1,0 0-1,0 0 1,0 0-74,0-1 1,0 8-1,0 0 1,3 0-341,4 3 1,-4-1-1,6 6 1,-2-8-192,1-5 1,6-2-1,-4-3 1,2-4 25,5-8 1,2-5 0,3-2 0,0-5-106,0-9 1,-8-1 0,1-16 0,-1-1-84,-2-4 1,8 2 0,-8-2 0,2-3 164,1-2 0,-10 5 1,2 2-1,-2 3 81,2 4 1,-5 3 104,6 2 0,-6 12 0,-2 10 147,0 12 0,-7 10 1,-3 7-1,0 7-13,1 6 0,2-1 0,7-3 0,0-1 36,0 1 1,0-4-1,0 0 1,0-2-1004,0-6 1,9-4 0,6-7-703,4-8 0,3-5 0,0-4 1363,-1-5 0,1-15 0,0-12 0</inkml:trace>
  <inkml:trace contextRef="#ctx0" brushRef="#br0" timeOffset="2214">2831 88 8389,'0'24'544,"0"5"1,0 0-1,0 12 1,0 8-93,0 4 1,0 15 0,0 11 0,0 9-372,0 6 1,0-5 0,0 6-1,3-8-997,4-7 1,-4-17 0,4-20 915,-5-11 0,8-8 0,2-2 0</inkml:trace>
  <inkml:trace contextRef="#ctx0" brushRef="#br0" timeOffset="2416">2461 545 7997,'22'0'705,"-7"0"0,-1 0-498,3 0 1,2 0 0,3-2-1,2-3-104,5-2 1,-2-1 0,7 8 0,0-2-668,0-5 1,2 4 563,7-4 0,-9-5 0,-2 0 0</inkml:trace>
  <inkml:trace contextRef="#ctx0" brushRef="#br0" timeOffset="2716">2919 131 7997,'12'-9'457,"-5"-6"1,5-4 0,3-1-190,4 6 0,-5-3 0,1 7 0,2 1 200,2-1 0,3 3 1,0 7-1,0 0 22,-1 0 0,-6 0 0,-1 2-317,3 5 1,-7 6 0,-3 8 0,-4 1-29,-3 0 0,0 2 1,0 3-1,0 2-68,0-3 1,0-9-1,0-2 1,0 2-137,0 2 0,0-4 1,0-1-816,0 3 0,2-5 136,5 3 1,-2-11 0,10 4 0,2-6-26,2-2 1,3 7-1,0 1 763,-1-3 0,1-3 0,0-2 0</inkml:trace>
  <inkml:trace contextRef="#ctx0" brushRef="#br0" timeOffset="2949">3594 676 7834,'-10'12'-208,"8"0"1006,-6-5 0,6-2 0,4 7-333,6-2 1,6-3 0,13-7 0,2 0-422,-3 0 0,6 0 1,-1-2-1,1-3-528,-1-2 1,-2-10 0,-7 5 483,0-1 0,0-16 0,-1 5 0</inkml:trace>
  <inkml:trace contextRef="#ctx0" brushRef="#br0" timeOffset="3097">3790 240 8021,'-8'15'1,"1"-1"0,-7 3 0,6 10 0,1 7 232,-3 7 0,8 0 1,-5 17-1,4 5 452,3 7 0,8 0 0,1 10 0,3 2-788,5 3 1,-5-7-1,0-6 103,-2-4 0,7-3 0,-5 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1:31.2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0 392 11438,'24'-7'396,"3"0"1,2-1-846,-2-1 1,4-1 0,0-7 0,1 3 448,-1-3 0,8-3 0,-5-2 0</inkml:trace>
  <inkml:trace contextRef="#ctx0" brushRef="#br0" timeOffset="150">218 0 8027,'-7'22'0,"-3"0"0,0-1 380,1 1 1,-1 10 0,5 6 0,-2 11 77,2 9 0,3 0 0,2 5 0,0 5-274,0-1 0,2 1 0,3-5 0,4-5-184,4-7 0,1-15 0,8-4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1:29.9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196 676 8020,'-14'0'-76,"-1"0"133,-2 0 0,-2 0 0,-3 2 506,0 6 0,8 11 0,-1 12 1,1 6-270,2 9 1,-5 0 0,9 9 0,3 1-134,3 0 0,2-8 0,2 0 0,3-9 88,3-10 1,9-7 0,-3-8 0,5-9 82,3-10 0,0-7 1,0-12-1,0-3-221,-1-2 1,-6-9 0,-3 1 0,-2-4-41,-6-2 1,-1-1 0,-3 3 0,0 2-310,0 3 1,0 2 0,0-5 0,0 6 29,0 1 0,-7 1 0,-1 4 208,3-2 0,-7 0 0,0 7 0</inkml:trace>
  <inkml:trace contextRef="#ctx0" brushRef="#br0" timeOffset="383">305 698 8792,'-12'21'737,"2"1"0,10 0 1,0 0-332,0 0 1,0-1 0,0 4-1,3 1-138,4 3 1,-2 0 0,7-7-1,0 0-290,0 0 1,0-8 0,5-2 0,-2-2-114,1-5 0,-3-5 0,1-5 0,3-5-155,2-2 1,-7-5 0,-2-9-1,-3-6 100,1-2 1,1 5-1,-4-5 1,2 0 97,-2 1 0,-2 6 0,-3-2 0,0 5 158,0 2 0,0 7 449,0 1 1,0 11-232,0 3 0,0 17 1,0 12-1,0 0-122,0 3 0,0-1 0,0 6 1,0-6-96,0 1 1,9-8-1,3 5 1,3-5-690,0-2 0,-8-10 0,7-5-210,3-4 1,3-3 0,-1-3 0,-2-4-1591,-3-8 2422,-9-4 0,15-12 0,-8-3 0</inkml:trace>
  <inkml:trace contextRef="#ctx0" brushRef="#br0" timeOffset="618">806 240 8616,'2'25'1081,"3"4"1,2 7-553,-2 5 0,5 12 1,0 5-1,-1 8-154,1 6 1,7-2 0,-5 8 0,2-6-629,1-9 0,-8-9 0,5-18 1,0-7-777,0-5 1,-7-14 1028,3-10 0,4-10 0,0-12 0</inkml:trace>
  <inkml:trace contextRef="#ctx0" brushRef="#br0" timeOffset="783">632 698 9839,'21'0'251,"-6"0"0,-1 0 1,6 0-96,6 0 1,-1 0-157,4 0 0,4-10 0,1-2 0</inkml:trace>
  <inkml:trace contextRef="#ctx0" brushRef="#br0" timeOffset="966">1045 1 8877,'0'24'1039,"0"5"0,3 7-617,4 5 1,-2 5 0,9 3-1,1 4-474,-3 3 1,5-1-1,-7 6 1,-1-3 51,1 2 0,7 3 0,-5 3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2:06.5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22 231 8042,'0'22'129,"-2"-3"1,-3-2 0,-2-3 212,2 3 0,3 3 0,2 1 0,0 1 12,0 0 1,0 0 0,0-1 440,0 1-489,0-10 1,2-2 0,3-12-221,2-6 1,3-4-1,-5-10 1,2-2-13,-2-5 1,0 3 0,-1-8 0,4 0 112,-3 0 0,-3 5 1,-2-5-1,0 0 196,0 0 0,0 8 0,0-3 230,0 5 1,0 2 19,0 0-684,-10 10 1,5 14 0,-7 18-1,3 9-159,4 5 1,2-1 0,3 6 0,0-5-54,0-3 0,0 1 0,0-5 0,0 2 134,0-3 0,0-9 1,0-2-339,0 2-560,0-8 0,0-1 1,3-16 1026,4-6 0,5-15 0,10-5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2:07.9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88 6841,'3'12'445,"4"-5"0,-2-4 0,9-6-178,3-4 1,-5-3 0,3-7 0,2 5 4,2 3 0,-4-6 0,-1 5 0,3 1-18,3-1 0,1 3 0,1 7 116,0 0 1,-8 0-230,1 0 0,-10 2 1,2 5-1,-5 8-239,-2 4 0,-9 3 0,-6 2 0,-4 3-150,-3 2 0,0 10 0,1-3 1,-1 5-136,0 3 0,0-11 1,3-4-1,2-7 279,2-7 0,11 4 202,-4-4 0,8-6 0,8-4 85,6-10 0,5 1 0,3-11 0,0 0-67,0 3 0,0-7 0,-1 7 1,1-3-542,0 1 1,0 2 424,-1-3 0,1-14 0,0 5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2:08.4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41 8029,'-10'-12'-789,"8"0"0,-8 7 946,1-2 0,6 2 0,-4 12 444,5 8 0,2 4 0,0 5 0,0 5-254,0 8 1,0 4 0,0 5-1,0 2-90,0 3 0,0 7 0,0-5 0,0 1-97,0-1 1,0-2 0,0-8-1,0-2-257,0-4 0,0-6-187,0-9 98,0-10 1,0-12 0,0-17 0,0-7-66,0-5 1,0 0 0,0 7 0,2 0 1,5 0 1,-2 1-1,10-1 281,1 0 0,-3 10 1,1 5 288,3 4 1,-5 6 0,0 4 0,0 8-109,0 4 0,-4 5 1,4 3-1,-3 2-179,-4-3 0,-2-1 0,-3-4 0,0 1-892,0 0 1,0 0-1,0-1 858,0 1 0,0-10 0,0-2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2:45.9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65 262 6121,'0'12'95,"0"-2"-86,0-10 310,0 0 133,-9 0 379,6 0-115,-6 0-194,9 0 18,0 0-210,0-10 1,2 0 86,5-4 0,-2-3-315,10 10 1,-1-1 10,8 8 1,-8 0-96,1 0 1,-10 10 0,2 5-498,-4 4 1,-3 10-1,-3 0 1,-2-2 194,-2-3 1,-8-2 0,6-1-1,-3 1 436,-5 0 1,5 0 0,-3-1 140,-2 1 1,5-10 0,0-2 682,2 0-786,3-8 0,10 8 0,4-10-311,7 0 0,6-3 0,1-1-355,1-4 0,0 1 1,0 7-1408,0 0 1883,-1-10 0,1 8 0,0-8 0</inkml:trace>
  <inkml:trace contextRef="#ctx0" brushRef="#br0" timeOffset="299">436 1 8050,'0'12'183,"0"0"0,0-5 463,0 8 1,0 11 0,0 8 0,2 5-279,5 7 0,-4 12 0,4 0 0,-5 5-242,-2 2 0,0-7 1,3-2-1,2-5-41,2-10 1,0 0 0,-4-12 0,1-2-1686,4-3 1600,-1-12 0,3 7 0,2-7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3:20.6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22 197 8189,'0'-22'225,"0"0"1194,0 1 489,0-1-1503,0 10 0,0 14 0,0 18 0,0 6-13,0 1 1,0 4 0,0 1 0,0-1-85,0 1 1,0 4 0,0-5 0,0 1-124,0-1 0,0-2 1,0-7-1,0 0-18,0 0 0,0-1 77,0 1-168,0-10 0,0-7 0,0-17 0,0-10-10,0-2 0,0-10 1,-2-2-1,-3-8-49,-2-6 0,-1 4 1,8-3-1,0 8 109,0 5 1,0 9 0,0-2 0,0 5 59,0 2 0,0 8-730,0-1 1,0 13-1040,0 2 0,0 9 0,0 13 1583,0 0 0,10 0 0,2-1 0</inkml:trace>
  <inkml:trace contextRef="#ctx0" brushRef="#br0" timeOffset="1352">392 197 7695,'0'-22'168,"3"0"1,2 1 312,2-1 1,10 3-1,-3 2 1,6 2-106,1-2 1,1 5 0,0 0 0,0 2-22,0 5 0,-1 3 0,1 2-289,0 0 0,-3 2 0,-4 6 1,-8 9-56,-5 9 0,-2 1 1,-2 9-1,-3 0-93,-2-2 1,-10 5-1,5-8 1,-3 1 118,1-1 0,2-2 0,-5-7 0,5 0 140,2 0 1,0-3 0,6-2-6,-4-2 1,1-8-108,7 7 1,10-9 0,7 2-305,9-4 0,-2-10 0,8-3 0,-1-2-1093,6-5 1,1-2 1331,-1-3 0,13-10 0,-4-2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4:26.2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53 8079,'0'-14'485,"0"-1"1,0 8 161,0-7 1,0 11-276,0 3 1,0 10 0,0 12-1,2 2 37,5 5 0,-4 5 0,4 9 0,-5 1-205,-2-1 1,0-1 0,3-4 0,2-4-637,2-2 1,0 4 0,-7-7-1473,0-2 1904,0-3 0,0-12 0,0-2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4:26.6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66 107 8199,'0'-15'-110,"0"1"231,0-3 0,0-3 1446,0-2-1121,0 10 0,0 5 0,0 14-191,0 8 0,0 7 1,0 4-1,-3 6-81,-4 2 0,5-5 0,-5 7 0,4 0-479,3-2 0,-7 7 1,0-7-1,2 0-1555,2-5 1860,3-5 0,-9 8 0,-3 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4:30.5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8202,'12'0'965,"0"2"0,-7 5-547,2 8 0,3 4 0,-5 5 0,2 3-415,-2 2 1,5 0-1,-3-7 1,-2 0-435,-3-1 1,1 1 430,4 0 0,-5 0 0,8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4:31.1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0 218 7993,'0'-22'625,"0"0"1,0 8 0,3-1-102,4-2 0,5 5 0,10-2 0,2-3-198,5-3 0,-5 6 1,5 2-1,-5 0-107,-2 0 1,0 7 0,0-2 0,0 4-126,-1 3 1,-6 0 0,-3 3-151,-2 4 0,-6 7 0,-11 15 1,-7 8-201,-6 4 1,-1 2 0,-1 1 0,-2-1 31,-5 1 0,4-8 1,-4-2-1,8-2 227,6-6 1,-2-2 25,10-2 0,2-10 1,12-4 85,8-6 0,7-9 1,4-3-1,6 0-289,1 1 0,-4-1 0,8 5 0,-1-2-1208,-2 2 1382,7 3 0,-17 2 0,8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6:37.3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44 327 8088,'-15'-7'517,"1"-1"1,9-9 0,-3 3-78,6-6 0,2-1 0,0-1 0,2 3-108,6 4 1,4-4-1,10 4 1,-1-4 84,1-3 1,10 0 0,1 0 0,4 3-15,-1 5 0,0-3 0,5 9 0,-2 4-62,-3 1 0,-9 3 0,2 3-236,-5 4 0,-12 7 1,-4 15-1,-6 5-129,-2 0 0,-10 10 0,-4-3 0,-5 10-76,-3 4 1,-7-6-1,0 1 1,0-4-303,-3-2 0,10-8 0,-2-2 0,7-2-923,0-6 0,8-9 1392,1-2 1,8-13 0,8 1 0,6-11 170,6-4 0,4-2 0,2-8 0,6 0-20,2 0 1,0 1-1,4-4 1,-1-1-543,1-3 1,-4 0-1,0 7 1,0-2 323,0-5 0,2 4 0,8-6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6:55.1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719 653 8216,'0'-31'-407,"0"4"1,-3-7 503,-4 3 0,5 2 1,-5 5-1,4-3 331,3-2 0,0-7 1,-2 7-1,-3 2-112,-2 3 1,-8 0 0,5-3-1,-2-2-245,-5 3 0,-2-6 0,-3 3 0,-2 2-59,-5 3 0,5 2 0,-5 1 0,5 1-64,2 6 1,0 4 0,0 10 0,0 0 15,1 0 0,6 10 1,3 7-1,0 9-103,0 11 1,5 4 0,-5 5 0,2 5 112,5 7 1,3 7-1,2 8 1,0 6-2,0 6 0,0 2 0,2 3 1,5 6 36,0-42 1,1 1 0,1 7 0,1 2 0,1 5 0,0 0 0,0-1-1,0 0-11,0-2 0,-1 1 1,0-1-1,0 1 1,-1 0-1,-1 1 0,-2 0 1,0 0 234,-1-3 1,0-2 0,-2-6 0,-2-3 0,-8 41 0,-7-8 248,-6-7 0,-4-8 0,-3-16 0,-2-13-136,3-11 1,-6-10 0,1-5-1,-1-5-318,1-3 1,2-4-1,7-12 1,3-10-651,4-10 1,-2-7-1,10-7 1,2 3-212,3 1 1,2 1 0,0-7 831,0-1 0,0 0 0,0 1 0</inkml:trace>
  <inkml:trace contextRef="#ctx0" brushRef="#br0" timeOffset="400">174 2570 8216,'-14'14'728,"-1"1"-216,1-10 0,2 2 232,5-14 0,4 2-75,3-10 0,3 10-432,4-2 0,-2 7 0,7 7 0,-3 10 4,-4 10 0,-2 9 0,-3 17 0,0 15-165,0 17 0,-1-35 0,-1 2 0,-2 8 0,-1 3 0,-4 5 1,-2 2-170,-1 3 0,-2 1 0,-2 6 0,0 0 1,4-1-1,0-1 0,0-3 0,2-2-31,3-5 0,2-3 0,2-9 0,1-3 0,5 32 0,6-22-75,13-25 1,10-16 0,14-24 0,4-8-182,8-12 1,5-9 0,3-13 0,-1 1-1198,0-1 1577,1 1 0,-1-11 0,0-1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00.5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284 129 7870,'0'-22'58,"0"1"1,2-1 0,3 0 1035,3 0-567,-1 10 1,-7 5 0,0 14-232,0 8 0,0 14 1,0 9-1,0 8-114,0 5 0,0 10 0,0-1 0,0 10-84,0 10 0,0 7 0,0 8 0,0-45 0,0 1-125,0 2 1,0 1 0,-3 1-1,-1 1 1,0 2 0,0 0 0,2 4-1,-1 0-5,2 2 0,0 0 0,1-2 0,0-1 1,-1 0-1,0-1 0,-2 0 0,1-1 74,-2-2 1,0 0-1,0-3 1,1 0 0,3-2-1,0-2 1,-2 44 82,-5-4 1,4-1 0,-4 6 0,5-45-1,1 1-84,1 3 1,0-1-1,0-2 1,0 0 0,0-1-1,0 1 1,0 1-1,0 0-94,1 1 0,-2 1 0,-2 3 0,-1 2 0,0 0 0,1 0 0,0 1 0,1-1 7,1 0 1,0 0 0,-3 0 0,0-1 0,1-3-1,-1 1 1,1 0 0,1-1-72,1 0 0,0-1 0,-2-2 0,-1-2 1,-4 32-1,1-2 223,-3 2 0,8-7 0,-5-2 0,4-6 301,3-1 0,-7-8 1,0 0-1,0 0-11,-3-2 0,7-10 1,-6-12-1,2-3-98,-1-4 1,-1-3-1,4-2-977,-2-1 1,-3-6-1581,3-1 1,2-6 2354,-10 6 1,1-19 0,-8 3-1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17.5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44 828 8169,'-3'-21'69,"-2"-1"1,-4 0 303,-3 0 0,7 1 0,-3-1 1115,6 0-928,2 0 1,0 13 0,0 9-28,0 12 1,7 17 0,3 5 0,2 2-207,5 0 0,0 0 0,0 8 0,-3 0-278,3-1 0,3 1 1,-1-1-1,-2-2-145,-2-4 1,-3 1-1,5-9 1,-5-2 29,-3-3 0,8-4 177,-2-6 0,-6-14 0,1-17 0,-3-10 38,1-9 1,-1-5 0,-7-5-1,0-2-156,0-3 1,0-7 0,0 7 0,0 3-389,0 2 0,0 2 0,0 3 0,0 5-884,0 7 1,0 4 0,2 6-1764,6 5 3042,4 4 0,9 20 0,1 2 0</inkml:trace>
  <inkml:trace contextRef="#ctx0" brushRef="#br0" timeOffset="401">305 959 8028,'-7'15'0,"-1"-1"708,4 3 0,1-2 0,3 6-180,0 11 1,3-3 0,1 0-52,4-5 1,9-5-1,-5-2 64,0-2 0,0-10 0,-5 0-224,8-10 0,2-15 0,0-11 0,-5-1-118,-3 1 0,6-8 0,-5 1 0,-1-8-222,1-5 0,4-7 1,-6 7-1,-3 0-432,-3-2 0,0 7 0,3-5 1,2 8-826,-2 6 1,-2 6-1,-1 9-1279,5 0 2559,-4 10 0,16 2 0,-7 10 0</inkml:trace>
  <inkml:trace contextRef="#ctx0" brushRef="#br0" timeOffset="899">632 1112 8120,'14'19'71,"1"-5"1,-8-4-1,7-8 1,3 3 384,3 3 0,-6-1 1,1-7-89,2 0 1,2-7 0,3-6-1,-3-3-23,-4-9 0,2-1 0,-10 2 0,0-3-169,3-2 1,-8-3 0,5 6 0,-4-6-102,-3-2 1,-3 5-1,-4-4 1,-7 1-100,-6 6 0,-1 1 0,-1 4 0,0-1 261,0 0 1,0 3 0,1 4-48,-1 8 1,7 14-1,3 10 1,3 7-105,4 5 1,2 12 0,3 1 0,0 6-223,0 0 0,3-2 1,4-2-1,8-1-354,4 1 1,5-3 0,3-5-1,4-7-327,3-4 1,-5-13-1,7-5 1,1-5 335,-3-2 0,4-9 1,-9-8-1,-5-7 122,-7-5 0,3-10 0,-8 3 0,0-3 256,-5 3 0,-2-6 0,0 6 0,2-3 313,-2 3 0,-3-3 1,-2 10-1,0 3 799,0 2 0,-2 9-491,-5 0 0,4 13 1,-4 2-1,5 12 88,2 8 0,0 11 0,0 5 0,0 5-331,0 3 1,7 0 0,3-1 0,-1 1-656,1-1 0,7 1 0,-5-3 0,3-2-1592,-1-3 1,1-12 1971,6-2 0,11-10 0,2-12 0</inkml:trace>
  <inkml:trace contextRef="#ctx0" brushRef="#br0" timeOffset="1032">1285 502 8111,'-15'-44'236,"1"1"1,-1 2 347,3 4 0,-5 6-477,10 9 0,0 12-1104,7 10 997,0 10 0,0 21 0,0 3 0</inkml:trace>
  <inkml:trace contextRef="#ctx0" brushRef="#br0" timeOffset="1416">1612 741 8004,'-15'-7'113,"0"0"237,-1 2 1,3-5 0,-1 3 11,-3 2 1,5 3 0,-3 2-97,-2 0 1,5 2 0,0 5 0,0 8-250,0 4 1,7-4 0,-4-1 0,1 3-413,1 3 0,0 1 1,7 1-555,0 0 1,0-8 0,2-1 514,5-4 1,6-1 0,8-8 442,1 0 0,-7 0 0,-3-3 0,0-2 97,0-2 1,-7-3 0,4 5 368,1-2 0,-7-2-1041,4 1 566,5 6 0,-10-17 0,8 6 0</inkml:trace>
  <inkml:trace contextRef="#ctx0" brushRef="#br0" timeOffset="1897">1590 807 7842,'0'-22'-543,"0"7"1266,0 1 0,0 7 846,0-8-334,0 1-817,-10 1 0,-2 4-321,-10 9 1,8 9 0,-1 8 0,-2 8-249,-2 4 0,0 9 1,2-1-1,2 4-63,-2 2 1,5-6 0,0-4-1,2-1-237,5-5 1,3-3 0,2-2 264,0-1 1,10-9-1,4-4 1,6-8 209,1-8 1,1-4 0,0-12 0,0-3 338,-1-2 0,-6 8 1,-1 6 162,3-2 1,-5 8-1,3 1-394,2 6 1,-7 4 0,-1 6 0,-1 6-43,-1 5 1,2 6 0,-4 4-1,3 7-87,-4 5 1,1 3-1,0-1 1,2 1-53,-2-1 0,-5 3 1,-5 3-1,-4 1 22,-3-1 1,-3-3-1,-7-5 1,1-2 20,-1-3 1,-2-9 0,-3-1 0,-2-6-130,2-6 1,3-9-5,2 2 1,10-14-1,5-10 1,5-7 92,2-5 0,9-10 0,6 3 1,4-5-118,3-3 163,0 0 0,9-9 0,3-2 0</inkml:trace>
  <inkml:trace contextRef="#ctx0" brushRef="#br0" timeOffset="2248">1873 132 8004,'0'-22'-28,"7"0"1,3 3 400,2 4 1,-5 8 0,8 14 132,2 8 1,-8 14 0,1 7 0,-3 8-282,0 6 1,8 6 0,-8 9 0,-2-2-142,-3-5 0,-2 5 0,0-5 0,0 5-206,0 3 1,0-4 0,0-3-1,0-9-104,0-4 1,-7-12 0,-2-5-189,-4-5 0,6-14 333,-7-10 0,9-10 1,-2-11-1,4-1 113,3 0 0,0-2 0,3-3 0,1-2 269,4 3 0,6 9 1,-4 2-1,2 1-1,5 2 0,2 2 0,3 10-413,0 0 1,0 10-1,-1 4 1,-1 5-320,-6 3 1,6 7-1,-8 3 1,2-1 431,1 1 0,-1 6 0,8-4 0</inkml:trace>
  <inkml:trace contextRef="#ctx0" brushRef="#br0" timeOffset="2450">2504 1 8004,'22'0'0,"0"2"313,0 6 1,-8 4 0,-2 12 0,0 5 29,0 7 1,-4 15-1,4 10 1,-2 6-291,-6 6 1,-1 12-1,-3-3 1,0 5-637,0-2 0,-7-13 0,-3-2 0,-2-7-1340,-5-5 1923,7-29 0,-9 10 0,7-27 0</inkml:trace>
  <inkml:trace contextRef="#ctx0" brushRef="#br0" timeOffset="2598">2417 567 8004,'15'0'-7,"-1"0"1,6 0 534,6 0 0,1-2 0,12-3 0,4-2-279,6 2 1,4 2 0,-5 1-1,5-3-397,3-2 0,-8-3 148,3 3 0,-5-5 0,-2-10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24.0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22 109 8062,'0'-14'-2223,"0"-1"2358,0 10 263,0-14 0,7 14 585,1-9-524,-1 9 0,-5-5 126,6 10-432,-6 0 0,8 2-36,-10 6 0,-3-3 1,-2 9-1,-2 3-108,2 2 1,0 6 0,1 1 0,-4 3 17,4-2 1,-1 4 0,0 1 0,-2-1-59,2 1 0,2-1 0,3-4 0,0 2 93,0-3 0,3-9 1,4-5-1,8 0 49,4 1 1,5-9-1,3 4-211,2-6 0,2-2 1,-4 0-1,2-2-292,-3-6 1,-1-1-1,-4-8 1,1 5 391,0 2 0,0-7 0,0 5 0</inkml:trace>
  <inkml:trace contextRef="#ctx0" brushRef="#br0" timeOffset="183">414 0 8062,'-12'32'31,"-5"2"0,10 12 0,2 2 268,3 3 0,2 12 1,0 0-1,0 12 174,0 9 1,0-9-1,0 12 1,0-2-607,0 0 1,0-8-1,0-7 1,0-9 132,0-10 0,0-5 0,0-3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25.4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457 131 7957,'0'-21'278,"0"-1"0,0 7 1,0 1 228,0-3 0,0 5 0,-2 0-289,-5 2 0,2 3 1,-10 7-1,-4 2-245,-8 5 1,3 6 0,-5 8-1,5 1-242,2 0 0,0 0 1,3-1-1,2 1-346,3 0 0,9 7 0,-2 0 382,4-2 0,10-3 0,3-2 0,2-1 376,5 1 1,2 0-1,3 0 1,-2 0 379,-6-1 0,3 8 1,-10 0-1,-2-2 287,-2-3 1,-3-2-1,-3 0 1,-7 0-313,-11-1 1,-4-1 0,-8-6 0,-1-4-394,0 0 0,0-8 0,-5 3 0,5-10-869,3-10 0,4 3 1,13-2 763,7-3 0,4-12 0,3-5 0</inkml:trace>
  <inkml:trace contextRef="#ctx0" brushRef="#br0" timeOffset="368">871 393 7983,'0'22'18,"0"9"0,0 3 542,0 0 0,0 0 1,-2-8-1,-3 3-86,-2-2 1,-10 4-1,2-2 1,-4-2-330,-3-3 1,0 5 0,3 0 0,2-2-1108,2-3 962,1-2 0,-8 9 0,0 3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27.9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23 990 8077,'-13'-22'554,"6"0"27,5 0 0,2 8 1,0-1-318,0-2 0,0 5 0,2 0 0,5 0-114,8 0 0,4 0 0,3-3 1,2 8-141,5 5 1,-5-5 0,6-1-1,-6 3-91,-2 3 1,-1 4 0,1 3 0,-3 5 16,-4 2 0,2 3 0,-10 6 1,-2 4-27,-3 4 1,-2-3 0,-2 10 0,-5 3-73,-8 2 0,-11 3 0,-3-3 0,0-2 4,-3-3 1,8-2 0,-5 2-1,5-7 103,2-5 0,0-4 0,0-3 314,1-3-20,8-9 1,13 5-1,15-10 1,7-3-179,7-4 0,-3 5 1,11-6-1,-1 6-390,-2 2 0,7 0 1,-7 0-1,2 0-1469,0 0 1798,1 0 0,6-10 0,1-2 0</inkml:trace>
  <inkml:trace contextRef="#ctx0" brushRef="#br0" timeOffset="416">1024 10 8315,'0'-10'-779,"0"13"1068,0 16 0,0 8 0,0 14 0,0 7 21,0 5 1,0 5-1,0 8 1,-2 1-197,-5 6 1,4-3-1,-7 8 1,3-1-180,0 0 0,-8-14 0,6-2 0,-3-10-876,-5-10 825,7-22 1,0-9-1,10-25 1,0-4-57,0-3 0,8 0 0,1 3 0,3 2 0,5 3 1,3 9 0,1-2 0,1 4 98,0 3 0,0 0 1,0 3-1,-1 4 227,1 7 0,-7 6 0,-3 4 0,0 5 301,0 7 1,-7-2 0,2 0-1,-7 0 28,-7 0 1,-5-8 0,-10 3-1,-2-4-72,-5-4 0,2-1 0,-9-3 0,-1-5-364,4-3 0,-6 6 0,7-8 0,1-2-479,-1-3 0,3-4 0,10-5 0,2-5 432,3 0 0,9-17 0,-5 4 0</inkml:trace>
  <inkml:trace contextRef="#ctx0" brushRef="#br0" timeOffset="600">1612 903 8328,'22'0'168,"0"0"0,-8 2 0,-2 5 0,0 8 268,1 4 1,-9 5-1,6 3 1,-3 4-344,1 3 1,-1 3-1,-7 4 1,0-2-812,0-3 0,-7-7 718,-1 7 0,-9-9 0,5 4 0</inkml:trace>
  <inkml:trace contextRef="#ctx0" brushRef="#br0" timeOffset="715">1721 576 8141,'0'-22'0,"0"-2"0,0-3-242,0-2 242,0 0 0,10 17 0,2 3 0</inkml:trace>
  <inkml:trace contextRef="#ctx0" brushRef="#br0" timeOffset="1085">2222 946 8177,'-15'-19'1541,"1"4"-829,-3 8 0,-2 5 0,-3 2 0,2 2-360,6 5 1,-5 13 0,4 11 0,-4 3-347,-3 5 0,3-5 0,2-1 1,5 1-205,2 0 0,3-5 0,7 5 0,0-2-401,0-6 0,9-11 1,6-8-1,4-5 129,3-2 0,0-9 1,-1-6-1,1-7 343,0-7 1,0 5 0,-3-7 0,-2 2 523,-2 0 0,-3 0 0,2 7 1,-4 0 422,0 0 1,-6 3-476,11 4 1,-10 11 0,2 16-475,-5 9 0,-2 13 0,0-2 0,0 2-796,0 4 0,0-6 925,0-3 0,0 5 0,0 0 0</inkml:trace>
  <inkml:trace contextRef="#ctx0" brushRef="#br0" timeOffset="2065">2657 881 8145,'-14'0'79,"-1"0"366,-2 0 0,5 0 306,-2 0-709,-1 0 1,1 0 0,2 2-25,2 6 0,0-6 0,6 8 1,-4-1-58,3 6 1,3-3 0,2 2-18,0 3 1,0 3 0,0 2 0,0-1 133,0 1 1,7 0 0,3 0 0,0-1 53,-1 1 0,1 0 0,-5 0 0,2 0 190,-2-1 1,-3 1 0,-2 0-1,0 2-10,0 5 0,-9-5 0,-6 3 0,-4-8-74,-3-4 1,0-3 0,0 2 0,1-6-300,-1-6 1,0-2-598,0 0 1,3-2 0,4-6-62,8-6 1,7-3-1,7 0 271,8 2 1,4 11 0,3-4 0,0 6 221,0 2 1,-1 0 0,1 0 0,0 0 206,0 0 1,7 0-1,0 0 1,-3 0 264,-1 0 0,4-7 1,2-3-1,1-2 76,-1-5 1,5-2-1,-7-3 1,0 0-50,3 0 0,-8 1 0,3-4 1,-8-1 94,-4-3 1,-8-8 0,5 8 0,-2 3 116,-6 2 0,-4 2 1,-7 2 65,-7 6 1,-6 4 0,-1 10-489,-1 0 1,2 10-1,3 4 1,5 8-197,3 7 1,-6-2-1,8 7 1,2 0-288,3-1 1,4-4-1,3 5 1,5-2-475,2-6 0,9-1 0,11-4 1,2-1 132,5-6 0,4-4 0,8-12 0,5-6 724,-1-6 0,6-15 0,-8-10 0,0-9 6,0-10 0,-11 2 0,-13 0 0,-8 1-55,-6-1 0,-5 8 0,-10-1 0,-3 10 1089,-4 10 0,-8 5 0,-11 5 1,-3 4 23,2 8 1,3 5 0,2 2-1,3 2-1187,4 5 0,6 5 1,9 10-1,0 2-139,0 5 0,0-2 1,2 9-1,5 3 140,8 2 1,4-4 0,3-1 0,-3 3 423,-4 2 1,4-5 0,-4 0 0,2 1 606,-3-4 0,3 6 1,-10-10-1,-2-2-192,-2-3 0,-13-5 0,-5-4 0,-4-8-752,-3-4 1,-7 4 0,0 0 0,3-2-263,1-3 334,13-2 0,-7-9 0,7-3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33.0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23 219 8154,'-12'-3'217,"4"-4"1,6-5 0,4-10 353,6 0 0,6 1 0,13-1 0,2 0-307,-3 0 1,6 1-1,-1 1 1,1 6-103,-1 6 0,1 6 0,-6 2-58,3 0 1,-2 10-1,-13 4 1,-6 8-26,-6 7 0,-2 5 0,-2 9 0,-6 3-19,-6 5 1,-13 2 0,-4 8 0,-1-5-366,1-3 0,-8 5 0,5-5 0,-2-2-435,0-5 1,16-3 0,-1-18 452,1-6 1,11-17 0,1-9-1,8-19 559,8-13 0,6-5 0,15 1 0,5-1 75,0 1 0,5 11 0,-8 8 1,1 9 309,-1 6 1,8 2-1,-5 7 1,-1 2-417,-4 5 1,-4 5 0,-1 10 0,0 0-539,-2 0 0,2 7 1,-17 0-1,-2-3-1241,-2-1 1,4-4 1537,0 1 0,0 10 0,-7 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33.3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388 23 7919,'-22'-12'0,"0"4"276,1 6 0,-1 4 1,0 10-1,-2 15 204,-5 14 1,2 27 0,-7 7 0,0 17-318,17-39 1,1 3 0,2 6-1,1 2 1,-1 4 0,1 2-1,3-3 1,1 1-201,1-1 0,1-1 1,4-1-1,2 1 0,-2-1 1,1 0-1,3 1 1,3-1-34,2 1 1,2-1 0,1-10 0,2-1-1,13 40 1,5-19-477,7-15 1,8-6 545,6-11 0,-4-6 0,10-6 0,5-7 0,6-7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33.7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63 262 8052,'-14'-9'0,"-1"-4"1415,-2 1 1,8-7-1267,1 4 1,8-1 0,8-1 0,6 4 92,6 4 1,1-6 0,1 6-1,2-1-98,5 0 1,-4 3-1,4 7 1,-5 0-103,-2 0 0,-1 0 0,1 2 0,-3 6 99,-4 6 1,-3 6 0,-7 4-1,2 5-42,-2 7 1,-12 5-1,-10 3 1,-7-1-127,-5 1 1,-8 7 0,6-1-1,-1-1 82,1-3 0,2-12 0,7-5 0,0-5 49,1-2-99,8 0 1,6-13-1,14-9 1,10-12 15,10-7 0,7 4 0,9 3 0,1 0-192,0 0 1,-1 7-1,1-5 1,-1 3-358,1 0 0,-1 0 1,-2 7-1,-2-3 528,-3-4 0,1 5 0,6-8 0</inkml:trace>
  <inkml:trace contextRef="#ctx0" brushRef="#br0" timeOffset="217">695 415 10321,'22'0'1149,"-1"0"0,1 0-795,0 0 1,7 0 0,2 0 0,3 0-403,5 0 0,0 0 0,-1 0 0,-4 0-2863,-2 0 2911,-3 0 0,2-10 0,3-2 0</inkml:trace>
  <inkml:trace contextRef="#ctx0" brushRef="#br0" timeOffset="417">1043 1 8052,'-21'0'1797,"6"0"-1128,0 0 1,3 17 0,-2 7 0,7 7-199,4 8 1,3 12 0,0 7 0,0 5-201,0 2 0,3 3 0,1 0 0,4 0-547,-3-6 0,4-3 0,-2-1 0,-2-8 276,-2-4 0,-3-12 0,0-2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35.0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1002 8127,'0'-21'158,"0"18"0,0 10 1,0 13 411,0 9 1,0 7 0,0 12 0,0 8-31,0 7 1,7 0 0,0 14 0,-2 1-509,-2-1 1,-3 3-1,2 5 1,3-8-890,2-11 1,0-13-1,-7-15 857,0-1 0,0-11 0,0 6 0</inkml:trace>
  <inkml:trace contextRef="#ctx0" brushRef="#br0" timeOffset="750">545 22 8013,'22'-12'-823,"0"5"849,0 5 1,-3 14-1,-2 9 1,-3 18 359,3 17 0,0 16 0,-8-22 0,-1 2 0,-1 6 0,-2 3-91,0 4 1,0 3-1,2 7 1,0 2 0,-2 6-1,-2 1 1,-1 1 0,1-1-166,-2 0 1,0-1 0,-2 0 0,0-1-1,-2-4 1,-2-1 0,-2 0 0,-3 1-24,-2-2 1,-2-2-1,1-10 1,-1-3-1,-3-1 1,-2-3 0,0-8-1,-1-2-90,-21 36 1,5-1-1,-1-9 1,1-6-387,2-6 1,-4-10 368,8-15 0,4 7 0,11-14 0,6-4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46.5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697 153 7947,'0'-31'148,"3"7"0,2-5 0,2 4 665,-2 4 1,-5 9 0,-8 4 0,-8 6-375,-11 2 0,-7 2 0,-10 8 1,-1 12-276,-6 12 0,-5 16 0,-9 11 0,-1 9-340,33-31 0,1 2 0,0 0 1,1 0-1,-24 42 0,9-4-64,7 4 0,22 11 1,9-45-1,1 1 1,3 47-72,4-10 1,19-5 0,10-16 0,10-13 191,4-12 1,3-19-1,3-17 1,4-10 711,2-10 0,-6-14 0,2-7 1,-5-5 309,-3-3 1,-9-7 0,-7 1 0,-10 1-644,-10 3 1,-5 3 0,-4 2 0,-8 4-425,-12 8 0,-9 8 0,-13 4 0,-2 4-163,-4 4 0,-4 4 1,-4 12-1,5 10-1618,0 10 1945,7-3 0,-7 27 0,9-5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45.8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76 22 8061,'-22'10'522,"0"-8"358,0 5 1,13-4-342,9-3 1,12 0-1,17 0 1,7 0-203,5 0 1,10 0-1,2 0 1,3 0-171,4 0 0,-4 0 0,2 0 0,0-3 189,-2-4 1,0 5-357,-6-5 0,-4-6 0,8 1 0</inkml:trace>
  <inkml:trace contextRef="#ctx0" brushRef="#br0" timeOffset="350">97 610 11934,'22'0'280,"0"0"1,7 0 0,3 2-1,1 3-345,6 3 1,2-1 0,3-7 0,-1 0 64,1 0 0,-1 0 0,1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52.9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22 8474,'-10'-12'885,"8"2"1,-8 20 0,10 7 0,0 9-280,0 11 0,7 6 0,3 8 1,2 7-225,5 5 1,-5 12 0,3 5 0,-1 7-323,-2 7 0,8-7 0,-8 1 1,2-13-825,1-8 0,-8-13 1,5-9-3096,-2-6 3010,-3-22 0,-9-7 0,-6-27 719,-6-10 0,2 3 0,-3-5 0,1 5 118,2 2 0,-1-2 0,9-3 1,-4-2 390,4 3 1,1-6 0,3 3-1,0 3 108,0 1 0,7-4 0,3-2 0,2-1 62,5 1 1,2 2-1,3 10 1,0 2-50,0 2 0,2 10 0,3-2 0,4 5-200,3 2 1,0 9 0,4 8-1,-1 10-306,2 9 1,-8 8 0,-2 4-1,-5 3-510,-2-3 0,0-2 0,-3-5 1,-2-2-314,-2-3 1,-11-9 0,6 2 0,-3-5-1809,1-2 2637,-1-10 0,-7 7 0,0-6 0</inkml:trace>
  <inkml:trace contextRef="#ctx0" brushRef="#br0" timeOffset="215">1023 653 9185,'10'22'1163,"-7"2"0,6 5 0,-1 8-819,-1 4 0,2 10 0,-4 2 0,5 0-403,2 0 1,-5-2-1,8-7 59,2-1 0,2 11 0,3 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54.3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 8105,'0'-12'0,"3"2"794,4 10 1,-2 2-391,9 6 0,-6 6 0,6 15 1,1 10 37,-3 9 0,5 1 0,-8 9 0,3 5-303,5 7 0,0 0 0,-2 10 0,-6 0-231,1-3 1,-7-4 0,4-15 0,-5-10-139,-2-9 0,-2-10 232,-5-14 1,2-18-1,-7-16 1,2-10 1,5-5 1,3-5-1,2-9 1,0-3 7,0 3 1,7-6 0,3 4 0,2 4-45,5 7 0,2 0 0,3 10 179,0 2 1,7 13-1,0 7 1,-3 7 24,-2 7 1,-2 7-1,-2 13 1,-4 7-273,-1 7 1,-3-2 0,5 12 0,-5-5-179,-2-3 1,-1 3 0,-4 2 0,3 3-610,-4-2 0,-1-6 0,-3-6 887,0-8 0,10 4 0,2 1 0</inkml:trace>
  <inkml:trace contextRef="#ctx0" brushRef="#br0" timeOffset="400">849 610 8105,'10'-22'0,"2"0"168,0 0 0,8 3 0,-6 2 0,6 3 285,1-3 1,8-3-1,0 1 1,-2 4 43,-3 8 1,-2 5 0,0 2-107,0 0 0,-3 2 0,-5 8-299,-6 12 0,-8-1 0,-8 11 0,-6-3-226,-5 0 0,-3 10 1,0-3-1,0 5-116,0 3 1,1-8 0,1-2 0,3-3 119,3-4 1,2-3 0,-3-2 656,8 0 0,7-3-138,7-4 0,5-6 0,10-9 0,2-2-182,5-5 1,-2 4 0,9-7 0,1 3-724,-4 0 1,6 0-1,-7 4 1,-1-2-2689,1-2 3204,-3 0 0,2 7 0,3 0 0</inkml:trace>
  <inkml:trace contextRef="#ctx0" brushRef="#br0" timeOffset="565">1699 1002 9789,'22'0'-302,"-1"0"0,1-10 0,0-2 1</inkml:trace>
  <inkml:trace contextRef="#ctx0" brushRef="#br0" timeOffset="681">1808 632 8039,'-20'-15'0,"3"1"198,3-3 0,7 5 1,-6-3-975,4-2 776,2 7 0,7-9 0,0 7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58.2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0 891 7860,'7'-21'0,"1"-1"-38,-4 0 0,8 0 0,1 0 346,-1 1 0,7 1 0,-4 6 0,4 6-136,3 6 0,-8 2 0,1 0 0,-1 2-189,-2 6 1,0 11 0,-7 10 0,3 0-93,-4 3 1,-4-6-1,-4 8 1,-6 0 53,-2 0 1,-3 2 0,-7 5 0,1-2 1,-1-3 1,3-9 0,2 4 0,2-2 12,-2 0 0,5-7 622,-2-7-446,9-10 0,-3-3 1,16-9-1,4-1-76,0-1 1,10 6-1,-3-4 1,8 5-81,-1 2 1,6 0 0,-1 2-1,1 3 20,-1 2 0,8 10 0,-5-5 0</inkml:trace>
  <inkml:trace contextRef="#ctx0" brushRef="#br0" timeOffset="284">849 913 7954,'-14'-14'119,"-1"-1"1,-2 1 561,-2 1 0,4 4 0,1 9-316,-3 0 1,0 9-1,3 6 1,4 4-291,0 3 1,8 10 0,-5 4 0,4 5-210,3 2 1,0-6 0,0-3 0,3 0 38,4-1 1,5-6-1,10 0 1,-1-10 207,1-10 0,0-5 1,0-2-1,-3-2 170,-4-5 1,2-8 0,-8-14 0,1-5-154,0 0 0,4-4 0,-7 6 0,-2-2-188,-2-4 1,-3 6-1,0 1 1,-3 2-879,-4 0 0,2-8 0,-7 8-2119,2 3 3055,3 1 0,-3 4 0,-2-1 0</inkml:trace>
  <inkml:trace contextRef="#ctx0" brushRef="#br0" timeOffset="583">871 891 7954,'0'22'-39,"0"0"0,0-8 1,0 1 486,0 2 0,0 2 1,3 1-1,1-4-141,4-1 0,6-1 1,-4 6-1,2-3-354,5-3 1,-5-6-1,2 4 1,1 0-52,-3 0 1,7-7 0,-4 2 22,4-5 1,3-4 0,-3-5 94,-4-8 1,2-4 0,-7-5 0,-1-3 156,1-2 0,4-2 0,-4 4 0,0-5 81,-1-1 0,-1 6 1,-6 0-1,3 8 1353,2 4-1201,1 11 1,-8 4-1,0 14 1,0 6-265,0 1 0,0 8 1,0 0-1,0-2-405,0-3 1,7-2 0,2-3-1,4-2-770,3-2 0,4-10 0,4 2 0,3-5-2017,2-2 3046,0-9 0,2-13 0,3-12 0</inkml:trace>
  <inkml:trace contextRef="#ctx0" brushRef="#br0" timeOffset="750">1699 20 7954,'2'-12'639,"5"5"0,-4 24 1,4 12-1,-5 12-192,-2 10 1,3 12-1,2 14 1,4 8-403,3 12 0,-8-46 0,0 2 0,1 1 0,2 1 0,-1-1 0,0 0-298,0 1 1,0-1 0,1 45-107,8-4 1,-1-6 0,8-2-1</inkml:trace>
  <inkml:trace contextRef="#ctx0" brushRef="#br0" timeOffset="935">1459 717 7954,'22'-12'17,"2"5"1,3 4 154,2 3 1,19 0 0,3-2 0,9-3 271,6-2 0,9 0 0,2 7 0,3 0-855,0 0 0,-12-8 411,-3 1 0,-9-10 0,-13 5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7:56.9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23 589 7707,'-12'-2'814,"4"-6"1,6 3-704,2-9 1,2 7-1,6-8 1,6-2-42,6-2 0,9-3 1,2 0-1,3 0-50,5 1 1,2-1 0,2 3 0,-2 2 41,-4 2 0,1 10 0,-9-2 0,-2 7 52,-3 7 1,-12 8 0,-4 11 0,-6 6-70,-2 2 1,-10 9 0,-7 11 0,-9 1-140,-10 6 0,-6-6 0,-1 3 0,-1 3 67,1 2 1,-1-15 0,3-7 0,5-9 188,7-13 1,12-7 61,2-12 0,13-9 1,2-6-1,12-4-119,7-3 1,6 0-1,4 3 1,4 2 22,1 2 0,7 8 1,-4-5-1,1 2-576,-1 5 1,4 3-1,-7 2 1,2 0-1997,0 0 2444,1 0 0,6-10 0,1-2 0</inkml:trace>
  <inkml:trace contextRef="#ctx0" brushRef="#br0" timeOffset="167">1024 502 8019,'0'24'706,"0"3"1,0 4-475,0 3 1,3-5 0,2 7-1,4 1-536,4-4 1,1 9 303,8-6 0,0 5 0,-1 3 0</inkml:trace>
  <inkml:trace contextRef="#ctx0" brushRef="#br0" timeOffset="316">1046 241 8064,'-14'-30'0,"-3"1"0,2 3 100,3 2 0,5-5 0,7 0-1197,0 2 1097,0 12 0,19-4 0,5 7 0</inkml:trace>
  <inkml:trace contextRef="#ctx0" brushRef="#br0" timeOffset="633">1395 524 8064,'0'41'47,"0"-3"1,0-4 164,0-2 1,0-1 0,0-2 0,0 5 109,0 0 1,0 5-1,0-10 1,0-3 50,0-1 1,0-11-240,0 1 1,0-13 0,0-2 0,0-12-130,0-7 0,7-13 1,3-4-1,-1-5-221,1-3 0,7 3 0,-3 2 0,6 3 20,2-3 0,-1 8 1,1 2-1,0 5 150,0 2 1,-1 10 0,1 4-1,0 6 104,0 2 0,0 2 0,-1 6 0,-1 9-107,-6 9 1,3 8 0,-10 10-1,1-1-666,1 1 0,-6-1 715,4 1 0,-14-1 0,-5 1 0</inkml:trace>
  <inkml:trace contextRef="#ctx0" brushRef="#br0" timeOffset="799">2070 763 8064,'0'22'-50,"0"0"0,0-1 1,0 4-183,0 4 0,-3-3 1,-2 11-1,-2 1 291,2 3-59,-7 3 0,10 0 0,-8-1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01.8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216 850 8411,'-43'0'-36,"1"0"1,6 0-1,7 0-17,5 0 0,5 10-175,4 5 1,8-6 0,14-1 202,8-6 0,4-2 0,3 0 1,2 0 370,5 0 0,5-2 0,9-3 1,3-5 1,5-2 0,0-3 0,14-6 0,13-1-218,11 0 1,-39 10 0,2 0 0,6-2 0,2-1 0,7-3-1,2 0-91,8-3 0,3 0 0,12-1 0,3-2 0,-25 8 1,2 0-1,1 0 0,1-1 0,2 0 0,-1 0-161,1 1 0,1 0 0,0 0 0,0 0 1,0 1-1,1 0 0,2 1 0,1 0 1,0 1-1,2 0 0,0 0 0,0 0 135,4 0 0,1 1 0,-1 1 0,-3 1 1,-1 2-1,1-1 0,2 0 0,-1 0 1,1 1-1,-2 0 0,1 2 0,0 0-145,1 1 0,2 0 0,-1 1 0,2-1 0,0 0 0,2 0 0,2-1 0,2-1 0,0 1 1,1 0-1,0 0 0,0 1 120,-2 0 1,0 0 0,1 0 0,-1 1 0,0-1 0,1 0 0,1-2 0,1-1 0,0 1 0,-22 2 0,0 0 0,0 0 0,0 1-55,2 0 1,1 0 0,0 1 0,-1-1 0,23-2-1,-2 0 1,2 1 0,-25 2 0,0 1 0,0 0-1,0 0 1,22-2 0,1 1 0,-1 0 113,0 0 1,0-1-1,0 1 1,-23 1-1,2 0 1,-1 0-1,0 1 1,23 0-1,-1 2 1,0-1-1,0 0 1,-1 0-1,-1 0-65,-2 0 0,-1 0 0,-1 0 0,-2-1 0,0 1 1,-1-1-1,0-1 0,-1 1 0,0-1 0,0-1 0,0 1 1,0-1-43,1 2 0,-1-1 0,-1 1 1,-7 0-1,-2 0 0,0 0 0,-4 1 1,0 0-1,-2 0 0,-2 0 0,-2 0 1,1 0 104,30 0 1,0 0 0,-8 3 0,-1 1 0,-5 1 0,-1 0 0,-8 1 0,-3 0 60,-10 2 0,-3 1 1,-6 0-1,-4 1 0,28 12 1,-11 0-921,-13 0 813,-27 9 0,3 3 0,-16 10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05.7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8193,'0'22'0,"0"2"0,0 3 144,0 2 1,0 9-1,0-1 1,0 6 122,0 8 0,0-2 1,0 9-1,0 4-60,0 9 0,0 8 0,0 13 0,0 5-148,0 2 1,0-48 0,0 0 0,0 4-1,0 1 1,0 2 0,0 0-87,0 4 0,0 0 0,0-3 1,0 0-1,0 0 0,0-1 1,0-3-1,0 1-2,0-2 1,0 1 0,0 0-1,0 1 1,0 0 0,0-1 0,0 1-1,0 0 76,0-3 1,0 0-1,0 42 1,0 1-1,0 1-66,0-46 0,0 0 1,0 1-1,0 0 1,0 0-1,0 0 1,0-1-1,0-1 15,0 2 1,0 0 0,0 2-1,0-1 1,0 0 0,0 0-1,0-1 1,0-2 14,0 44 0,0-4 0,0-3 1,0 3 2,0 4 0,0-12 0,0 5 1,2-4-15,5-6 0,-4 0 0,4-6 0,-2 1 37,2-2 0,-5 0 1,6 1-1,-3 6 1,2 8 0,-5-3 0,8 12 0,-3-4-39,0-3 1,1 10 0,-8-47-1,0 1 1,0 2 0,2 1 36,2 0 0,-1 1 0,-1-1 0,-1 1 0,2-2 0,1 0 0,-2-1 0,-2 0 139,1-1 0,-2 0 0,1 41 1,0 0-1,0-8 1,0-4 1,0-7-1,0 4 1,0-4-125,0-10 1,0-8 0,0-11 0,0-3-786,0-5 1,0-11-443,0-11 0,3-9 1175,4 2 0,5-4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06.4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 1 8911,'-14'0'686,"2"2"-555,2 5 1,0 8-1,6 11 1,-4 6-8,3 2 1,3-5 0,2 7 0,0 0-136,0-2 1,0 7 0,0-7 0,0 2 40,0 1 1,2-11 0,6 3 0,6-7-200,6-7 0,-4 4 0,6-7-29,10 0 1,-3-2 0,0-12 0,-3-3-697,3-3 0,-4-8 894,4 1 0,-5-14 0,-2-5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06.6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 8230,'-12'10'645,"0"2"0,7 12 0,-2 7-203,2 13 1,2 9 0,3 15 0,0 4-88,0 8 0,0 5 0,0 2 0,0 0-228,0 0 1,0 3-1,0-1 1,0-2-752,0-9 1,0-15 0,3-10 0,2-5 623,2-6 0,0-13 0,-7 2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07.3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22 284 8114,'-2'-19'612,"-5"4"-284,4-4 0,-6 19 1,9 2-1,0 15 196,0 10 1,0 9-1,2-5 1,3 3-247,2 5 1,8 2 0,-6 0 0,1-2-131,0-3 0,4-9 0,-4 2 0,0-5-67,-1-2 0,6 0-108,-8-1 0,8-11 0,-8-10 12,-2-12 0,-1-10 0,1-4 0,3-6-7,-4-2 0,-1 8 0,-1-3-402,6 4 0,-4 6 284,11 5 0,-3 6 1,5 16-1,-5 6 168,-2 5 0,4 6 0,-4 4 0,2 5 114,5-1 0,-5 6 0,3-10 0,-1-2 628,-2-3 1,7-5-74,-4-4 1,-3-10 0,0-17 0,0-13-217,0-6 1,-7-13 0,3-9-1,-6 0-357,-2 0 1,0 2 0,0 5 0,0-3-642,0-1 1,0-1-1,0 7 1,0 1-987,0-1 0,7 8 0,0 2 1,1 5 1502,1 10 0,3-3 0,10 10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07.7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0 436 8065,'10'22'335,"5"0"1,-3-10-1,2-5 165,3-5 1,2-2 0,3-2 0,2-5-73,5-8 0,-4-7 0,4-4 0,-5-3-210,-2 2 0,-8 0 1,1 1-1,-1-3-152,-2 2 0,-2 1 0,-10-1 1,0-2-219,0 2 0,-2 1 0,-6-1 0,-4-2 46,0 2 0,-7 6 0,4 6 0,-4 8 277,-3 4 1,0 3 0,1 5 0,-1 7-30,0 10 1,3 14 0,2 1 0,5 4 207,2 2 0,3 11 0,7 1 0,0 3-187,0 0 0,2-7 1,5 5-1,8-3-614,4-4 1,13-13 0,4-10 0,5-9-359,3-9 0,-1-8 0,1-8 0,-1-9-285,1-9 0,-3-8 1,-2-12 1093,-3-5 0,-9 5 0,4-7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07.8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13 8247,'0'-12'2084,"0"19"0,0 15-1606,0 2 0,0 8 1,3-1-1,1 3-511,4 5 0,9 2 0,-3 2 0,3-2-682,-2-4 0,4 1 0,-4-6 715,4 2 0,3-8 0,-1 6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08.0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109 131 8065,'-22'-22'279,"1"0"1,-1 3 153,0 5 0,10-6-1612,5 6 1179,4 4 0,13 0 0,2 10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08.3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44 7992,'-7'-15'835,"-3"3"-486,-2 3 1,5 1-221,-8 8-851,10 0-398,-14 0-423,17 0 1543,-8 0 0,0 0 0,-2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08.7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44 7757,'0'-15'2255,"0"1"-1443,0 9 0,-3-5-454,-4 10 1,2 3-1,-9 4 1,-3 8-134,-3 4 1,-1 3 0,1 2 0,3 3-306,3 2 0,2 7 1,-3-7-1,8-2-350,4-3 1,3-2 0,3-3 125,4-5 0,5-4 1,10-12-1,0-3 287,0-2 0,7-10 1,0 5-1,-3-3 243,-2 0 1,-2 11 0,0-4 0,0 6 174,-1 2 1,1 10 0,-2 7 0,-3 9-68,-3 10 0,-2 8 0,3 4 0,-8 6-158,-5 1 1,6 3 0,-1 10 0,-2 2-97,-3 3 0,-12-1 0,-4-9 1,-5-2-44,-3-3 0,-2-2 1,-3-1-1,-2-9-207,2-7 1,3-20-1,2 1 1,1-8-167,-1-7 0,7-13 1,3-9-1,3-9-240,4-11 0,2-11 0,3-3 0,0 0-137,0-2 0,10 5 0,7-10 1,7-3 712,5-2 0,10-2 0,-5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09.0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8454,'0'22'70,"0"-1"0,0 11 0,0 4 0,0 5-4,0 3 0,8 7 1,1 2-1,1 3 50,0 4 0,4-7 1,-7-2-1,-2-5-49,-2-2 1,-3-3 0,0-5 0,0-7-21,0-5 0,-3-12 124,-4-4 1,-3-16-1,-4-6 1,7-8-111,4-7 1,3 5 0,0-8 0,0 3 79,0 0 0,0 0 1,3 10 98,4 4 0,-2 6 0,9 9-161,3 0 0,2 2 1,3 8-440,0 12 0,-7-1 1,-1 8-1,1-2-1765,-3 2 2125,7-5 0,-7 8 0,10-10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09.2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7992,'14'7'183,"-2"3"1,0 2 209,1 5 1,-6 4 0,5 11-1,-2 11 51,-6 13 0,-1 9 0,-1 10 1,3 10-269,2 7 1,1 2-1,-8-7 1,0-2-210,0-5 0,-8 2 1,1-12-1,0-7-1425,-3-9 0,5-25 1458,-9-8 0,-1-23 0,-6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09.4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87 7992,'3'-19'-136,"4"5"1,5-3 0,10 9 0,-1 4 108,1 1 1,10 3-1,4 0 1,5 0-571,3 0 0,6-7 597,1 0 0,10-1 0,-6 8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09.6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131 109 7992,'12'-21'161,"-2"-1"884,0 0 1,-10 3-344,0 4 0,-3 6 1,-11 9-1,-3 0-243,-2 0 0,-1 9 1,3 6-1,3 7-278,-3 7 1,7-3-1,0 10 1,3 3-139,0 2 0,0 3 1,9-1-1,3-1-150,2-6 1,10 5 0,-5-5 0,3 5 224,-1 3 0,1-3 1,4-2-1,-4-3 2,-8 3 1,-5-8 0,-2-2-1,0-4-386,0-4 1,-9-1 0,-6-6 0,-4-7 265,-3-4 0,-9-3 0,-3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09.7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7992,'22'14'0,"0"1"0,-1 2 346,1 2 0,-2 5 0,-6 3 0,-4 5-23,-1 1 0,-6-6 1,2 5-1,-8-3-263,-4 0 0,-10 0 0,3-8-60,-6 1 0,-2 0 0,1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10.3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29 175 7979,'0'-22'-301,"0"0"508,0 0 0,7 0 0,3 1 341,2-1 1,0 7 0,5 3 0,-2 3-255,2 4 1,2 2 0,3 3 0,0 0-252,-1 0 1,1 10 0,0 2 0,0 3 6,0-1 0,-8 1 0,-2 6 0,-2 1-163,-5 0 0,-3 0 1,-4 0-1,-6 2-123,-6 5 1,-5-3-1,-6 11 1,-1-1 23,-3-2 1,-10 7 0,5-7 0,0 0 112,5-5 1,5-7-1,2-6 381,0-1 0,15-10 35,14 2 1,8-7 0,21-5 0,5-2-316,8 2 0,-3 3 1,7 2-1,0 0-2,5 0 0,5-10 0,3-2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10.7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172 75 7958,'0'-22'758,"0"1"1,0 6-484,0 1 1,0 11-7,0 3 0,-9 12-108,-6 17 0,3 8 0,-3 11 1,-2 5-44,-2 3 0,5 12 0,-1 11 0,1 6-213,1 2 1,1 0 0,8 0 0,-4 1-261,3-1 1,13-20 0,6-11 0,6-15 244,1-12 1,8-14 0,0-8 0,-2-9 470,-3-13 1,-2-2 0,0-19 0,-3-3 182,-4-2 1,-3-3 0,-7 3-1,2 3-197,-2 1 1,-5 8 0,-5-5 0,-5 3-451,-2 4 0,-2 6 0,-8 4 0,-2 4-529,-5 4 1,4 2 0,-4 7-434,5 0 0,5 9 1,4 6 1064,8 4 0,-5 3 0,0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10.9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0 11118,'-12'3'886,"4"6"0,6 13-391,2 12 1,2 7 0,3 3 0,5 2-709,2 5 1,0-3 0,5 8 0,-2-3 212,2-5 0,2 8 0,3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11.0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44 141 8015,'-7'-34'327,"-1"5"1,-6 5 0,7 2 544,2 0 0,2 12-1571,3 10 1,8 10 698,-1 12 0,10-10 0,-5-2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11.3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44 8087,'-21'-10'958,"1"5"1,3-7-201,3 2 0,-1 3 0,-9 9 0,-3 6 77,-2 6 1,0 15 0,8 8-1,-4 4-540,-4 2 1,12 1-1,-4-3 1,4-2-384,5-3 0,2 0 1,10 5-1,2-4-451,6-8 1,4-15 0,12-7 0,3-4 20,2-3 0,9-3 0,-4-4 1,2-7 239,1-6 0,-11-9 0,6-2 0,-3-1 339,0 1 0,-2 2 0,-11 7 0,-1 0 2046,2 1-1753,-7 8 1,-1 6 0,-9 14-877,0 8 0,0 12 1,0 4-1,0 0-618,0 1 1,0-1 1139,0-2 0,10-4 0,2 6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11.9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284 235 8044,'0'-29'250,"0"0"1,0-7 0,0 7-1,0 2 918,0 3 1,-10 2-684,-4 0 0,-6 10 0,1 7 0,2 10-420,3 10 0,6 6 0,-4 8 0,3 8-153,4 4 1,2 5 0,3 2 0,0 3-44,0-3 1,0 6-1,0-3 1,0-3-18,0-2 1,0-3-1,0 1 1,0-3 218,0-5 1,0 3-1,0-10 1,0-2 208,0-3 1,-2-12-1,-5-5-182,-8-4 1,-4-6-1,-1-4 1,3-7-345,3-6 1,7-2 0,-5 1 0,-1-1-337,1 0 0,8 8 1,-4-1-538,6-2 0,4 0 815,6 3 0,4 4 0,12 10 0,2 0 86,3 0 0,8 2 0,-6 3 0,3 2 273,5-2 0,-3-2 0,5-3 1,5-3 319,0-4 0,0-5 0,-2-10 0,-1 0 292,1 1 0,-8-11 1,-2-2-1,-3-2-140,-4 0 1,-10 7 0,-5-5 0,-2 0-121,-5 0 1,-3 7 0,-4-2 0,-6 5 143,-6 2 1,2 10-1,-3 5 1,-2 5 170,-2 2 1,-3 2-1,3 8 1,2 12-655,2 11 0,3 9 0,-5 1 1,5 1-702,3-1 0,1 1 1,8-1-1,3-2-398,4-4 1,5-6-1,12-9 1,5-3-351,8-4 1,13-8 0,8-17 0,8-14-631,6-17 2011,6-12 0,-35 21 0,1-1 0,-1 0 0,1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12.1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197 303 8043,'36'-43'221,"0"-1"0,-16 1 0,-1-1 1,-7 3 704,-7 5 1,-5 7 0,-7 14 188,-8 8 0,-7 7 1,-4 7-1,-3 10-705,2 10 0,3 7 0,2 9 0,0 3-473,1 5 0,6-3 1,3 8-1,2 0 93,6-1 0,1 1 0,3 4 0,0-4-10,0-3 0,7-2 0,3-10 0,0-2 66,-1-3 0,6-9 0,-8 2-568,-2-5 1,-5-9-1,-7-3 1,-10-3 481,-10-4 0,-7 7 0,-9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12.9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66 218 8154,'-20'-2'0,"3"-3"560,3-2 0,9-3 0,-2 3-133,4-7 0,3-6 1,3-2-1,6 3-15,13 5 0,0-6 0,9 6 0,-2-3-157,1 2 0,6 6 0,-5 6 0,1-2-115,-1-2 1,-2 0-1,-7 9 1,0 3-64,0 2 0,-3 10 0,-5-2 1,-6 6-216,-6 9 1,-2 3 0,-2 11 0,-6-1-231,-6 1 1,-13 7-1,-4 0 1,-1-3-74,1-2 1,-5 2-1,4-2 1,1-7 235,-1-5 1,3-15-1,10-9 1,2-3 591,2 1 1,11-4 0,-4-11-118,6-7 1,4 2 0,8-1 0,9 4-188,8 4 1,9 2 0,-4 3 0,2 0-581,4 0 1,3 8-1,3-1 1,0 0 496,-1 3 0,10-8 0,3 8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13.1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196 63 8144,'-22'-21'59,"8"1"1,-1 6 270,-2 6 1,0 11 0,1 11 0,1 18 191,-2 14 0,5 9 0,0 11 0,2 1-102,5 6 0,-4 5 1,1 11-1,4 3-97,1 2 1,10 3 0,3-7-1,2-1-458,5-4 0,10-13 1,4-1-1,3-13-693,5-15 1,2-9 827,2-12 0,11 0 0,1-1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13.4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88 8091,'0'-22'535,"0"0"1,0 8 0,2 1 264,5 4 1,5 2 0,10 7 0,0 0-372,0 0 1,0 0 0,-1 0-201,1 0 0,-3 9 0,-2 3 0,-4 3 3,-4-1 0,-2 3 0,-7 10 0,0 4-85,0 3 1,-9-5-1,-3 5 1,-3-2 10,1-6 1,2 6 0,-5-3-1,5-3-135,2-2 1,3-9-53,7 0 1,2-3 0,5 2-1,10-7-470,10-4 1,-1-3-1,8 0 1,0-3-414,0-4 0,2 5 0,10-8 0,3 3-678,2 0 1,-3-8 1589,-12 8 0,5-10 0,-7 5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13.6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0 8091,'-12'0'3622,"5"0"-3090,14 0 0,5 0 0,10 0 0,2 3-635,5 4 1,-4-5-1,6 6 1,-2-6-1145,0-2 0,0 0 1247,-7 0 0,9 0 0,3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13.8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 8091,'-12'14'0,"2"1"0,3 2 443,0 2 1,-1 3-1,8 2 1,0 5 144,0 7 0,0 6 0,0 3 0,0 4-343,0 2 1,3 9 0,2-4 0,2 2-496,-2 0 1,4-12-1,1-3 1,0-11-1,-1-8 250,8-2 0,-4-10 0,8-2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14.0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8091,'0'22'115,"2"2"1,3 3 0,3 4 198,-4 3 0,-1 2 1,-3 10-1,2 5 24,6 7 0,-4 3 1,8-1-1,-2-2 248,-5 3-586,7-8 0,-10 10 0,8-8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14.4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110 1 7956,'14'7'-46,"1"3"1,2 2 192,2 5 0,0 12 0,-2 12 1,-2 14 282,2 18 1,-5 19-1,-6-41 1,0 2-1,-1 3 1,0 2-152,-2 3 0,-1 1 0,-1 1 1,0 0-1,-1-1 0,0-1 1,0-2-1,0-2-215,1-1 1,-2 0-1,-3-2 1,-2 1-1,0 0 1,-2 1 0,-2 0-1,-2-1-46,-2 0 1,-1-1-1,0-1 1,-1-2 0,-21 34-1,6-8-1255,-1-11 1,8-16 1236,-5-21 0,15-7 0,6-29 0,6-10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14.7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10711,'21'0'443,"1"0"-1,2 0 1,5 0 0,8 0-664,4 0 1,5 7-1,2 0 1,3-2-2605,-3-3 2825,-2-2 0,8-9 0,1-3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14.8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458 1 8012,'-22'0'0,"1"0"0,-1 0 0,0 0 665,0 0 0,-7 0 0,0 0 1,0 0-567,-2 0 0,4 0 0,-7 0 0,0 0-2437,0 0 2338,8 0 0,-15 9 0,7 3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15.2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611 1 8294,'-22'10'0,"0"2"194,0 0 0,8 7 0,-3-4 1,-5 4 1,-5 3 0,-9 9 0,5 3 0,-1 5 136,1 4 1,-5-1 0,6 13 0,6 1-267,7 0 0,0 2 0,10 7 0,2 0-272,3 1 1,12-13 0,7-10 0,9-14 285,10-12 1,6-7-1,1-10 1,1-2 380,-1-6 0,-2-4 0,-2-12 0,-5-3 192,-3-2 1,-2-9 0,-9 4 0,-3-2-196,-3-1 0,-11 8 1,-3-5-1,-15 5-456,-11 10 1,-11 7-1,-14 12 1,-9 0-526,-10 0 1,0 10 0,-8 6-1,3 9 523,5 4 0,2 9 0,3-4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22.5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1068 266 8097,'-10'-12'-424,"7"-7"0,-6 7 1</inkml:trace>
  <inkml:trace contextRef="#ctx0" brushRef="#br0" timeOffset="2050">66 440 8010,'-15'0'101,"1"0"1,7 0-1,-6-2 192,4-5 1,1 2-17,8-10 1,0 8 28,0-7 0,0-1-119,0-7 0,0 8 0,0-1 295,0-2-376,0 8 1,3-1 32,4 10 1,-2 2-1,7 6-44,-2 6 0,-1 8 0,-4 7 0,5 7 0,2 5 0,-5 3 0,5 2 1,1 2 15,-1 3 0,-5 5 0,7-10 0,1-5 127,-3 0 0,7-17 1,-4-2 159,4-3 1,3-19 0,0-7 0,0-12 44,-1-10 0,1-5 0,0-10 0,-3 1-297,-4-1 0,4-2 0,-7-2 0,3-3-358,-1 3 0,-6 2 0,4 4 0,-3 4-590,-4 1 1,-2 4-1,-1-4-851,5 8 1,-4 5 208,4 2 1,-5 13 1443,-2 9 0,-9 9 0,-3 13 0</inkml:trace>
  <inkml:trace contextRef="#ctx0" brushRef="#br0" timeOffset="2381">436 244 8107,'-19'3'478,"4"4"0,5 5 1,10 10-1,0 2-62,0 5 1,3 5-1,4 10 1,8-1-163,4 1 1,5 7 0,3-1 0,2-1-116,-3-3 1,6-5 0,-1-2 0,1-8 139,-1-7 0,1 0 1,-6-16-1,3-8 102,-2-12 0,4-5 1,-4-20-1,-5-4-131,-5-7 0,-3 2 0,8-7 1,-3 2-124,-4 0 1,2 0 0,-10 8 0,0-3-311,3-5 1,-7 5-1,4-5 1,-7 5-544,-7 3 1,2 1 0,-7 6 0,-1 9-645,1 11 1,5 1 667,-7 15 0,9 5 0,-2 19 0,4 3 249,3 2 0,0 2 0,0-4 0,0 2 453,0-3 0,-10 8 0,-2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29.7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66 8423,'22'-22'268,"-8"10"0,1 4 0,4 6-940,8 2 0,-3 0 0,7 0 672,1 0 0,2-10 0,9-2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29.5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 8206,'0'-12'-406,"2"2"230,6 10 0,4 0 0,10 0 176,-1 0 0,1 10 0,0 2 0</inkml:trace>
  <inkml:trace contextRef="#ctx0" brushRef="#br0" timeOffset="148">523 22 8774,'14'0'936,"1"0"-1244,2 0 0,-5 0 1,2 0-1,3 0-314,3 0 622,1 0 0,1 0 0,0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32.3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44 8076,'-10'13'726,"8"-4"0,-5-9 1,14 0-1,7 0-3870,6 0 3144,1 0 0,11 0 0,2 0 0</inkml:trace>
  <inkml:trace contextRef="#ctx0" brushRef="#br0" timeOffset="99">608 1 9079,'-10'22'1244,"5"-10"0,-7-3 0,0 1-1244,0 5 0,7-6 0,-4 1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31.9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23 315 8083,'0'-22'0,"-3"3"-98,-4 4 1,5 3 79,-6 5 1,6 14 0,4 0 0,3 13 186,2 9 0,10 2 0,-2 8 1,4-3 121,3 3 1,-7 2-1,-1 3 1,3-3-238,2-5 1,3 5-1,0-7 1,0 0 36,-1-5 0,1-5 25,0-2 0,-3-12 0,-4-10 1,-5-12-66,-1-8 0,-6-11 0,4-3 0,-5-2-69,-2-1 1,0 1 0,0-8 0,0 1-1,0-1 0,0 8 0,0 2 0,3 3-145,4 4 1,-2 13 206,9 6 0,1 23 1,7 9-1,-1 7 87,1 8 0,0 10 0,0 4 0,0 0-75,-1 0 0,1-9 0,2-10 0,3-3 210,2-4 0,0-5 1,-7-8-1,0-9 188,-1-10 1,-1-9 0,-3-13 0,-5-7-261,-3-7 1,-1 2 0,-8-12 0,0 3-117,0-3 0,0 3 0,-3-8 0,-2 3-344,-2 4 1,-10 4 0,5 1 0,0 0-525,5 1 0,4 9 0,3 5 0,0 5-988,0 2 0,0 12 1778,0 10 0,10 10 0,2 12 0</inkml:trace>
  <inkml:trace contextRef="#ctx0" brushRef="#br0" timeOffset="264">1286 729 8877,'-10'-12'1264,"8"-1"-1813,-6 6 0,8 5-658,8-6 1207,4 6 0,10 2 0,-1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33.4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19 284 8100,'-12'0'773,"5"0"1,14 0 0,8 0-605,4 0 0,13 2 1,4 3-1,5 3-110,3-4 1,-1 6-1,1-3 1,-1-2-430,1-2 0,-3-1 1,-2 3-1,-5 2-1541,-3-2 1911,-12-3 0,1-11 0,-8-3 0</inkml:trace>
  <inkml:trace contextRef="#ctx0" brushRef="#br0" timeOffset="199">85 45 8100,'-22'0'625,"0"0"-178,10 0 1,5 0 0,14 0 0,10 0 146,10 0 1,6 0 0,11 0 0,2 0-183,5 0 0,-5 0 0,7 0 0,-2 0-389,0 0 1,-1 0 0,-6 0 0,-3 0-260,-5 0 0,-4-8 236,-10 1 0,-1-10 0,1 5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39.0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284 337 7940,'-29'3'-990,"0"4"1298,-5 8 1,5 6 0,0 8-1,4 8-59,4 4 0,-1 5 1,3 5-1,2 7-19,2 5 0,10 2 0,-2-2 0,5-5 0,2-7 1,9-8 0,6-7-27,4-6 0,3-16 0,0-9 0,-1-10 148,1-9 1,0-8 0,0-5 0,-3-4-180,-4-3 1,2-3-1,-10-6 1,0-1-220,3 1 0,-8-1 1,5 3-1,-4 2-230,-3 3 1,0 0-1,0-5 1,0 2-222,0 3 1,-7 7 0,-1-5 0,4 2-1505,1 6 1520,3 2 0,0 14 1,0 12 426,0 18 1,0 11 0,0 15-1,0 2 283,0 3 0,0 0 0,3-5 0,1 2 299,4 3 0,1-2 0,-4-11 0,5-4-147,2-2 1,-5 4-1,8-7 1,2-5-223,2-7 1,3-7 0,0-10-98,-1 0 1,1-3-1,0-1 1,-3-9-66,-4-6 0,2 2 0,-8-12 1,1 3-59,0-4 1,-3 4 0,-5-8 0,3 0 29,3 0 1,-1 5-1,-7-5 1,0 3-16,0 4 0,0 1 1,0-1-1,0-2 247,0 2 1,0 10 106,0 3 1,0 12 0,0 2-21,0 12 1,0 9-1,2 8 1,3 5-286,2 0 1,1 5-1,-6-8 1,3 1-371,2-1 1,3 6 0,-5-8 0,2-3-679,-2-2 0,7-12 261,2-4 0,-2-8 1,0-8-1,1-8 784,-1-11 0,2-7 0,8-9 0</inkml:trace>
  <inkml:trace contextRef="#ctx0" brushRef="#br0" timeOffset="132">785 11 7940,'12'-10'676,"-3"20"1,-6 4-415,4 18 0,-5 9 0,8 2 0,-3 3-299,1 5 0,-1-3 0,-5 11 0,3 1-670,2 3 1,1 2 706,-8 1 0,9-1 0,3 0 0</inkml:trace>
  <inkml:trace contextRef="#ctx0" brushRef="#br0" timeOffset="316">523 337 7940,'3'-12'950,"4"3"1,7 1-820,6 1 1,4-3 0,7 5-1,11-4-363,6-3 1,20 0-1,-3-5 1,3 5-81,0 2 1,-3-5 311,0 8 0,1-10 0,-1 5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36.1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240 1154 7990,'-21'0'168,"-1"0"1,0 0 0,-2 0-1,0 3 72,2 4 0,-5 12 0,13 13 0,-3 2-55,2 4 1,-2 11 0,10 2 0,2 0-34,3 2 0,2-7 1,2 2-1,5-9 30,8-10 1,4-7 0,6-8 112,4-7 1,-8-7-1,4-7 1,-8-7-80,-1-6 0,-3-4 0,-1-3 0,-3-4-136,-4-3 1,-2 5 0,-3-5 0,0 3-234,0 4 0,0-7 1,0 0-1,0-2-407,0 0 1,0 9 0,0-4-1,0-1-175,0-4 1,0 5 0,0 2 0,0 4-182,0 4 1,2 6 891,5 1 0,3 11 0,4 3 1,-6 15 74,-6 11 0,-2 1 0,0 7 0,0 0 223,0-1 1,0 1 0,0 5 0,0-5 267,0-3 1,3 8-1,1-5 1,4 2-126,-4 1 1,9-11 0,-1 3 0,2-5-346,1-2 0,-1 0 0,8 0 1,0-3-96,0-4 1,2-6 0,2-9 0,3 0-67,-2 0 1,-3-12 0,-2-7 0,-3-8 46,-4 1 1,4-8-1,-7 0 1,0-2 15,-4-1 1,-6 1-1,-2-5 1,0 2-9,0 3 1,0 2 0,0-2 0,0 7 159,0 4 70,0 4 0,0 11-69,0 10 0,0 12 1,0 15-1,0 4 24,0 3 1,0-3-1,3 8 1,1 2 2,4-2 0,1 0 1,-4 4-1,5 3-465,2 5 0,-5-7 1,8 2-1,-1-10-554,-2-5 1,8-2 0,-6-7 864,6 0 0,11-10 0,3-2 0</inkml:trace>
  <inkml:trace contextRef="#ctx0" brushRef="#br0" timeOffset="520">1003 414 7689,'0'22'-261,"-8"9"1,1 6 0,2 4 390,3 2 1,2 3 0,0 5 0,0 7 361,0 5 0,0 10 1,2 2-1,3 0-370,2 0 0,3 0 1,-5-5-1,2 0-677,-2-7 1,-3-7 0,-2-15 554,0-5 0,10-5 0,2-9 0</inkml:trace>
  <inkml:trace contextRef="#ctx0" brushRef="#br0" timeOffset="716">611 1002 8145,'2'-12'-281,"5"5"435,8 4 0,7-4 1,7 0-1,9 2 359,11 2 0,6 3 0,11-2 1,-1-3-529,0-2 1,1 0-1,-1 7 15,0 0 0,1 9 0,-1 3 0</inkml:trace>
  <inkml:trace contextRef="#ctx0" brushRef="#br0" timeOffset="1900">1569 0 8048,'0'17'-116,"0"3"0,0 4 136,0 0 1,0 7 0,0 1 0,0 2 399,0 4 1,0 11 0,0 2 0,2-1-182,5 4 1,-2-8 0,7 4-1,-2-4-150,-5-2 1,5-8 0,-3-2-84,-2-2 0,-3-11 188,-2-6 1,0-13-1,0-2 1,0-12-84,0-7 0,0-3 0,0-2 1,0-3-174,0-2 0,2 0 0,3 7 1,5 1-73,2-1 0,3 3 1,6 4 53,1 8 0,0 4 0,-3 6 1,-2 6 97,-2 13 1,-8 10 0,5 14 0,-2 2-463,-5 3 0,4 9 0,-1-4 1,-4 2 443,-1 0 0,-23 0 0,-4 8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40.2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1394 8037,'-12'-22'439,"4"1"1,8 6-1,8 3 1,4 0-286,0 0 1,7 7 0,-4-5-1,4 3-49,3 0 1,0 0-1,-1 7-207,1 0 1,-7 0 187,-1 0 1,-9 9 0,2 6-1,-7 2 73,-7-3 0,2 6 1,-7-6-1,0 5-87,0 3 1,0 0 0,-5 0-1,5 0-31,2-1 0,0 1 1,5 0-215,-2 0 0,0-8 0,9-2-139,6-2 0,4-3 0,10-7 0,-1 0-281,1 0 0,2-2 1,3-3 592,2-2 0,10-20 0,-6 3 0</inkml:trace>
  <inkml:trace contextRef="#ctx0" brushRef="#br0" timeOffset="383">608 1 7960,'0'24'0,"0"2"217,0 3 0,-8 10 1,1-3-1,2 6 161,3 1 0,2 1 0,0 2 0,2 2-6,5 3 0,-4 7 0,4-7 0,-4-3-312,-3-2 1,7 2-1,0-4 1,-2-10-58,-3-7 148,-2-15 1,0-5-1,0-17 1,0-9-175,0-8 0,0-4 0,3 2 0,2-8 16,2-4 0,7 5 1,-4 2-1,0 3-250,-1 4 0,8 3 351,-2 2 0,4 10 0,1 7 1,-3 10-16,-3 10 0,-7 4 1,8 5-1,-1 3-106,-2 2 0,1 7 0,-9-5 0,4 1-1604,-4-1 1631,-1 8 0,-3-15 0,0 8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46.0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22 8215,'0'-12'2795,"2"2"1,3 13-2156,2 4 1,0 5-1,-4 10 1,2 2-331,2 5 1,7 3-1,-6 6 1,-1-1-46,3 1 1,-6-4-1,9 0-265,-4-3 0,8 8 0,-5-5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8:46.9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1 284 8447,'10'12'659,"-1"0"0,8-7 0,-2 2-366,2-2 1,9-3-1,6-2 1,2 0-91,4 0 1,3 0 0,3 0-1,0 0-399,-1 0 0,1 0 0,-3 0 0,-5 0-2361,-7 0 2557,-5 0 0,-2-9 0,0-3 0</inkml:trace>
  <inkml:trace contextRef="#ctx0" brushRef="#br0" timeOffset="218">88 23 8027,'-12'0'1254,"5"0"0,16 0 1,11 0-755,6 0 0,13 7 0,0 0 0,7-2-664,5-3 0,2-2 1,-5-2-1,5-3 164,3-2 0,-8-10 0,6 5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9:01.4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240 894 8237,'-31'0'5,"-3"0"0,0 0 141,5 0 1,-2 0 0,2 0 523,2 0-324,12 0-302,6 0 1,11 0 142,5 0 0,6 0 1,8 0-38,1 0 1,10 0 0,4 0 0,5-3 29,3-4 1,11-5 0,10-10 0,13 0-77,7 1 0,-34 9 0,2-1 0,2 0 0,1 0 0,4-3 0,1 0 2,5 0 1,1-1 0,2-1 0,2-1 0,7-2 0,2-1 0,1 1 0,2 1-169,4 1 0,0 1 1,0-2-1,-2 2 0,-2 2 1,-1 2-1,-1 1 0,0 0 73,-2 0 0,-1 2 1,0 1-1,-1 0 1,-2 1-1,0 1 0,-2 2 1,-1 0-44,-3 2 0,0-1 0,-1-4 1,0 1-1,0 1 0,1 2 1,4-3-1,0 1 25,2 0 0,0 0 1,-3 0-1,1-1 0,-1-2 1,1 1-1,2 0 0,0 1-24,3 0 1,1 1 0,2 1 0,0 0 0,3-1-1,-1 0 1,-2 1 0,-2 2-51,-1-1 0,-1 0 1,-1 3-1,0-1 1,2-2-1,-1-2 1,2 2-1,-1 1 59,2 1 0,0 1 0,0 0 0,0 1 1,-4 0-1,0 0 0,1-1 0,-1-1 29,0 0 1,0-1 0,7-1 0,1 0 0,1 3-1,-1-1 1,0-1 0,-1-1 6,0-2 0,-1 2 0,3 1 0,-1 0 1,0-1-1,-1-2 0,2 1 0,0 0 80,-2 0 1,1 0-1,-3 0 1,0 0 0,-6-3-1,0 1 1,-1 1-1,-1 2 85,0 0 1,0 0 0,-3 1 0,0 1-1,0 2 1,0 2 0,-4-1 0,-1 0-94,-1 0 0,0 0 0,-4 0 0,-1 0 0,-1 0 0,0 0 0,-2 0 0,-1 0-84,0 0 1,-1 0 0,43 2 0,-8 3 0,-6 5-299,-1 2 0,-10-7 0,-6 4 0,-13-1-317,-7-1 0,-12 3 0,-3-5 1,-2 2-365,0-2 1,0 4-1,-7-1 107,0-4 870,-10-1 0,-2-3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9:52.6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1305 8081,'-3'15'363,"-2"-1"1,-2 3 135,2 2 1,3 3-1,2 0 1,0 0-105,0 0 1,0-1-1,0 1 1,2 0-198,5 0 1,-4-8 0,7-2 0,-3 0-229,0 0 0,3-7-64,-3 3 1,-5-16-1,6-6 1,-6-6-47,-2-1 0,0-11 0,3-4 0,1-5 111,4-3 0,-1 8 1,-5 2-1,3 0 163,2 0 1,3 10 0,-5 0 0,5 7-44,2 0 1,-5 7 0,7 5-1,1 10-208,-3 10 1,7 4-1,-4 5 1,4 5-500,3 8 1,-7 4-1,-1 2 1,3-1-1984,2-6 2599,-6 5 0,6-17 0,-7 8 0</inkml:trace>
  <inkml:trace contextRef="#ctx0" brushRef="#br0" timeOffset="818">436 1262 7948,'-2'-22'0,"-3"0"400,-2 0 0,-8 8 0,8-1 604,2-2 1,0 8-628,-2 1 0,5 8 1,-6 8-1,6 6-241,2 5 1,0 10 0,2 3 0,6-1-305,6 1 0,-2 4 0,3-7 0,2 0-279,2 3 1,-4-11-1,-1 4 1,3-11-52,2-4 0,3 4 0,0-6 254,0-4 1,-3-13-1,-2-11 1,-5-9 155,-2-5 0,-3 5 0,-7-7 1,0 0 364,0 2 0,0-5 0,-2 10 0,-3 3 464,-2 1 0,-3 11-355,3-1 1,2 13 0,-7 2 0,2 12-164,5 7 1,3 13 0,4 2 0,3 2-343,2 0 0,10 1 1,-5 4-1,3-3-220,-1-1 0,1-11 1,7 3-1,-3-4-110,-4-4 1,4 1 4,-5 0 444,6-10 0,-8-5 209,-5-14 1,-4-5 0,-6-7-1,-2 2 75,-2 2 0,0 1 0,7-8 0,0 0-157,0 0 1,0 1 0,0-1 0,0 0-125,0 0 1,0-2-1,0-3 1,0-2 63,0 3 1,7 2-1,3 4-22,2 6 1,2 4-53,8 10 1,0 10-1,-3 4 1,-4 6 4,-8 1 1,3 4-1,-3 1 1,0 6-24,3 1 1,-8-6 0,6 2 0,-6-5-250,-2-2 0,0-7 344,0-1 1,0-11 42,0-3 0,0-13 0,0-13 0,0-6-2,0-2 1,0 5 0,0-4-1,0-1-77,0 0 1,0 7 0,0-2 0,2 5-26,6 2 0,1 8 0,8 2 0,-2 2-60,2 5 1,2 5-1,3 7 1,0 8 24,-1 4 0,1 10 1,0 0-1,-3-2 11,-4-3 0,4 5 1,-7 0-1,0-2 7,-4-3 0,-6-2 1,-2 0 88,0-1 0,-2-9 47,-6-4 1,4-8 0,-9-10-167,4-12 1,1 0 0,8-9 0,0 2-14,0 0 0,0 0 0,0 7 1,3 0 128,4 1 1,3-1 0,7 0 0,-3 3-36,3 4 0,5 5 0,5 10 0,2 0-76,-3 0 1,-2 10-1,-2 5 1,0 6-787,0 8 1,0-4-1,-3 6 819,-5 1 0,6-8 0,-8 7 0</inkml:trace>
  <inkml:trace contextRef="#ctx0" brushRef="#br0" timeOffset="1685">1656 456 7961,'0'-22'83,"0"0"299,0 0 1,2 8 0,5 2 57,8 2 1,4 5-1,3 13 1,-3 6-254,-4 5 1,12 13 0,-6 4-1,1 5-239,-5 3 1,2 2 0,-6 2-1,-1 3-123,-5-3 0,3 6 0,-3-3 0,-2-3-18,-3-2 0,-2-12 0,0-5 1,0-5-11,0-2 0,-2-10-116,-6-5 198,6-4 0,-5-3 268,14 0 1,3 12 0,7 7 112,-3 8 1,-9 4 0,2-4 0,-4 4-42,-3 3 1,0 0 0,-3 5-1,-2-3 62,-2 3 0,-17-8 1,2-2-1,-4-5-66,-6-2 0,5-7 1,-9-3-1,0-3-388,2-4 0,-5-5 1,10-7-1,0-8-264,-2-4 1,14-5-1,-2-3 1,6-4-67,9-3 1,1 7 0,3-2-1,3 5 88,4 2 1,5 1 0,10 1 0,2 3 259,5 3 1,-5 9 0,8-2-1,-3 4 246,0 3 1,7 0 0,-5 3 0,1 4 145,-1 7 0,8-2 0,-5 3 0,2 2 256,0 2 1,-2 1 0,5-3 0,-5-5 98,-3-3 1,-2 6 0,-7-8 136,0-2 1,-3-5-514,-4-7 1,-5-5-1,-13-10 1,-4 0-34,-8 0 0,3-2 0,-2-3 0,-3-2 109,-3 3 1,-1 2 0,-1 2 0,0 3 243,0 4 0,1 5 0,-1 10-326,0 0 1,3 10 0,4 5 0,8 4-254,4 3 1,3 7 0,3 0 0,2-3-637,2-1 1,17-4-1,0-1 1,8-3 140,7-3 1,2-7-1,2 5 1,1 1 405,-1-1 1,1-5-1,-1 5 1,1 0 441,0 0 0,-3 3 0,-5 4 0,-9-2 359,-10-2 1,-1-1-1,-8 8 40,-3 0 1,-13-3 0,-6-2 0,-6-5-315,-1-2 0,-1-3 0,0-7 0,0-2-769,1-6 1,6-4-1,3-12 1,2-5-125,5-7 0,5-3 0,8 0 0,4 3-390,0-3 1,10 8 0,-3 2-1,10 5 104,5 2 1,-5 10 0,7 4 0,3 6-1518,2 2 2301,3 10 0,-1 11 0,1 13 0</inkml:trace>
  <inkml:trace contextRef="#ctx0" brushRef="#br0" timeOffset="2468">4051 761 7921,'-36'-3'577,"0"-4"1,7 5 0,-5-6-6,2 6 0,3 14 1,10 7-1,2 10-379,2 5 1,11-5 0,-6 8-1,3 4-258,-1 7 1,1-2 0,7 5-1,3-8-288,4-6 0,2 4 0,8-7 0,-2-3-151,2-9 0,2-3 0,3-11 0,0-4 100,0-1 0,-1-13 0,1-7 1,-3-7 173,-4-5 1,4-10-1,-7 5 1,1-2 238,-6 0 1,-5 9-1,-2-2 1,0 3 548,0-3 1,0 12-257,0-5 1,-9 15 0,-4 2-213,1 10 0,-5 7 1,8 12-1,-1 2-333,0 4 1,3-1-1,7-8 73,0 1 1,3-10 0,4-5 368,7-4 1,-2-3 0,3-3 0,-1-4 150,-1-7 0,6-13 1,-7-4-1,3-1 344,-1 1 0,-9-8 0,5 0 0,-3-7-299,0-5 0,0 1 0,-7 6 1,0 1-359,0-1 1,0 3 0,-2 2 0,-3 5-297,-2 3 1,0 2-1,4 9-131,-4 6 0,4 14 1,-4 17-1,5 12-69,2 14 0,2 20 0,3 20 0,5 11 342,-4-41 0,0 3 0,-2 7 0,-1 2 0,3 8 0,0 2 0,-1 4 0,0 1-59,-2 7 1,-1 1 0,-1 4-1,0 2 1,0-28 0,-1 2-1,2-1 1,-1 0 0,2 0-1,0 0-70,3 31 0,2-3 0,1-15 0,2-5 0,-1-14 0,1-3 387,11 29 1,0-34 0,-3-36 208,-4-22 0,-5-10 0,-10-21 0,-3-5 504,-4-7 1,-8-6-1,-11-6 1,-6 2-483,-2-3 1,-12-4 0,-12-5 0,-7-3-563,29 38 1,-1 0-1,-1 1 1,-1 0 0,-4 2-1,-1 1 1,0 1 0,1 0-63,-1 0 1,1 2-1,-32-11 1,12 5-1,17 15 1040,14 12 1,18 9-1,7 13 1,9 11-9,12 6 1,13 9 0,24-7 0,9 2-503,11 0 1,16-16-1,-36-10 1,2-1-1,3-2 1,1-2-754,5-1 0,0-3 0,4-4 0,1-4 0,5-2 0,1-3 475,6-5 0,2 0 0,0 0 0,0 0 0,2-1 0,1-1 0,-1 1 0</inkml:trace>
  <inkml:trace contextRef="#ctx0" brushRef="#br0" timeOffset="2835">5750 1087 8005,'0'25'72,"0"4"1,0 7 262,0 5 0,0 5 0,0 7 0,2 15 105,5 17 0,-4 4 0,0-38 1,1 2-1,-2 2 0,-1 1-527,-2 5 0,2-1 1,2 1-1,1-1 0,0 0 1,-1-1-1,0-5 1,-1-2-1120,0 33 1,-2-20 1205,0-28 0,0-15 0,0-13 0</inkml:trace>
  <inkml:trace contextRef="#ctx0" brushRef="#br0" timeOffset="3068">5532 521 8005,'22'0'-9,"7"0"0,0 0 1,0 0 555,2 0 0,1 3 0,7 6 0,-3 11 274,3 6 0,2 6 0,0-3 0,-5 7-486,-7 5 0,-5 3 0,-4-1 1,-6 3-505,-7 5 1,-7 2 0,-7 8 0,-10-3-496,-9 2 1,-6 1-1,-7-3 1,6-10-2377,1-9 3040,-7 2 0,6-7 0,-11 10 0</inkml:trace>
  <inkml:trace contextRef="#ctx0" brushRef="#br0" timeOffset="3335">6403 717 8005,'-22'0'119,"1"0"0,-1 0 1,-2 3-1,-3 4 755,-2 7 0,-7 6 1,7 1-1,0 4-154,-3 4 0,5 5 0,-6 7 0,4-3-607,9-1 0,1-11 0,12 3 1,4-7-350,8-7 1,0 2 0,9-10 0,6-2-23,6-3 1,1-2 0,7 0 0,-3 0 318,-4 0 0,-1 0 0,4 3 437,6 4 1,-12 5 0,-2 10 0,-3-1-540,1 1 1,-6 0-1,1 0 1,1 0-2038,4-1 0,-1-6 2078,-4-1 0,14-9 0,-5 5 0</inkml:trace>
  <inkml:trace contextRef="#ctx0" brushRef="#br0" timeOffset="3834">6555 1087 8005,'0'22'374,"0"-7"1,0-1 1140,0 3 1,0 2 441,0 3-1227,0-10 1,3-4 0,2-16 0,2-9-663,-2-9 0,0-8 1,0-10-1,4-2-634,3-4 0,-4 1 1,4-7-1,0 1-888,0-1 0,2 5 1,8-4-1,0 2 759,0 4 1,7 13 0,0 9 0,-3 10 694,-1 10 0,-4 5 0,1 2 0,-3 2 0,-4 5 0,2 5 0,-10 10 0,0 0 235,3 0 1,-7-1 0,4 1 0,-5 0 628,-2 0 1,-9 2 0,-4 3 0,-1 4-124,-1 3 0,1-5 0,-8 7 0,3 3-353,4 2 0,-2 3 0,8-1 0,-1 3-419,0 5 0,3-12 1,9 2-1,6-7-432,6-8 0,1-9 0,4-5 1,5-2 134,0-5 1,3-20-1,0-6 1,2-6 218,-3-4 0,-1-3 0,-6-7 0,-2 2 156,-3 3 0,-6 6 0,4-3 861,-3 1 0,1 13-604,-3 12 0,-4 14 0,4 10 0,-5 9-737,-2 11 0,0 1 0,3 1 0,4-5 433,8-3 0,14 8 0,5-5 0</inkml:trace>
  <inkml:trace contextRef="#ctx0" brushRef="#br0" timeOffset="4652">7383 1283 8005,'-2'12'303,"-6"-4"1,6-3 0,-8-1 530,1 4 1,6-4-538,-4-11 0,4-5 1,3-10-1,0 1-154,0-1 1,0-10-1,0-4 1,3-5-203,4-3 0,-2-6 0,7-1 1,0 2-242,0 3 1,0 5 0,5 5 0,-2 9 29,2 10 1,-5 8 0,2 11 0,3 5 211,3 8 0,-6 14 0,-2 7 1,-2 8 35,-5 7 0,4-5 0,-1 4 0,-3-4-187,-3-2 0,-2-10 0,0-5 1,0-5-106,0-2 0,0-13 333,0-9 0,0-9 0,-2-13 0,-3-2 206,-3-5 0,1-5 0,7-10 0,0 1 82,0-1 0,0 8 1,0 0-1,0-1-91,0 3 1,3 3 0,1 9 0,6 3-165,2 4 1,3-2 0,7 13-47,-1 6 0,1 10 0,0 15 0,0 4 174,-1 3 1,-6 2 0,-3 8 0,0-3-60,0-5 0,-7 5 0,2-4 1,-4 1-155,-3-1 0,-3 1 0,-2-9 0,-4-4-301,-3-8 1,-3 0-1,-7-10 322,1-2 1,9-8 0,2-9 0,3-12 112,-1-8 0,1 3 0,7-7 0,0-3-107,0-2 0,10-2 1,2-1-1,5 3 44,5 5 1,-5-3-1,14 10 1,0 5 74,6 7 1,-3 7-1,2 10 1,0 3-33,-2 4 0,5 7 0,-10 15 0,-5 8-272,-7 4 1,0 2-1,-10 3 1,0 3 5,3 2 1,-8-8 0,6-9-1,-6-3-142,-2-4 1,0 5 117,0-3 454,0-10 1,7-12 0,3-14 272,2-8 1,-7-4-1,5-5 1,-3-3-111,0-2 1,3-7 0,-5 4 0,2-1-179,-2-6 1,-3 5 0,-2 0 0,0 3-25,0 4 1,0-4 0,-2 2 171,-5 2 1,-5 5 0,-10 8-1,0 6 29,0 6 0,3 4 0,2 6 0,2 6-217,-2 6 0,5 11 0,0 5 0,3 5-561,4 3 1,5-3 0,7-2 0,7-3-542,6 3 0,4-10 0,5-5 1,7-9-1061,6-6 1,8-4-1,1-15 1972,-2-11 0,-4-11 0,-1-11 0</inkml:trace>
  <inkml:trace contextRef="#ctx0" brushRef="#br0" timeOffset="4817">8515 151 7986,'12'-34'69,"5"-5"1,-7 10-1,2 5 195,5 7 1,-5 10 0,3 17 0,2 14 153,2 17 1,0 12 0,-2 17 0,-2 8-11,2 9 1,-5 5 0,0-3 0,-2 6-346,-8-45 1,0 1-1,3 6 1,0 0 0,-1 2-1,-1 1 1,0-2-1,-1 0-413,0-3 1,-1 1 0,-1 1 0,0 0-1,0 42 1</inkml:trace>
  <inkml:trace contextRef="#ctx0" brushRef="#br0" timeOffset="5001">8211 695 8022,'21'-7'147,"1"0"0,2-10 1,8 5-1,11-5-34,13-5 1,16 3-1,11-18 1,9 1-171,-42 19 1,1 0 0,1-2 0,0 0 0,-1 3-1,0 3 1,43-12-398,-4 8 1,-18 8-1,-13 9 454,-21 0 0,-11 19 0,-5 5 0</inkml:trace>
  <inkml:trace contextRef="#ctx0" brushRef="#br0" timeOffset="5484">9125 848 7996,'-7'36'0,"0"-2"0,-1 0 599,-1 0 0,6 0 0,-4 4 0,5-4-254,2-2 1,7-3 0,2-10 0,4-2 9,4-3 0,-5-9 0,2 3-129,3-6 0,-5-12 1,0-4-1,-2-8-247,-5-7 1,-3 2 0,-2-9-1,0 0-242,0 2 1,-2-7 0,-5 7 0,-8-2 56,-4-1 0,4 3 1,1 1-1,-3 8 548,-3 8 1,-1 13 0,-1-4 0,0 6 268,0 2 1,0 12 0,3 10-1,5 12-395,6 7 1,6 2-1,2 1 1,0-1-900,0 1 1,12-10 0,7-3 0,10-4-554,5-5 0,-5 2 1,8-17-1,-1-2 576,-2-3 0,4 6 0,-8-1 0,-4-2 631,-2-3 0,-2-2 0,0 0 187,0 0 1,-10 3 0,-5 4 411,-5 7 1,-2-2-1,0 3 1,0 2 747,0 2 1,0-4-492,0-1 0,0-11-435,0-3 0,0-12 0,0-15 0,0-4-1,0-3 0,0-3 1,0-9-1,0-2-509,0-3 1,0 0 0,0 10 0,0 3-449,0 1 1,10 11 0,2-3 0,3 7-955,-1 7 0,1 6 1,7 9 1519,-1 0 0,1 9 0,0 3 0</inkml:trace>
  <inkml:trace contextRef="#ctx0" brushRef="#br0" timeOffset="5750">9909 717 7955,'-2'-22'389,"-6"1"1,-4 1-1,-9 6 1,-4 6 695,-4 6 0,3 9 0,-8 5 1,2 5-677,6 8 1,2 11 0,2 0 0,2 5-482,6 3 0,4-1 0,10 1 0,3 2 119,4 5 1,5-5-1,12 4 1,3-4 150,2-2 0,10-8 0,-6-2 0,1-2 1112,-5-6 0,-4-9-654,-4-2 0,-11-3 0,-12 2 0,-18-9-950,-14-10 1,0-4 0,-2-8-1,-3 2-880,-2-2 1,7-2 0,5-3 1173,5 0 0,2 1 0,1-1 0</inkml:trace>
  <inkml:trace contextRef="#ctx0" brushRef="#br0" timeOffset="5885">10432 1283 7943,'21'10'769,"1"-5"1,0 7-748,0-2 1,-3-1-1,-2-4-1705,-2 2 1683,-11 1 0,16-8 0,-8 0 0</inkml:trace>
  <inkml:trace contextRef="#ctx0" brushRef="#br0" timeOffset="5983">10453 978 7924,'-21'-19'246,"1"2"0,3 3 219,3-3 0,9 5-465,-2-3 0,4 1 0,3-8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49:50.7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697 562 8260,'-15'0'1176,"1"0"1,9 12-1,-2 7 1,4 10-655,3 5 1,0 5 0,0 9 0,0 5-280,0 3 1,8 2-1,1 5 1,3-2-625,5-3 1,-5-3 0,3 3 0,-1-7-2940,-1-5 3320,6-12 0,-7-2 0,10-11 0</inkml:trace>
  <inkml:trace contextRef="#ctx0" brushRef="#br0" timeOffset="234">0 431 8821,'0'-14'679,"5"2"1,7-1-483,10 1 1,24-2-1,5-8 1,11 0 258,11 0 0,4 1 1,13-1-1,4 0-310,-43 11 1,0 0 0,46-10-1,-5 1 1,-10 3-856,-9 3 0,-6 9 1,-4-2 708,-5 4 0,-5 3 0,-9 0 0</inkml:trace>
  <inkml:trace contextRef="#ctx0" brushRef="#br0" timeOffset="550">936 1150 8094,'-19'34'-54,"5"-5"0,4 5 1,10 2-1,0 5 462,0 3 0,10-8 1,4-2-1,5-3-136,3-4 0,7-13 0,3-6 1,-1-6-112,1-2 0,4-10 1,-7-4-1,-2-8-54,-3-7 1,-5-3 0,-2-4 0,-5 5-2,-2-1 1,-5 8-1,-10-5 1,-7 5-174,-8 2 0,3 3 0,-12 2 0,3 2-177,-3-2 1,5 5 0,-6 0 0,6 0-7,3 0 0,-1 5 1,0-5-1573,0 2 1822,10 3 0,-7-3 0,7-2 0</inkml:trace>
  <inkml:trace contextRef="#ctx0" brushRef="#br0" timeOffset="750">1350 431 8094,'7'-29'0,"1"0"398,-3 2 0,-1 6 88,4 6 1,1 8 0,6 17-1,-6 14-64,1 17 1,-7 5 0,6 12-1,-1 5-192,-1 7 1,2 5-1,-4 7 1,5-2-380,2 2 0,-5 3 0,5 2 1,-2-2-1150,-5-5 0,5-10 0,-3-19 1298,-2-15 0,-3-9 0,-2-6 0</inkml:trace>
  <inkml:trace contextRef="#ctx0" brushRef="#br0" timeOffset="1164">1132 1019 8094,'22'-22'-552,"0"3"1,0 2 0,2 5 634,5 2 0,-2-7 1,9 5-1,3-2-126,2-1 0,7 3 0,0-2 0,-2 4-75,3 0 0,-1 5 1,-4-7-1,-1 3 118,1 4 0,-10 2 0,-5 3 0,-5 0-80,-2 0 1,0 0 265,-1 0 0,-11 3 155,-10 4 0,-10-2 0,-11 9 0,-1 3 267,0 3 1,0 4 0,-2 2 0,-3 6 176,-2 2 0,0-5 0,8 7 0,-1 3-472,0 2 0,8 0 0,1-2 0,4-5-455,4-3 1,2 5 0,6-7-35,4-2 0,5-12 0,10-8 0,2-5-273,5-2 0,-5-2 0,5-5 0,-4-8 354,-4-4 1,1-3-1,0 3 1,0 2 762,0 2 1,-8 10-1,1-2-367,2 5 0,-5 9 0,0 3 0,-3 2-1129,-4 5 0,7 2 828,3 3 0,14 0 0,5-1 0</inkml:trace>
  <inkml:trace contextRef="#ctx0" brushRef="#br0" timeOffset="1480">2156 1455 8094,'0'-22'1152,"2"0"-821,6 0 0,-4 1 0,8-4 1,1-1 25,-1-3 0,2-12 0,8-1 0,0-8-116,0-6 0,2-2 0,2-10 0,1-4-214,-8-8 0,1 2 0,-13 1 0,-2-1-343,-3 1 1,-11-3 0,-8-5 0,-8 6-82,-4 6 1,-9 15 0,4 10 0,-3 9 327,1 10 0,10 14 1,-1 10-1,8 15 100,4 19 1,10 7-1,-2 25 1,5 7 46,2 9 1,0 17 0,0-43 0,0 0 0,0 2 0,0 1-109,-1 0 1,2 0-1,8 46 1,6-6-1,7-7-313,7-7 0,4-7 0,13-18 0,5-14-1273,7-16 1616,15-13 0,4-12 0,10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0:02.9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56 7941,'0'-22'1390,"9"3"-774,6 4 1,-3 18-1,0 18 1,0 16-319,0 11 1,0 8-1,5 11 1,-2 4-204,2 1 0,-5 3 1,0-5-1,-3 3-168,-4-3 0,0-5 0,0-6 0,2-11-1369,-2-9 1178,-2-8 1,-3-29 0,0-9 0,0-12 100,0-10 1,0-5-1,0-7 1,0 2 144,0 3 1,0 0-1,0-6 1,2 4 172,5 1 0,-2 13 0,7 0 0,0 7 125,0 0 1,-4 7-1,6 6-132,3 8 1,0 11-1,0 12 1,-3 4-167,3 3 1,-7 5 0,-3 9 0,-2 3-386,2-3 1,-4-4 0,4-6 0,-4-4-1016,-3-2 1418,0-3 0,0-7 0,0-1 0</inkml:trace>
  <inkml:trace contextRef="#ctx0" brushRef="#br0" timeOffset="216">741 470 7941,'14'0'195,"-1"-3"360,-4-4 1,8 4-1,-5-1-246,0 8 1,5 11 0,-9 12 0,-1 4-51,2 3 0,-6 9 0,7 8 0,-3-2-387,0-3 1,0-3 0,-7 3-1,0 3-1134,0 1 1262,0-9 0,0 1 0,0-9 0</inkml:trace>
  <inkml:trace contextRef="#ctx0" brushRef="#br0" timeOffset="416">1176 731 7838,'22'-12'-85,"0"4"0,0 4 456,0-4 1,2 6-1,5-8 1,7 3 255,5 0 1,5-3-1,3 5 1,4-2-633,2 2 0,-4 3 0,5 2 0,-3-3-694,-4-4 699,-13 5 0,5-8 0,-7 10 0</inkml:trace>
  <inkml:trace contextRef="#ctx0" brushRef="#br0" timeOffset="583">1634 274 7838,'-3'21'0,"-1"1"-156,-4 0 1,-1 2 0,4 5 0,-3 7 562,4 6 1,1 4 0,3 4 0,0 8-171,0 5 0,10 3 0,2-1 0,0 0-152,-5 1-85,5-1 0,1-9 0,8-3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0:02.3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1 458 7914,'10'-12'2642,"4"2"-2242,5 1 1,13 6 0,4-6 0,8-1-287,7-5 0,4 3 1,10-2-1,1-3-610,-1-3 0,-4-6 0,-8 2 1,-14 4 495,-13 1 0,1-10 0,-15-5 0</inkml:trace>
  <inkml:trace contextRef="#ctx0" brushRef="#br0" timeOffset="150">306 1 7914,'-22'19'0,"3"8"-108,4 4 1,5 10 0,10-4-1,0 6 403,0 8 1,0-3 0,0 10 0,3 1-135,4-4 1,5 15 0,8-7 0,-4 0-162,-1-2 0,-1-3 0,8 7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0:00.5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1 828 7999,'0'22'635,"0"-1"0,0 1 0,2-2-292,5-6 0,-2 5 0,10-4 0,2 4-305,2 3 1,3 0-1,0-3 1,-1-2-351,1-2 1,0-3 311,0 2 0,0-4 0,-1-10 0</inkml:trace>
  <inkml:trace contextRef="#ctx0" brushRef="#br0" timeOffset="150">66 501 7777,'-12'0'-795,"2"0"1</inkml:trace>
  <inkml:trace contextRef="#ctx0" brushRef="#br0" timeOffset="466">371 828 7999,'12'31'-31,"0"-6"1,-7 4 0,2-3 11,-2 3 0,0-5 0,0 8 1,2-3 394,-2 0 1,-3 7 0,1-7 0,2-2 107,2-3 1,0-2 21,-7 0 0,0-13-408,0-9 1,0-17 0,0-14 0,0-3-215,0-5 1,0-2 0,0 0 0,3 2 18,4 3 0,2 7 0,8-5 0,-2 3 47,2 4 0,-5 3 1,2 4-1,1 4-1,-3 1 1,7 10-1,-4 0 1,4 10-15,3 10 0,-3 6 1,-2 9-1,-2 6-286,2 5 0,-5-5 0,0 1 0,0-1 351,0-2 0,-7-3 0,5-9 0</inkml:trace>
  <inkml:trace contextRef="#ctx0" brushRef="#br0" timeOffset="668">828 763 7999,'12'0'122,"5"9"1,-9 6 0,-1 6 419,3 9 0,2-1 1,9 12-1,1 7-186,0 5 0,0 8 1,2 11-1,3 11-290,2 9 0,-3-3 0,-9 6 0,-5-6-1002,-2-2 1,-3-17-1,-7-9 936,0-13 0,0-9 0,0-17 0</inkml:trace>
  <inkml:trace contextRef="#ctx0" brushRef="#br0" timeOffset="883">1024 1002 7999,'10'-43'112,"2"9"1,10 5-1,0 4 262,-1 4 0,4 9 0,1 4 0,3 6 21,-2 2 1,4 0-1,-2 2 1,-2 6-187,-3 6 1,-2 5-1,-3 3 1,-4 0-254,-8 0 0,3 2 0,-3 3 0,-5 2-503,-6-3 0,-1-2 1,-10 1-1,1 1-579,2 3 0,-8-2 1126,6-13 0,-6 6 0,-1-8 0</inkml:trace>
  <inkml:trace contextRef="#ctx0" brushRef="#br0" timeOffset="1184">1373 915 7999,'14'-12'524,"1"5"1,-10 7 0,2 7 0,-5 7-174,-2 6 0,3 2 0,2-1 0,4 1-158,3 0 0,-4 0 1,6-3-1,3-2-305,2-3 0,-4-9 0,-1 3 0,6-6 15,6-2 1,-1-2 0,4-6 0,-8-6-22,-6-6 0,4-9 0,-7 0 0,3 3 68,-1 2 0,-9 2 0,3 0 0,-6 0 150,-2 0 1,0 1 510,0-1-400,0 10 0,0 4 0,0 16 0,0 6 52,0 6 1,0-6 0,0 1 0,2 2-207,6 2 1,-4 3 0,11 0-868,2-1 1,2-1 0,3-6 809,0-7 0,0 6 0,-1-1 0</inkml:trace>
  <inkml:trace contextRef="#ctx0" brushRef="#br0" timeOffset="1351">2266 0 7975,'12'5'332,"-5"10"317,-5 14 0,-2 19 0,0 13 0,3 11-477,4 15 1,-5 10-1,2-44 1,0 1-1,-3-2 1,0 0-273,-1-1 1,0-1 0,3 49-1,1 1 100,4-13 0,-1-10 0,-7-12 0</inkml:trace>
  <inkml:trace contextRef="#ctx0" brushRef="#br0" timeOffset="1531">1874 632 8397,'9'-12'1654,"8"5"-1658,10 4 0,7-4 0,12 0 0,7 2-63,12 2 0,10-4 0,15-3 1,2 1-244,2-1 310,0 3 0,-6-3 0,-1-2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0:04.4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 7953,'-10'31'-88,"8"-4"1,-5 9 0,4 3 287,3 2 0,0 3 0,0 2 0,0 4 104,0 8 0,0-2 0,0 2 1,0 3-178,0 2 0,0-10 0,3-10 1,2-11-123,2-8 33,10-2 1,-8-13 0,6-9-1,-5-12-93,-1-7 1,-6-5-1,6-3 1,-1-4-205,-1-3 1,10 0 0,-3-5 0,3 5 169,-2 3 1,4-5-1,-2 7 1,7 2 192,5 3 0,-2 9 1,-10 3-1,-3 2 121,3 6 1,3 4 0,-1 7-1,-2 7 113,-3 6 1,-6 11 0,4 6 0,-2 4-258,-6 2 0,-1 8 0,-3 0 0,0-3-528,0-2 1,-7 0-1,-1 0 447,3-2 0,3 4 0,2-14 0</inkml:trace>
  <inkml:trace contextRef="#ctx0" brushRef="#br0" timeOffset="383">675 589 7958,'15'-10'172,"-1"-4"0,-6 4 0,4 0 0,0 3 249,0 0 0,-5-1 0,8 8-25,2 0 1,2 0-1,3 3-205,0 4 0,-8 3 1,-2 7-1,0-3-164,0 3 0,-7 3 1,2 1-1,-4 1-299,-3 0 0,-3 7 1,-4 0-1,-5 0-12,0 2 1,-7-4 0,4 7 0,-4-3 77,-3-4 1,3-10 0,2-3 296,2 3 50,10-7 0,-4-3 1,11-12-1,5-4-32,8-3 0,11 0 0,6-5 0,-1 5-264,1 2 0,7-5 1,-3 6-1,5-1-289,3 0 444,-1 3 0,1-3 0,-1-2 0</inkml:trace>
  <inkml:trace contextRef="#ctx0" brushRef="#br0" timeOffset="617">1525 828 7942,'9'-12'794,"-4"3"0,10 9-499,2 0 0,2 0 0,3 0 0,-1 0-597,1 0 0,10 0 0,4 0 0,8 0-565,6 0 1,-1 0 0,9-3 866,2-4 0,3-5 0,3-10 0</inkml:trace>
  <inkml:trace contextRef="#ctx0" brushRef="#br0" timeOffset="717">2221 567 7942,'-24'0'195,"-5"0"0,-2 0 0,-6 0 0,6-2 440,0-6 1,-3 6 0,-7-5 0,2 4-463,3 3 0,9-7 0,-5 0-173,1 2 0,7-7 0,-8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0:12.4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127 654 8000,'-12'-3'305,"4"-4"-91,6-7 1,2 2 0,2-3 0,6-2-99,6-2 1,6 4 0,1 1 0,1-1 5,0 3 1,2 0 0,3 7-1,2-2-81,-3 2 1,-1 3 0,-4 4-1,-1 5-127,-6 8 1,3 7-1,-10 4 1,-2 6 27,-2 2 0,-6-5 1,-4 7-1,-10 3-29,-10 2 1,3 2-1,-7 1 1,-1 2-8,-4 5 0,-5-5 0,0 2 0,2-7-139,3-5 0,9-9 0,-2 0 220,5-10 1,12-10 0,7-12 207,10-2 0,9-10 0,13 2 0,4-2 126,3 3 1,3 4 0,4 10 0,-3 0-228,-1 0 0,-1 0 0,8 0 1,-1 3-1017,1 4 0,-8-2 922,0 9 0,1 1 0,6 6 0</inkml:trace>
  <inkml:trace contextRef="#ctx0" brushRef="#br0" timeOffset="283">1107 1 7954,'-22'2'-38,"3"5"0,2 10-58,2 10 1,1 7 0,-8 9 0,0 3 674,0 5 1,1 14 0,-1 15 0,2 5-148,6 2 0,4 0 0,10-2 0,0-5-192,0-8 0,10 1 0,7-8 1,9-9-614,11-8 0,4-7 0,2-4 0,3-11-573,5-9 946,-5-7 0,7-10 0,-9 0 0</inkml:trace>
  <inkml:trace contextRef="#ctx0" brushRef="#br0" timeOffset="669">1629 567 7964,'8'-22'45,"-1"0"2064,10 0-1423,-5 1 0,7 11-542,-4 10 0,-6 2 1,-9 13-1,0 2 30,0 2 0,0 3 0,0 0 0,0-1-60,0 1 1,-2 7-1,-5 3 1,-5 2-196,0 4 1,-5-4-1,7 0 1,0 0-185,1 0 0,-6-8 0,8 3 1,0-4-146,-3-4 0,8 1-28,-6 0 0,16-10 0,6-5 0,5-7 10,3-7 0,2 2 1,3-7-1,4 0 78,3 0 1,-5 5 0,8-5 349,1 2 0,3-7 0,3 5 0</inkml:trace>
  <inkml:trace contextRef="#ctx0" brushRef="#br0" timeOffset="900">2087 784 8340,'21'-7'377,"1"0"0,0 0 1,2 7-1,3 0-525,2 0 0,7-3 0,-7-2 1,-2-2 147,-3 2 0,7-7 0,3 0 0</inkml:trace>
  <inkml:trace contextRef="#ctx0" brushRef="#br0" timeOffset="1086">2283 414 7964,'0'22'105,"0"0"0,0 0 0,0 2 135,0 5 0,0-3 0,0 11 0,0 1 37,0 4 0,0 1 1,0 1-1,0-1-383,0 1 0,7-1 1,0 1-1,0-1-860,3 1 966,-7-10 0,16-3 0,-7-9 0</inkml:trace>
  <inkml:trace contextRef="#ctx0" brushRef="#br0" timeOffset="1283">2718 305 7814,'0'34'-138,"0"0"0,0-5 0,0 7 279,0 6 1,0 11 0,0 2 0,0 4 192,0-1 0,0 0 1,0 7-1,0-2-472,0-5 0,-7-5 138,0-9 0,-10-1 0,5 1 0</inkml:trace>
  <inkml:trace contextRef="#ctx0" brushRef="#br0" timeOffset="1769">1390 763 8123,'-15'0'97,"1"0"0,9-10 1,-5-2 387,1 0 0,6-8 0,-4 6-267,5-5 0,9-3 1,2 2-1,4 4-226,3 1 1,11 0-1,2-4 1,0 2-456,3 3 0,-6 9 463,11-2 0,-1-6 0,7 1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0:10.5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1 715 8497,'12'2'979,"-5"5"1,-4 8-695,-3 4 1,2 5 0,3 3-1,5 2-126,2-2 1,-5-3-1,7-2 1,3-1-347,3 1 0,1 0 0,1-3 0,0-4-569,0-8 1,0-5-1,-1-2 53,1 0 0,-3-2 1,-2-5-1,-4-8 703,-4-4 0,1-3 0,-5 0 0,2-2-37,-2-5 1,-3 12-1,-2-5 1,0 3-285,0 0 739,-9 7 1,-1 4-1,-5 16 1,6 9 272,-1 9 0,8 8 0,-6 10 0,6 2-270,2 4 0,0 6 1,0 9-1,0 3-530,0 5 0,0-8 0,0 3 1,2-10-834,6-5 0,1-5 942,6-11 0,14 4 0,-5-7 0</inkml:trace>
  <inkml:trace contextRef="#ctx0" brushRef="#br0" timeOffset="200">589 1085 8055,'14'2'380,"1"5"1,-1-2-1,8 7 1,0-2-120,0-5 1,7-3-1,0 1 1,0 2-1058,2 2 0,-4 0 796,9-7 0,-9-10 0,4-2 0</inkml:trace>
  <inkml:trace contextRef="#ctx0" brushRef="#br0" timeOffset="400">763 802 8055,'0'21'0,"-2"1"35,-6 0 1,6 2-1,-5 3 1,4 2 120,3-3 0,7 8 0,1 0 0,-1 3 15,3-1 0,-1-7 0,8 7 0,-2 3-245,2 2 1,-5-7 0,0-5 0,0-5 328,0-2-255,-7 0 0,14-1 0,-7 1 0</inkml:trace>
  <inkml:trace contextRef="#ctx0" brushRef="#br0" timeOffset="583">1133 758 8183,'20'10'613,"-6"4"0,-7 8-264,-4 7 1,-1 0 0,3 12-1,2 8-205,-2 4 1,0 5 0,0 10 0,2 2-461,-2 3 1,-3-1 0,-2-9 315,0-5 0,10 5 0,2-7 0</inkml:trace>
  <inkml:trace contextRef="#ctx0" brushRef="#br0" timeOffset="966">1656 18 7893,'22'-8'-128,"-1"1"0,1 5 410,0 7 1,2 9-1,3 18 1,4 9 56,3 7 1,-5 20 0,5 0-1,0 9-11,0 13 1,-10 6-1,-11-42 1,-2 1-1,-3 0 1,-1-1-162,-2 0 0,-1 1 1,1 1-1,-2-1 0,-4 1 1,-1 0-1,-1-2 0,-1 0-131,-2-3 0,-3-2 0,-10 33 1,-5-12-1,-3-7-120,-2-5 0,0-19 0,7-3 0,1-12-1266,-1-9 0,7-5 1350,1-10 0,9-10 0,-5-2 0</inkml:trace>
  <inkml:trace contextRef="#ctx0" brushRef="#br0" timeOffset="1200">2266 1150 7979,'12'-10'215,"7"8"0,-4-5 343,4 4 0,10 1 0,2-3 0,3-2-336,5 2 1,9-5 0,6 3 0,1 0-402,6-3-1,-8 5 1,-5-7 0,-9 0-146,-10 0 325,-5 7 0,8-24 0,2 5 0</inkml:trace>
  <inkml:trace contextRef="#ctx0" brushRef="#br0" timeOffset="1383">2636 758 7788,'-12'39'0,"4"2"26,6 5 0,2 5 0,0-3 0,0 5 136,0 3 0,0 2 0,0 7 0,0 1-139,0-1 0,0-7 1,0-2-1,0-3-23,0-5 0,10-2 0,2-2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0:09.6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1 642 8213,'7'-22'-398,"0"0"0,10 1 0,0-1 771,10 0 1,-3 3-1,7 2 1,1 5 30,4 2 0,-4-4 0,-1 6 0,-2 3-146,0 3 0,0 4 0,-9 6 0,-3 4-34,-3 0 0,-9 15 1,2-6-1,-4 6-65,-3 4 1,-10 3 0,-5 10 0,-4-1-384,-3 1 1,-7 2 0,0 2 0,0 3-110,-2-3 0,6-4 0,-6-5 0,2-8-174,0-7 1,7 1 511,8-18 1,2-10 0,-1-11-1,11-8 172,7-7 0,12 5 0,-3-5 0,8 5 140,7 2 0,-5 10 0,5 5 0,-2 4-84,2 3 1,-2 0-1,7 3 1,-3 4-278,-4 7 1,4 6-1,-2 1 1,-2 1-363,-3 0 1,-2 0-1,-1 0 1,1-3-392,0-5 0,0 3 0,0-9 797,-1-4 0,1-1 0,0-3 0</inkml:trace>
  <inkml:trace contextRef="#ctx0" brushRef="#br0" timeOffset="266">1068 76 8165,'-10'-22'-294,"-2"0"510,-10 0 0,1 13 1,1 9-1,3 14 280,3 13 0,-1 16 0,-4 16 0,2 6-83,2 7 1,3 8 0,-2 12-1,7 3-102,4-3 1,3 7-1,0 0 1,1-48 0,1 0-176,0 0 0,3-1 0,7 33 0,10-6 0,2-14-444,5-12 0,-3-5 0,8-8 1,-2-6-710,-6-10 1,-1-15 1016,-4 0 0,1 5 0,0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0:15.9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1 676 8003,'7'-15'-202,"0"1"0,3 9 0,-3-5 603,8 1 1,4 6 0,3-4-14,0 4 0,0 3 0,-1 0-328,1 0 0,0 3 0,-3 4 0,-2 5-47,-2 0 0,-11 8 0,4-6 0,-6 6-148,-2 1 1,0 4 0,-2 1 0,-6 3-103,-6-2 0,-3-3 0,0-2 0,3 2 10,-3 5 1,-3-12 0,-1 5 237,-1-3 0,2-7 246,6 3 0,7-10-47,14 2 0,-2-5 0,9-2 0,3 0-234,3 0 0,4 3 0,2 2 24,3 2 0,0 0 0,-7-7 0</inkml:trace>
  <inkml:trace contextRef="#ctx0" brushRef="#br0" timeOffset="366">872 1 8036,'-29'7'0,"0"3"-191,2 2 1,3 5 0,2 12-1,-2 9 630,-5 11 0,5 2 0,-5 12 1,5 7 24,2 5 1,0 5 0,3 7 0,4-3-224,8-4 0,4 3 1,6-13-1,4-5-150,8-4 0,11-16 0,6 1 0,2-12-350,4-9 0,3 1 0,3-14 0,0 0-548,-1-4 0,1-6 807,-1-2 0,1-19 0,-1-6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0:15.0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0 7929,'0'53'-130,"7"-7"1,0 8-1,0 1 209,3 11 1,-5 11 0,7 17 0,-7-43 0,0 0 185,-2 2 1,-1 0-1,-1 1 1,0-1-1,-1-1 1,0 0 0,0-1-1,0 0-157,0 1 0,0 0 0,0 37 0,0-4 0,-2-8-546,-6-7 0,4-11 1,-11-11-1,-2-9-562,-2-10 1000,-3-15 0,0 6 0,0-8 0</inkml:trace>
  <inkml:trace contextRef="#ctx0" brushRef="#br0" timeOffset="233">479 958 7971,'22'0'0,"0"0"0,0 0 0,0 0 0,-1 0 0,4 0 380,4 0 1,-3 0-1,8 0 1,0 0-829,0 0 1,-5-2 447,7-5 0,-9-5 0,4-10 0</inkml:trace>
  <inkml:trace contextRef="#ctx0" brushRef="#br0" timeOffset="383">697 632 7841,'0'46'0,"-2"2"-228,-5 3 1,4 7 0,-4-7 0,4-3 78,3-2 1,8 5 148,-1 0 0,10 9 0,-5-4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0:22.8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 8118,'41'2'-167,"-5"5"0,-2 5 0,-7 13 0,2 4 715,-3 7 0,-1 22 0,-6 10 0,-2 7-94,-3 7 1,-9 5 0,2 7 0,-6-43-1,-2 0-139,-1 2 1,-3 1-1,0-3 1,-2-1 0,-3 0-1,-2-1 1,1 1 0,1 0-110,-1-1 0,0 1 0,-3-2 0,-1 1 1,0-1-1,1 0 0,-15 35-577,-3-13 0,8-3 0,-3-16 1,8-5-549,5-7 919,9-8 0,-5-18 0,10-4 0</inkml:trace>
  <inkml:trace contextRef="#ctx0" brushRef="#br0" timeOffset="266">654 1155 7976,'-14'0'1836,"-1"0"0,13 0-1355,2 0 0,10 7 0,14 0 0,5-2-528,7-3 0,0 6 0,5-1 0,5-2-1070,0-3 1117,0-2 0,8-9 0,1-4 0</inkml:trace>
  <inkml:trace contextRef="#ctx0" brushRef="#br0" timeOffset="383">1395 872 7976,'-58'12'270,"2"-5"1,0-5 673,1-2 1,-1 8 0,-4-1 0,1 0-375,-1 3 0,7-8-570,2 6 0,-5-16 0,1-4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0:21.8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109 412 8076,'-22'0'169,"8"-2"1,-1-3 192,-2-2 1,5-1 0,0 6 139,3-5 0,1 2-271,8-10 1,3 10 0,4-4 0,8 1-49,4 1 0,3-2 1,-1 4-1,1-3-80,0 4 1,2 1 0,3 3 0,2 0 20,-3 0 1,-9 0 0,-2 0-79,2 0 0,0 3 0,0 4-28,-3 7 0,-9 6 0,0 1 0,-10 1-106,-9 0 0,-6 2 1,-2 3-1,-2 4-22,-5 3 0,5-7 0,-7 2 0,2-5-67,-1-2 1,1 0-91,8-1 99,9 1 1,12-17 0,17-7 0,9-6-248,10-1 0,-2-6 0,3 8 0,-1 0-34,-2-3 0,4 7 0,-6-4 1,2 2 448,5-2 0,-8-5 0,0-10 0</inkml:trace>
  <inkml:trace contextRef="#ctx0" brushRef="#br0" timeOffset="201">675 456 12045,'22'0'539,"2"0"0,3 0-480,2 0 0,10 0 1,-5 0-1,2 0-550,0 0 1,-7 0-1,5 0 1,-2 0-1975,-6 0 2465,-2-10 0,-2 7 0,0-6 0</inkml:trace>
  <inkml:trace contextRef="#ctx0" brushRef="#br0" timeOffset="401">915 85 8076,'-22'0'109,"3"3"263,4 4 0,6-2 1,6 9-1,-2 3 236,-2 3 1,0 4 0,7 3-1,0 4-85,0 3 0,2 2 0,3 8 1,5-1-554,2 1 0,-5-1 0,5 1 0,0-1-896,0 1 0,-4-10 1,4-5-1,0-5-1129,0-2 2055,-7 0 0,14-1 0,-7 1 0</inkml:trace>
  <inkml:trace contextRef="#ctx0" brushRef="#br0" timeOffset="601">1220 42 8076,'14'-7'0,"1"-1"0,-10-1 0,4 4 0,1-2 0,0 2 0,4 12 612,-7 7 1,-4 8-1,-3 7 1,0 8 17,0 4 0,0 5 0,0 2 0,0 3-654,0-3 0,0-2 0,0-2 0,2-1-2149,6 1 2173,-6-10 0,8 7 0,-10-7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0:25.8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284 65 8132,'0'-21'46,"-7"6"1,-3 3 195,-2 2 0,-3 3 1,-7 10 124,1 4 0,-4 15 1,-1 14-1,-3 5-279,2 3 1,3 2 0,5 4 0,2 6-82,2 0 0,10 7 1,-2-8-1,5 1-30,2-5 1,2-8 0,5-7 0,8-6-8,4-6 0,10-12 1,0-5-1,0-5 280,3-2 0,-10-2 1,2-5-1,-7-10 41,0-10 1,0 3 0,-3-5 0,-7 2-14,-4-2 1,-6 5 0,-6-5-348,-13 5 0,0 9 0,-7 3 0,2 3 6,-2 4 0,5 2 1,-5 3-1,5 0-672,2 0 0,8 8 0,2 1 735,2 3 0,3 3 0,7 7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0:26.6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566 23 7994,'-22'0'86,"1"-8"1,-1 1 0,-2 2 49,-5 3 0,4 12 0,-6 4 0,2 8 28,0 7 1,-7 12 0,7 12-1,2 3-19,3 4 0,4 3 0,6 3 0,7 1-212,4 6 0,3-13 0,0 3 1,5-7-44,10-8 1,2-11-1,16-11 1,-1-9 217,-6-9 0,6-6 0,-3-4 1,-2-6 282,-3-6 0,-2-8 1,-3-5-1,-2-2-86,-3 3 0,-9-6 0,2 3 0,-7 3-236,-7 1 1,-7 4 0,-13-1 0,-4 3-188,-3 4 1,0 5 0,-5 10-1,3 0 130,-3 0 0,0 3 0,1 4 1,4 8-593,2 4 1,3 5-1,10 3 580,4 2 0,-4 9 0,7-4 0</inkml:trace>
  <inkml:trace contextRef="#ctx0" brushRef="#br0" timeOffset="282">980 872 7922,'22'0'-107,"2"7"1,3 0 0,4-2-207,3-2 0,9-3 1,11 0-1,1 0 313,6 0 0,2-10 0,2-2 0</inkml:trace>
  <inkml:trace contextRef="#ctx0" brushRef="#br0" timeOffset="365">1546 632 7922,'-31'0'-67,"-3"-7"1,-10 0 0,3 2-227,5 3 1,-5 2 292,4 0 0,-4 0 0,-2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0:26.0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0 480 8896,'22'0'979,"0"0"0,2 0-676,5 0 0,0 0 1,12 0-1,7 0-654,6 0 0,4-2 1,5-3-1,-5-5 351,-7-2 0,4-2 0,1-8 0</inkml:trace>
  <inkml:trace contextRef="#ctx0" brushRef="#br0" timeOffset="200">370 1 7941,'-7'15'86,"0"-1"0,2 3 321,3 2 1,2 6 0,0 1-1,0 6 86,0 1 1,2 6 0,3 10 0,4 4-120,4 2 0,-6 1 1,5 5-1,0-6-406,0-2 1,-5 6 0,5-9 0,1-1-959,-1-3 990,2-3 0,8-9 0,0-2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0:25.1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10 327 8405,'-10'-7'917,"10"0"1,3 0 0,11 7-1,6 0-637,6 0 0,8 0 1,10 0-1,-1 0-621,1 0 0,-1 0 0,1 0 0,-3 0-630,-5 0 0,3 0 1,-10 0 970,-2 0 0,-3-10 0,-2-2 0</inkml:trace>
  <inkml:trace contextRef="#ctx0" brushRef="#br0" timeOffset="166">250 1 8030,'0'22'215,"0"-1"1,0 3 0,0 6-1,0 6 324,0 5 1,0 12 0,0 3 0,2 2-202,5 0 1,-2-2-1,7 4 1,0-4-761,0-3 0,-4-5 1,4-11 421,-3-8 0,8-5 0,-5-2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0:24.2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8020,'0'22'194,"0"0"0,2 2 0,3 3 0,2 4 476,-2 3 1,7 2-1,0 10 1,3 3-399,-1 1 0,-7 9 0,6-6 0,-4 2-666,-4 6 1,5-8 0,-3-2 0,-2-7-166,-3-8 1,1-5-1189,4-9 1747,-5-10 0,18-22 0,-8-14 0</inkml:trace>
  <inkml:trace contextRef="#ctx0" brushRef="#br0" timeOffset="265">436 218 8020,'-22'22'0,"8"0"0,-1-1 0,1 4 451,2 4 1,-5 2 0,10 8-1,2-3-73,2 3 0,3 0 0,3-1 0,4-4-149,7-2 1,6-6-1,2-9 1,2-5 88,5-2 1,-3-3 0,8-9 0,0-6 3,0-6 0,-7-8 1,2-7-1,-5-7-215,-2-5 0,-10-3 0,-5 1 1,-5-1-239,-2 1 0,0-1 0,-2 3 0,-5 2-291,-8 3 1,-4 2 0,-3-2 0,0 7 105,1 4 1,1 11 0,3 2 0,3 2-829,-3 5 1,5 5 0,0 8 1143,2 6 0,3 25 0,7 7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0:28.2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1999 598 8146,'22'-19'214,"0"2"0,2 5 113,5 2 0,-3 0 0,8 5 1,0-2 5,0 2 1,-5 3 0,5 2 0,-3 0-121,-4 0 0,-3 0 0,-4 2 0,-3 6-133,-3 6 0,-9-2 0,2 3 0,-4 2-174,-3 2 1,-3 3 0,-4 0 0,-8 2-93,-4 5 0,-3-3 1,0 8-1,1 0 64,-1 0 0,3-7 0,2 4 0,2-2 372,-2 0 1,7 0-1,3-7 172,5 0 0,14 0 0,7-3 0,10-2-437,5-3 1,5-9 0,9 2 0,6-4-595,1-3 1,1 0-1,2-3 1,-5-4-2657,0-7 3265,-16-6 0,13-11 0,-16-3 0</inkml:trace>
  <inkml:trace contextRef="#ctx0" brushRef="#br0" timeOffset="333">2739 489 8240,'3'-22'365,"4"1"1,5 1-1,10 3 1,0 5 252,0 2 0,-1 1 1,4 4-1,4-5-270,7-2 1,-2 7 0,2-2-1,0 5-86,-2 2 1,5 0 0,-10 0-165,-2 0 0,-6 2 0,-6 5 0,-8 8-115,-4 4 0,-6 3 1,-4 2-1,-10 3-163,-10 2 0,1 10 0,-8-6 1,2 4 75,6-1 1,2-9 0,2 4 655,0 1 1,12-11-288,10 1 1,20-10 0,16-14 0,8-5-218,6-8 0,6-4 0,9-3 1,1 3-490,-1 4 1,-2-2-1,-5 10 1,-7 2-2849,-5 3 3289,-3 2 0,-9 0 0,-2 0 0</inkml:trace>
  <inkml:trace contextRef="#ctx0" brushRef="#br0" timeOffset="735">867 2797 7966,'14'-19'384,"1"2"1,2 3-1,2-3 0,22-15 1,12-11-1,20-15-110,-28 23 1,4-1 0,10-3-1,3-1 1,13-7 0,3-1 0,4-3-1,3-2-112,-26 16 0,0-2 0,2 1 0,0 1 0,1 0 0,1 0 0,2-2 1,1-1-1,-1 1 0,0 0 0,-1 0 0,1 0-235,-2 1 1,0-1-1,-1 0 1,-2 1-1,-1 0 1,-1 1-1,25-15 1,-2 2-1,1 2 1,-1 2 120,-2 0 0,-1 2 0,-3 1 1,0 1-1,-5 3 0,-2 1 0,-7 4 1,-1 0-238,-6 3 0,-2 2 1,-4 4-1,-1 1 0,32-24 1,-11 9-554,-15 10 0,-16 17 244,-30 12 0,-22 19 0,-30 18 0,-21 6 270,-19 8 0,38-23 0,-2 2 1,-7 6-1,-2 1 0,-3 2 0,-1 2 48,-7 1 1,0 0 0,-1 2 0,-1-1 0,-2 2 0,-1 0 0,-2 2 0,-1 0-132,-1 3 0,-1 2 0,20-15 1,-1 1-1,0 1 0,-1 0 1,0 2-1,-1 0 311,-3 1 0,-1 1 0,-1 0 0,-1-2 0,-1-1 0,0 2 0,-5 5 0</inkml:trace>
  <inkml:trace contextRef="#ctx0" brushRef="#br0" timeOffset="982">801 3037 7839,'-60'46'166,"-1"0"1,3-2 0,0-1 0,4-3 0,2 0 0,3 0 0,3 0 0,6-4 0,1 0 120,-32 32 0,8-5 0,8-5 0,11-10 33,13-9 0,16-15 1,10-12-1,10-2 1,17-12 0,14-13 0,10-7-97,12-7 1,5-7 0,-19 11 0,2-1 0,5-3-1,2-2-29,5-4 0,2 0 0,6-4 1,2-2-1,3-6 0,3-1 1,5-3-1,1-2-273,-24 16 1,0-1-1,2 0 1,8-5-1,2 0 1,1-2-1,3-4 1,2-1-1,0-1 1,6-3 0,2-1-1,1-1 156,-17 12 0,0-2 0,2 1 0,0-1 0,4-2 0,2 0 0,0-1 0,1 0 0,6-2 0,0 0 0,2-1 0,-1 1 1,1-2-1,0 1 0,0-1 0,-1 0-145,0 1 1,-1-1-1,0 1 1,0 1-1,-4 2 1,0 1-1,-1 0 1,-1 2-1,-6 5 1,-1 1-1,0 0 1,0 1-1,-1 1 1,1-1-1,-1 1 1,0 1 69,19-12 0,1 1 0,-2 0 0,-1 1 0,-2 1 0,-1 1 0,-4 3 0,-1 1 0,-1 0 0,-4 3 0,0 0 0,0 1-292,-4 1 1,0 2 0,-1 0 0,-2 1 0,-1 0 0,-1 2 0,23-12 0,-3 1 0,-3 2 0,-1 0-267,-3 3 1,-2 2 0,-11 5-1,-3 2 1,-8 3 0,-3 1 0,34-12-1103,-16 14 1657,-20 0 0,-10 27 0,-14-5 0,-5 5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9:50:42.66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3887 654 8025,'-10'-12'-1136,"0"0"1136,-4 4 0,4 6 0,10 2 0,0 12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1:53.2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284 0 7980,'-36'0'86,"-1"0"0,11 3 0,-3 4 0,2 7 518,-2 6 1,5 2 0,-3 2 0,8 5-404,5 7 1,9-2 0,-3 0-1,6-3-284,2-4 0,10 2 0,2-5 0,5-4-87,4-1 0,-4-2 1,12-3-1,-4-6-257,-4-6 1,1-2 0,0-2 0,0-6 282,0-6 0,-1-6 0,1-1 0,0-1 270,0 0 0,-1 0 0,-1 1 0,-3-1 387,-3 0 0,-7 8 0,8 1 12,2 4 0,2 6-334,3 18 1,-3 9-1,-4 20 1,-5 2-481,-1 4 0,3 6 1,10 9 288,0 1 0,9-11 0,3-1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1:55.7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0 8018,'-22'0'545,"1"0"-977,9 0 1,2 3 431,10 4 0,0 5 0,0 10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1:46.2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175 654 8414,'-10'-34'109,"8"3"1,-5 9 843,4 0 0,3 0 0,0 1 1,0 11-541,0 10 1,7 10 0,3 14 0,0 5 92,-1 7 1,1 8 0,-5 6 0,2 9-290,-2 3 1,5 4 0,-3 4 0,-2 5-530,-3 5 1,1 9 0,2-6 0,2 6-626,-2 5 0,-3 1 0,-2-13 1,0-9-1621,0-15 2557,-10-10 0,8-14 0,-8-2 0</inkml:trace>
  <inkml:trace contextRef="#ctx0" brushRef="#br0" timeOffset="458">1 567 8190,'22'-32'86,"-1"-4"1,4 5-1,1 2 1,6 2 154,1-2 1,4 7 0,6-2 0,1 10 47,-1 4 0,3 0 0,0 5 0,0-2-53,-5 2 1,-12 13 0,-2 8-1,-8 11-120,-4 9 1,-10 5 0,0 5 0,-10 5-204,-10 7 1,-11 5 0,-6 3 0,-2 1-71,-4 6 1,-3-5 0,-3 4 0,0-4-66,1-3 1,-1-2-1,3-7 1,5-13 16,7-11 0,5-15 228,2-3 0,10-18 0,5-4 1,7-9-11,7-4 0,5-1 0,10 2 1,-1 6 46,1 7 1,2 4-1,3 6 1,2 4 81,-2 7 1,-1 8 0,1 7 0,2 8-199,-2 4 0,4 2 0,-2-2 0,-2-2-414,-3-3 0,5-7 0,0 5 1,-2-2-1551,-3-6 2020,-3-1 0,11-4 0,2 1 0</inkml:trace>
  <inkml:trace contextRef="#ctx0" brushRef="#br0" timeOffset="769">698 1678 9886,'21'0'739,"1"0"0,0 0-530,0 0 0,-1 0 0,4-3 1,1-2-65,3-2 1,-7-8-1,-7 6 1,2-3-150,2-5 0,-5 5 0,-1-3-39,-4-2 0,-2-2 0,-9-3-167,-5 0 0,2 8 1,-10 2-1,-1 0 163,-4-1 0,-2 9 0,1-4 45,-1 6 1,0 2-1,3 2 86,4 6 0,-2 4 0,10 10 0,2-1-7,3 1 1,4 7 0,3 3 0,5-1-394,2 0 1,2 6 0,8-8-1,0-3-380,0-1 0,2-6 1,2-2-1,6-5 696,2-2 0,2-3 0,8-7 0</inkml:trace>
  <inkml:trace contextRef="#ctx0" brushRef="#br0" timeOffset="950">1198 1416 9009,'0'22'604,"0"0"1,10 12 0,5 9 0,4 13-131,3 7 0,0 12 0,2 7 0,2 10-521,-11-42 1,-1 2 0,1-1 0,-1 2-1,-2-1 1,-2 0 0,0-3 0,0 1-441,4 47 0,-2-3 1,-7-12-1,2-9-822,-2-15 1309,-2-19 0,-3 2 0,0-7 0</inkml:trace>
  <inkml:trace contextRef="#ctx0" brushRef="#br0" timeOffset="1519">1111 1590 8220,'8'-24'0,"-1"-2"249,-2-3 0,7 0 0,2 9 1,8 3 101,7 3 0,-2 6 0,9-4 0,3 3-28,2 4 0,2 2 0,1 6 1,0 2-34,-1 2 0,-7 10 0,-2-3-281,-2 6 1,-13 2 0,-12-1-1,-4 1-248,-3 0 0,-10 2 1,-4 3-1,-8 2-140,-7-3 1,2-1 0,-7-4 0,0-1-194,1-6 0,6 3 1,-5-10 117,1-2 0,7-2 0,-5-6 213,5-4 0,11-5 0,6-10 0,5 0 151,2 1 1,2 1-1,5 3 218,8 3 0,4 9 0,3-2 77,0 4 0,0 3 0,-1 0 0,1 3 12,0 4 0,2 5 0,3 7 0,2-2-118,-3-2 0,8-3 0,3 5 0,4-5 58,2-2 0,-6-3 1,-1-7-1,3 0 80,2 0 1,-5-10 0,-2-4 0,-3-8 39,-4-7 1,-3 2 0,-4-7 0,-6 0-25,-7 1 0,-4-1 0,-3-5 0,-3 5-75,-4 3 0,2 2 0,-9 7 0,-3 3 88,-3 4 0,-1-2 1,-1 10-1,0 2 138,0 3 0,1 2 0,-1 2 0,2 5-200,6 8 1,-5 7 0,6 4 0,1 3-77,5-2 0,5 4 1,2 1-1,0-1-427,0 1 0,2 4 0,5-7 0,8-2-517,4-3 1,13-2 0,4-3-1,5-5-111,3-6 0,2-6 1,2-2-1,5 0-197,3 0 0,-8-2 1124,3-6 0,-5-13 0,-2-13 0</inkml:trace>
  <inkml:trace contextRef="#ctx0" brushRef="#br0" timeOffset="2220">2549 1438 7977,'-8'-15'50,"-1"3"213,-3 3 0,-3 1 0,-7 8 0,0 0 210,1 0 0,1 3 0,3 4 0,3 8-135,-3 4 1,-2 5 0,-3 3 0,2 2-239,6-3 0,4 6 0,10-3 0,0-2-325,0-3 0,3-2 0,4-3 0,7-5-189,6-6 0,2-6 0,2-2 0,2 0 109,3 0 1,3-2 0,-5-6 0,2-6 145,-3-5 1,-2-3 0,-2 0 0,-2 0 235,-6 0 1,5 1 1785,-4-1-1393,-5 10 1,-1 5 0,-9 14 0,0 7-190,0 6 1,0 4 0,0 2 0,0 3-951,0-2 0,3 5 0,4-3-1905,7-3 2574,6-11 0,2-6 0,-1-9 0</inkml:trace>
  <inkml:trace contextRef="#ctx0" brushRef="#br0" timeOffset="2402">3245 240 7908,'0'22'360,"0"12"0,0 9 0,0 16 23,0 11 1,8 7 0,1 13-1,1 4-481,-5-44 0,0 2 1,2 2-1,0 1 0,-3 0 1,0 1-1,-2 0 1,0-1-600,0-1 1,-1-1-1,-1 31 697,0-4 0,0-19 0,0-8 0</inkml:trace>
  <inkml:trace contextRef="#ctx0" brushRef="#br0" timeOffset="2569">2766 1155 9341,'34'12'786,"10"-5"1,14-2-824,12 2 0,10-4 0,14 4 0,-41-5 1,1-2-412,6 1 0,1-2-54,-5-3 0,1-1 1,12 0-1,0-2 1,-8-4-1,-1 0 1</inkml:trace>
  <inkml:trace contextRef="#ctx0" brushRef="#br0" timeOffset="3303">5401 1024 7994,'0'22'0,"8"-7"-218,-1-1 0,0 1 0,-7 6 0,0 1 936,0 0 1,7 0-1,1 2 1,-4 2-318,-1 4 0,-3 1 0,0-2 0,0 5-260,0 0 1,0-3 0,-3-11-18,-4-6 0,5 1-225,-5-15 1,4-13 0,3-18 0,0-3-38,0-5 0,3-9 0,4-3 0,7 3 124,6 2 0,1 5 0,-1 4 0,-3 8 162,-3 5 1,1 12 0,7 5 0,-1 7-66,1 7 1,-3 15 0,-2 17 0,-2 7-336,2 4 0,-5 8 0,0-7 0,0 0-394,0 2 1,-5-9-1,6 2 1,-1-10-1237,0-4 1882,-7-3 0,14-17 0,-7-3 0</inkml:trace>
  <inkml:trace contextRef="#ctx0" brushRef="#br0" timeOffset="3852">5859 1155 7994,'0'-36'-40,"0"-1"1,-8 3-1,1-2 1,0 7 397,-3 5 0,5 12 40,-9 5 0,9 14 1,-2 10-1,2 9-121,-2 11 1,4 4-1,-4 5 1,5 2-159,2 3 0,2 0 0,3-8 0,4 1-137,4-1 1,1-9 0,8-5-1,2-4-18,5-4 1,-2-6-1,9-3 1,0-5-54,-2-9 1,7-10 0,-7-17 0,0-8 25,-5-4 0,-5-10 1,-4 1-1,-3 1 14,-3 3 1,-9-2 0,2 2 0,-4 7-3,-3 5 1,-8 5-1,-1 7 401,-3 1 0,-3 11-57,-7 10 0,10 10 0,5 14 0,4 2-114,3 4 1,0 6 0,0-5 0,0 3-87,0 5 1,8-8 0,1-2 0,4-4-241,3-4 0,4 1 1,2 0-17,-1 0 0,1-10 1,0-5-1,0-7 140,-1-7 0,-1-5 0,-3-13 1,-3-4 99,3-7 0,0-12 0,0-3 0,-2 0-46,2-2 1,-8 7-1,1-5 1,-3 8-28,0 6 0,3 1 0,-5 12-38,2 4 1,0 16 0,-7 4 0,3 12 210,4 7 1,-4 12 0,6 6-1,-2 4 33,1 2 1,1-1 0,-1-4 0,4-1-125,0 1 1,7-6 0,-4-3-31,4-5 1,3-12 0,0-5 0,-1-7 151,1-7 1,-7-7 0,-3-18 0,0-9-238,0-7 0,-7-10 1,5 7-1,-3 2-508,0 3 0,0-4 1,-7-1-1,-2 5-2142,-5 7 2679,4-2 0,-16 17 0,7-8 0</inkml:trace>
  <inkml:trace contextRef="#ctx0" brushRef="#br0" timeOffset="4826">8472 262 8065,'-12'22'178,"4"2"1,6 5 243,2 7 1,0 22 0,0 10-1,0 7-158,0 7 1,0 3 0,0 2 0,0-2-121,0-5 0,0 0 0,0-17 0,0-15-228,0-14-69,0-10 1,0-14 0,0-10-138,0-12 0,0-10 1,0-5-1,2-2 142,6 3 0,4-6 1,10 3-1,-1 2 175,1 3 1,0 5 0,0 4 0,-1 8 249,1 5 0,0 2 0,-3 5 0,-4 7 501,-8 9 0,3 8 1,-3 0-1,-2 8-98,-3 4 0,-4 2 0,-5-1 1,-8-4-468,-4-1 1,-10-1-1,-3 5 1,1-5-131,-1-7 0,1-7 1,4-5-1,-4-5-1084,-3-2 0,7-3 0,-2-7-746,5 0 1,5-2 0,4-6 1746,8-6 0,14-15 0,5-5 0</inkml:trace>
  <inkml:trace contextRef="#ctx0" brushRef="#br0" timeOffset="5152">8755 1068 8065,'12'0'2529,"-2"2"-2054,-10 5 0,2 3 0,3 7 1,2-2-317,-2 2 0,7 2 0,3 3-79,4-1 0,3-1 0,0-3 0,-1-5-192,1-2 1,0-3-1,2-7 1,3-3-54,2-4 0,-3-5 1,-9-10-1,-2 0 10,2 1 1,-5-8 0,0-3 0,-2 1 92,-6-1 1,6-4-1,-3 7 1,-2 2 135,-2 3 0,-3 2 331,0 1 1,-3 11 0,-2 10 22,-2 12 0,0 7 0,7 6 0,0 4-211,0 7 0,0-2 1,0 0-1,0-1-664,0 1 1,7-7-1,3 2 1,-1-5 70,1-2 1,7-10-1,-2-5 1,4-4 375,3-3 0,0 0 0,-1 0 0</inkml:trace>
  <inkml:trace contextRef="#ctx0" brushRef="#br0" timeOffset="5319">9669 1 8065,'13'22'0,"-4"2"0,-1 5 106,-1 7 1,7 15 0,-4 9 0,0 8 408,-1 5 0,-1 9 0,-6-2 0,3 7-356,2 7 1,3-4 0,-5 2-1,2-8-458,-2-4 0,-3-10 0,-2-2 299,0-15 0,0-11 0,0-21 0</inkml:trace>
  <inkml:trace contextRef="#ctx0" brushRef="#br0" timeOffset="5486">9190 741 9257,'32'-12'307,"4"-5"0,15 7 0,12-2-330,14-5 0,15-2 0,-36 9 0,2 1 0,1 0 0,1 1-139,0 0 1,1 1-337,0 1 1,1-2 0,-1-7 0,-1-2 0,-1 0 0,0 0 0</inkml:trace>
  <inkml:trace contextRef="#ctx0" brushRef="#br0" timeOffset="6102">11020 959 8325,'7'-15'249,"0"1"1,10 7 0,0-8-54,10-2 1,-3-5 0,7-4 0,-2-6-42,0-2 0,10-2 0,-3-10 0,5-2-130,3-3 0,-10 0 1,-7 8-1,-8-1-291,-5 0 1,-9 3 0,3 5-43,-6 7 1,-4 19 0,-6 18 189,-6 18 0,-3 23 0,0 9 0,2 7 107,-2 8 0,8 14 1,5-37-1,0 1 1,3 3-1,0 1-3,1 3 1,0 0-1,0 2 1,0 1 0,0 4-1,0 1 1,0-1-1,0 1-169,0 0 0,0-2 0,1-8 0,0-3 0,7 39 0,6-24 279,6-22 1,1-15-1,1-19 1,2-14 239,5-17 0,-4-15 0,4-17 1,-3-7 55,3-5 0,-12 5 0,3 0 0,-8 0-137,-8 2 1,-4-7 0,-7 8-1,-10-1-254,-9 5 0,-1 5 0,-9 5 0,-3 2-75,-2 3 1,-3 9 0,3 1-1,3 9 79,1 10 0,8 4 0,-2 6 0,4 4-193,8 7 0,12 15 1,-1 5-1,6 3 188,2-1 0,0 0 0,0 8 0</inkml:trace>
  <inkml:trace contextRef="#ctx0" brushRef="#br0" timeOffset="6502">12065 676 8025,'-10'14'13,"-4"1"1,-6-3 0,-1 5 52,-1-3 0,2-6 1,3 4-1,3 0-43,-3 0 1,7-5 0,3 8-125,5 2 0,2-5 169,0 2 0,9-2 0,6 5 0,4-5 78,3-2 1,2 5 0,3-6 0,2 3 155,-3 5 1,-1-5 0,-4 3-1,1 2 118,0 2 0,-3 3 1,-2 0-1,-5 0 341,-2-1 0,-3 1 1,-9 0-347,-5 0 0,-5-3 0,-10-4 0,0-8-114,0-5 1,8-4 0,-1-5 0,1-8-457,2-4 1,2-15-1,10-7 1,2-10-530,6-5 0,6-2 1,13-5-1,4 5-93,3 7 0,2 5 1,10 5-1,3 5-916,1 7 1693,11 14 0,-15 6 0,7 9 0</inkml:trace>
  <inkml:trace contextRef="#ctx0" brushRef="#br0" timeOffset="12168">2745 3071 8325,'0'-22'305,"0"13"-168,0 9 0,0 9 0,0 18 0,2 7 134,5 9 1,-2 16-1,10 1 1,2 13-84,2 14 0,-10-39 0,-1 3 1,1 7-1,1 2 0,2 6 0,0 2-2,1 6 0,-1 2 0,0 5 1,0 2-1,-1 6 0,0 1 1,-1 1-1,-1 0-241,-1-2 0,-2 1 0,0 2 0,-2 0 0,-2-2 0,-1 1 1,1-1-1,0-1 35,2 0 0,0-1 1,0-7-1,-1 0 1,-3-3-1,0-1 0,0-3 1,0-1 82,0 1 0,0 0 0,0-3 0,0 1 0,0-1 0,0 0 0,0 0 0,0-1-56,0-2 0,0-1 0,0-3 0,0-2 0,0-1 1,0-1-1,0 0 0,0-1-164,0-2 0,0-1 0,0 39 1,0-11-1,2-9-46,6-12 0,-6-7 1,8-15-1,-3-5-1741,0-7 1944,10-4 0,-7 1 0,4-4 0,-4-5 0</inkml:trace>
  <inkml:trace contextRef="#ctx0" brushRef="#br0" timeOffset="12866">3137 7470 7784,'-22'12'1235,"10"0"-892,4-4 0,8-6 0,8 5 0,6-4-99,6-3 1,4 0 0,5-3 0,7-2-102,5-2 1,12-3 0,3 6 0,2-4-38,0 3 1,3-4-1,9 2 1,5-1-62,2-1 0,1 6 0,4-4 1,-2 4-62,2 3 1,-2-7 0,2 0 0,3 2-52,-3 3 1,-7-6 0,3 1 0,-1 0 27,0-3 1,-6 5 0,1-7-1,-4 3 69,-3 4 1,3-5 0,0 3 0,0 0 59,-6-3 0,-1 8 0,2-6 0,0 3-6,2-2 0,-12 5 0,13-6 1,-3 4-94,0-4 0,2 4 0,0-9 0,0 1 8,1 0 0,-1 7 0,-2-4 0,0 1 106,2 1 1,-11-7 0,8 4 0,-3 0 28,-4 1 1,3-1 0,8 5 0,-4-5-134,-3-2 0,3 5 0,-3-7 0,3-1-141,4 3 0,-1-5 0,0 7 1,3 1 48,5-1 0,-5 0 0,7 5 0,-3-4 27,1-3 1,-1 7-1,-4-5 1,5 3 89,6 0 0,-1-1 0,2 8 0,0 0 35,-3 0 1,10 0 0,-2 0-1,7 0 113,0 0 1,-3 0 0,-2 0 0,3 0-43,4 0 0,-4 0 0,4 0 1,-4 0 16,-3 0 1,0-7-1,-2 0 1,-3 2-96,-2 3 1,-10 2-1,2 0 1,-1 0-20,1 0 1,-14 0 0,3 0 0,-10 0-157,-8 0 0,5 0 0,-14-3 0,0-2-1670,-5-2 0,-12-3 1791,-2 3 0,-10-5 0,4-10 0</inkml:trace>
  <inkml:trace contextRef="#ctx0" brushRef="#br0" timeOffset="13752">2657 2723 8303,'10'12'-142,"-7"-2"1,16-3 0,-5 0 268,6-2 0,2-3 0,2-2 0,2 0 189,3 0 1,20-7 0,2-3 0,9 1-27,5-1 0,10 0 0,8 6 0,9-6-206,-42 3 0,1 2 1,2 2-1,1 1 1,0-3-1,1 0 1,0 1-1,1 1-41,2 0 0,0-1 1,4-4-1,2-1 1,2 3-1,1 0 1,-3-1-1,0-1-88,0 0 1,0 2 0,1 2 0,1 0 0,3-2 0,0-2 0,1 0 0,0-1-77,-2-1 1,0 1-1,1 1 1,0 1 0,-7 1-1,-1 0 1,3 0 0,0 0 94,2 0 1,-1 0-1,0 2 1,1 1-1,-2-3 1,0-1-1,-1 2 1,0 1 30,-1 1 0,-1 1 0,1-3 0,0 0 0,3 1 0,0 1 0,0-1 0,-2 1-6,-1-2 1,0 0 0,-1 4-1,-1 0 1,-3-3 0,0 0-1,1 2 1,0 0 11,-1-2 1,-1 0-1,-1 3 1,-1 0 0,-1-3-1,-2 1 1,49 0-41,-4 3 1,-4 0 0,-7 0-1,-3 0-29,1 0 0,-1 0 0,-14 0 1,-1 0 5,-4 0 1,-5 0 0,0 0 0,-7 0 51,-5 0 1,-5 0-1,-4 0 1,-8 0-70,-5 0 0,-2 0 1,-1 0-583,1 0 1,0 0-860,0 0 1510,-10 0 0,-3 0 0,-9 0 0</inkml:trace>
  <inkml:trace contextRef="#ctx0" brushRef="#br0" timeOffset="14284">8450 2309 8160,'0'22'-96,"0"0"1,0-1-1,0 1 63,0 0 1,7 9 0,1 6 0,-1 6 113,2 8 0,-6 14 0,4 18 0,-2 6-18,2 6 0,-5-40 0,1 1 0,3-1 0,0 1 0,0 1 0,0 0-59,1-1 0,-2-1 1,-1 1-1,0-1 1,8 40-1,-3-6 52,-4-6 0,7 1 1,0-6-1,3-1-12,-1-4 1,-6-6 0,4 1 0,0 2-39,0 3 0,-5 0 0,5-11 0,0 1 2,1 3 0,-6-6 0,5 13 1,-2-5 7,-6-3 1,6 0-1,-3 3 1,-2 0-34,-2-3 0,4 5 0,0-14 0,0 2-8,3 0 0,-7-10 0,6 3 0,-2-5 92,1-2 1,-1-3-1,-7 0 1,2-2 10,6-1 1,-6 8 0,5-9-1,-4 6 9,-3 8 1,2-5-1,3 5 1,2-5 12,-2-3 1,-2 8 0,-1 0-1,3 0-188,2 2 1,0-7 0,-7 5 0,3-5 23,4-3 0,-5 8 1,6-2-1,-3-6 106,2-4 0,-5-3 0,8 8 0,-3-1 118,0 1 1,3-1-1,-5-2 1,5-2 79,2-3 0,-7-7 0,4 5 0,-2 0-215,1 0 1,6-7-1,-4 4 1,0-2-497,-1 0 0,1-2 0,-5-10 471,2-3 0,10 1 0,-5 7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1:55.6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44 170 8018,'-10'14'0,"-2"1"-89,0 2 0,2 9 1,10 3-1,0 0 571,0 3 0,0-6 0,3 8 0,4-2-217,7-6 0,6-2 1,1-2-1,4-2-80,4-6 0,-3-4-185,11-10 0,-11-10 0,6-2 0</inkml:trace>
  <inkml:trace contextRef="#ctx0" brushRef="#br0" timeOffset="767">370 605 8137,'-21'0'824,"6"0"-424,1 0 1,9-2-318,-3-6 1,6-4 0,2-12 0,2-2-159,6-3 0,-3-10 0,7 2 0,0-4-15,0-2 1,5-3-1,9 0 1,3 0 86,-2 5 1,-3 12-1,-2 0 1,0 4 205,0 4 1,-1 11 0,1 10 3,0 12 0,-3 15 0,-2 4 0,-5 3 22,-2 5 0,-3 2 0,-4 2 1,1 1-204,4 0 0,-1-8 0,-7-2 0,0-3-117,0-4 0,0-3 0,0-2-70,0 0 0,0-13 155,0-9 0,0-17 1,0-14-1,0-1-44,0 1 1,0-8 0,2 3-1,3-5-60,3-3 0,8 8 1,-3 2-1,1 0-40,1 0 0,-1 15 0,5-3 0,-2 5 69,-2 5 1,-1 5 0,6 14 199,-6 8 0,-2 11 1,-7 6-1,5-1 34,2 1 1,-7 4-1,2-5 1,-2 1 22,2-1 0,-4 6 1,4-8-1,-5-3-148,-2-2 0,0-2 1,0 0-204,0 0 0,-2-3 89,-5-4 1,4-8-1,-4-14 1,5-8 3,2-4 0,0-5 0,0-5 0,0-5-79,0 0 0,9-5 0,6 8 1,2-1 114,-3 1 0,6 2 0,-6 9 0,5 6 20,3 7 1,-7 4 0,-1 3 0,3 0 11,3 0 1,-8 12 0,-3 8 0,-1 9-190,-1 5 1,7-1 0,-6 6-1,-4-3-405,-1 3 0,4-5 608,0 2 0,10-9 0,-5 4 0</inkml:trace>
  <inkml:trace contextRef="#ctx0" brushRef="#br0" timeOffset="1083">1633 322 8065,'8'-31'4,"-1"-6"1,0 6 0,-7-1 0,0 3 512,0 0 1,-10 10 0,-4 9-1,-5 3 686,-3 0 1,-2 2 0,-3 12 0,-2 8-882,2 4 1,3 10 0,0 3-1,0 1-399,2 6 0,3-7 0,14-1 1,-2-2-368,2 0 0,5 5 1,5-10-1,4-4-475,3-1 0,3-2 1,9 0-1,3-5 528,2-2 0,0-3 0,-5-7 1,3 0 276,2 0 0,0-7 0,-8-3 431,1-2 1,0 5 0,0-6 318,-1 4 1,-6 1-1,0 11-488,1 4 1,-6-2 0,0 7 0,-3 0-737,0 0 1,3 3 0,-5 7 587,2-1 0,10-9 0,-5-2 0</inkml:trace>
  <inkml:trace contextRef="#ctx0" brushRef="#br0" timeOffset="1898">2243 257 8425,'12'-10'1221,"-2"5"-789,-10-9 1,-3 9 0,-4-5 0,-7 3-142,-6 0 1,-4-1 0,-2 8 0,-3 0-233,2 0 1,-5 3-1,3 2 1,3 2-445,2-2 0,9 7-69,1 2 1,9-2 0,0 1-1,10-4 108,9-4 1,6 5-1,1-1 1,4 4 238,4 3 1,-5 13-1,5 8 1,-5 4 943,-2 2 1,-8 11-1,-2 6 1,-2 8-348,-5 5 1,-3-1 0,-2-7-1,-2 3-201,-5 5 0,-5-13 0,-10 1 1,0-10-426,0-10 1,-7-12 0,0 0 0,3-7-326,1-8 0,4-7 1,-1-14-1,0-7 100,0-6 1,3-9-1,2-5 1,5-4 43,2-8 1,3-12 0,9 2-1,6-2 33,6 0 0,5 7 0,3-5 0,2 3 248,5 5 0,-2 4 0,7 10 0,-3 10 95,-4 7 1,5 12 0,-3-2 0,0 7 146,2 7 1,-7 5-1,5 10 1,-2 0 6,2 0 0,-2-3 1,6-4-1,1-8 13,0-5 1,2-2 0,10-2 0,3-8 68,2-12 1,-1-2 0,-6-12-1,2-3 31,5-2 1,-5-3-1,5 1 1,-8-3-201,-7-5 1,-4 5 0,-10-5 0,-3 5-134,-4 3 1,-15 2-1,-17 4 1,-8 8 129,-4 5 1,-17 12-1,0 7 1,-4 12-101,-4 15 0,-6 5 1,4 14-1,1 7 78,4 6 1,7 4 0,8 7-1,7 0 321,5 1 0,12-3 0,7-3 0,14-7-158,20-7 0,20 0 1,31-17-1,16-5-238,-41-14 1,2-3-1,4-2 1,1-5 0,6-5-1,2-4 1,3-4 0,2-3-410,3-3 1,1-1-1,-3-2 1,0-2-1,0 0 1,-2 0-1,-6-2 1,-3-2 106,-4 1 0,-3-1 0,-6 0 0,-2-2 0,-2-3 0,0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1:53.9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110 240 8106,'-22'0'768,"10"-2"-773,4-6 1,6-4 0,4-7 0,6 2 85,6 2 1,13 1 0,4-8 0,1 0 29,-1 0 1,-2 8 0,-7 2 0,0 2 87,-1 5 0,1 3-150,0 2 0,-3 10 0,-4 4 0,-8 5-76,-4 3 0,-13 7 1,-5 0-1,-4 0-4,-3 3 0,0-8 0,-2 5 0,-2-5-9,-3-2 0,2 0 0,10-3 1,3-2 28,-3-2 1,9-11-94,8 4 0,12-6 1,15-2-1,5 0-99,1 0 1,4-7 0,4 0 0,-2 2 527,-3 2 1,-10 6 0,4 2-1,-6 4 116,-3 3 1,-8 3-1,-6 7 1,-5-1 28,-2 1 1,-12 0 0,-7 0 0,-10 0-211,-5-1 0,-2-1 1,-8-3-1,0-5-428,1-3 0,-1 6 1,1-8-1,2-2-875,4-3 1,6-2 0,9 0 1042,0 0 0,10-9 0,3-3 0</inkml:trace>
  <inkml:trace contextRef="#ctx0" brushRef="#br0" timeOffset="200">1220 0 8007,'22'0'71,"0"0"0,-10 10 0,-5 5 0,-5 4 120,-2 3 1,-2 9-1,-5 5 1,-8 6-337,-4 1 0,-10-7 1,0 1-1,2 1-729,3 4 874,2 1 0,-9 1 0,-3-1 0</inkml:trace>
  <inkml:trace contextRef="#ctx0" brushRef="#br0" timeOffset="399">806 87 8007,'22'0'-60,"-7"0"1,-1 3-1,3 2 150,2 2 0,10 10 1,3-3-1,2 6 329,5 2 1,9-1 0,5 1-1,3 0-516,4 0 0,3 7 0,3-3 0,-1-4 97,0-5 0,1-2 0,-1 6 0</inkml:trace>
  <inkml:trace contextRef="#ctx0" brushRef="#br0" timeOffset="833">1743 218 8006,'0'-22'163,"0"1"0,7 6 0,3 1 0,2-1 457,5 3 0,4-7 0,6 4 0,5-4-363,1-3 1,4 7-1,6 3 1,1 3-285,-1 4 1,-1 2 0,-4 3 0,-4 0-92,-2 0 1,-3 3 0,-10 4 0,-2 8-369,-3 4 1,-9 5 0,0 0 69,-10-2 0,-4 5 1,-8-13-1,2 3-282,-2-2 1,-2 4 345,-3-4 1,8-6 390,-1-1 0,13-6 0,2 0 168,12 6 1,0-6 0,2 8 235,3-1 0,-7-4 0,0 10 0,-3 2 67,0 2 1,0 3-1,-7 0 343,0-1 0,-7 1 0,-3-3 1,-2-2-580,-5-2 0,-4-10 1,-6 2-1,-2-2-454,2 2 0,-4-4 0,2 4 1,2-7 179,3-7 0,-7-6 0,-3-8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2:02.6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1874 8318,'0'14'638,"0"1"-589,0-11 0,0 9 234,0-6 0,10-5-158,4 5 0,-2-4 0,3-3-91,2 0 0,2 0 0,3 0 1,0 0-66,-1 0 1,8 0 0,3 0 0,-1 0-72,1 0 0,6 0 0,-1 0 1,4 0 90,2 0 0,1-7 0,0-1 0,-1 4 87,1 1 0,-1-4 1,-2 0-1,-2 2-32,-3 2 0,1 3 0,6 0 0,1 0-53,-1 0 1,1-7 0,-1 0 0,1 2-4,0 3 0,6 2 1,1 0-1,-2-3-20,-4-4 0,9 4 1,1-4-1,1 5 31,-5 2 0,-5 0 0,-3 0 1,1 0 21,-1 0 1,1 0 0,0 0 0,-1 0-26,1 0 0,-1 0 0,1 0 0,-1 0-19,1 0 0,-8 0 0,0 0 0,3 0 16,2 0 0,3 0 0,-1 0 0,-1 0 80,-6 0 1,5 0-1,-5 0 1,5 0 65,3 0 0,-8 0 1,1 0-1,1 0-56,3 0 0,-4 0 0,-1 0 0,0-3-44,-2-4 1,7 5 0,-4-6 0,4 6-43,2 2 0,1-7 0,-3 0 0,0 2 9,3 2 0,-8 3 0,10 0 0,-7 0-2,-1 0 1,3 0-1,3 0 1,0 0-15,-1 0 1,1 0-1,-1 0 1,1 0 65,-1 0 1,-2 0 0,-2 0 0,-3 0 5,3 0 1,2 0 0,0 0 0,-2 0-35,-3 0 1,1-7 0,4 0 0,0-1 4,3-1 1,-13 6 0,13-6-1,-3 1-20,0 1 0,-5-3 0,0 6 1,3-4-8,2 4 0,-4-1 0,-4 0 1,1-2 7,0 2 0,-5-5 1,5 3-1,-2 2 40,-6 3 1,1-6 0,-1 1 0,3 2-51,-2 3 1,0-5-1,-1-1 1,3 3-115,-2 3 0,-3 2 0,-2 0 1,0 0 69,-1 0 1,1 0 0,0 0 0,0 0 86,0 0 0,-8 0 1,1 0-33,2 0 0,2 7 1,3 1-1,-1-4 87,1-1 0,0 4 0,0 0 1,0-2-27,-1-2 0,8-3 1,3 0-1,2 0-48,4 0 1,1 0 0,0 0 0,-3 0-20,3 0 1,4 0 0,3 0 0,0 0 18,-4 0 1,-6 0-1,0 0 1,-4 0-238,-1 0 0,-14 0-2340,5 0 2549,-15 9 0,-17 3 0,-14 10 0</inkml:trace>
  <inkml:trace contextRef="#ctx0" brushRef="#br0" timeOffset="1318">132 3529 8148,'14'0'-270,"-2"-3"376,-2-4 0,7 4 384,-3-4 1,6 5-184,1 2 0,1 0 1,0 0-85,0 0 0,0 0 0,-1 0-240,1 0 0,0 0 0,2 0 0,3 0-9,2 0 0,2 0 0,-4 0 1,4 0 9,3 0 1,2 0-1,8 0 1,2 0-68,5 0 0,-3-7 0,10-3 0,3 0 44,2 1 0,2-6 0,-2 5 1,-3-2-6,-2-5 0,0 5 0,5 0 0,-2 0 38,-3 0 0,-10 7 0,3-5 0,-2 3 22,1 0 1,-6 0 0,2 7 0,-7-3 120,-1-4 0,3 4 1,3-4-1,-3 5-40,-5 2 1,6-7-1,-4-1 1,8 3-90,5 3 0,0-5 0,-5 0 1,2 2-50,3 2 0,2-4 0,-4 0 1,4 2-60,3 2 0,-8-4 0,3 0 0,-3 0 175,3-3 0,-7 8 0,1-8 0,-6 3 119,0-1 1,2 1 0,0 7 0,-2 0-84,-3 0 0,-2-2 0,5-3 0,-3-2-61,3 2 1,2-5 0,2 3 0,1 2-48,0 3 0,-1-1 0,1-2 0,-1-2 92,1 2 0,-8 3 1,0-1-1,3-1-19,2-4 1,-7 1 0,-2 7 0,-3 0-46,0 0 0,2 0 0,-4 0 0,2 0-68,-3 0 1,6 0 0,-3 0 0,0 0 60,2 0 1,-6 0 0,4 0 0,-5 0-48,-2 0 0,2 0 1,2 0-1,3 0-15,-2 0 0,-3 0 0,-2 2 0,2 3 57,5 3 0,-5-1 1,5-7-1,-2 0-11,2 0 0,-2 0 0,7 0 1,-3 0 15,-4 0 1,4 0 0,-2 0 0,-2 0-16,-3 0 1,5 0 0,0 0 0,-2 0 64,-3 0 1,-2 0-1,-1 0 1,1 0-29,0 0 0,2 0 0,3 0 0,2 0-122,-3 0 1,-1 0 0,-1 0-1,2 0 18,3 0 1,0 0 0,-4 0 0,1 0-43,3 0 1,3 0 0,-6 0 0,6 0 41,2 0 0,-5-7 0,5-1 0,0 3 61,-1 3 1,-4 2 0,5 0 0,-2 0 127,-6 0 0,-1 0 0,-1 0 1,2 0-55,3 0 1,-7 0 0,-7 0-168,2 0 1,-5 0-348,2 0 1,1 0-421,7 0 1,-8 0 247,1 0 1,-1 0 0,8 0 0,0 0-787,-1 0 1395,1-10 0,0-2 0,0-10 0</inkml:trace>
  <inkml:trace contextRef="#ctx0" brushRef="#br0" timeOffset="2517">1743 1 8209,'7'14'128,"1"1"0,6-1-17,-7 8 0,3-7 0,-5-1-5,2 3 1,0-5 0,-7 3 0,0 2 21,0 2 0,8-4 1,-1-1-1,0 5-8,3 8 1,-8 0 0,8 9 0,-3 0-74,0-2 0,3 14 1,-5-2-1,5 8-53,2 6 1,-7 13 0,4 7 0,-2 4-105,1 3 1,6 10-1,-6 2 1,-6-48-1,0 0 43,-1 0 0,1 0 0,5 48 0,-3-47 1,-1 0-1,2 47 42,-2-2 0,4-12 0,0-13 0,-2-7 55,-3-6 0,6 1 1,-1-9-1,-2-3 41,-3-2 1,5 5 0,1 0 0,-1-3-11,3-2 1,-8-2-1,8-1 1,-3 3-19,0 5 0,8-5 1,-8 5-1,-2-5-26,-3-3 0,1 3 0,1 3 0,4 2-2,-3-3 0,-3-2 0,-2-3 0,2 1-45,6 0 0,-6 4 1,5-2-1,-4-5-30,-3 0 0,0-2 0,0 0 0,0-3 33,0 3 1,0-1-1,2 1 1,3-3 10,2 3 1,1-5 0,-8 0 0,2-3 43,5-4 0,-4 4 0,4 1 0,-2-1 25,2 1 0,-5-1 0,8-4 0,-3 2-62,1-3 1,-1 6-1,-7-1 1,2 1 3,6-1 1,-6 6-1,5-6 1,-4 3 74,-3 5 0,0-8 0,0 1 1,0-1 119,0 5 1,0 3-1,0-3 1,0-4 6,0-1 0,7-7 0,0 5 0,-2-2-139,-3 2 0,-2-2 0,0 7 0,0-1-42,0 1 0,0-5 0,0 5 0,0-2 2,0-6 1,0 8 0,0 2-1,0 6 64,0 1 0,0 1 0,0-1 1,0 1-89,0-1 1,-2 1 0,-3-3 0,-2-2-736,2-3 0,3-9 0,2 2 741,0-5 0,0-12 0,0-2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2:06.2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63 8012,'0'-15'-712,"3"3"285,4 3 1500,-4-8-607,6 14 0,-9-4-295,0 14 1,-2 5 0,-3 10-1,-2 0 1,-1 0-1,8-1-18,0 1 1,0 2-1,0 3 1,0 5-163,0 1 0,0-4 0,3 10 0,2 5 25,2 4 1,0 15 0,-4 2-1,2 13-25,2 6 1,7 4-1,-6 1 1,-1 3-13,2 2 0,-6 1 0,4-11 1,-4-1-10,-3-3 1,7-1-1,0 6 1,-2-5-48,-3-7 0,-2 2 0,0-3 0,0-2 66,0-2 0,0-10 0,0-2 1,3-1 84,4 1 0,-5-5 1,6 5-1,-3-1-14,2 1 1,-5-5-1,5 7 1,-4 0 23,-3-3 1,7 6 0,0-8-1,-2 0 0,-2 1 1,-3 4-1,0-8 1,0-1 11,0-3 0,0-3 1,2 1-1,3-1-16,2 1 0,0-8 0,-7 1 1,0 1-30,0 3 1,3 10 0,2-2-1,2-3-63,-2 0 0,0-8 1,-1 13-1,4-5-8,-3-2 1,-3-3 0,-2-2 0,2-3 17,6 3 1,-6-1 0,5 1 0,-4-5-61,-3-3 1,0-2-1,0-4 1,0 1 48,0 3 1,0 0-1,0-7 1,0 0 57,0 0 1,0 7 0,0 0-1,0 0 16,0 2 0,0-7 0,0 5 0,0-4-69,0-4 1,7 4 0,0 1 0,-2 3-4,-2-2 1,-3 4 0,0-2-1,0-2 12,0-3 1,0 5-1,0 0 1,0 0 88,0 3 0,0-8 0,0 5 0,0-3 84,0 4 0,7-6 0,0 7 0,-2-2-30,-3 0 0,-2 0 1,0-7-1,0 0-438,0 0 0,0-1 1,0 1-1347,0 0 1640,0 0 0,-9-1 0,-3 1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2:08.7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392 240 8155,'-2'-41'0,"-3"5"0,-5 4 978,-2 1 0,8 7 0,-6-5 0,0 7-80,-4 7 1,-8 6-1,-5 9-585,-2 0 0,-2 16 0,4 9 1,-2 9-214,2 12 1,1 4 0,2 11-1,-1-3-223,6 2 1,9-4 0,-2 0 0,3-1-593,4 1 0,2-10 1,6 0-1,4-12-98,8-10 1,4 0 0,3-17 0,0-4 509,-1-8 1,1-7 0,0-12-1,0-5 172,-1-8 0,-6-4 1,-1-2-1,1-1 214,-3 1 0,5-1 1,-7 3-1,-1 5 640,1 7 1,0 4-1,-5 4-244,2-1 1,0 12 0,-7 10 0,0 12 27,0 8 0,0 18 0,0 8 1,0 8-304,0 6 0,2 3 1,3 2-1,5 3-535,2 5 0,0-13 0,5 3 0,-2-7 331,2-8 0,12-2 0,4-2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2:17.9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8959,'0'24'436,"0"5"0,0 8 0,0 13 0,2 8-98,6 5 0,-4 12 1,9 5-1,-1 5-320,0 2 0,-7 7 1,4 1-1,-2-1-404,1 3 1,-1-10 0,-5-2 0,3-18 385,3-13 0,8-8 0,-3-3 0</inkml:trace>
  <inkml:trace contextRef="#ctx0" brushRef="#br0" timeOffset="234">415 806 8075,'0'-22'-283,"-8"0"0,-1 0 0,-3 3 607,-5 5 1,-3 4 0,-1 10 0,-4 2 290,-4 6 0,5 4 0,-5 9 0,5 4-173,2 4 0,0-3 1,1 8-1,1 0-528,6 0 0,4-7 0,10 2 0,0-5-233,0-2 1,10-3 0,4-5 0,8-6-164,7-6 0,-5 5 1,5 1-1,-2-4 171,2-1 1,-5-3 0,5 0 685,-5 0 0,-2 0 1,0 2-205,0 6 0,-1 1-171,1 6 0,10 4 0,2-7 0</inkml:trace>
  <inkml:trace contextRef="#ctx0" brushRef="#br0" timeOffset="948">611 675 9821,'0'22'842,"0"0"0,2-1-772,5 1 0,-2 0 1,10 0-1,-1 0-111,-2-1 0,8-6 1,-6-1-1,6 1-214,1-3 0,3-2 0,6-10-118,6 0 0,-12-3 0,-2-2 1,-3-4 147,1-3 0,-6 7 626,1-2 1,-8 9-1,5 12 1,0 18 429,0 14 1,-7 12-1,2 17 1,-2 15-594,-1-38 0,-1 2 0,-1 0 0,1 1 0,3 4 0,0 0 0,0 0 1,-2-1-127,-1 0 1,-1 0 0,-1 0-1,0 0 1,-1-4 0,0-2-1,0-1 1,0 0-91,0 43 1,-2-21 0,-3-13 0,-2-11-985,2-15 0,-5-22 0,3-17-77,2-14 0,-5-20 0,3-2 1,2-10 402,3-5 0,-1-2 0,-1-7 0,-4-1 427,3 1 1,3 0 0,2 0 0,0 2 285,0 5 1,7-3 0,3 10-1,0 3-50,-1 2 0,8 12 0,-2 5 0,4 2 673,3-2 0,2 12 0,3-4 0,2 1-227,-3 1 1,-1-3-1,-1 0 1,2-2-290,3-5 0,0 5 0,-9-8 0,-3 1-72,-3-5 1,-9 2 0,2-2 0,-2-1-98,2 3 1,-4-7 0,2 7-1,-8 0-287,-4 5 1,-10-2 0,3 2 0,-6 2-57,-2 3 1,1 5-1,-1 7 348,0 12 1,8 5-1,2 16 1,-1 11 287,1 6 0,8 6 0,-4 0 0,6 2-71,2 4 1,0-4 0,0 5 0,0-7-396,0-8 1,10 5 0,4-7 0,5 0-511,3-5 0,0-7 0,0-8 0,2-4 60,5 0 1,-2-8-1,6 3 1,-1-8 607,-5-4 0,-3-10 0,-3 5 0,1-10 0</inkml:trace>
  <inkml:trace contextRef="#ctx0" brushRef="#br0" timeOffset="1348">1656 915 8006,'12'-10'532,"0"8"-219,-5-6 1,-4 8 0,4 8 0,-5 6 42,-2 5 0,0 6 0,3 4 0,2 5-34,2-1 1,0 6-1,-7-7 1,0-1-135,0 1 0,0 4 0,0-7 0,0-3 398,0-1-451,0-13 0,0-5 0,0-14 1,0-10-139,0-10 1,-7-7 0,0-12 0,2-4-100,2-9 1,3 4 0,3-3-1,2-3-218,2-2 0,3 5 1,-3 3-1,5 1-464,0 6 1,7 12 0,-4 9 47,4 10 1,-4 7-1,-3 15 736,-2 10 0,7 9 0,-5 20 0</inkml:trace>
  <inkml:trace contextRef="#ctx0" brushRef="#br0" timeOffset="1533">2287 1285 8251,'13'22'2337,"-1"-8"-2776,-5 1 0,-2-10-98,9 2 537,-9-14 0,14-6 0,-6-8 0</inkml:trace>
  <inkml:trace contextRef="#ctx0" brushRef="#br0" timeOffset="1615">2266 915 7891,'-22'-22'0,"0"7"-29,0 1 29,1-1 0,8-6 0,4-1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2:15.7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763 328 8784,'-7'-22'1677,"0"0"-1482,-1 10 1,8 19 0,0 17 0,0 8 212,0 7 0,8 9 1,1 5-1,1 0-245,0 1 1,7 6 0,-5-2 0,2 3-456,1-3 1,-3 2 0,5-9 0,-5-3-678,-2-2 1,4-12 0,-7-5 968,-2-4 0,-2-4 0,-3 1 0</inkml:trace>
  <inkml:trace contextRef="#ctx0" brushRef="#br0" timeOffset="216">241 262 8186,'9'-14'0,"6"-1"0,4-2-290,3-2 1,9-3 0,6 0 0,4 1 706,2-1 1,11 7 0,4 1 0,4-1-131,4 3 1,-3-5 0,-3 10 0,-4 2-365,-3 3 0,5 2 1,-9 0-1,-6 0-440,-4 0 0,-15 9 1,0 3 516,-7 1 0,-12 16 0,5-5 0</inkml:trace>
  <inkml:trace contextRef="#ctx0" brushRef="#br0" timeOffset="416">1 1460 7900,'31'-22'370,"8"0"0,12 1-98,14-1 1,10 0 0,15-2 0,2-3-270,2-2 0,-43 14 0,0 1 1,41-5-1,-8 4-597,-9 8 1,-9-3 0,-11 3 593,-11 2 0,-10 3 0,-12 2 0</inkml:trace>
  <inkml:trace contextRef="#ctx0" brushRef="#br0" timeOffset="783">1264 872 8065,'12'22'0,"-5"0"82,-4-1 0,-1 1 0,3 2 0,5 3 576,2 2 1,-7 17 0,4-3 0,-1 3-284,-1 0 0,3 5 0,-6 0 0,4-3-240,-4-2 0,-1-2 0,-3-3-590,0-5 103,0-4 0,-7-30 1,-1-11-1,4-13-2,1-7 1,3-10-1,0 0 1,0-7 110,0-4 1,0-4 0,0 6-1,3-3 54,4 3 0,-2 9 0,9 3 0,1-1 164,-3 4 0,7 4 1,-4 14 116,4 8 0,0 7 0,-2 9 0,-2 11-34,2 6 0,-5 20 1,0-2-1,0 2-219,0 0 161,-7-3 0,14 1 0,-7 0 0</inkml:trace>
  <inkml:trace contextRef="#ctx0" brushRef="#br0" timeOffset="1000">1830 916 8094,'7'14'-57,"3"3"1,0 5 201,-1 4 0,8 13 1,-2-3-1,4 6 486,3 1 1,-7 13 0,-1 7 0,3 9-334,2 6 1,-6-6 0,-4 8 0,-2 2-613,1 3 0,-1-5 1,-7-3-1,0-2-609,0-5 0,0-14 923,0-12 0,-10-1 0,-2-9 0</inkml:trace>
  <inkml:trace contextRef="#ctx0" brushRef="#br0" timeOffset="1233">1787 1220 8094,'12'-21'33,"7"-1"1,-4 0 0,4 0 241,3 1 0,-8 1 0,1 3 0,2 5 97,2 2 0,10-4 0,0 7 0,-2 2-2,-3 2 1,-2 3-1,0 0-406,-1 0 1,-9 10 0,-4 5-85,-6 4 0,-4 3 0,-6 0 0,-6-1-212,-5 1 1,4 0-1,0 2 1,-1 3-602,-4 2 0,6 0 933,-1-7 0,10-1 0,-4 1 0</inkml:trace>
  <inkml:trace contextRef="#ctx0" brushRef="#br0" timeOffset="1549">2157 1046 8094,'12'3'0,"-2"1"173,-1 4 0,-4 9 91,10-3 1,-8 3 0,5 0-111,-2-2 0,4-1 1,-4 5-1,0-2-153,-1-2 1,8-3 0,-5 5 0,3-5-41,-1-2 0,1 4 0,7-7-147,-1-2 1,1-5-1,0-5 116,0-2 1,-8-10 0,-2 0 0,0-7 53,1-5 0,-9 0 1,4 7 52,-6 1 0,-2-1 0,0 0 247,0 0 1,0 8 401,0-1 0,0 13-272,0 2 1,0 9-1,0 13 1,0 0-310,0 0 0,0-8 1,2 1-1,3 2-1215,3 2 1,8 3-976,-1 0 2085,4-10 0,3 7 0,0-7 0</inkml:trace>
  <inkml:trace contextRef="#ctx0" brushRef="#br0" timeOffset="1733">2767 1 8094,'9'22'6,"-6"2"1,6 5-1,-1 7 183,-1 5 1,7 5 0,-4 5 0,0 10 384,-1 9 1,8 5 0,-2 7 0,2-2-423,-3 2 0,3 0 0,-9 3 1,-1-3-779,2 1 1,-6-6 0,4-21 625,-4-13 0,-13-9 0,-2-12 0</inkml:trace>
  <inkml:trace contextRef="#ctx0" brushRef="#br0" timeOffset="1900">2440 807 8488,'2'-20'619,"8"6"0,9 4-520,8 0 1,14 6 0,3-9-1,11 1-307,8 0 1,15-2 0,6-6 207,8 6 0,3-5 0,-8 6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2:12.9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64 458 8253,'-22'-12'409,"8"2"241,-1 10 1,10 3-1,-2 4 1,7 7 139,7 6 1,-2 9-1,10 2 1,4 1-557,8-1 1,-3 5 0,5-7 0,-3-2-261,3-3 1,-2-2 0,7 0 0,-3-3-931,-4-4 0,4-3 0,-2-7 956,-2 2 0,-3 0 0,-2-7 0</inkml:trace>
  <inkml:trace contextRef="#ctx0" brushRef="#br0" timeOffset="150">129 44 8204,'-9'-12'-2167,"6"-7"2167,-7 16 0,20-6 0,2 9 0,10 0 0</inkml:trace>
  <inkml:trace contextRef="#ctx0" brushRef="#br0" timeOffset="450">543 719 8115,'-2'22'0,"-3"0"49,-3 0 0,1 2 0,7 2 1083,0 3 0,0-7 358,0-7-1085,0-10 0,0-5 0,0-15-649,0-4 1,0-5-1,0-3 1,0-5-95,0-1 1,3 4 0,1-5-1,6 0 92,2 0 0,3 7 0,7-2 1,-1 5 188,1 2 0,-3 8 0,1 2 0,-1 2 118,5 5 0,3 3 0,-5 4 1,-1 5-158,1 8 0,-7 7 1,-1 4-1,1 6-374,-3 2 0,-2-5 0,-10 5 470,0-3 0,9 8 0,3-5 0</inkml:trace>
  <inkml:trace contextRef="#ctx0" brushRef="#br0" timeOffset="684">913 480 8115,'22'34'-457,"0"-5"0,-8-3 0,1 3 0,2 8 1232,2 4 1,-4 10-1,-1 2 1,3 2-168,2 6 0,-4 11 1,-1 6-1,1 2-569,-3 0 0,-2-1 0,-10 9 0,0-1-380,0 0 0,0-10 1,0-4-1,0-8-560,0-7 0,-8-14 901,1-15 0,-19-5 0,1-2 0</inkml:trace>
  <inkml:trace contextRef="#ctx0" brushRef="#br0" timeOffset="900">957 915 7353,'34'-41'0,"-5"5"-43,-5 7 1,-5 12 0,-2 5 0,-2 2 1171,2 5 1,2 3 0,3 2-525,-1 0 1,1 0 0,-2 2-299,-6 5 0,3 6 1,-10 8-286,-2 1 0,-10-7 0,-4-1 0,-3 1-754,-5-3 1,5 5 0,-3-8-34,-2 4 765,-2 1 0,-3 8 0,0 0 0</inkml:trace>
  <inkml:trace contextRef="#ctx0" brushRef="#br0" timeOffset="1217">1305 676 8355,'12'14'1129,"-5"1"-832,-4 2 0,-3 2 0,0 5 0,2 3-112,6 2 0,-6 0 1,8-5-1,-3 3-133,0 2 0,10-7 0,-2-10 0,4 0-299,3 0 1,0-7 0,-1 0-128,1-10 0,0-10 1,-3-11-1,-4-3 121,-8 2 1,3-7 0,-3 0 0,0-2 157,3 0 0,-8 7 1,6-5-1,-6 2 203,-2 6 0,0 1 0,0 4 568,0-1 0,0 12-321,0 10 0,0 10 0,0 14 0,0 3-156,0 2 0,0 9 0,0-4 0,0 3 20,0-1 0,2-10 1,3 4-1,5-4-2487,2 3 2268,-7-14 0,24 14 0,-5-17 0</inkml:trace>
  <inkml:trace contextRef="#ctx0" brushRef="#br0" timeOffset="1400">1937 22 8070,'0'25'470,"0"4"1,0-3 0,0 11 0,0 4-50,0 7 0,7 0 1,3 11-1,-1 1-97,1 3 1,7 12 0,-5 2-1,2 1-832,1-6 1,-10-4-1,2-3 508,-4 1 0,6-1 0,3 0 0</inkml:trace>
  <inkml:trace contextRef="#ctx0" brushRef="#br0" timeOffset="1567">1697 480 7525,'22'0'117,"7"7"0,2 0 1,6-2-217,9-2 0,0-3 0,12 0 99,2 0 0,13-10 0,4-2 0</inkml:trace>
  <inkml:trace contextRef="#ctx0" brushRef="#br0" timeOffset="1833">2481 349 8070,'-7'22'-101,"-3"-3"0,0-2 56,1-2 0,2-1 0,7 8 305,0 0 0,0 2 0,2 3 0,3 2-10,2-3 0,10 1 1,-3-1-1,6 6 174,2 2 0,-1-8 0,1 3 0,0-4 86,0-4 0,-3 8 0,-4 0 1,-8-2 9,-5-3 1,-4-2-1,-5-3-450,-8-4 1,-12 2-1,-2-10 1,3-2-1028,2-3 1,2-9 956,0 0 0,0-10 0,1 5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2:23.6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240 44 7972,'-19'-3'0,"2"-1"-131,2-4 0,3-1 0,-5 4 0,3-2 227,-3 2 1,5 2 0,-3 3 0,-2 5 175,-2 10 1,4 2-1,3 19 1,0 5 169,0 7 0,7 18 0,-2 14 0,5 7-121,2 7 0,0-44 1,0 2-1,-1 4 1,2 1-1,-1 2 1,2 1-104,1 1 0,1-1 0,0-3 0,2 0 0,3 0 0,1-1 0,-1-3 1,-1-2-325,9 44 0,7-8 0,-9-7 0,4-10-569,3-10 0,-7-14 0,-3-12 1,-3-2 674,-4-6 0,7-1 0,0-4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2:22.0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10 262 8250,'9'12'32,"6"-5"1,-3-7 0,3-7 0,1-7 132,4-6 0,9-9 1,2 0-1,3 0-69,5-2 0,2 6 0,0-4 1,-2 5 25,-3 2 0,-2 10 0,2 5 41,-7 5 1,-7 6-1,-7 9 5,-8 8 0,-5 8 0,-6 0 0,-9 8-41,-8 4 1,-13 10-1,2 2 1,-2 3-156,-4 4 1,-3-4-1,-3 2 1,0 2-191,1 3 1,-1-7-1,3-5 1,5-8-1054,7-7 1078,5 6 1,14-38-1,10-4 1,12-17 190,8-12 1,9 5 0,2-5 0,3 5 54,5 2 0,-1 3 1,1 2-1,-5 5 200,-3 2 1,8 0 0,-5 6 0,0-4 176,-5 4 1,-5 1 0,-2 3-17,0 0 0,-3 3-666,-5 4-889,-4-5 1141,-10 8 0,0-10 0,0 0 0</inkml:trace>
  <inkml:trace contextRef="#ctx0" brushRef="#br0" timeOffset="450">1491 1 8101,'-8'21'583,"-1"-1"-144,-4-6 1,9 6 0,-6-6-1,3 5-175,-1 3 1,-6 0 0,4 2 0,1 3-285,-1 2 0,0 10 1,5-3-1,-4 5-344,-3 3 1,7-8 0,-2-2 363,4-3 0,-7 8 0,-2-5 0</inkml:trace>
  <inkml:trace contextRef="#ctx0" brushRef="#br0" timeOffset="683">1142 1 8101,'22'12'111,"-8"7"1,1-4 0,2 4 344,2 3 0,3-1 0,2 1 0,3 2 67,2 5 0,7-2 0,-4 7 0,1 0-143,6 0 0,0-8 1,0 3-1,-6-4-397,-1-4 1,-3 1 0,-7 0 0,-3 0-1000,-4-1 0,-6-6 1016,-9-1 0,10 1 0,2 7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2:27.7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414 44 7995,'-7'-15'34,"0"1"0,-10 9 1,2-3 470,-4 6 1,-3 2 0,-2 0 0,-3 0 69,-2 0 1,-7 10 0,4 7 0,1 7-319,0 5 1,2 7 0,7-4-1,2-1-265,6 1 0,-3 4 0,10-5 1,2 1-282,2-1 1,6-4 0,2-10 0,4-5-62,3-2 1,3-3 0,7-7-1,0 0-46,-1 0 1,1-7-1,-3-3 1,-2-2 208,-2-5 0,-3-10 0,5-2 0,-5 3 156,-2 1 1,-1 4-1,-4-1 1,2 0 211,-2 0 0,5 0 0,-3 1 30,-2-1 1,0 7 72,2 1 1,-4 19-1,4 2 1,-5 10 119,-2 5 0,3 9 1,2 5-1,2 8-335,-2 7 1,4-5-1,-1 7 1,-1-2-436,3 0 1,-6-1 0,8-6 0,1 0-1350,-1-1 1715,-7-9 0,14 7 0,-7-7 0</inkml:trace>
  <inkml:trace contextRef="#ctx0" brushRef="#br0" timeOffset="283">828 348 9841,'22'0'1104,"-1"0"0,1 0-818,0 0 0,9-2 0,6-3 0,4-2-419,2 2 1,3-5-1,3 1 1,-1-1-404,-7 0 0,0-4 0,-11 4 0,-4 1 536,-2-1 0,-2-7 0,0 5 0</inkml:trace>
  <inkml:trace contextRef="#ctx0" brushRef="#br0" timeOffset="467">1155 0 9377,'0'32'807,"0"-6"1,0 13 0,2 4-443,5 6 0,-4 4 0,4-2 0,-5 4-82,-2 1 1,3 5 0,2-11 0,2-1-1003,-2-3 0,0-12 1,-1-5 718,4-5 0,-1-2 0,-7-1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2:34.4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1108 7982,'0'-22'576,"0"10"1,0 7 0,0 17 0,0 13 62,0 7 1,0 7 0,0 11 0,0 4 55,0 3 1,2 2 0,3 7 0,2 1-238,-2 0 1,5-1 0,-2 1 0,-3-5-126,-3-11 0,0 1 0,3-17 135,3-1-1165,-1-2 1,-14-29 0,-1-11-1,1-9-889,-3-5 1,8 0-1,-6 0 1,6-3 1585,2-5 0,0 6 0,0-8 0</inkml:trace>
  <inkml:trace contextRef="#ctx0" brushRef="#br0" timeOffset="350">267 64 7982,'10'-22'217,"5"2"57,4 6 1,4 6 0,-1 18 0,3 15 186,4 17 1,-4 12-1,4 15 1,-4 5 101,-3 8 1,3 6 0,0 9 0,-13-46 0,0 1-192,-1 2 1,-2 1 0,0 1 0,-1 1 0,2 1-1,0 0 1,-2 2 0,-1 1-221,-3 1 1,-1 0 0,-1-4 0,-1 0 0,-2 0 0,-1 0 0,-1-5 0,-1 0-201,-11 43 1,-5-12 0,-2-5 0,-3-3-708,-4-4 0,4-11 0,-4-4 0,6-3-4087,9-4 4842,-6-13 0,10 0 0,-5-15 0,5-5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2:36.8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134 378 8207,'-13'-10'2491,"3"-2"-2491,10-1 0,0 4 0,0 9 0</inkml:trace>
  <inkml:trace contextRef="#ctx0" brushRef="#br0" timeOffset="100">89 89 9272,'-22'-22'1079,"2"7"1,3 3-1080,2 2 0,10-7 0,-5 5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2:35.8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8343,'0'23'41,"0"-1"1,0 0 0,2 0 237,6 0 1,-6 1 0,6-1-1,-6 2 207,-2 6 0,3-5 0,2 7 0,2 0-17,-2 5 1,5 7 0,-3 6 0,1 4-190,1 3 0,-6 2 1,4 5-1,-4-2-284,-3-3 1,0-10 0,0 1 0,0-8-689,0-5 0,0-10 0,0 2-446,0-4 0,2-13 1138,6-4 0,4-26 0,10-6 0</inkml:trace>
  <inkml:trace contextRef="#ctx0" brushRef="#br0" timeOffset="249">45 667 8245,'13'-3'0,"-3"-2"476,-1-2 1,-4-1-1,10 8 414,2 0 1,-4 0 0,2 0-1,-1-2-673,-1-6 1,6 6 0,-4-5 0,5 4-1208,2 3 1,-7 0-1,0 0 990,2 0 0,3-10 0,2-2 0</inkml:trace>
  <inkml:trace contextRef="#ctx0" brushRef="#br0" timeOffset="483">312 0 10957,'0'23'0,"0"1"719,0 6 1,2 7 0,3 12 0,5 5-216,2 3 1,3 10-1,7 9 1,-2 1-322,-5-1 0,5 6 1,-8-6-1,3 1-557,0-1 1,-8-12-1,5-12 1,-2-7-630,-5-8 0,0-8 0,0-12-363,3-2 1366,-1-10 0,-7-15 0,0-14 0</inkml:trace>
  <inkml:trace contextRef="#ctx0" brushRef="#br0" timeOffset="666">756 600 8410,'15'0'1088,"-3"5"1,-2 7-582,-5 10 1,5 8 0,-3 0 0,1 7-365,1 5 0,-6 4 1,4 4-1,-2 2-498,3-3 1,-3-2-1,7-5 355,-2-5 0,7 5 0,-5-8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2:39.2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176 112 9371,'-12'0'267,"2"0"0,7 0-205,-4 0 43,5 0-153,-8 0-59,10 0 0,0 2-49,0 5 0,-3-4 19,-4 4 388,4-4 211,-7-3-113,10 0-98,0 0-340,-9 0 89,6 0-60,-7 0-117,10 0 1094,0 0 1,3-8 0,4-2-850,8-2 1,5-3-1,4-4 1,3 1 11,3 3 1,0 8-1,-8-5 1,0 2 203,0 5 1,1 2-151,-1 3 0,-10 10 1,-5 5-1,-4 7-117,-3 8 1,-10 5 0,-7 11-1,-8 6-285,-4 7 0,-11 6 0,6 1 1,-4 1-249,1-1 0,8 1 0,-6-3 0,3-5-509,5-7 0,12-20 948,8-17 0,7-15 1,7-25-1,8-4 86,5-8 0,2-5 0,3 0 1,2 5 261,2 7 1,1 6 0,-5 4 0,2 5 24,3 8 1,-1 4 0,-7 3 0,1 0-240,-1 0 1,-7 10 0,-1 5 0,1 7-456,-3 8 1,1-6 0,-8 6-1,2-3-128,-2 3 1,-2-13-1,-3 5 526,0-2 0,9 0 0,4 2 0</inkml:trace>
  <inkml:trace contextRef="#ctx0" brushRef="#br0" timeOffset="217">1109 45 8100,'12'0'1232,"-2"12"1,-10 8-809,0 7 0,0 5 0,0-2 0,-3 7-452,-4 5 0,2 10 0,-7-1 1,-1 1-486,1 2 0,0-7 0,-5 5 0,2-7-616,-3-8 1,6 0 1128,-3-15 0,1 5 0,-9-15 0</inkml:trace>
  <inkml:trace contextRef="#ctx0" brushRef="#br0" timeOffset="418">731 134 8100,'15'22'220,"0"0"0,-3 0 1,5 1-1,-2-1 478,3 0 1,-6 3 0,3 2 0,4 2-207,9-1 1,-1 4-1,7-3 1,1-2-472,-1-2 1,3-3-1,5 0 1,-2 1-479,-3-1 1,-10-10 0,3-4 456,-6-6 0,-2 8 0,1 2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2:40.4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89 0 8038,'-22'0'-82,"7"8"0,3 2 0,2 4 154,5 11 1,-5 10 0,3 16-1,2 11 707,2 10 0,3 7 0,0 9 0,3 4-420,4 4 0,6 3 0,-3-46 0,2 0 0,0-2 1,0-1-266,3-1 0,0 1 1,12 46-1,10-12 0,0-8-266,-2-9 0,7-18 0,-8-4 0,3-11-563,0-2 1,-7-15 0,4 3 734,-1-7 0,6-6 0,-4-7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3:50.4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1089 8174,'-22'0'547,"2"-3"155,6-4 1,4 2 0,10-9-267,0-3 1,0 5 0,0-3 0,3 1-149,4 2 1,5-8 0,10 6 0,0-3-37,-1 2 1,8-2-1,0 8 1,-2-1 5,-3 0 0,-2 3 1,0 7-1,0 0-165,-1 0 1,-6 0 0,-3 3 0,-2 6-179,-6 13 0,-1 2 0,-3 10 0,-3 0-91,-4 0 1,-5 9-1,-10 8 1,1-2-256,-1-3 1,0-5 0,0-3-1,0-4 116,1-2 1,-1-6 0,0-9 347,0-2 0,10-13 0,5-2 134,5-12 1,4-7 0,5-3-1,8 0 118,4 0 1,5 8-1,3-1 1,2 1-178,-2 2 1,4 2-1,-2 10 1,-2 0-476,-3 0 1,5 0-1,0 0 1,-2 0-473,-3 0 1,-2 2 0,-1 3 0,1 3 838,0-4 0,9 9 0,3-1 0</inkml:trace>
  <inkml:trace contextRef="#ctx0" brushRef="#br0" timeOffset="217">632 1067 8146,'0'12'2007,"2"-2"0,5-10-1611,8 0 1,4 2 0,3 3-1,2 2-556,5-2 0,-2-2 1,7-3-1,-3 0-358,-4 0 0,4-3 0,-2-2 1,-4-4 517,-9-3 0,4-3 0,-8-7 0</inkml:trace>
  <inkml:trace contextRef="#ctx0" brushRef="#br0" timeOffset="401">828 697 8119,'0'14'1234,"0"1"-657,0 2 0,0 2 0,0 5 0,0 3-46,0 2 1,7 10 0,3-1-1,2 8-431,5 5 0,-5 0 1,2-5-1,1 2-415,-3 3 1,5-7 0,-7-10 0,2-3-2048,5-4 1,-5-5 2361,2-8 0,-9 5 0,5-6 0</inkml:trace>
  <inkml:trace contextRef="#ctx0" brushRef="#br0" timeOffset="601">1220 610 8119,'14'9'582,"1"6"1,-8-1 0,8 6-1,1 6 398,4 6 1,2 4 0,-1 10-1,1 5-325,0 7 0,-8 3 0,1 1 1,-1-1-903,-1-1 1,4 1-1,-10-15 1,-2-3-1426,-3-9 0,0-2 1672,6-10 0,-6-5 0,8-17 0</inkml:trace>
  <inkml:trace contextRef="#ctx0" brushRef="#br0" timeOffset="935">1786 0 7945,'14'0'-380,"1"0"0,2 0 560,2 0 1,5 10-1,5 9 1,8 15 414,4 17 1,2 21-1,1 15 1,-22-37-1,0 2-170,0 4 0,-1 2 1,-3 2-1,-2 1 1,-1 4-1,-1 0 0,-2 1 1,-2-1-291,-2 0 1,-2 1 0,0-1 0,-2 0 0,-4-1-1,-2-2 1,-2-3 0,-2-2-350,-4-5 1,-2-2 0,-19 40 0,-10-13 0,2-9-1086,2-8 1,4-21 1298,-4-3 0,3-12 0,10-4 0,2 2 0,6 4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3:52.2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131 371 8385,'-22'0'363,"8"3"0,2 4-19,2 7 0,3 8 0,7 5 0,2 4-5,5 3 1,-2 2-1,10 10 1,-1 3-565,-2 1 1,8 1 0,-8-7 0,2-1-475,1 1 1,-8-10-1,5-5 699,-2-5 0,7-2 0,-5 0 0</inkml:trace>
  <inkml:trace contextRef="#ctx0" brushRef="#br0" timeOffset="166">0 632 8185,'22'0'930,"0"0"0,2 0-562,5 0 0,3 0 1,6 3-1,1 2-460,7 2 1,-2 0 0,6-7-1,-4 0-2079,-2 0 2171,-10 0 0,7 0 0,-7 0 0</inkml:trace>
  <inkml:trace contextRef="#ctx0" brushRef="#br0" timeOffset="366">371 1 8185,'12'36'79,"-5"0"0,3-6 0,-3 6 1,0 3 38,3 2 1,0 12 0,6 5 0,-3 5 587,-4 2 1,8 3-1,-2 2 1,4 5-1031,3 3 0,0-8 0,-3 2 1,-2-6-556,-3-8 0,-9-12 1,5-12 878,0-3 0,-8-2 0,8-7 0</inkml:trace>
  <inkml:trace contextRef="#ctx0" brushRef="#br0" timeOffset="650">741 828 8246,'22'-21'207,"-1"-1"0,-6 10 0,-1 2 0,3 3 906,3 0 0,2-1 0,-1 8-375,1 0 1,0 0 0,0 0 0,-1 0-143,1 0 1,-10 10 0,-4 5-465,-6 4 0,-2 3 1,0 2-1,-2 2-242,-6 3 1,-4 3-1,-10-5 1,3 4-315,5 3 0,-6-8 0,8 4 0,0-6-288,5-2 1,4-8 425,3 1 0,10-11 1,4 4-1,6-6 16,2-2 1,7-2 0,2-3 0,3-2-50,5 2 319,-8-7 0,20 0 0,-5-10 0</inkml:trace>
  <inkml:trace contextRef="#ctx0" brushRef="#br0" timeOffset="782">1655 1133 9619,'0'-14'-1509,"3"2"1509,4 2 0,-4-7 0,6 5 0</inkml:trace>
  <inkml:trace contextRef="#ctx0" brushRef="#br0" timeOffset="865">1590 807 8166,'-10'-12'0,"-2"-8"0,-9 8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3:54.1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85 589 8355,'-22'0'516,"0"0"0,8 0 601,-1 0 1,10-3-762,-2-4 1,7 2 0,7-9 0,10-3-134,10-3 0,0-1 1,9-1-1,3 0-77,2 0 1,2 0 0,1 3-1,-1 2-246,1 3 0,-8 9 0,-2-2 0,-2 4 104,-6 3 0,-9 3 0,-5 4 0,-2 10-342,-5 9 0,-8 3 0,-9 13 1,-12 6-107,-7 5 0,-6 3 0,-6 4 0,-1-2 138,1 3 1,-1-8 0,-2-2 0,0-8 169,3-6 0,-3-15 1,19-18 370,8-8 0,7-9 1,14-11-1,5-2 78,8-3 0,11 0 1,3 7-1,0 2 42,3 6 0,-6 4 0,8 10 0,-2 0-125,-6 0 0,6 3 0,-1 4 0,1 7-480,-1 6 0,-2 2 0,-7 2 0,0 2-986,0 3 0,-1 0 1236,1-7 0,0 10 0,0 2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3:58.4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240 871 8120,'0'-10'2131,"-3"8"-1642,-4 7 0,2 19 1,-7 0-1,2 8-380,6 6 1,-6 4-1,3 1 1,2 1-245,2-1 1,1 3-1,-3 0 1,-2 0-1940,2-5 2074,3-12 0,2 3 0,0-10 0</inkml:trace>
  <inkml:trace contextRef="#ctx0" brushRef="#br0" timeOffset="182">0 784 8120,'7'15'137,"3"-1"467,2 3 0,3 5 1,6 4-1,4 6-265,4 2 1,5 2-1,9 8 1,1-1-493,-1 1 0,1-1 0,-1-2 1,-2-2 152,-4-3 0,4 1 0,-7 6 0</inkml:trace>
  <inkml:trace contextRef="#ctx0" brushRef="#br0" timeOffset="516">1437 0 7992,'-21'0'0,"-1"0"110,0 0 0,0 12 1,0 12-1,-2 18 711,-5 13 0,5 18 1,-5 11-1,5 13-504,12-43 1,2 1 0,0 6 0,1 1 0,1 0 0,1 0 0,3 2 0,1 0-133,0 2 1,3-1 0,7-9 0,3-1 0,1-3 0,3-2 0,19 37-18,13-15 1,0-1-1,10-23 1,0-7-772,-1-9 1,-6-16 0,2-3-1,-5-4 603,-3-4 0,1 7 0,-1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4:00.3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107 915 8023,'-22'0'-575,"1"0"936,-1 0 1046,0 0-1191,10 0 1,5-7-1,14-3 1,8-2-49,4-5 0,10-2 0,2-1 0,3 3-69,5 3 0,2-1 0,3-4 0,-3 2 91,-5 3 1,3 9 0,-8-3 0,1 6-24,-1 2 0,-2 2 1,-9 8-61,-6 12 1,-4 2-1,-13 15 1,-4 4-128,-7 6 1,-8 4-1,-7-5 1,-5 6-19,0 1 0,-14-4 0,4 5 1,0-3 11,6-5 1,-1-11-1,10-11 1,2-9 217,3-10 1,12-7-1,5-7 79,4-7 0,16-6 1,6-4-1,10-2-46,5-4 1,-5 9 0,7 6 0,0 1-78,-2 2 0,7-5 1,-4 9-1,4 4-291,2 1 1,-6 3 0,-1 0 0,0 3 105,-2 4 0,-2-2 0,-11 9-4086,1 3 4123,0 2 0,0-6 0,-1-4 0</inkml:trace>
  <inkml:trace contextRef="#ctx0" brushRef="#br0" timeOffset="198">717 1046 9289,'22'-8'1629,"-1"1"-1476,1 2 0,7 3 0,0-1 0,0-1-527,3-4 1,-6 1 0,8 5 0,-2-3 373,-6-2 0,-1-10 0,-4 5 0</inkml:trace>
  <inkml:trace contextRef="#ctx0" brushRef="#br0" timeOffset="381">891 697 8088,'0'15'453,"0"-1"1,0 3 0,0 3 0,0 9 0,0 2 0,3 3-251,4 5 1,-2-1-1,7 1 1,0-3-327,0 3 1,-5 2 0,5 3 0,0-3-506,1-5 1,-9-4 627,4-11 0,4 1 0,0 0 0</inkml:trace>
  <inkml:trace contextRef="#ctx0" brushRef="#br0" timeOffset="722">1305 610 8469,'12'3'1348,"-2"4"-836,-1 7 1,-6 15 0,6 5 0,-1 5-255,-1 5 0,7-6 0,-4 15 0,0-2-375,0 0 1,-1 2 0,-4-4 0,2 2-728,-2-3 1,5-5-1,-3-4 844,-2-3 0,-3-9 0,-2 5 0</inkml:trace>
  <inkml:trace contextRef="#ctx0" brushRef="#br0" timeOffset="1083">1762 0 7820,'15'3'598,"-1"4"0,-7-2 0,8 12 0,2 7 89,2 10 0,6 17 0,1 9 1,3 10-302,-2 10 1,-3 15 0,-14-44-1,-1 2 1,-1 2 0,-1 1-224,-3 2 0,-1 0 0,-1 0 0,-1 0 0,-2-4 0,-1-1 0,-1-2 0,-1-1-13,-11 45 0,-11-6 0,-3-7 0,2-7-735,3-9 0,-5-13 0,0 3 0,2-3-2710,3-5 3295,2-11 0,0 4 0,1-7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4:04.3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10 305 8251,'-9'0'1145,"9"0"0,12 0 1,14 0-1,8 0-773,7 0 1,-2 0 0,14 0 0,-2 0-670,0 0 0,7 3 1,-7 2-1,0 2-667,2-2 964,-17-3 0,15 8 0,-17 2 0</inkml:trace>
  <inkml:trace contextRef="#ctx0" brushRef="#br0" timeOffset="166">751 44 8091,'-34'0'336,"5"0"1,-3 0 0,3 0-1,0 0 489,-2 0 1,-1 0 0,-9 0 0,0 0-556,-5 0 0,-2 7 0,4 1 1,1-3-600,-1-3 1,10-2 0,3-2 328,-1-6 0,8-14 0,-7-11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4:06.8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22 197 6333,'0'-15'74,"0"1"1,0 6 84,0-6 1,0 7 278,0-8-220,0 10 1,0-7 304,0 5 236,0 4-149,-9-6-83,6 9-371,-6-10 0,9 5 0,2-7 1,5 2-101,8 6 0,4-6 0,3 3 0,2-1-21,5-1 0,-2 6 0,9-4 0,0 5 58,-2 2 1,5 9-1,-10 6 1,-5 7 2,-7 7 0,0 5 1,-10 12-1,-4 4 17,-8 8 1,-7 5-1,-12 5 1,-3 2-3,-2 3 0,-10-3 0,5-12 0,1-7-184,3-5 1,6-12 0,3-8-323,-1-9 1,12-7 0,10-15 0,15-7-420,11-10 0,8-14 0,10 0 0,-1-5 398,1-3 0,7 0 0,-1 1 0,-1-1 416,-3 1 0,-3 6 0,1 4 0,-3-1 0,-5 0 0,1 7 0,-13-2 502,-5 5 1,-14 5 269,-5 4 1,-2 15-1,-15 15 1,-5 6-67,-5 8 1,1 5 0,9 10 0,5-1-362,2 1 1,-5 0-1,8 1 1,2 4-163,3 2 1,12-3 0,4-12 0,5-7 60,3-4 1,10-6 0,4-5 0,7-6 92,8-6 1,-5-19 0,5-7 0,-7-7-202,-8-8 0,-5-2 0,-11-3 0,-6 1-104,-7-1 1,-4 1 0,-3-1-1,-5 3-586,-9 5 0,-3 6 1,-22 14-1,-5 3-379,-4 4 0,-5 2 1,4 9-1,-1 5 933,1 8 0,-7 14 0,1 5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4:07.8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654 216 8006,'12'-34'-80,"7"2"0,-7 11 0,0-1 463,-4 0 1,-6 0 0,-2 0 125,0 1 1,-2 9 0,-6 4 0,-6 8-233,-6 8 0,-11-1 0,-5 12 0,-6 8-250,-1 4 1,2 8 0,2 9 0,3 6-81,-3 1 0,8-4 0,-1 7 0,6 3 5,4 2 0,-2 2 0,16 0 1,3-2-157,3-5 0,12-7 0,7-15 0,7-7 256,5-4 1,10-13 0,-3-5-1,3-7 327,-3-7 0,5-5 0,-7-10 0,0-2 17,-5-5 0,-7 4 0,-8-6 0,-7 2-213,-4 0 1,-6 0-1,-6 9 1,-13 6-851,-12 7 1,-12 4 0,-10 6 0,-9 4-1061,-3 7 0,-7 15 1727,3 8 0,26-17 0,0 1 0,-44 22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4:08.2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66 392 8216,'-22'0'1680,"12"-2"-1461,10-5 1,10 4-1,14-4 1,5 2-155,8-2 1,13 2 0,6-7 0,2 0-390,0 0 1,0 4 0,8-4 323,-1 3 0,0-8 0,1 5 0</inkml:trace>
  <inkml:trace contextRef="#ctx0" brushRef="#br0" timeOffset="167">589 0 8261,'-51'0'0,"0"3"324,2 4 0,4-2 0,1 7 0,0-2-195,1-6 0,-1 6 1,1-3-1,2 1-755,4 1 1,6-6 625,9 4 0,0-5 0,1-2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4:07.2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32 305 8173,'-14'-2'198,"-1"-5"1,13 4 0,2-4 0,12 4 203,7 3 0,10 0 0,5 0 0,5 0-420,7 0 0,5 0 0,-3 0 0,3 0-892,-3 0 0,-4 0 910,-8 0 0,5-9 0,-7-3 0</inkml:trace>
  <inkml:trace contextRef="#ctx0" brushRef="#br0" timeOffset="149">468 0 8173,'-41'0'0,"2"0"182,3 0 1,2 3 0,-5 2 0,3 2 124,-3-2 0,0 4 0,3-1 1,7-1-180,5 3 0,2-8 0,3 8-1510,4-1 1382,5-6 0,10 6 0,0-9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4:08.7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5053 110 8010,'0'-22'230,"0"0"723,0 0 0,-10 3-619,-4 4 0,-6 6 1,-4 11-1,-3 5-88,-2 8 0,-9 14 0,1 10 0,-4 9-183,-2 10 1,6 5-1,3 5 1,3 2-145,4 3 1,13 2-1,7-3 1,4 6 37,3-1 0,10-4 0,7-18 0,9-11-6,11-13 1,6-9-1,6-7 1,1-13 283,-1-14 0,4-5 0,-2-19 0,-3-5 127,-2-8 0,-12 3 0,-7-7 0,-10 2-265,-10 0 1,-7 8 0,-10 6 0,-11 4-663,-13 6 1,-12 0-1,-10 20 1,-12 2-402,-7 3 0,5 12 1,-2 6 965,4 11 0,2 7 0,1 9 0</inkml:trace>
  <inkml:trace contextRef="#ctx0" brushRef="#br0" timeOffset="966">305 2962 8138,'-55'10'-62,"2"-5"1,11 7-1,6 0-178,7 0 1,5-5 0,2 6 0,3-1 800,4 0-216,6-7 1,11 11 0,5-8-90,8-3 0,7-3 1,4-2-1,6-2-23,2-6 1,11 3-1,16-9 1,12-3-78,14-2 1,5-6 0,-39 11 0,3-1-1,3-2 1,2-2-59,5-1 0,2-1 1,13-3-1,5 0 0,-22 6 1,2-1-1,2 0 0,6-3 1,2-1-1,1 0-104,5-1 0,1-2 0,2 1 0,5-1 0,3-1 0,-1 0 0,3-1 0,0 0 0,1 0 0,-23 7 0,1 0 0,0 1 0,0-1 11,3 1 0,0 0 1,0 0-1,-1 1 1,-1 1-1,-2 1 1,1 1-1,0-1 0,0 0 1,1-1-1,-1 1 1,0 1-1,23-4 1,0 1-1,0 0-27,-1 1 1,1 1 0,0-1 0,-24 3 0,1 0 0,0-1 0,0 1 0,2 1 0,1-1 0,0 1-1,0-1 1,1 0 0,-1 0 0,1 0 0,-1 0 88,1 0 1,0 1 0,0-1 0,0 1 0,-1-1-1,-1-1 1,0 1 0,0 0 0,23-3 0,-1 0-1,0 1 1,0-1 0,0 0 0,-1 1 106,-1-1 0,0 0 1,0 0-1,-3 2 1,0-1-1,-1 2 0,-4 2 1,0 1-1,-2 1 1,-6 0-1,-1 1 1,-1-1-54,-5 1 0,0-1 0,-2 1 0,-2 2 0,-1 1 0,-1 0 0,27-5 0,-2 0 0,-6 4 0,-3 1-311,-8 3 1,-2-1-1,-7-3 1,-4 1 0,-10 3-1,-2 1 1,39-4-890,-14-3 0,-7 8-400,-24-6 1,-18-1 0,-28-1 1478,-17-2 0,-3-3 0,-10-6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4:11.0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131 197 8046,'-14'12'464,"-1"-5"0,3-2 469,-2 2-744,-6-4 0,20-3 0,0-12 0,12-3-35,8 1 0,11-3 0,3-10 1,2-2-215,1 2 1,-1 3-1,7 5 1,-1 2-29,-6 2 1,3 10 0,-10-2-1,-3 5-10,-2 2 0,-4 2 0,-6 5 0,-6 8 28,-6 4 0,-4 10 1,-6 3-1,-6 2-13,-6 4 1,-11 1-1,-5 0 1,-3-3-73,3 3 0,-3-5 0,10-3 0,2-4-673,3-8 523,2-2 1,27-5 0,12-7-1,10-7 171,4-6 1,5-6 0,-4 7 0,-1 2 360,1 2 1,-3 3 0,-10 3 0,-2 4 306,-2 8 1,-10 6-1,2 6 1,-7 4 60,-7 3 0,-8 3 1,-14 6-1,-7 1-351,-5-1 0,-3 1 1,0-1-1,1 1-475,-1-1 0,3-9 1,2-7-1,6-10-411,1-10 0,3-4 642,7-3 0,10-20 0,3-4 0</inkml:trace>
  <inkml:trace contextRef="#ctx0" brushRef="#br0" timeOffset="385">697 219 8040,'22'-22'140,"0"0"1,-8 3 0,1 2-1,4 2 252,8-2 1,0-2 0,6 0 0,1 2 7,0 2 0,-5 10 0,5-2 0,-2 5-99,-6 2 1,-4 9 0,-5 6-1,-5 4-85,-2 3 0,-3 7 0,-12 2 1,-7 3-92,-10 5 0,-12 2 1,3 3-1,-3-1-186,-5 1 1,-2 2 0,-2 2 0,1 1-255,6-8 1,-3 2-1,13-9 1,4-2 36,5-11 1,15-9 0,4-12 419,18 0 1,11-12 0,13-7 0,-1-10 238,1-5 1,6 7 0,1-2 0,0 5-347,2 2 1,-7 1-1,5-1 1,-7 3-2380,-8 4 2344,5 5 0,-17 1 0,8-3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4:57.4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63 8099,'0'-22'1519,"0"1"-858,0 9 0,0 4-449,0 16 1,0-4-1,0 11 1,0 2-20,0 2 0,0 10 0,0 0 0,0 0 14,0 3 1,0-1-1,0 8 1,0-3-124,0 3 1,0 2-1,0 3 1,0 2 48,0 4 0,0-1 0,3 9 0,1 0-87,4-2 0,-1 14 0,-7-5 0,0 3-220,0 0 0,0 4 0,0 3 0,0 0 66,0 0 1,0-2 0,0-10 0,0-3 78,0-2 1,0-2-1,0 4 1,0-4 117,0-3 0,0-2 0,-3-5 0,-1 2 175,-4 3 0,1 0 1,7-5-1,0 2-117,0 3 1,0 0 0,0-5 0,-2 2 49,-6 3 0,6 0 1,-5-5-1,4 2-99,3 3 0,0 7 0,0-4 0,0-1 30,0 0 0,0 12 0,0-7 0,0-2-73,0 0 1,0-10-1,-2 4 1,-3-6-279,-2-8 1,0-4-1,7-10-2410,0-1 2633,0 1 0,9-10 0,3-2 0</inkml:trace>
  <inkml:trace contextRef="#ctx0" brushRef="#br0" timeOffset="1033">0 3439 7771,'0'12'921,"0"-3"0,3-9 0,4 0-604,7 0 0,6-2 0,4-3 0,3-2-85,2 2 1,9-5-1,-4 1 1,2-1-104,1 0 0,-1 3 0,10 5 0,2-3-51,3-3 0,-2 1 1,-11 7-1,-1 0-78,1 0 1,4 0 0,-1 0 0,-3 0 100,-1 0 1,-8 3-1,5 1 1,-1 4 29,1-3 1,-7-3 0,4 0 0,-2 3-11,0 2 1,3 1-1,-5-6 1,2 3-24,-3 2 1,6 1 0,-1-8 0,1 0-120,-1 0 1,0 0 0,-4 0 0,5 0-12,1 0 0,-4 0 0,5 0 0,0 0-21,0 0 0,-5-8 0,7-1 0,1-1 32,-3 0 0,-1 1 1,-6 4-1,2-5-32,-2-2 0,4 7 1,1-2-1,-1 2-18,1-2 0,-1 4 0,-4-4 0,4 2 69,3-2 0,-7 5 0,2-6 0,-5 6 17,-2 2 1,7 0 0,0 0 0,0 0-13,2 0 0,-7 0 0,8 0 1,-3 0 0,0 0 0,7 0 0,-4 0 0,-1 0-53,0 0 0,6 0 0,-8 0 1,0 0 28,2 0 1,-4 0-1,7 0 1,0 0 72,0 0 1,-8 0 0,6 0 0,-3 0 79,0 0 1,7-3 0,-5-1 0,1-4-115,-1 4 1,8 1 0,-3 3 0,5 0-62,3 0 1,0 0-1,-1 0 1,3 0 27,5 0 1,-3-2 0,10-3 0,0-2 56,-2 2 0,7 2 0,-5 3 0,5 0-28,2 0 0,-7 0 1,0 0-1,1 0 13,-4 0 0,13 0 0,-10 0 1,-2 0 76,-1 0 1,-9 0 0,7 0 0,-2 0 283,0 0 1,0 0 0,-8 3 0,-1 2-156,-6 2 1,5 7-1,-7-4 1,0 2-404,-5 5 1,-5 0 0,-2 0 0,0-5-888,-1-2 1,-1-1 0,-3-4 1055,-3 2 0,-9-9 0,5-10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4:59.4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22 8314,'-2'12'519,"-3"-2"24,-2 0 1,2-8 0,12 5-161,8-4 0,4 4 0,5 0 0,5-2-25,7-2 0,6-3 1,4 0-1,7 0-203,12 0 0,3 0 1,12 0-1,4 0-122,8 0 0,3 0 1,-44 0-1,2 0 1,0 0-1,0 0-35,0 0 1,-2 0-1,46 0 1,-46 0 0,0 0-1,1-1 1,0-1-103,1-2 1,0 1 0,46 0 0,-4-6-1,-6 1 7,-2 1 0,0-2 1,1 4-1,-4-3 162,-4 4 0,-5-1 0,-7 0 0,4-2 26,8 2 0,-5 2 1,-2 3-1,-3 0-85,3 0 1,-3 0 0,5 0 0,-5 0-36,-7 0 0,-5 0 1,2 0-1,-4 0-12,-3 0 0,5 0 0,-7 0 0,-2 0 82,-3 0 0,-3 0 0,1 0 0,-1 0-18,1 0 0,-3 0 1,-2 3-1,-1 2-58,8 2 1,-9 7 0,6-6 0,-2-3-148,0-3 0,-4 5 1,-1 0-1,0 1 118,-2 1 1,5-6 0,-10 4 0,0-4 104,2-3 1,-6 0 0,4 0 0,-3 0 41,3 0 0,-5 0 0,8 0 1,-3 0-44,0 0 1,0 0-1,-7 0 1,2 0 99,5 0 1,-5 0 0,5 0-159,-5 0 1,-2 0 0,0 0-162,0 0 1,-8 2-886,1 5 0,-8 5-396,8 10 0,-8 0 581,7 0 0,1-10 879,7-5 0,-1 5 0,1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00.1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7213,'0'15'299,"0"-1"1,0-7-1,0 8-181,0 2 0,0-5 1,0 3-1,0 1 1,0 4 1,0 4 0,0 5 0,0 7-27,0 6 0,7 1 1,0 1-1,-2 2-45,-2 4 0,-3 6 0,2 7 0,3-3-4,2-1 0,3-9 1,-5 8-1,2 3-12,-2 2 0,0-5 1,-1 0-1,4 0-45,-3-2 1,4 7 0,-2-8 0,-2 1-19,-2-5 1,-1 2 0,3-2-1,2 0 45,-2 2 1,-3-7 0,-2 5-1,3-5-10,4-3 1,-4 1-1,4-1 1,-5 1 12,-2-1 0,0 1 0,0-1 0,0 3 9,0 5 1,0-5-1,0 7 1,0-2 42,0 0 0,-2 9 0,-3-1 0,-2 3 96,2 4 1,2-8-1,1 0 1,-3 2-78,-2 3 1,0 3 0,7-1 0,0 0-52,0 1 0,0-8 0,0-3 0,0-1-73,0-6 1,0-2 0,0-2 0,2-3 18,5-5 0,-4 3 0,6-10 0,-1-3-474,-1-1 0,0-11 1,-7 1 490,0 1 0,10 4 0,2 2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00.9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 8037,'0'22'0,"0"-1"41,0 1 0,0 0 0,0 0 1,0 0 184,0-1 1,-3 8 0,-2 0 0,-2 0 52,2 3 1,3-1 0,2 8 0,0 0-68,0 7 1,0 0 0,0 9 0,0 1-118,0 0 1,7 4 0,0 10-1,1 3-150,1-3 1,-6 7 0,4 3 0,-2 7-67,2 8 1,-4-6 0,4 6-1,-2-6 19,2-2 1,-5 0-1,6 1 1,-6-4 96,-2-4 0,0 2 0,2-7 1,3 3 49,3 4 0,-1-7 1,-5 0-1,3-2 32,2-1 0,3 3 0,-5-5 0,2 1-52,-2-9 1,0 4 0,0-8-1,2 5 15,-2 2 0,0-2 1,-1-2-1,4-3-36,-3 2 1,-3-4-1,-2-1 1,0-1-85,0-6 1,2-9-1,3-5-1027,2-3 1107,1-2 0,1-27 0,4-4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01.7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143 110 8275,'-22'12'-101,"0"5"0,1-10 1,-1 0 390,0 3 1,8-8 656,-1 5-691,10-4 0,5-3 0,15 0 1,6 0-134,8 0 0,-2 0 0,12-3 1,4-1-102,6-4 0,11 1 0,-2 5 0,5-3-46,3-2 0,9-8 1,4 8-1,6 0 82,2-3 1,8 7 0,-1-4 0,0 2-10,3-2 0,0 5 0,-46-2 0,-1 0 0,45 2 43,-6 2 1,-6 0-1,-1-2 1,3-3 7,-3-3 0,-2 1 0,2 7 0,-2-2-92,2-5 1,-7 4-1,0-4 1,-2 4-36,-1 3 0,3 0 0,-5 0 0,3 0-2,-3 0 1,-2 0-1,-3 0 1,3 3 46,5 4 0,-6-4 1,6 4-1,-5-5-88,-3-2 1,0-2 0,1-3-1,-3-2-46,-5 2 1,5 2-1,-5 1 1,5-3 66,2-2 0,-9 0 0,-3 7 0,-2 0 107,-1 0 0,4 0 0,-4 0 0,6 2 7,0 5 0,-1-4 0,-6 6 1,4-1-51,3-1 1,-1 0-1,3-7 1,-4 0 140,-1 0 1,-7 0 0,5 0 0,-5 0 50,-3 0 0,1 0 0,-3-2 0,-2-3 78,-3-2 0,-2-1 0,2 8-766,-7 0-333,-5 0 1,-12 3-1,-7 2 814,-10 2 0,-7 10 0,-10-5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02.8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99 153 7934,'0'-21'-224,"0"-1"0,3 3 1,2 2-1,4 2 828,4-2 1,1 5 0,8 0-1,0 2-293,-1 5 0,8 3 1,0 2-1,-2 0-230,-3 0 0,-2 0 0,-3 2 0,-2 6-100,-2 6 0,-10 8 0,2 7 0,-5 7-230,-2 5 0,-9-4 0,-8-1 0,-7 0 27,-5-2 1,-3 5-1,5-10 1,-4-2 365,-3-3 1,5-2 0,-5-3 0,3-2 513,4-3 0,3-9-97,2 2 0,3-7-372,4-7 0,15 5 1,15-6-1,4 6-276,3 2 0,7 0 0,0 0 0,0 0-577,3 0 1,-8 0 0,7 0 0,-2 0 663,0 0 0,10-10 0,-5-2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03.0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0 9679,'0'22'171,"-7"7"1,-3 2 0,1 1-578,-1-1 0,-5 8 0,6-3 406,-3 6 0,-3 11 0,-7 2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03.2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7934,'34'22'0,"-5"2"50,-5 5 1,-2-2 0,2 7 0,3 0 362,2 0 0,7-8 1,-4 6-1,2-3-357,4 0 1,-6 0 0,-1-7-1,-2-1-56,0 1 0,10 0 0,-5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03.5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1 262 7907,'7'-22'55,"0"1"1,10-8 0,-2 0 0,4 2 239,3 3 1,2 2 0,3 0 0,4 0 268,3 1 1,-5 9 0,7 4 0,1 6-76,-3 2 1,-3 0 0,-9 0 0,0 2-297,-1 6 0,-9 6 0,-4 13 1,-6 4-151,-2 3 0,-2-5 1,-6 7-1,-6 3-249,-5 2 0,-10 0 0,0-2 1,2-5-215,3-3 0,4 6 0,3-8 0,3-5-671,-3-7 823,7 2 0,3-16 167,14 4 1,5-12 0,13-2 0,1 2-373,3 3 0,8-6 473,-8 1 0,9-10 0,-4 5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03.8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19 7898,'12'-12'1474,"5"5"1,-9 17-1179,-4 12 1,-1-1 0,-3 8 0,2-2 12,5 2 0,-4-2 1,7 6-1,-3-1-550,0-5 1,8-3 240,-8-2 0,19-1 0,-1 1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03.9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66 8037,'-15'-19'589,"1"4"0,12 5-589,2 10 0,9-9 0,13-3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04.6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110 371 7130,'-15'22'-21,"1"-1"1,6-1 0,-4-3 1197,3-3 1,-8 1-305,2 7-751,5-10 1,1-12 0,9-15-1,0-4-235,0-3 1,0-7 0,0-3 0,0-1-82,0-6 0,0-2 0,0-3 0,0 1 132,0-1 0,7 10 0,3 5 0,-1 5 130,1 2 1,7 8 0,-2 2 0,4 2 213,3 5 0,-1 12 1,1 10-1,0 10 115,0 9 1,-3 5 0,-2 3-1,-5-1-226,-2 1 0,4 0 1,-6-1-1,-4 1-282,-1-1 0,-3-7 0,0-2 10,0-2 0,-3-13 103,-4-12 0,5-14 0,-8-10 0,3-7 44,0-5 1,-1-12 0,8 0-1,0-8-130,0 1 0,0 2 1,0 2-1,3 3 25,4 5 1,3-3 0,7 10 0,-3 3 26,3 1 0,2 13 1,3 5-1,2 5 123,5 2 0,-4 2 0,4 8 0,-5 9 43,-2 8 0,-8 9 0,-2-5 0,0 1-110,0-1 1,-7 8 0,3-5-1,-6 2-222,-2 1 0,0-11 0,0 3-50,0-5 0,-10-4 284,-4-6 1,-6-6 0,1-16-17,5-6 1,1-6 0,9-1 0,-4-4 29,3-4 0,3 5 1,2-5-1,2 3 32,6-3 0,-3 7 0,9-2 0,1 7-8,-3 0 1,7 0 0,-2 2 0,7 8 30,5 5 0,0 2 0,-5 2 1,3 5-373,2 8 0,0 4 0,-7 5 1,0 3-664,-1 2 1,-1 7-1,-3-7 930,-3-2 0,1 7 0,7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04.9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197 237 7915,'0'-33'186,"0"-1"0,0 7 0,0-2 572,0 2 0,0 3 0,-3 2 204,-4 1 1,-5 9 0,-10 4-1,0 8-369,1 8 0,6 4 0,1 12 0,-3 2-603,-3 4 1,6 6 0,2-5 0,2 1-30,5-1 0,3-2 0,2-7 0,0 0-575,0 0 0,2-3 0,5-5 1,8-6-133,4-6 1,10-2 0,0 0 0,0 0 701,3 0 0,-8 0 0,5 0 0,-5 0 225,-2 0 1,0 0 0,0 0 0,-1 0 544,1 0 0,-7 0-959,-1 0 1,-6 0 0,4 3-810,-3 4 1042,-1-5 0,-8 18 0,0-8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05.6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262 283 7915,'7'-14'462,"0"-1"0,1 8 0,-8-7 88,0-3 1,0-3-290,0-2 1,0 8 0,-3 2-123,-4 2 1,2 3 0,-9 7 60,-3 0 1,4 0-296,-1 0 0,9 10 1,-2 4-1,4 8-37,3 7 0,0-2 1,0 9-1,0 3 151,0 2 0,8 5 1,1 4-1,3 6 147,5 0 0,-4 16 0,1-2 0,1 8-23,-3 2 1,-3-3-1,-9 5 1,0-2-166,0 3 1,-12-11 0,-7-7 0,-8-11-165,1-8 0,-6-22 0,1-10 0,-1-11 15,1-10 1,2-22-1,9-17 1,3-10-50,3-12 0,9 0 0,-2-9 0,4 0-88,3-1 0,3 8 0,4 0 0,8 9 46,4 10 0,3 8 0,0 7 0,2 7 323,5 4 1,-5 13 0,5 5 0,-2 5 5,2 2 0,-5 0 0,7 2 0,-2 3 15,0 2 0,3 8 1,-6-8-1,6-2 37,2-3 0,0-4 1,4-5-1,-1-8 273,1-4 0,-4-6 1,0-4-1,0-7 221,0-5 0,-7 5 0,2-1 0,-5-1-153,-2-3 0,-8-3 1,1 0-1,-1 3-174,-2 5 1,-2 5 0,-10 9-78,0 0 1,-10 10-1,-4 5 1,-6 4 77,-1 3 0,-4 12 0,-1 10 1,-3 12 117,2 7 0,3 5 0,2 2 0,0 6-99,1 1 1,8-6 0,6 4 0,5-2-243,2 0 1,2-3-1,10-12 1,17-9-97,20-10 0,31-7 0,16-15 1,-40-2-1,2-3 32,6-6 0,3-5 0,11-11 0,3-6 0,8-6 0,-1-1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13.3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88 523 8056,'-3'22'-1645,"-2"0"1967,-2 0 0,-7-8 0,4-2 0,0 0 262,1 0 0,-1 1 0,5 4 88,-2-3 1,-1 1-355,8 6 0,3-1 0,4-6-135,8-7 0,4-4 1,5-3-1,3 0-230,2 0 1,0 0 0,-5 0 0,3 0-360,2 0 0,0 0 1,-7 0-1,-1 0-341,1 0 747,0 0 0,0-10 0,-1-2 0</inkml:trace>
  <inkml:trace contextRef="#ctx0" brushRef="#br0" timeOffset="182">371 480 8056,'0'22'-18,"0"-1"1,-8 1 0,1 0-1,2 2 412,3 5 1,2 3-1,0 6 1,0-1 153,0 1 1,0 3-1,0 3 1,2-3-501,6-5 0,-4 6 0,9-9 0,-4 1-1159,-4-5 0,5-4 1111,-3-4 0,10 1 0,-5 0 0</inkml:trace>
  <inkml:trace contextRef="#ctx0" brushRef="#br0" timeOffset="398">741 654 8056,'0'22'0,"0"0"0,0-1 674,0 1 1,0 0 0,2 0-1,3 2-77,2 5 1,3-2 0,-5 6 0,2 1-1112,-2 0 0,5-7 0,-1 2-2210,3-5 2724,3-2 0,-3 0 0,-2-1 0</inkml:trace>
  <inkml:trace contextRef="#ctx0" brushRef="#br0" timeOffset="514">763 371 8505,'-22'-22'0</inkml:trace>
  <inkml:trace contextRef="#ctx0" brushRef="#br0" timeOffset="881">1068 1024 8001,'0'22'139,"-3"0"323,-4 0 1,4-1 154,-4 1 1,5-12-376,2-10 1,0-10 0,0-14-220,0-5 0,0 5 0,0-8 0,2 3-90,5 0 1,-4 0 0,7 7-1,-3 1 44,0-1 0,8 0 1,-8 0-1,0 3 109,3 4 0,-5 3 0,9 7-61,3-2 1,-5 0-1,0 9 1,0 6-242,0 6 1,-4 5-1,4 3 1,-3 0 215,-4 0 0,7 9 0,0 3 0</inkml:trace>
  <inkml:trace contextRef="#ctx0" brushRef="#br0" timeOffset="1098">1481 719 8001,'15'25'194,"-1"4"0,-6-3 0,6 10 0,1 3 232,-3 2 0,0 3 1,-7 2-1,4 2-31,3 3 0,-7 7 0,3-5 0,-6 1-574,-2-1 1,0 7 0,0-2 0,0 3-476,0-3 1,-2-5 653,-6-9 0,-4-10 0,-10-3 0</inkml:trace>
  <inkml:trace contextRef="#ctx0" brushRef="#br0" timeOffset="1298">1525 872 8001,'22'-12'-536,"-8"-5"1,1 7 0,2 0 1252,2 1 1,3 1 0,-1 8-250,1 0 1,0 8 0,-3 1 0,-2 3-257,-2 5 0,-10-4 0,4 1 0,-1 3-308,-1 2 0,-2 3 0,-10 0 1,-5 0-364,-2-1 0,-2 1 459,-8 0 0,0 0 0,0 0 0</inkml:trace>
  <inkml:trace contextRef="#ctx0" brushRef="#br0" timeOffset="1631">1786 850 8001,'0'22'-36,"0"0"0,0-1 0,0 1 511,0 0 0,0 0 1,3-3-223,4-4 1,-2-3 0,9-8-154,3 4 0,2-3 0,3-13 60,0-6 0,0-6 0,0-1 0,-3-1-12,-5 0 0,6 0 1,-6 1-1,3-1-112,-2 0 1,2 7 0,-10 1 0,0-1 22,3 3 0,-5-5 47,9 10 1,-9 2-191,2 13 0,3 4 1,-3 9-1,-2 1 31,-2 0 1,-1 0 0,3 0 0,2-1-641,-2 1 0,5-7 0,-1-3 693,3-3 0,3-1 0,7-8 0</inkml:trace>
  <inkml:trace contextRef="#ctx0" brushRef="#br0" timeOffset="1815">2505 1 7918,'0'21'0,"0"4"122,0 4 1,0-3 0,0 11 0,0 4 367,0 7 1,0 1-1,0 11 1,0 5-214,0 6 1,0 4 0,0-3 0,0 6-644,0-1 0,0-12 1,0-14-1,0-7 366,0-8 0,0-5 0,0-9 0</inkml:trace>
  <inkml:trace contextRef="#ctx0" brushRef="#br0" timeOffset="1949">2309 545 6865,'22'0'22,"9"0"0,3 0 1</inkml:trace>
  <inkml:trace contextRef="#ctx0" brushRef="#br0" timeOffset="2232">3049 436 7056,'12'10'2578,"-2"-8"-1351,-10 8 1,-10-10-434,-4 0 1,-6 0 0,-1 0-614,-1 0 1,0 10 0,3 4-199,4 6 0,6 1 1,9 4-1,0 1-376,0 3 1,2 7-1,3-4 1,7 2 25,7 5 1,-2-1 0,15 1-1,-3-5 633,0-3 0,7 6 0,-7-8 1310,-2-3 0,-8-2-924,-12-2 1,-12-10 0,-21-4 0,-6-8-693,-2-8 0,1 6 1,-6-8-1,5 3-1666,3 0 0,-6-1 1706,8 8 0,-10 0 0,6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12.1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0 566 11648,'22'0'0,"2"0"448,5 0 1,15 0-1,14-2 1,5-3-205,2-2 1,0-3-1,1 5 1,-1-2-402,0 2 0,-9 3 1,-7 2-1,-11 0-1665,-9 0 0,-12 0 1822,-2 0 0,-10 0 0,4 0 0</inkml:trace>
  <inkml:trace contextRef="#ctx0" brushRef="#br0" timeOffset="217">218 414 8592,'-12'0'1536,"5"0"0,16 0-1004,13 0 1,0 0 0,9 0-1,1 0-673,4 0 0,5 0 0,3 0 0,-1 0-1023,1 0 1,-3 0-1,-2 0 1164,-3 0 0,0 0 0,8 0 0</inkml:trace>
  <inkml:trace contextRef="#ctx0" brushRef="#br0" timeOffset="684">741 131 9253,'0'21'349,"0"-6"0,2-1 0,3 3-78,2 3 1,0 2-1,-7-1 1,0 1-224,0 0 1,0 0 0,0-1-156,0 1 0,0-7-316,0-1 0,0-11 0,0-3 234,0-12 0,0-8 0,0-4 0,0-3 198,0-2 0,0-7 0,0 5 1,0-1 8,0 1 0,0-1 0,0 6 0,0-3-2,0 2 1,0 10 0,3 5 153,4 2 1,5 3 0,10 9-48,0 6 0,0 13 0,2 13 0,2 3 15,3-1 1,3 0 0,-6 8 0,6-3 63,2-5 1,-8 3 0,3-8-1,-4 1 102,-4-1 1,-1-2 0,-6-7-78,-6 0 0,-6 0 1,-7-3-1,-7-2-221,-10-3 0,-7 1 1,0 9-1,-7 3-145,-5 2 0,0 0 0,2-5 0,3 3-73,-3 2 0,0 0 1,3-7-2216,7-1 2427,14 1 0,6 0 0,9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18.7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196 240 8078,'-21'-22'635,"6"10"1,1 4-395,-3 6 1,-3 2 0,1 2 0,2 6 51,3 6 1,6 6-1,-6 4 1,-1 5-44,3 7 1,2-2-1,10 0 1,0 0-131,0 0 1,0-1-1,3 4 1,2-8-117,2-5 1,12-2 0,1-3-1,6-4-25,1-8 0,-3-5 0,0-2 0,3-2-183,2-5 0,0-5 0,-7-10 0,-3 0-40,-4 0 0,2-2 0,-10-3 0,-2-2 83,-3 3 1,-2-6-1,0 3 1,-2 3 79,-6 1 1,-4-4-1,-9 0 56,-1 3 0,0 9 0,0 5 1,0 2 296,1 5 0,-1 3 0,0 2 0,0 0 157,1 0 0,1 12 1,6 7-1,4 10-90,0 5 0,8-5 0,-5 8 0,4-1-319,3-2 0,10-3 1,4-9-1,6 0-118,2-1 1,2-1 0,2-6 0,3-6-5,-2-6 0,5-2 0,-1 0 1,0-2 93,1-6 1,-3-4 0,-10-10-1,-2 1 83,-2-1 1,-10-7 0,2 0 0,-5 2-62,-2 3 0,0 2 0,0 0 0,-2 1-126,-5-1 1,-3 7 0,-9 1 0,-1-1-143,-4 3 1,-3 3 0,6 9 0,-4 0 167,-4 0 1,5 0 0,-5 2-1,5 5 443,2 8 1,8 4 0,-1 5 0,1 3-3,1 2 0,4 10 0,9-3 1,0 3-137,0-3 1,0 3 0,2-10-1,5-3-237,8-1 0,4-6 0,6-5 1,1-6-75,3-6 1,8-2 0,-8-2-1,-3-6 89,-2-6 1,-2-5-1,0-3 1,-3 0 21,-4 0 1,-6 0 0,-9 1 0,0-1 9,0 0 0,0 0 0,-2 3 0,-5 2-149,-8 3 1,3 6 0,-2-4 0,-3 3 42,-3 4 0,-1-5 0,-1 3-494,0 2 0,8 2-2372,-1 3 2943,10 0 0,-5 10 0,10 2 0</inkml:trace>
  <inkml:trace contextRef="#ctx0" brushRef="#br0" timeOffset="999">131 1612 8187,'-10'12'386,"6"-3"1,-8-6 180,2 4 0,0-5 166,3 6 0,-3 4-403,-4 2 1,4 6-1,10 1 1,0 1-201,0 0 0,0 0 1,0-1-1,0 1-158,0 0 1,10-3-1,4-2 1,6-5-90,1-2 0,-6-3 0,-1-7 1,3 0-155,3 0 1,1-12 0,-1-7 135,-6-8 0,3-2 0,-9 7 0,-4 1 195,-1-1 0,-3-7 0,0 0 1,-3 2 84,-4 3 1,2 5-1,-7 2 1,0 2 64,0-2 1,-3 8 0,-6 1-28,-1 6 0,7 2 1,1 2 227,-3 6 0,5 6 1,0 13-1,2 4 204,5 3 0,3-5 0,2 5 0,0-3-682,0-4 1,9 5 0,6-3-1,4-5-214,3-7 0,2 0 0,3-10 0,4-2 89,3-3 1,0-12-1,5-4 1,-5-8 122,-3-7 0,-2 3 0,-7-8 0,-3 0 197,-4 0 1,2 7 0,-10-4 0,-2 2 75,-3 0 0,-11 0 1,-6 7-1,-4 3-125,-3 4 0,0-2 0,-2 10 0,-3 2 27,-2 3 0,0 2 0,8 0 0,-1 0 185,0 0 1,0 9 0,3 6 0,2 4-17,2 3 0,11 0 0,-6 0 0,3 2-377,-1 5 1,1-5 0,10 5 0,1-5-37,4-2 1,9 0 0,-5-1-1,5-1-47,4-6 0,-4 3 0,12-9 0,-4-4 377,-4-1 0,1-6 1,0-4-1,0-7 158,-1-6 1,-6-2 0,-3 1 0,-2-1-75,-5 0 0,-3-7 0,-2 0 1,0 2-239,0 3 1,-10 3-1,-4 1 1,-3 3-841,2 3 1,-11 9 0,4-2-1537,-2 4 1,0 3 2337,2 0 0,10 20 0,2 4 0</inkml:trace>
  <inkml:trace contextRef="#ctx0" brushRef="#br0" timeOffset="3830">2113 240 8604,'-3'-13'1722,"-4"6"-991,-7 5 1,2 2 0,-3 0-126,-2 0 0,5 2 0,0 5-469,2 8 1,3-3-1,7 3 1,0 2-94,0 2 0,0-5 0,0 1 1,2-1-18,6-1 1,4-1 0,9-7 0,1 2-156,0-2 0,0-5 1,0-8-1,-1-6 55,1-6 1,0-1-1,-3-1 1,-2 0 53,-2 0 0,-10-7 0,4 0 0,-2 3 48,1 1 0,-1 4 1,-9-1-1,-6 3-9,-6 4 1,-6-2 0,-1 10 0,-1 2 123,0 3 1,0 2 0,1 0 0,-1 0 204,0 0 1,0 9 0,0 6 0,3 4 201,5 3 0,-6 9 1,8 6-1,0 1-321,5-1 0,4 4 1,3-7-1,0 2-319,0 0 1,10-9 0,7 2 0,7-7-195,5-8 0,8-4 1,-6-10-1,3-3 54,5-4 0,-8-5 1,0-12-1,-2-3 162,1-2 1,-1-7-1,-10 5 1,-5-1 139,-6 1 0,-6-6 0,-2 8 0,0 0-39,0-2 1,-2 9-1,-6-2 1,-6 7-68,-5 0 0,-6 0 1,-1 3-1,-3 4-27,2 0 0,3 8 0,2-6 0,0 6 249,1 2 1,-1 10-1,0 4 1,0 8 44,0 7 0,3 3 0,5 6 0,4-1-167,0 1 0,8 3 0,-5 3 0,7-3-293,7-5 1,-2-4 0,9-10 0,6-1-18,6 1 1,1-10 0,7-5 0,0-7 249,-1-7 1,-4-7-1,5-13 1,-2-2 267,-6 2 1,-4-4 0,-7 0 0,-6-1-38,1 1 1,-8 2-1,6 7 1,-8 0 2,-8 0 1,-4 8 0,-9 2 0,-1 2-294,0 5 0,0 3 1,0 2-1202,1 0 1,-1 2-952,0 5 0,10 5 2204,5 10 0,4 0 0,3 0 0</inkml:trace>
  <inkml:trace contextRef="#ctx0" brushRef="#br0" timeOffset="4799">2178 1307 6403,'-22'0'1253,"8"0"0,-1 0-695,-2 0 0,5 7 0,0 3 0,3 2-260,4 5 0,-5 2 0,3 3 1,2 0-129,2-1 1,3 8 0,0 0 0,3-2-149,4-3 1,5-2 0,10-3 0,0-2-39,0-2 0,2-10 1,2 2-1,3-5 67,-2-2 0,-3-9 1,-2-6-1,0-4 81,0-3 0,-8-7 0,-2-3 1,-2 1 29,-5 0 0,-3-6 1,-2 8-1,0 0-30,0-2 0,-2 7 0,-6-5 0,-6 7 3,-5 7 1,-3-4 0,0 7 0,0 0 245,0 4 1,1 6 0,-1 2 61,0 0 0,0 10 1,1 4-1,1 8-114,6 7 1,-3-2 0,10 9 0,2 3-310,2 2 1,3 0 0,0-2 0,0-6-254,0-1 0,10 2 0,7-10 1,7-5-129,5 1 1,3-11 0,-6-4-1,6-7 323,1-5 0,-3-18 0,3 4 0,-1-6 6,-6-5 1,-4 1 0,-5-8 0,-5 5 409,-2 3 0,4-5 0,-6 7 0,-3 2-112,-3 3 1,-9 2 0,-3 0-1,-2 1-192,-5-1 0,-2 10 1,-3 2-1,0 3-37,0-1 0,1 1 1,-1 7-1,0 3 103,0 4 1,3-2-1,2 9 1,5 3 179,2 3 0,-4 9 0,4 2 0,0 3-176,1 5 0,1-6 0,8 4 0,0-1-293,0-2 0,3 5 1,4-10-1,5-3-1,0-1 1,8-11 0,-6-2-1,5-2 311,3-5 1,0-5-1,0-8 1,-3-6 11,-4-5 0,2-3 1,-8-2-1,1-3 68,0-2 0,-3-7 1,-7 4-1,0 1-264,0-1 1,0 3 0,-3 7-1255,-4 1 1,-5-1-1,-10 3-1517,1 4 1,-1 5 2793,0 10 0,0 10 0,0 2 0</inkml:trace>
  <inkml:trace contextRef="#ctx0" brushRef="#br0" timeOffset="12266">436 523 8259,'22'0'9,"0"0"0,-1 0 33,1 0 1,2 0 0,5 0-1,8 0 98,4 0 1,14-10 0,11-2-1,14-3-23,12 1 1,-43 4-1,1-2 1,4-2-1,1-1 1,0 1-1,1 1-20,2 1 1,0 0 0,-2 1 0,-1 0 0,2 0 0,0 1 0,-4 0 0,-2 0 65,44-4 1,-16 4 0,-8 10 0,-11 0-160,-9 0 0,-8 0 1,-6 0-474,-8 0 0,-5 0 0,-5 3-579,-4 4 0,-6-2 1048,-9 9 0,-9-9 0,-3 5 0</inkml:trace>
  <inkml:trace contextRef="#ctx0" brushRef="#br0" timeOffset="12632">741 501 8137,'7'14'0,"3"1"14,2 2 1,2 2-1,11 3 1,4 0 227,7 0 1,8 2 0,4 2 0,5 6 86,3 2 1,12 4 0,9 11 0,3 4-229,0 3 0,-37-31 0,1 1 0,3 1 0,0 1 0,0-1 0,0-1-172,2-1 0,-1-1 0,42 19 1,-43-24-1,0-1 0,40 11 0,-7-5 1,-5-2 0,-14-1 0,-8-1-201,-10-6 0,-14 6 1,-2-6-1,-8 6-561,-4 1 0,-10 1 832,2 0 0,-5 0 0,-2-1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20.6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2853 8056,'-22'0'874,"8"-3"1,-1-1 221,-1-4 0,3 1-494,-1 7 1,9 2 0,-2 6-318,4 6 0,3 6 0,0 4 0,0 2-177,0 3 0,3 0 0,2-7 0,4 0-103,3 0 0,3 0 1,7-1-1,-1-1-137,1-6 1,-5-4 0,3-10-24,4 0 1,2-3 0,-4-6 159,0-13 1,-8 0 0,-1-9 0,-4 2 46,-4 0 0,-3-3 0,-2 6 0,0-3-27,0 2 1,-2 3 0,-5 2 0,-5 0 204,0 0 0,-8 8 0,6 2-98,-6 2 0,-1 3 1,-1 9 248,0 6 1,3 6-1,2 13 1,5 4 409,2 3 0,3-5 0,7 5 0,0 0-567,0 0 0,0-5 0,2 5 1,5-3-474,8-4 0,4-10 0,5-5 0,3-3-247,2-4 1,7-5-1,-7-7 1,0-8 496,3-4 0,-8-12 0,5-3 0,-7-3 252,-8 1 0,3 7 0,-9-5 0,-4 0 100,-1 1 0,-3 6 0,-3-2 1,-1 5-268,-4 2 1,-11 3 0,0 2 0,-8 4-420,0 4 1,-4 2 0,2 7 0,0 0 166,-3 0 0,16 2 0,-6 5 0,2 8 288,1 4 1,5 5 0,1 3 0,4 2 429,4-2 1,2 4 0,3-2 0,0-2 394,0-3 1,3-2 0,4-3-424,8-4 1,6-6 0,6-11 0,2-5-107,-2-8 0,-3-7 0,-5-4 1,-2-6-419,-2-2 0,-3 5 0,2-5 0,-4 3 0,0 4 0,-8 3 0,5 2 0,-7 3-1370,-7 4 1,2 6 0,-9 9 0,-3 0-2299,-3 0 1,6 0 3667,-1 0 0,1 19 0,-8 5 0</inkml:trace>
  <inkml:trace contextRef="#ctx0" brushRef="#br0" timeOffset="799">109 4072 8064,'-9'-22'1081,"4"10"-492,-10 5 1,3 14-1,-5 8 1,5 7 9,2 7 0,1-3 0,4 11 0,-2 1-275,2 3 0,2-4 0,3-1 0,0 0-208,0-2 1,10-2-1,5-11 1,4 1-276,3 0 0,-1-10 1,1-5-1,0-4-43,0-3 1,0-12-1,-1-8 1,1-9 120,0-5 0,-8-2 0,-1-7 0,-4 1 194,-4 6 0,-3-5 0,-2 7 1,0-2 54,0 0 0,-7 9 0,-2-2 1,-4 5 95,-4 2 0,-2 3 0,-3 4 46,1 8 0,-1 4 0,2 6 0,4 4 211,1 8 1,3 11 0,-5 6 0,2 1-153,-1 6 0,6 10 0,3 1 0,4-1-306,3-3 1,0-3 0,3 1 0,4-3-288,7-5 1,6 1 0,1-13 0,4-7-242,4-5 0,-5-5 1,7-9-1,-2-6 175,0-6 1,0-15-1,-9-7 1,-3-6 581,-3-1 0,-6-1 0,4 1 1,-3-1-8,-4 1 0,-2 6 0,-3 4 0,-3-1-107,-4 0 1,2 7 0,-9-2 0,-3 5-480,-3 2 0,-4 10 0,-3 5 169,-2 4 1,0 6 0,8 4 0,1 8 577,6 4 0,-3 12 0,10 3 0,2 3 176,2-1 1,3-2 0,0 2 0,0-5-225,0 1 1,3-13-1,4 5 1,7-4-180,6-11 0,2-4 0,-1-5 37,1 0 1,-3-2 0,-2-5-736,-2-8 0,-10-4 0,2-5 0,-5-3-670,-2-2 1,0 0-1,0 7 1,0-2 1148,0-5 0,-9-5 0,-3-10 0</inkml:trace>
  <inkml:trace contextRef="#ctx0" brushRef="#br0" timeOffset="3716">2265 2591 7993,'-22'-2'169,"1"-5"0,-1 4 0,0-4 1026,0 5 0,8 2 1,-1 0-628,-2 0 0,8 2 1,-1 5-1,3 8-231,-1 4 1,1 3 0,7 2 0,0 3-232,0 2 0,0 7 1,0-7-1,3-2-148,4-3 1,5-2 0,10-3 0,-1-4-151,1-8 0,2 3 0,3-3 0,2-5 92,-2-7 0,-3-7 0,-2-12 1,-1-2 221,1-4 1,0-6 0,-3 5-1,-2-3 90,-2-5 0,-10 5 0,2-2 1,-5 0-57,-2 2 0,-2-5 1,-5 10-1,-8 5-5,-4 7 1,-10-2 0,0 6 0,0 1 122,-3 5 1,8 5-1,-5 4 1,5 5 241,2 8 0,0 14 1,0 7-1,3 5-100,5 3 1,-6-1 0,8 3 0,0 3-355,5 2 1,4-1 0,3-6-1,3-3-202,4-5 0,5-4 0,12-10 0,3-3-292,2-4 1,7 1-1,-7-8 1,0-3 187,3-3 0,-8-4 0,5-3 1,-5-5 484,-2-2 1,0-10 0,-3-7 0,-2 3 13,-2 1 0,-11-4 0,4 0 0,-6 3-111,-2 1 0,0 4 1,0-1-1,-2 0 8,-6 0 1,4 3 0,-11 2 0,1 3 231,1-3 1,-6 4-1,5 1-129,-6 3 0,-2-6 1,1 8-214,-1 2 0,7 3-3957,1 2-1129,9 0 5044,-5 0 0,20-10 0,2-2 0</inkml:trace>
  <inkml:trace contextRef="#ctx0" brushRef="#br0" timeOffset="4483">2265 4007 7927,'-14'14'210,"-1"-1"1,1-1 251,1 0 0,-6 2 0,5 8 1,-3 0 42,2 0 1,-2-1 0,8 4 0,-1 1-249,0 3 1,3 0 0,7-7 0,2 0-291,6 0 1,6-3 0,13-5 190,2-6 0,0-6 1,-7-2-1,-1 0-566,1 0 0,5-10 0,-3-7 0,-5-7 252,1-5 0,-1-2 0,0 4 0,-2-4 444,-2-3 0,-10 5 1,2-5-1,-5 0 115,-2 0 1,0 8-1,0-3 1,0 4-39,0 4 0,-9 1 0,-6 6 0,-4 6-22,-3 6 1,0 2 0,-2 0 0,-3 2 75,-2 6 0,0 6 0,8 13 0,-1 4 157,0 3 0,7 2 1,3 8-1,3 0-523,4-1 1,2 1-1,3-1 1,3-2-445,4-4 0,5-6 0,12-12 0,5-4-135,8-8 1,-3-4 0,0-3 0,-1-3 143,1-4 1,-7-5 0,2-12-1,-5-5 269,-2-8 0,-3 3 1,-4 1-1,-8 1 274,-5 6 0,-2-1 1,-2 0 84,-5-2 0,-5 7 1,-10 10-1,-2 3 105,-5 4 0,4 5 0,-4 5 0,5 4 266,2 3 0,1 3 1,-1 7-1,3 0 63,4-1 0,-2 1 1,10 0-237,2 0 1,5-10-445,7-5 0,5-14 0,10-5 0</inkml:trace>
  <inkml:trace contextRef="#ctx0" brushRef="#br0" timeOffset="12497">262 1699 7849,'0'21'-64,"0"-9"1,2-2 0,5-10 0,8-2 268,4-6 0,5-6 0,3-13 0,7-4 26,7-3 0,7-10 0,20-9 0,5-2-108,-34 25 0,2-1 0,5-5 0,2 0 1,3-4-1,2 0 0,2-2 0,1-1-39,2-1 1,0 1-1,0 0 1,-2 1 0,-3 2-1,-2 0 1,-1 4-1,-1 0 22,0 1 0,-1 2 0,-1 1 0,-2 1 0,35-27 0,-7 10-87,-6 9 0,-13 7 1,-8 8-1,-10 0-512,-5 2-685,-2-4 692,-17 23 0,-9-4 0,-13 12 0,-2 5 486,-5 2 0,-12 2 0,-5 8 0</inkml:trace>
  <inkml:trace contextRef="#ctx0" brushRef="#br0" timeOffset="12981">349 1699 8098,'19'2'-315,"-2"3"194,-2 2 0,-1 0 0,8-7 170,0 0 0,7-2 0,2-3 0,5-5 129,10-2 0,3-2 1,16-8-1,10 0-46,7 1 1,13-1 0,2 0 0,-48 12 0,1 1-57,2 1 1,0 1-1,1 1 1,0 2-1,2 4 1,-1 0-1,0 0 1,-1 0 43,-2 0 1,-1 0 0,47 3 0,-10 4 0,0 5-10,0 0 0,-9 0 0,-6-7 0,-6 2-48,-8-2 1,-5-2 0,-9-3-1,-3 0-92,-5 0 1,-5 0 0,-9 0-993,0 0 1021,-10 0 0,-12-10 0,-12-2 0</inkml:trace>
  <inkml:trace contextRef="#ctx0" brushRef="#br0" timeOffset="13433">327 1960 8600,'29'14'375,"3"1"1,1-1-285,6-1 0,5 8 0,6-1 0,11 9-13,9 5 1,5 2 0,7 7-1,-2 3-54,3 5 0,1-2 0,-40-20 0,-1 2 0,0 0 0,-1 1-65,-2-1 1,0 1 0,-2 3 0,-1 0 0,28 21 0,0 2 69,1 0 1,-8-2 0,-2 2-1,-3-10-23,-5-9 0,-4-5 0,-6-8 0,-4 1 120,-2-8 0,-3-4 0,-7-10-311,-1 2-1732,-9 0 1917,-2-7 0,-10-10 0,0-2 0</inkml:trace>
  <inkml:trace contextRef="#ctx0" brushRef="#br0" timeOffset="13883">240 3049 8203,'0'12'295,"2"-2"-29,6-10 0,-4 0 1,11-3-1,4-4 13,8-8 1,7-16 0,14-13-1,10-11-127,15-8 0,-27 25 0,2-2 0,6-1 1,1-2-1,6-5 0,1-1-119,6-4 0,0-1 0,2 3 0,0-2 0,3-3 1,0-1-1,-4 4 0,-1 2-94,-1 3 0,-1 1 0,-3 2 0,-2 1 1,0 1-1,-1 1 0,-2 2 0,0 0 126,-4 3 0,-2 2 0,-1 4 0,-2 1 0,-6 2 0,-2 0 0,39-25-43,-7 5 1,-8-3-1,-7 7 1,-9 11-41,-11 6 0,-6 8 0,-13 2-884,-4 2 299,-6 10 0,-18 5 0,-8 15 1,-7 4-924,-6 3 1526,-8 0 0,-6 9 0,-11 3 0</inkml:trace>
  <inkml:trace contextRef="#ctx0" brushRef="#br0" timeOffset="14630">218 3136 7576,'24'0'0,"5"0"187,8 0 1,13-7 0,11-1-1,12 1-56,14-3 1,9 6 0,-39-2 0,0-1-1,3 1 1,1 0-13,4 0 1,1 0 0,2 3 0,-1-1-1,-1-2 1,-1 0 0,0 1 0,1 0-137,-1 2 1,0 1-1,2 1 1,-1 0-1,-2 1 1,-2 0-1,-6 0 1,-3 0 126,41 0 1,-4 0 0,-17 0-1,-6 0 5,-6 0 1,-10 0 0,-15 0 0,-7 0-403,-5 0 1,-5 2-1893,-4 6 2179,-5-6 0,-20 8 0,-2-10 0</inkml:trace>
  <inkml:trace contextRef="#ctx0" brushRef="#br0" timeOffset="15499">349 4355 7567,'12'-2'23,"-2"-3"0,-1-5 187,6-2 1,-1 3-1,8-11 1,12-9-21,12-9 1,12-11 0,-21 16 0,3-2-1,6-3 1,3-1-123,6-8 0,3 0 0,6-2 1,1-2-1,3-6 0,2-2 0,1 2 1,0 1-135,1-3 0,-1 1 0,1 5 1,-1 0-1,-5-2 0,-1 1 0,-2 2 1,-1 2 78,-4 5 0,-2 1 0,-8 6 0,-2 1 1,-1 1-1,-2 2 0,32-27-103,-8 10 0,-21 15 0,-9 7 0,-11 7-483,-4 8 223,-10 4 0,-12 20 0,-14 4 1,-8 6 349,-7 1 0,5 1 0,-8 0 0</inkml:trace>
  <inkml:trace contextRef="#ctx0" brushRef="#br0" timeOffset="16065">414 3310 7723,'0'-12'-828,"0"0"1056,0 5-106,0 4 1,3-6 0,4 11-8,7 5 0,15 3 1,8 9-1,6 1 9,8 4 0,14 14 0,18 6 1,-37-17-1,2 2-59,6 1 0,1 3 0,0 4 0,1 3 1,7 3-1,0 1 0,2 5 0,1 1-156,1 4 0,1-1 0,0-3 0,0-1 0,-7-2 0,-1-2 1,-5-4-1,-2-2 146,-4-5 0,-1-3 0,-3-3 0,0-3 1,37 12-1,-9-11 203,-15-9 0,-5 3 1,-7-8-1,-7 2-19,-5 1-1487,-5-10 1248,-17 4 0,-3 1 0,-9 2 0</inkml:trace>
  <inkml:trace contextRef="#ctx0" brushRef="#br0" timeOffset="16733">545 4399 8129,'-22'0'-98,"0"0"0,0 0 0,1-3 170,-1-4 0,0 5 179,0-5 0,8 4 0,2 6-155,2 4 0,5-5 0,12 8 0,10-3 56,10 0 0,9 8 0,15-8 0,10-2-99,9-3 0,19-2 0,-35 0 0,1 0 1,5 0-1,1 0-23,3 1 1,0-2 0,7-3 0,1-1 0,4-2 0,1-1 0,5-1 0,3-1-145,4-1 1,1 0-1,-7-1 1,1 0 0,-1-1-1,1-1 1,-6 0 0,-2-1 74,-2 2 0,-2 0 0,-5-3 0,-1 0 1,-7 1-1,-2 1 0,-4 2 0,-2 0-217,33-5 1,-13 0-1,-13 10 256,-7 2 0,-10 3 0,-12 2 0,-10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50.6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180 68 8035,'-23'15'358,"-2"0"1,0 2 228,3 3 0,-5 3 1,14-1-1,-2 3-104,0 5 0,11 2 1,-4 5-1,6-4-253,2-1 0,0-7 1,2 5-1,6-8-225,6-7 0,6-5 1,5-10-1,3 0-9,1 0 1,1-3 0,-7-4 0,-1-8-24,0-5 1,-2-2 0,-2-3 0,-6-2-74,-2-3 1,5-3-1,-8 6 1,-2-3 96,-2 3 0,-3-1 0,0 1 0,0-3 78,0 3 0,-3 10 0,-4 2 22,-8-3 1,-5 1 0,-2 2 0,-1 7 272,1 6 1,0 4 0,-1 6 0,1 7 46,-1 5 0,4 5 0,1 2 1,6 5-205,2 3 0,2-5 0,8 5 1,0-1-250,0 1 1,3-7-1,4 2 1,8-8-275,5-7 1,2-3-1,1-7 1,-1 3 98,1-3 1,-1-10-1,0-5 1,-2-3 108,-5-4 0,3-3 0,-8-2 0,-1-1 236,1 1 1,-2-1 0,-8 1 0,0 0-8,0-1 0,-10 3 0,-2 3 0,-3 5-146,0 2 0,0-5 1,-8 7-66,1 3 0,0 3 1,-1 2 378,1 0 1,7 0 1631,0 0-1350,10 0 0,-2-8 0,14-2-1423,8-2 0,-3 7 0,3-2 846,3 4 0,2-7 0,2-2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51.3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135 180 8257,'-12'-23'1619,"-8"11"-1100,5 4 1,2 6 0,-2 4-110,-2 6 0,7 12 0,0 10 0,3-1-130,-1 4 0,1-6 1,7 8-1,0 0-162,0 0 0,2-8 1,6 3-1,7-5-238,5-3 0,2-10 0,3-4 1,2-6-46,3-2 0,2-7 1,-4-5-1,2-6-23,-3-7 1,-2-5 0,-5 3-1,-3-5 213,-2-3 0,-10 5 0,2-5 0,-4 3 174,-3 5 1,0-6-1,-3 3 1,-4 3 82,-8 2 0,-5 3 0,-2 2 1,-3 3 85,-5 2 1,5 10 0,-5-3-23,5 6 0,3 4 0,0 6 0,2 9-11,5 10 1,2 1-1,8 7 1,-2-1-254,2 1 0,3 2 1,2 6-1,0-3-263,0-3 0,10-2 0,4 2 0,6-5-293,3 1 1,-1-16 0,0 3-1,1-8 378,-1-7 1,1-2 0,-1-6-1,0-7 413,1-12 1,-8 0 0,-3-11 0,1 3-24,-1 1 0,-7-9 1,2 8-1,-4 1 25,-3-4 0,-3 16 1,-4-5-1,-5 2-195,-1 0 1,-7 5 0,5 2 0,-5 3-285,-2 5 0,0 3 1,-1 2-818,1 0 0,7 0-898,0 0 1,3 10 1874,-3 5 0,15 5 0,12 2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52.0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113 45 8000,'-15'-2'855,"0"-5"1,3 2 0,-6-8-47,3 3 0,8 5 0,-6 13-371,3 7 0,3 4 1,7 4-1,0 2-248,0 5 1,0-3 0,0 8 0,2-3-194,6-5 0,2-2 0,7-2 0,-2-3-47,3-6 1,1 4 0,4-11-42,-1-2 0,-2-5 1,-2-7-1,-6-8 99,-2-5 0,0-2 1,-5-3-1,2-3 22,-2-1 0,-2-4 0,-3 6 1,-3 0-24,-4 7 0,2-3 1,-8 8-1,1-2 48,0 2 1,-3-2 0,-8 9 78,1 3 1,-1 3-1,4 4 27,4 6 1,-3 12 0,11 12 0,-1 0 134,-2 1 0,8 6 0,-6-1 0,8 1-252,8-1 0,-3-6 1,10-10-1,2 1 118,3-1 1,2-9 0,1-6 410,-1-4 1,1-6-1,-3-4 1,-3-8-63,-2-5 1,-10-3 0,2-1 0,-4-4-424,-3-2 1,0-7 0,0 7 0,0 3-319,0 2 1,-3 3-1,-2-1 1,-5 1-2239,-2-1 1,4 11-414,-6 5 0,1 7 2881,-2 7 0,-5 15 0,8 13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55.4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135 23 8188,'-7'15'322,"-1"0"0,1-8 1,4 6-1,-2-1 221,-2 1 0,-3-1 0,5 5 0,-3-2 16,3 3 1,3-6-1,2 3-475,0 3 0,2-9 0,6-1-36,7-6 1,-3-2 0,3-2-231,3-6 1,-6 3-1,0-9 1,-2-4-191,-5-2 1,0-2-1,0-1 293,3 1 0,-1 0 136,-7-1 0,-2 8 0,-6 3 353,-7 2 0,-4 3 0,-4 7 290,1 0 1,2 10 0,2 7 0,4 8-147,-4 5 0,6 7 1,-1-5-1,3 1-607,5-1 1,3 5 0,2-7 0,2-3-101,6-2 0,4-5 0,11-2 0,1-6-110,6-2 1,-2-3-1,6-9 1,-1-6-53,-6-6 1,-2-6 0,-3-3 0,1 1 328,-1 0 0,-7-8 1,-2 0-1,-4 3 226,-4 2 1,-2 2 0,-3 1 0,-3-1-249,-4 1 0,-5 0 1,-11 2-1,1 2-138,-1 4 0,1 9 1,0-3-1,-3 6 163,-5 2 1,8 2 0,-3 3 0,7 7 350,1 8 1,-1 0 0,1 15 0,5 0-58,2 0 1,2 0 0,8 4-1,0-4-218,0-3 0,10 6 1,5-11-1,5-5-175,2-4 1,3-13 0,3 2-1,1-4 80,-1-3 1,-3-3 0,-3-4-1,-2-8 235,-5-5 0,2-5 0,-9-2 0,-3-3-3,-3 3 1,-2 2 0,0 2 0,-2 4-217,-6 4 0,-2-5 0,-7 7 0,2-2-238,-2 0 0,-3 10 0,0-5 1,2 3-3397,3 0 3620,10-1 0,-14-2 0,6-2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56.5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8477,'23'0'-262,"-1"0"1,0 0 60,1 0 1,2 8-1,2-1 1,5-2 446,3-2 0,5-3 0,12 2 0,10 3-236,10 3 0,10 2 0,18-5 1,-45-1-1,2 2-21,4-1 0,2 2 1,4 1-1,0 1 1,3 4-1,0 2 1,1 0-1,-1 2-56,0 0 1,0 1-1,-2 0 1,0 1 0,0 4-1,-1 1 1,0 1-1,0 0 172,0 1 0,0 0 0,-4 0 0,-1-2 0,-4-4 0,0-3 0,-3 0 0,0-1 100,-3 0 1,0 0 0,-3-3 0,-1-1 0,2 3 0,0 0 0,44 7-28,-7-7 0,-20 3 0,-2-9 0,-8 1-476,-7 0 0,-5-2 0,-8-8-889,-7 0 1187,-5 0 0,-13 0 0,-2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5:57.7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7473,'22'0'73,"-7"7"1,2 3 0,8 3 60,10 4 1,17 3 0,13 5-1,14 7-107,-31-11 1,1 3 0,11 3 0,2 3 0,7 7 0,1 3-1,7 4 1,1 2-38,1 3 1,1 4 0,0 4 0,-1 2 0,-1 2 0,1 0 0,-1 1 0,0 1-127,-25-20 0,-1 1 0,0-2 0,20 14 1,0-3-1,-4-3 0,-2-3 0,-4-7 0,-2-3 166,-3-4 0,1-3 0,-3-6 1,1-4-1,0-3 0,0-4 0,-1-1 1,0-1 172,-3-4 0,0 0 1,2 4-1,-1-2 0,44 4 1,-5 4 82,-7 6 1,-13-13 0,-18 12-1,-11-2-202,-8 0 1,-8 2 0,-10-2 0,-4-3-126,-3-2 1,-5 0 40,-13 8 0,6-1 0,-8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02.1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67 65 8225,'-22'-22'-469,"7"9"0,3 4 4,2-1 993,3 7 1,7-4-381,0 14 0,7 6 0,3 6 1,2-1-54,6-4 0,1 1 0,4 8 0,1-1 10,6 0 0,-3 3 0,10 2 0,3 5-65,2 3 1,12-3 0,6 10 0,4 7-131,3 6 1,7 4 0,-36-26 0,0 1-1,2 0 1,0 1-32,2 2 0,0 0 0,-4-2 0,0-1 0,0 2 0,-2 0 0,31 28 41,-8-4 0,6-8 0,-8 4 0,-1-1 81,-4-6 0,-5-9 0,-2-6 0,2 1 66,5 0 0,-5-8 0,5 2 0,-5-1 40,-3 1 0,-7-4 0,0 5 1,0-3 54,-2 3 0,4-6 1,-9 8-1,0 1-57,2 4 0,-7-3 0,4 3 0,-1 0-121,1-2 0,-4 5 0,7-8 0,-2 0-54,-1 0 1,3-2 0,-4-8 0,1 0 20,-1 0 1,4-2-1,-3-3 1,-1-2-29,-4 3 1,8-6 0,3 3-1,2 2 127,0 3 0,-7-5 1,4 0-1,1 2 21,0 3 0,-6-6 1,6 1-1,0 0 143,-1-3 0,-7 8 1,5-7-1,-2 1-50,0 1 1,-1 0 0,-6 7 0,1 1-74,6-1 1,-5 0 0,4 0 0,-1 1 28,1-1 1,-4 0 0,7 0-1,-2-2-50,0-5 0,-1 5 1,-7-8-1,1 3-204,-1 0 1,0-3 0,-2 5 0,-3-4-1251,-2-3 0,-7 7 1384,6-2 0,1 5 0,7 2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03.0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 22 8239,'-13'-9'-204,"1"6"72,5-4 333,4 4 1,-4 3 0,12 3-37,2 4 0,10 5 1,-2 11-1,7 1-34,8 6 0,-3-3 0,10 10 1,3 3-97,2 2 1,5 12 0,5 8 0,5 7-95,-1 6 0,-20-33 1,0 2-1,-2-1 0,-1 1 1,2 3-1,-1 2-2,1 2 1,-1-1-1,-1-3 1,-1 0 0,-1 2-1,-1-1 1,-1-3 0,-1-1 16,27 37 1,4-2 0,-7-7 0,-3 0-34,-2-8 1,-2 3-1,-1-8 1,1 5 23,-1 3 0,-9-10 0,-3-3 0,-2-2 112,-1 0 0,11 3 0,-5-8 0,-1-1 14,-4-3 1,4-4 0,1 6 0,2-1 29,0 1 1,-7-8 0,4-3-1,1 1-77,0-1 0,-6-4 0,8 7 0,1 0-125,-4-2 1,8 4-1,-7-6 1,2-1-39,0 0 0,-7 5 0,4-7 0,-2-3 117,-4-2 1,4 4 0,-3 1 0,-1-3 46,-4-2 1,-1-3 0,-1 0-1,2 1 82,6-1 0,-5 7 1,5 1-1,-6 0-94,-2 2 0,1-5 0,-1 8 1,0-1-4,0 1 1,1-5 0,-1 7 0,3 2 8,4 3 1,-4-5 0,5 0 0,-6 3 28,-1 2 1,1 2-1,4 1 1,1-1 18,-2 1 1,-2-3 0,-3-2 0,1-3 41,-1 2 1,0-4 0,0-1 0,1-1-4,-1-6 0,-2 5 0,-3-2 0,-2-1-76,2 3 0,-4-7 1,-1 5-1,0-6-203,1-1 1,-6-4 0,5-1-724,-2-3 894,8-10 0,-16 4 0,8-9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03.7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1246 8225,'17'-7'0,"3"0"178,5 2 1,12-8 0,3-2-1,9-4-101,10-4 1,16-9-1,9-5 1,-36 15-1,2 0-17,9-4 0,1 0 0,-1 1 0,1 0 0,8-5 1,2-1-1,0-2 0,-1-1-212,-1-2 1,0 0 0,0-1 0,0 0 0,-2 4-1,1 2 1,-1 0 0,-1 2 192,-2 3 0,0 0 1,-3 3-1,-1 2 0,-6 2 1,0 1-1,-1 1 1,0 2 30,1-2 0,0 2 1,0 3-1,1 1 1,-2-1-1,-1 0 1,46-6 32,-6 1 1,-2-3-1,-2-2 1,-6 0-87,-6-1 0,-16 1 1,-7-3-1,-5-2 157,-3-2 0,-12 6 0,-7 11 0,-10 0-78,-5-1 1,0 8-1503,-3-2-388,-4 4 1935,6 3 1,-28 0 0,-6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04.6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23 7907,'-23'0'-704,"11"0"898,2 0 0,13 0 0,4 0 0,10 0 52,11 0 0,6 0 0,11 0 0,2 0-113,5 0 0,4 0 0,14 0 0,4 0-73,7 0 0,16-8 0,-46 4 0,2 1 0,2 0 0,1 1-79,3 0 1,1 1 0,0 1-1,1 0 1,2 1 0,0 1 0,-4 1-1,0 1-76,-1 3 0,-2 1 0,0 2 0,-1 0 0,1 1 0,0 0 0,-2 0 1,0 0 19,-1 0 0,-2 1 0,46 10 0,-13-2 0,-3-3 96,3-2 1,0-10 0,-2 2 0,-5-2 118,-1 3 0,-7-6 1,8 5-1,-5-4 134,-6-3 1,6 0 0,-15 0 0,2 2 87,1 6 1,-11-6 0,3 6 0,-5-3-192,-3 2 0,1-5 0,-1 6 1,-2-6-187,-4-2 1,-4 0 0,-7 0 0,3 0-308,-3 0 0,-2-2 1,-3-3-1170,0-2 1491,1-11 0,-1 6 0,0-10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05.3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0 7682,'-12'3'-132,"5"4"0,7-4 0,7 7 0,8-3 355,5 0 1,4 11 0,6-3-1,7 7-100,5 8 0,20 2 1,7 7-1,8 1-127,7 7 1,-37-25 0,2 0 0,3 5 0,0 1 0,2-2-1,1 0-40,0-1 1,1 1 0,0 4 0,-1 0 0,0-4 0,-1 0 0,-1-1 0,0-1-20,-1 0 0,0-1 1,-1 0-1,0-1 1,0-1-1,-1 0 0,41 16-8,-7-8 1,-2-4 0,7-3 0,0 1 93,0-1 1,-10-7-1,-5-1 1,-2 4 75,2 2 0,-5 2 1,6 0-1,-6 0 124,-2 1 1,-8-1 0,0 0-1,3 0-66,2 1 0,-7-1 0,-5 0 1,-5 0 9,-3 1 1,-2-1 0,-4-2 0,-9-3 96,-4-2 0,-3 0 0,0 4 356,1-4-853,-11-5-1899,8-10 2132,-18 0 0,8 0 0,-10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08.3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178 223 8527,'-22'0'-7,"2"-3"1,3-2-824,2-2 1226,10 0 1,-5 9-85,10 6 1,10-4 0,5 11 0,7 3-187,8 1 0,-3-4 1,10 3-1,3 4-77,2 5 0,5 5 1,2-2-1,6 7-21,2 5 0,2 5 1,10 7-1,3 10-125,-35-28 0,0 0 0,5 6 0,0 0 1,-2-1-1,-1 0 0,2 2 0,0 0-62,-1 2 1,1-1-1,-1-4 1,-1-1 0,2 0-1,0-1 1,-3-1-1,-2 0 7,-1 0 0,-1 0 0,33 38 0,0-9 0,-3-1 197,-5-6 1,3 5-1,-7-7 1,1 2 8,6 1 0,0-11 0,0 3 0,-3-5-12,3-3 0,2 3 0,1 3 0,-4 2-49,-1-3 0,-8-2 1,4-2-1,1-1-20,0 1 1,-7-1-1,4-2 1,-2-2-38,0-3 1,2-3 0,-4 6 0,2-5 64,-3-3 1,-2-3-1,-3-6 1,1-1 20,-1 0 1,-2 0 0,-2 1 0,-3-1 189,3 0 0,-6 3 1,3 2-1,0 3-113,-2-3 1,5-2 0,-8-3 0,0 0 222,0 0 0,5 1 0,-7-1 0,-3 0-190,-2 0 1,-3 1 0,0-4-1,0-1-839,1-3 0,-9-10 707,1 2 0,0-5 0,7-2 0</inkml:trace>
  <inkml:trace contextRef="#ctx0" brushRef="#br0" timeOffset="1116">45 1424 7866,'-15'0'-663,"0"0"1118,10 0-285,-5 0 1,13 0 0,4 0-1,8 0 4,5 0 1,2 0 0,3-2 0,5-3-27,7-3 0,12-9 0,5 2 0,6-7-66,9-8 1,8-2-1,12-7 1,0 2-60,0-3 0,-41 16 0,0-1 0,0-1 0,0 0 0,-1 2 0,0 1 142,45-17 1,-6 1 0,-2 7 0,-2-1-87,2 1 1,-12 3-1,-1 6 1,1 1-69,-3 0 1,3 0 0,0-1 0,4 1-2,3 0 1,-7 0-1,5-3 1,-3-2 19,0-3 1,0-10-1,-5 6 1,3-3-26,2 0 1,3 0 0,-5-5 0,2 2-14,-2 3 0,-3 10 0,-3-3 1,1 3-87,0-3 1,-8 8 0,-2-3-1,-2 8 102,-6 0 1,-2 4 0,-5 1 0,-5 2 185,-7 5 1,2 3 0,-5-1-1,-5-2 3,-4-2-309,-4-1 1,-4 8-327,-10 0 1,-10 3 0,-12 2 0,-3 5 437,-4 2 0,-6 3 0,-9 7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11.0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156 2670 8287,'-22'0'-238,"0"0"1,0 0 80,-1 0 1,9 0 119,-1 0 1,7 0 312,-6 0-117,9 0 81,-5 0-129,10 0 0,0-2 59,0-6 1,2 6-98,6-6 0,-3 3 1,9 0-1,4-5 0,1-2 1,4-3 0,-1-4 0,3-1 39,4-3 1,-1 6 0,9-12 0,2 1-30,3-1 1,3 1 0,2-9 0,5-2-51,7-3 1,5-3-1,5-2 1,3-5-64,2-7 0,3 2 1,-5 0-1,2 1 33,-3-1 1,-1 0 0,-4-3 0,-1 9 61,-6 4 1,-2 2-1,-5-2 1,5-2 47,-1-3 0,9 2 0,-6 11 0,5 2-90,3-3 1,-3-2-1,-2-2 1,-5 2 6,-3 5 0,-2-3 0,-5 8 0,0 0 41,-2 0 0,4-6 0,-12 9 0,5 2-19,3 2 0,-3-5 1,-3 1-1,-2-1-28,3-2 1,0 7 0,-1-7-1,-2 2-12,3 1 1,-6-1 0,3 8 0,0-1 31,-2 1 1,5-7 0,-8-1-1,2 3-1,6 2 0,-5 3 0,2-3 0,0-2 20,-3-3 1,6 0 0,-8 8 0,3-3-71,4-4 1,1 4 0,-3-5 0,-8 6 82,-4 1 1,5 1 0,0 0 15,-3 0 0,-3 2-607,-1 5-171,-11 5 1,-2 13-1919,-10 4 2603,-10 5 0,-12 11 0,-13-1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11.7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100 178 8359,'-15'0'-835,"0"0"0,0 0 1476,-7 0-215,10 0-187,-8 10 0,20-5-67,0 10 0,2-10 0,13 2 0,2-2 81,3 2 1,2-4 0,3 4 0,5-4-52,7-3 1,5 0 0,2 0-1,3-3-102,5-4 0,-2 2 1,12-10-1,7 0-94,10 3 0,0-8 1,3 5-1,2-4-60,2-4 1,3 11-1,-2 5 1,-3 4-50,-3 3 1,-9 0 0,5 0 0,-3 3 60,0 4 0,3-5 0,-6 6 1,3-6 45,-2-2 1,5-2-1,-1-3 1,1-5 17,0-2 0,-1 4 1,-2-7-1,6 1 33,-1 1 0,-3 3 0,-9 8 1,0-3 33,-1-3 1,9 1-1,-1 10 1,-3 1-64,-1 4 0,-11 9 0,0-2 1,3 2-43,2-2 1,-4 2 0,-3-7 0,-3 0 57,-5 0 0,-2-2 0,-2-8 0,-3 0-44,-5 0 1,3 0 0,-8 0 0,0 0-665,0 0 0,-10 0-1368,-7 0 2034,-10 0 0,5-10 0,-10-3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12.6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8525,'12'2'-852,"-2"3"865,0 3 0,2-1 0,11-4 216,-1 4 0,-7-2 1,0 7-1,4 1 21,9-1 1,-1 3-1,10 7 1,2 0-114,3 1 0,13 1 0,2 3 0,4 6-165,6 1 0,-3-4 0,16 7 1,-1 2-74,0 4 1,0 1 0,2 1 0,-4-1 105,0 1 1,-8-1 0,5 1 0,-7-3 28,-8-5 0,3 2 0,-8-7 0,3 3 6,5 4 0,-8-4 0,1 0 0,-3-3-63,0-5 0,9 5 1,-4-2-1,0-3-9,-5-2 0,-5-6 0,-5-1 1,-2-3 50,-3 2 1,-3 0 0,6 1 0,-6-4 95,-1 4 1,4 1 0,-5 4 0,0 1 23,0 6 0,5-5 0,-5 4 0,3-4-104,4-3 1,3 1 0,3-1 0,-1 0-125,1 0 0,-1-2 0,1-2 0,-1-6 41,1-2 0,-1 5 0,1-8 0,-1-2-55,1-3 0,-10 1 0,-6 2 0,-4 2-108,-3-2 1,0 0 20,1 3 0,-1-3 1,0 7-211,0-2 0,-7 0-105,0-3 505,0-4 0,7 16 0,0-6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13.7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3538 6687,'15'-15'320,"0"1"-186,2-4 1,3-2-1,4-4 1,6-3 27,7-3 1,5-10 0,3 3-1,-1-7-10,1-8 0,9 5 0,3-8 0,2 4 1,1-1 1,-1-8 0,8 6 0,-1 0-107,1-1 1,2-9 0,3 2 0,-35 28 0,0-1 39,-1-1 0,0 0 1,31-28-1,-6-10 1,1 5 40,7 2 1,-9 3 0,4 2 0,-5 5-46,-2 2 0,3-4 1,4 5-1,-2-1-80,-3 1 1,-2 0-1,5 2 1,-6-8-45,-1-4 0,4 5 1,-7 2-1,-2 0-7,-3 0 1,4-2-1,4-5 1,-1 4 32,1 8 0,-1-2 1,-5 0-1,6-1-13,2 1 1,-8-6 0,3 9 0,-5 1-48,-3 3 0,3-5 0,0 0 0,0 3 128,-5 2 1,-2 2 0,4 1 0,1-1-43,-1 1 0,-6 2 0,-4 2 0,-2 6 87,-5 2 0,1 2 0,-4 8 0,1-1 47,-5 1 0,-10 10 1,2 2-200,-2 0-1129,-3 8-188,-7-8-76,0 10 1447,0 0 0,10 0 0,3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16.9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201 1825 8256,'-23'0'-126,"1"7"0,0 1 649,0-4 0,-1 1-144,1 3 1,0-6 54,0 6 0,9-3-227,6 2-302,4-4 1,13 6 0,5-11 0,5-3-21,2-2 1,10-11 0,5 3-1,8-4 3,7-4 1,2-9 0,10-2 0,1-3 72,4 0 1,13-8-1,-1-9 1,-37 25-1,1 1 23,3-3 0,0 0 0,-1 0 0,0 0 0,5-1 0,0 0 0,0 1 0,0 0-26,-1 0 0,-1 0 1,4-2-1,-1 0 1,-5 5-1,0 1 0,-1 0 1,0 0 83,-1 0 0,0-1 0,-2 2 0,1 1 0,41-20 0,-4 3 61,-8 5 1,-2-3 0,-1 8-1,3-2 102,-2-6 0,-3 5 0,-2 1 0,0-1-119,-1 1 1,9-1-1,-1-5 1,-2 6-60,-3 2 1,-5-5 0,-2 5-1,-3-1 102,3 1 0,-8 0 0,-2 5 0,-2-3-51,2 3 1,-5 2 0,2 3-1,-7 2-65,-5 5 1,-10-2-537,3 10-57,-5-1 0,-15 11 580,-10 4 0,-10 6 0,-13 9 0</inkml:trace>
  <inkml:trace contextRef="#ctx0" brushRef="#br0" timeOffset="798">490 1802 8271,'-15'0'-2139,"0"0"2404,0 0 1,3-2 26,5-5 1,7 4-64,7-4 1,-2 4-1,10 3-119,2 0 1,3 0 0,2 0 0,0 0 19,1 0 1,1 0 0,4 0-1,4 0-58,2 0 0,3-7 1,8-1-1,-1 1-22,1-3 0,7 5 1,2-10-1,1-2-13,-1-3 1,5-9-1,-4-1 1,1 0 19,6-2 0,-7 5 0,-3-8 0,-5 3 28,-3 5 1,3 2-1,2 3 1,1 0-151,-8-1 1,0 11-1,-12 2 1,-3 3 54,-2-1 1,-3 1 0,0 7 8,0 0 1,-7-2-1,0-3 1,2-3 308,3 3 1,2 0 0,1 0 0,-1-5-209,0-2 1,3 7-1,2-5 1,3 3-225,-3-1 0,-2-6 0,-3 6 5,0 3 0,-7-5 298,0 3 1352,-10 0-1129,5 7 0,-13 0-931,-4 0 1,4 2 0,-7 3-307,0 2 0,0 3 0,-7-5 1,5 5 834,2 2 0,-7-7 0,4 5 0</inkml:trace>
  <inkml:trace contextRef="#ctx0" brushRef="#br0" timeOffset="1613">379 2025 8108,'-28'7'-14,"6"1"0,5-1 0,-5-7 233,-1 0 1,9 0-599,-1 0 647,10 0-137,-5 0 0,10-2-47,0-6 0,10 6 0,5-8 1,4 3-17,4-1 0,9-7 1,5 5-1,7-2 12,8-5 0,5-10 0,10-6 1,2-1-2,5-6 0,10-2 1,-35 19-1,1-1 1,3 0-1,0-1-7,1-1 0,-1 0 0,0-4 0,0 1 0,4 1 0,0 1 0,1 0 0,0 0-68,1-1 1,1 1 0,-2 2-1,0 1 1,-6 5 0,0 1 0,-4 2-1,0 0 27,44-16 0,-1 7 0,0-5 0,1 6-67,-6 1 0,-4 1 0,0-3 0,-6-2 121,1-3 1,-10 1 0,2 7 0,-10-1-57,-4 1 0,-4-3 0,-6-2 0,-3-3 411,-5 3 0,3 10 0,-11 2 0,-2-2-124,-2-3 1,-3 5 0,1 3-1087,-1 2-1603,0 3 2446,-9 7 0,-4 9 0,-9 4 0</inkml:trace>
  <inkml:trace contextRef="#ctx0" brushRef="#br0" timeOffset="2499">334 1980 8218,'-15'0'-1137,"0"0"1343,11 0 1,-6 3-59,10 4 0,2-4 1,6 4-1,6-4-59,6-3 0,12 7 1,5 1-1,5-1 21,3 3 1,9-5 0,6 7-1,9-2-42,12-5 0,6-3 0,-34 0 0,3-1 0,2 1 0,2 1-56,4 0 0,1 1 1,1 0-1,1 0 0,8-4 1,1 0-1,1 0 0,-1 0-107,0 0 0,-1 0 0,-3 0 1,0 0-1,-1 0 0,1 0 1,-1 0-1,-1 0 136,0 0 0,-2 0 0,-7 0 0,-1 0 0,4 0 0,-1 0 0,-6 0 0,-1 2 85,-4 1 1,0 2 0,3 0 0,-1 2 0,-3 3 0,-1 0 0,2-1-1,0-1-9,0 0 1,0-1 0,42 5 0,2 6 0,-4-6-144,-3-2 0,-10 5 0,-8-6 0,-9 1-160,-10 0 1,-15-2 0,-7-8-1,-8 2-415,-7 6 601,-5-6 0,-10 8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21.8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111 200 8001,'0'-34'0,"-7"2"0,-1 7 0,1 0-29,-3 3 1,8-5 604,-6 12-118,6 5-248,2 0 1,7 22 0,1 8 37,-3 7 0,4 6 1,-1-4-1,-3 8-31,-3 5 0,6 10 0,-1 3 0,-2 2-105,-2 4 1,-3 4 0,0 4 0,0 5-64,0 8 0,-1-33 1,2 3-1,-1 2 0,0 1 1,-1 0-1,2 1-74,-1 2 0,0 0 1,0 5-1,0 0 0,0 0 1,0 0-1,0 3 1,0-1-90,0 2 1,0 0-1,0-4 1,0 0 0,0 0-1,0 0 1,0 0 0,0 0 37,0-1 0,0 0 0,0 2 0,0 0 0,-1-4 0,-1-1 0,0-2 1,-1 0 17,0-4 0,-1 0 0,0 1 0,0 1 1,3-3-1,0-1 0,-1 3 0,-1-1 29,-1-1 1,0 0 0,-3 46 0,7-9-1,0-2 24,0-6 1,0 11-1,0-8 1,0 0-14,0 3 1,0-8-1,0 2 1,0 1-81,0-3 1,0 5 0,0-10-1,0-2 13,0-3 1,0 5 0,0 0 0,-2 1 80,-6 1 1,6-4 0,-6 9 0,6 4-108,2 1 1,0-4 0,0-3-1,0-3 126,0-4 0,0-3 1,0-2-1,0 0-26,0-1 1,0 1 0,0 2-1,0 3 227,0 2 1,0 10 0,0 0 0,0 8-40,0 4 1,0 1-1,0-6 1,0 3-171,0 2 1,-3-44 0,-2 0 0,1-1 0,1 0-1,0 0 1,1 2 57,0 0 1,2 0 0,-1 0 0,2 0 0,-1 41 0,-3 5 26,-1-48 1,1-1 0,1 1-1,1 0 1,-3 2 0,1 0 0,1-2-1,1-1 31,1 49 1,0 0 0,0-5 0,0 0-205,0-8 0,0-9 0,0-15 0,0-5-63,0-3 1,0-4 0,0-13 0,0-8-1129,0-4 1272,0-13 0,-10 8 0,-2-7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25.8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0 246 8065,'0'22'95,"0"0"1,0 8-1,0-1 1,0 1 55,0 2 0,0-5 1,0 8-1,3 0-313,4-1 1,-2-4 0,8 4 0,-1 1-1073,0 0 1234,-7-8 0,15 15 0,-8-7 0</inkml:trace>
  <inkml:trace contextRef="#ctx0" brushRef="#br0" timeOffset="166">45 446 8065,'10'12'201,"2"-2"189,1 0 1,6-5-1,-4 7-521,5-2 1,2-2 0,0-8 0,1 0 130,-1 0 0,0-10 0,0-3 0</inkml:trace>
  <inkml:trace contextRef="#ctx0" brushRef="#br0" timeOffset="333">312 1 8065,'0'22'-83,"0"0"0,2 1 520,6-1 0,-6 8 0,8 2 0,0 2-25,5 6 1,-3 9 0,3 6-1,2-1-298,3 0 0,2 8 0,1-2 1,-1 4-115,0 3 0,0-11 0,1-1 0</inkml:trace>
  <inkml:trace contextRef="#ctx0" brushRef="#br0" timeOffset="482">668 579 8058,'7'35'-45,"3"-3"0,0-2-100,0-1 0,0 11 145,-3-3 0,-4 5 0,7 3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23.6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366 713 11229,'0'22'503,"2"7"0,6 4 1,4-1-356,1 0 0,6 7 0,-4-1 0,5 1-479,2-2 1,-7 5 0,0-7 0,0-1 330,-3-4 0,8-5 0,-8-3 0</inkml:trace>
  <inkml:trace contextRef="#ctx0" brushRef="#br0" timeOffset="218">10 713 8128,'15'-23'60,"0"1"0,2-3 223,3-4 1,12 4 0,5-7-1,7 2-1,8 0 0,5-2 0,8 5 0,-4-2-102,-1 1 1,-11 6 0,3 7 0,-5 5-539,-3 0 0,-9 10 0,-8 0 358,-9 13 0,-9 7 0,-9 2 0</inkml:trace>
  <inkml:trace contextRef="#ctx0" brushRef="#br0" timeOffset="383">55 1291 8128,'-23'0'623,"8"7"-219,1 1 1,11-1 0,3-7-1,12-2-350,8-6 1,10 3 0,2-9 0,3-6 47,4-7 1,11 2 0,2-5 0,-3 6-1062,-2 1 0,-3 1 959,1 0 0,-1-10 0,1-3 0</inkml:trace>
  <inkml:trace contextRef="#ctx0" brushRef="#br0" timeOffset="700">677 957 8128,'0'23'244,"0"-1"0,3 0 0,2 0 226,2 1 0,8-1 0,-5 0 22,2 0 1,-4 1 0,4-1-77,-2 0 0,5-7-530,-8 0-10,1-10 0,-11-5 0,-2-15 0,-2-5-14,2-2 1,-5-8-1,3-2 1,2-3 74,2-4 1,3 4-1,0 1 1,0 1 135,0 6 1,0 3-1,3 4 1,2 2 42,2 4 0,10 6 0,-2-4-202,5 2 1,2 5-1,0 12 1,1 8-425,-1 5 1,-7 2 0,-3 1 0,0 1-1500,1 6 2009,-8-5 0,15 7 0,-8-10 0</inkml:trace>
  <inkml:trace contextRef="#ctx0" brushRef="#br0" timeOffset="934">1100 824 8128,'8'25'0,"1"2"234,4 2 1,-6 4-1,8-6 1,2 5 175,3 2 0,-5 1 0,0 5 1,2-3-253,3 2 0,-5 3 1,-3 0-1,-2-5-525,-5-7 1,5-5-1,-3-3-264,-2 0 0,-5-9 0,-7-6 631,-8-4 0,-5-3 0,-2 0 0</inkml:trace>
  <inkml:trace contextRef="#ctx0" brushRef="#br0" timeOffset="1434">1122 957 8128,'0'-34'-48,"0"4"1,3 5 0,2 3 0,5 2 928,2 5 1,-4 6-1,6 9-149,4 0 0,-1 9 0,0 6-507,-2 5 0,-3 2 1,6 1-1,-6-1-282,-2 0 0,-3 0 1,-7 1-1,0-1-859,0 0 0,8 0 0,-1 1-909,-2-1 1,-2-7 1824,-3-1 0,0-11 0,0-3 0,0-10 0,0-12 0,-3-3-52,-4-5 0,4 6 0,-4-8 1,4 2 36,3 0 1,0 1 0,0 6 0,0 1 1067,0 0 1,3 9-505,4 6 0,-2 7 0,8 7 0,-1 8-180,0 5 1,3 5 0,7 2-1,1 5-158,-1 3 1,0-8-1,0 3 1,1-6-270,-1-1 0,0-9 0,0-1-444,1-3 0,-11-5 1,-5-13-1,-2-7-83,3-4 1,-6-6 0,6-2 0,-6-6 188,-2-1 1,-2 4-1,-3-7 1,-3 0 251,3 2 1,-5-4-1,1 7 1,-1 0 513,0-1 0,0 6 0,5 10 2133,-2 2-1847,-1 10 1,8 5 0,0 18-1,0 6-251,0 6 1,0 7 0,3-5-1,2 0-445,2 0 1,8 5 0,-5-4 0,0-1-1725,-1 0 1,9-10 1763,-3-7 0,4 0 0,4 7 0</inkml:trace>
  <inkml:trace contextRef="#ctx0" brushRef="#br0" timeOffset="1617">1701 1 8930,'2'22'282,"6"0"1,-3 3 0,10 7 0,2 12 10,3 13 0,2 8 0,0 1 0,0 1-251,1 0 1,-1 0 0,-2-1-1,-3 1-2038,-2 0 1996,-10-10 0,15-3 0,-8-9 0</inkml:trace>
  <inkml:trace contextRef="#ctx0" brushRef="#br0" timeOffset="1766">1634 557 8128,'8'-15'0,"1"0"442,4-2 0,4 4 0,13 1 0,9 0-355,11-1 1,9-1 0,15-9 0,8 1-88,4 0 0,-37 6 0,1 0 0,1-2 0,0 1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27.4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89 178 8212,'-12'10'1079,"4"5"-780,6 5 0,2 12 1,0 2-1,2 6-21,6 4 0,4-4 0,10 14 0,-2-2-391,-5 0 0,5 7 113,-5-7 0,14 0 0,6-7 0</inkml:trace>
  <inkml:trace contextRef="#ctx0" brushRef="#br0" timeOffset="188">0 534 8110,'15'-10'-406,"-3"-5"265,-2-4 0,7 4 1,-2 0-1,5 0 338,2 3 1,8-8 0,2 5-1,0-5-476,0-2 1,-2 0 0,-8 0 278,1-1 0,-1-9 0,0-2 0</inkml:trace>
  <inkml:trace contextRef="#ctx0" brushRef="#br0" timeOffset="350">312 67 6764,'0'25'1253,"2"2"1,3 5-821,2 3 0,8 4 0,-5 11 0,2 4-361,6 3 1,2 0 0,2 4 0,0-4-407,0-2 0,1-3 0,-4-10 0,-1-5 334,-4-8 0,1-4 0,8-3 0</inkml:trace>
  <inkml:trace contextRef="#ctx0" brushRef="#br0" timeOffset="619">556 512 8110,'13'-3'443,"-6"-4"1,-2 2 106,2-10 1,6 10 0,7-5 0,-3 3-110,-2-1 0,-8 1 0,8 7-311,2 0 1,1 10-1,-4 5-101,-6 5 0,-6 2 1,-2 0-1,0 3-140,0 4 0,0-1 0,0 6 0,0-2-46,0-4 1,-2 4 0,-3-3-1,-3-1 110,4-4 0,1-9 0,6-3-99,4-2 0,5 5 1,13-7-1,2-6-536,3-7 1,2 0 681,-2-10 0,4 1 0,11-9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40.8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490 552 6416,'-20'3'661,"6"4"1,4-2 0,10 10-1,0 2-158,0 3 1,0 12 0,0 5 0,0 5-330,0 3 1,0-1 0,2 1 0,3-1-340,2 1 0,8-3 0,-5-3 0,0-4 165,0-3 0,-3 7 0,-7-4 0</inkml:trace>
  <inkml:trace contextRef="#ctx0" brushRef="#br0" timeOffset="184">201 508 8073,'30'0'0,"2"-3"-7,2-4 0,-4 4 1,7-4-1,5 4-34,8 3 0,-4-7 1,9 0-1,-3 2-153,0 2 1,0 3 193,-8 0 0,11-10 0,1-2 0</inkml:trace>
  <inkml:trace contextRef="#ctx0" brushRef="#br0" timeOffset="394">1 1042 8073,'15'7'167,"-1"0"0,1 1 0,10-8 0,5-3-18,7-4 0,7-5 0,8-11 0,10 1-163,10 0 0,4 0 0,6-1 0,-8 4-658,-5 4 1,-5-5 671,-4 5 0,4-5 0,-7-2 0</inkml:trace>
  <inkml:trace contextRef="#ctx0" brushRef="#br0" timeOffset="582">935 975 8073,'15'22'0,"-3"0"-121,-2 1 1,0-1-1,-5 0-124,2 0 1,8 1 244,-7-1 0,-1 0 0,-7 0 0</inkml:trace>
  <inkml:trace contextRef="#ctx0" brushRef="#br0" timeOffset="984">980 797 8073,'0'22'216,"0"0"58,0 1 1,0-1 0,0 0 0,0 0 127,0 1 0,0 6 0,0 1 0,0 0-36,0 2 1,2-8 0,3 6 0,2-5-171,-2-3 1,0 8 0,0-1 174,3-1 0,-1-11-319,-7-2 1,0-13 0,0-2-238,0-12 1,0-8 0,0-5 0,0-2-80,0-2 1,0-9 0,0 6 0,0-2 46,0-6 0,8 8 0,1 0 0,1 2 121,0 1 1,7-1 0,-2 10 182,5 5 1,2 5 0,1 10-1,-1 0-75,0 0 0,-7 10 0,0 5 0,0 5-342,-3 2 1,0 8 0,-7-1 0,3-1-1604,-3-4 1933,-3-1 0,-2 9 0,0 2 0</inkml:trace>
  <inkml:trace contextRef="#ctx0" brushRef="#br0" timeOffset="1184">1447 930 8072,'0'23'182,"7"-9"1,1 1-1,-1 3 141,3 1 0,-5 14 1,7 4-1,1 5-73,-1 2 1,-5 1 0,6-1 0,-3 3-185,-5 5 1,4-3 0,-1 8-1,-3-2-623,-3-6 1,-4-2-1,-3-2 557,-3-1 0,-19-9 0,3-3 0</inkml:trace>
  <inkml:trace contextRef="#ctx0" brushRef="#br0" timeOffset="1703">1469 1019 8060,'3'-22'100,"1"0"499,4 0 0,9 9-76,-2 6 1,2 7 0,1 7 0,-6 8-235,-2 5 1,5-5 0,-8 0 0,-2 2-249,-2 3 1,-3 2-1,0 0 1,0 0-503,0 1 1,-3-1 0,-2 0-1528,-2 0 1,-3-7 1987,2 0 0,6-13 0,-5-2 0,4-9 0,3-16 0,0-2 0,0-3 0,7-7 0,3 7 0,0 1-227,0-4 0,5 9 0,-5-6 1282,2 5 1,-4 6-624,6 4 1,-9 15 0,5 15 0,-2 4-18,-1 4 1,1 6 0,-6 1-1,3 0-171,2 2 0,8-8 0,-5 6-333,2-5 1,3-5 0,8-6-175,-1-6 0,0-6 1,0-4 54,1-6 1,-9-4-1,-1-13 1,-3-2-5,-5-2 0,0-4 0,-1 6 0,4-2 122,-3 1 1,-3 4-1,-2 1 1,0 1 541,0 0 324,0 10 1,0 4-498,0 16 1,0 4 0,0 10 0,0 0-224,0 1 1,0-1-1,3 0 1,2 0-556,2 1 1,10-9 0,-4 1-1,2 0-1129,-1-3 1628,-9-2 0,15-10 0,-7 0 0</inkml:trace>
  <inkml:trace contextRef="#ctx0" brushRef="#br0" timeOffset="1867">2226 218 7763,'14'-9'112,"-1"9"474,-3 12 1,-3 25-1,-7 10 1,0 7-326,0 8 0,0 2 0,0 6 1,0 4-244,0 7 0,7 3 0,1 0 0,-3-4-1944,-3-4 1926,-2-12 0,0-9 0,0-11 0</inkml:trace>
  <inkml:trace contextRef="#ctx0" brushRef="#br0" timeOffset="2050">1914 663 8129,'10'-12'733,"2"2"1,13 10 0,5 0-397,7 0 1,5-2-1,5-3 1,5-3-474,7 3 0,3 3 0,0 2 0,-3 0-1798,3 0 1934,-8 0 0,0 0 0,-9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51.4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0 156 9631,'3'30'314,"4"0"1,-2 7 0,10-3 0,2 6-176,3 7 1,2 5 0,0 0 0,1 5-363,-1-1 1,0 9 0,-2-8 0,-3 2-405,-2 0 1,-3-17 626,3 3 0,15-16 0,-5 4 0</inkml:trace>
  <inkml:trace contextRef="#ctx0" brushRef="#br0" timeOffset="252">401 535 7985,'-8'-35'0,"-2"5"0,0 6 639,0 1 1,-7 4-162,2 4 0,-4 7 0,-1 18 0,2 10 35,4 7 1,1 13 0,-2-3 0,8 5-435,5 2 0,2-2 0,0-2 0,0-5-202,0-3 0,0-3 1,2-6-1,5-1-241,8 0 1,5-10-1,2-4 1,1-6 44,-1-2 1,0 0 0,0-2 0,1-3 277,-1-2 0,-7-11 0,-1 6 0,4-3-387,2 0 0,-6 3 0,1-5 1,0 2 427,-3-3 0,18-1 0,-5-4 0</inkml:trace>
  <inkml:trace contextRef="#ctx0" brushRef="#br0" timeOffset="936">601 535 7985,'-8'-15'241,"-2"0"203,-2-2 0,5-3-119,-8-2 0,10-1 0,-2 1 54,4 0 0,3 7-57,0 0 0,3 10-329,4-2 1,5 14-1,8 8 1,-3 7-14,-2 8 0,0 5 1,10 9-1,2 1-53,3-1 0,-1 8 0,-4 2 0,2 1 39,3-1 1,0 8 0,-11-5 0,-1 0 89,-4-5 0,-9-8 0,3-7 130,-6-7 0,-4-8 1,-6-10-133,-6-12 1,-6-9 0,-2-14 0,-1-1-127,1-6 1,7-2-1,0-8 1,1 6-39,1 2 0,-4-1 0,9 6 0,4-2 23,1 1 1,3 4 0,0 1 0,0 1 50,0 0 1,10 7-1,5 0 1,5-2-25,2-3 0,-7 5 0,-1 0 1,4-2 36,2-3 0,2-2 0,0 0 0,0 0 76,1-1 1,-1-6 0,0-3 0,0-1 126,1 1 0,-11 3 0,-5 4 0,-4-2-73,-3-3 1,0 0 0,-3 8 3,-4 0 0,-5 7 1,-11 3 245,1 2 1,0 2 0,2 11 0,3 4 242,2 8 0,3 7 0,-3 6 0,7 1-345,6-2 0,2 6 0,0-1 0,0 0-156,0 0 1,7-2 0,3-8 0,2 0-605,6 0 1,2-7 0,2 0 0,0 0-448,0-3 1,1 6 0,-1-11-1,0 0 866,0 3 1,-7-7 0,0 4 1586,2-4 1085,3-3-1631,-8 0 1,-2-3-893,-10-4 1,0-6-1,0-9 1,0-3-381,0-4 0,3-3 0,4-8 0,8 3-223,5-3 1,12-4-1,5-6 1,7-1-296,8 1 0,15 3 835,15 3 0,4-1 0,3 1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49.5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0 8107,'0'18'-108,"-3"2"170,-4 4 1,5 6-1,-6 2 1,6 13 479,2 11 0,2 1 0,3 5 0,3 5-375,-4 4 0,1 4 0,0-11 0,3-5-312,-3-7 1,5-5-1,-3-2 1,-2-3-452,-3-5 1,1-5 595,4-10 0,6-10 0,9-2 0</inkml:trace>
  <inkml:trace contextRef="#ctx0" brushRef="#br0" timeOffset="266">312 557 8107,'-22'12'227,"2"-2"1,3-3 256,2 1 1,8 2 0,-8-3 0,0 8 209,3 5 1,-6 2 0,11 0-555,2 0 1,2 1 0,6-1-486,4 0 0,6-10 1,9-4-1,0-6-138,0-2 0,8 0 1,0 0-1,-3 0 134,-2 0 0,-3-2 1,0-3 117,0-2 1,-7-3-1,0 5 1116,2-3 1,-4 1-988,2 7 1,-8 0 101,8 0 0,0-10 0,7-2 0</inkml:trace>
  <inkml:trace contextRef="#ctx0" brushRef="#br0" timeOffset="1100">624 490 11573,'10'22'-124,"-8"-7"0,8-3 0,0 1 80,5-1 0,-3-5 0,0 8 1,1 3 8,-1 1 1,-5 6 0,6 5 0,-1 7 64,1 5 1,-6 12 0,5 6 0,1 9 258,-1 12 0,-7-6 0,2 14 0,-4-5-221,-3-5 1,0 5 0,0-13 0,-3-6 3,-4-11 0,2-24 0,-10-10 27,-2-8 0,5-7 0,-1-13 0,1-9-247,-1-10 0,1 0 1,-3-10-1,8 0-342,4 2 0,-4-7 0,0 5 1,2-5 55,2-3 0,3 3 0,3 3 1,2 2 308,2-3 0,10 6 0,-4-1 0,1 3 429,1 5 1,0 4-1,10 6 1,2 2 272,3-2 0,-1 0 1,-6-1-1,-1 3-128,0-2 0,0 5 0,1-3 0,-4-2-287,-4-3 1,3-2 0,-9-1 0,1-1-182,0-6 0,-2 5 0,-8-7 0,0 2-256,0 1 1,0-1 0,-3 8-1,-4 0-174,-8-1 1,-5 4 0,-2 1 737,0 3 1,-1 13-1,1 0 295,0 6 0,2 16 0,3 0 1,4 10-318,4 4 0,1-4 0,8 5 0,0-1 96,0 1 1,3-8-1,4 3 1,8-6-885,5-1 0,4-9 1,4-1-1,1-3-1056,-2-5 0,6-3 1,-1-2-1,0 0 1025,0 0 0,-2-2 1,-8-6-1,0-4 317,0 0 1,-7-8-1,0 7 388,2 1 1086,-7-8-423,0 18 0,-10 2 0,0 15 21,0 4 1,0-4 0,0 0 196,0 2 1,0-4-505,0 2 0,0-13-413,0-2 1,8-10 0,1-12 0,6-3-155,10-5 0,0-4 0,14-11 0,6 1-61,4-1 0,15 1 0,1-1 0,6 3-480,1 5 0,5 5 0,-1 10 0,1 2-1535,0 5 2113,-3 5 0,-17 1 0,-3-4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53.4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45 357 9939,'-20'-15'2204,"5"0"-4266,5 10 2062,10-5 0,0 10 0,0 0 0</inkml:trace>
  <inkml:trace contextRef="#ctx0" brushRef="#br0" timeOffset="98">111 45 8077,'-22'0'1248,"0"-7"-1762,0 0 514,9-1 0,3-2 0,10-2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7:01.3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22 354 8216,'3'47'221,"4"5"0,-4-5 0,7 5 0,-3-5 0,0-3 0,-2 1 0,0-1 0,0 1-11,3-1 0,-1-9-348,-7-6 0,0-16-119,0-13 1,0-10-1,0-12 1,3-3 117,4-5 1,-5-4 0,8-8-1,-2 2 122,-1 3 0,10 2 0,-2-4 0,5 4 80,2 3 1,1 5-1,-1 10 1,0 4 170,0 3 1,1 3 0,-1 12 101,0 10 1,0 2-1,-2 20 1,-3 3-139,-2 2 0,-10 2 1,3 3-1,-6 3-526,-2 2 1,0-8 0,0-9 0,0-3-722,0-5 0,0-2 1049,0-3 0,-10-10 0,-2-2 0</inkml:trace>
  <inkml:trace contextRef="#ctx0" brushRef="#br0" timeOffset="181">757 554 8122,'0'22'331,"0"1"1,7-1-1,0 3 1,-2 4-85,-2 8 0,4-2 0,1 2 1,-3 3-496,-3 2 0,-2 0 0,0-5 0,0-8-327,0-4 575,-10-3 0,8 1 0,-8-1 0</inkml:trace>
  <inkml:trace contextRef="#ctx0" brushRef="#br0" timeOffset="1148">0 87 8047,'0'-22'153,"0"0"0,3 2 153,4 5 0,-5 7 1,6 16-1,-3 7 162,2 5 1,-4 9 0,4 6 0,-4 4-1,-3 8 0,7 5 0,0 0 0,-2 5-256,-2 0 0,4 0 1,1-8-1,-1 6-492,3 1 1,-8-6 0,8 2 0,-2-8-1940,-1-7 2219,1-5 0,11 1 0,6 1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7:01.8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134 378 8685,'0'-22'2056,"0"7"1,-2 3-2306,-5 2 0,4 0 0,-4 3-1876,4-8 2125,3 5 0,0-10 0,0 8 0</inkml:trace>
  <inkml:trace contextRef="#ctx0" brushRef="#br0" timeOffset="80">68 0 8005,'-15'0'-804,"0"0"804,0 0 0,3 10 0,2 2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6:59.1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268 401 7949,'-25'22'96,"-5"0"0,5 3 1,-4 5-1,4 7 481,3 5 1,0 12 0,-1 6 0,1 4-146,0 3 1,10-1-1,4 1 1,6 0-270,2 0 1,0-3-1,0-2 1,2-5-508,6-3 1,4-2 0,10-10-1,0-5-2181,1-7 2525,-11-16 0,18 6 0,-6-7 0</inkml:trace>
  <inkml:trace contextRef="#ctx0" brushRef="#br0" timeOffset="333">579 779 8831,'-12'3'2238,"4"4"-1733,6 8 1,2-3-1,0 3 1,0 2-271,0 3 1,2 2 0,3 3-1,5 2-476,2 3 0,-4-3 0,7-10 1,2-2-238,3 3 1,2-6 0,0 0-813,1-2 1,-1-5 0,-2-12 1289,-6-8 0,6-5 0,-7-2 0</inkml:trace>
  <inkml:trace contextRef="#ctx0" brushRef="#br0" timeOffset="483">757 735 9017,'-12'10'760,"-6"2"0,11 13 0,2 4-375,3 8 1,2 0 0,0 5-1,0 5-410,0 0 1,0 0-1,2-2 1,3-1-300,2 1 0,8-10 0,-5-6 0,0-4 324,0-3 0,7-10 0,-4-2 0</inkml:trace>
  <inkml:trace contextRef="#ctx0" brushRef="#br0" timeOffset="684">1024 957 8616,'15'0'688,"0"0"1,0 0-1,4 3 1,-1 2-289,-4 2 1,4 0 0,9-7 0,3 0-583,-3 0 1,0 0 0,0 0 0,3 0-719,-3 0 0,-2-7 900,-3 0 0,10-11 0,3 6 0</inkml:trace>
  <inkml:trace contextRef="#ctx0" brushRef="#br0" timeOffset="867">1358 668 7966,'-10'-12'600,"7"2"1,-6 12-1,9 6 1,0 6-212,0 6 1,0 5 0,0 5-1,0 7-247,0 5 1,0 2-1,0 1 1,0-1-428,0 1 0,0-3 0,0-3 0,2-4-916,5-3 1,-4-2 1200,4-8 0,6 0 0,-1 0 0</inkml:trace>
  <inkml:trace contextRef="#ctx0" brushRef="#br0" timeOffset="1066">1536 735 7966,'12'10'323,"0"-5"1,-7 9 0,3 4 183,-3 1 0,-3 11 0,1 2 0,2 3-353,2 4 0,1 3 1,-6 3-1,3-3-540,2-5 0,1 3 0,-8-11 1,0-2 385,0-2 0,10-3 0,2 1 0</inkml:trace>
  <inkml:trace contextRef="#ctx0" brushRef="#br0" timeOffset="1299">1981 0 7966,'34'23'126,"-2"9"0,-7 5 1,2 7 350,3 8 1,0 15 0,-8 15 0,-2 4 208,-5 3 1,4 8 0,-6-1 0,-1-2-165,-5-3 1,-4-4 0,-6-3-1,-6-5-707,-14-2 1,-9-3-1,-10-10 1,3-7 184,2-12 0,-10-1 0,-10-9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7:13.8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45 556 8491,'0'-22'1193,"0"7"229,0 0-1090,0 10 1,0 5 0,0 15 0,-3 5-138,-4 2 0,5 1 0,-6 1 1,6 6-122,2 7 0,-8-2 0,1 2 1,2 0-207,2-3 1,3-2 0,0-9-1,0-1 3,0 0 0,8 0 1,2-2-1,2-2 51,5-4 0,3-9 0,2 3 0,1-6-211,-1-2 0,3 0 0,2 0 0,3 0-204,-3 0 1,-3-7 0,-1-3 0,-1-2-1447,0-6 1939,0 8 0,1-9 0,-1 6 0</inkml:trace>
  <inkml:trace contextRef="#ctx0" brushRef="#br0" timeOffset="166">401 512 7877,'-15'10'-336,"0"4"1,10 6 0,-5 5 0,3 5 292,0 7 1,-1 0-1,8 5 1,0 5 1108,0 0 1,0 7-1,0 1 1,3-1-671,4 0 1,-2 6 0,7-6 0,1 0-1009,-1 1 1,-4-13 0,4-13 611,-2-4 0,7-3 0,-5 1 0</inkml:trace>
  <inkml:trace contextRef="#ctx0" brushRef="#br0" timeOffset="484">979 156 8145,'-10'12'112,"6"8"1,-9-5 0,1 5 60,-1 2 1,6 12-1,-8 8 1,0 10 674,3 5 1,-5 5-1,9 10 1,3 4-327,3 3 0,-6 10 0,1 5 0,2-5-469,3-5 1,4-12 0,3 0-1,5-10-626,2-11 0,3-21 0,7-10 0,1-8-446,-1-7 0,8-2 1019,-1-3 0,1-20 0,-8-5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7:25.5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87 690 8139,'-23'0'1030,"9"0"-588,-1 0 0,2-2-211,-2-6 1,8 6 0,14-6 140,8 6 1,13 2 0,1 0-1,-2 0-325,-2 0 1,-3 0 0,1 2-38,-1 6 0,-2-3 0,-6 9 0,-6 4-16,-6 2 0,6 9 1,-1 3-1,-4 3 3,-8 4 0,0 4 1,-10-1-1,-2-5 165,-3-8 0,-2-4 0,-1-3 0,1 0 621,0 1 1,0-11 828,-1-4-1092,1-6-491,10-2 0,12 0 0,15 0-323,4 0 0,4 0 0,1 0 0,3 0-1079,3 0 0,0 0 1,-8 0 1372,0 0 0,10 0 0,3 0 0</inkml:trace>
  <inkml:trace contextRef="#ctx0" brushRef="#br0" timeOffset="216">554 801 10279,'15'0'1308,"-1"3"0,4 2-1443,2 2 1,2 1-1,3-8 1,2 2-506,2 5 1,1-4 639,-8 4 0,10-4 0,3-3 0</inkml:trace>
  <inkml:trace contextRef="#ctx0" brushRef="#br0" timeOffset="399">754 579 8139,'-22'0'247,"0"0"254,-1 0 0,11 10 0,5 4 0,4 6 247,3 3 1,0 1 0,0 6-1,0 7-655,0 5 1,7 0-1,3-2 1,0-3-628,0 2 1,7 3-1,-4 0 1,2-2-337,-1-3 0,-6-17 870,7 2 0,0-5 0,7 5 0</inkml:trace>
  <inkml:trace contextRef="#ctx0" brushRef="#br0" timeOffset="599">1021 490 8139,'0'22'725,"0"0"1,0 1-179,0-1 1,7 10-1,1 5 1,-1 5-248,3 3 0,-7 1 0,7 4 0,-3 4-611,0 3 0,1-5 0,-6 5 0,3 0 311,3 0 0,-1-8 0,-7 5 0</inkml:trace>
  <inkml:trace contextRef="#ctx0" brushRef="#br0" timeOffset="816">1310 0 8132,'22'0'178,"-7"0"1,0 3-1,2 4 318,3 8 0,10 22 0,0 13 1,-3 14-31,-3 20 1,-9 12 0,-8-40 0,-1 2 0,-1 0 0,0 0-182,-2 1 1,-1 1 0,-1 4 0,0 0 0,-1-1 0,0 0 0,-1 2 0,0-1-473,-2-1 0,-2 0 1,-4-2-1,-4-1 1,-4-4-1,-3-1 1,-1 1-1,0 0-103,-1 0 0,-1-1 1,-3-4-1,-2-1 56,-1-1 0,-1-1 0,-2 2 0,-1 1 0,0 0 0,0-1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7:24.3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0 134 8090,'3'-19'55,"2"1"144,2 4 0,3 1 1,-5-4 1027,3 2 1,1 3-167,-1-3 1,-3 5-803,10 10 1,-10 2 0,2 6-205,-5 7 0,-2 4 0,0 6 0,0 2-137,0 3 1,-2 10 0,-3-6-1,-2 1-337,2-6 0,2 4 1,3-4-1,0-2-122,0-2 0,3-3 259,4 1 0,5-4 1,8-1-1,-2-6-275,-4-2 0,1-3 0,7-7 0,1 0-1061,-1 0 1618,-10-9 0,18-4 0,-5-9 0</inkml:trace>
  <inkml:trace contextRef="#ctx0" brushRef="#br0" timeOffset="323">379 1 8230,'-13'20'865,"-4"7"0,10 25 0,-1 7-284,-2 5 1,8 13 0,-6 7-1,6 8-472,2 4 1,-8 0 0,1-7-1,2 0-1446,3 0 1,2-2 951,0-6 1,-10-4 0,-3-10-1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7:28.4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1 735 6398,'0'-13'3198,"0"28"0,2 17-2686,6 6 0,4-1 0,8 2 1,-3-4-682,-2-3 1,7 5-1,8-7 1,0-3-364,2-2 1,-7-11 0,4-1 0,-4-3-754,-3-5 0,8-5 1,-1-8 1284,-1-7 0,-13-14 0,-6-6 0</inkml:trace>
  <inkml:trace contextRef="#ctx0" brushRef="#br0" timeOffset="150">335 690 8013,'-3'-19'121,"-2"1"364,-2 3 1,-1 13-84,8 2 1,0 20-1,0 17 1,0 5 70,0 2 1,0 8 0,0 3 0,0 1-241,0 6 1,8 3-1,2 1 1,0 4-380,-1 4 1,9-5 0,-6 3 0,3-11-58,0-9 203,-10-5 0,15-2 0,-8-1 0</inkml:trace>
  <inkml:trace contextRef="#ctx0" brushRef="#br0" timeOffset="484">1180 112 7959,'-22'0'314,"0"0"1,-1 0 203,1 0 0,7 20 0,0 9 0,-2 13 8,-3 10 1,-2 15 0,0 17 0,2 12-151,12-41 1,1 2-1,-2 3 1,1 1 0,3 4-1,3 1 1,-1-3 0,1 0-230,0-3 1,1-1-1,2-7 1,1-1-1,5 46 1,8-8-626,5-8 0,9-16 0,3-21 0,1-12-371,-1-7 0,7-13 849,-2-4 0,5-6 0,3-2 0</inkml:trace>
  <inkml:trace contextRef="#ctx0" brushRef="#br0" timeOffset="902">1425 891 7984,'0'-23'-142,"0"1"239,0 0 0,0 0 0,2-1 0,3 1 559,3 0 0,6 7 1,-4 3-1,3-1 87,4 1 0,3 7 0,2-2-442,0 4 1,1 3 0,-1 3-184,0 4 1,-10 5 0,-4 11 0,-6-1-41,-2 0 0,0 0 1,-2 3-1,-3 5-112,-3 7 1,-9-3-1,2 1 1,-2-3 70,2-5 1,-2 5-1,7-2 1,0-3 195,0-2 1,3-3-1,7 1-63,0-1 0,0-7 0,2-3-164,6-2 1,4-3-1,10-7 1,3 0-756,5 0 0,2 0 1,7-2-1,-4-6-969,-3-6 0,5-4 1718,-7 3 0,9-14 0,-4 4 0</inkml:trace>
  <inkml:trace contextRef="#ctx0" brushRef="#br0" timeOffset="1084">1870 913 7984,'12'10'933,"-2"-5"-347,-10 9 0,3-9 0,1 5-186,4 0 1,9-7 0,-2 4-356,5-4 0,2-3 0,0 0 0,1 0-1705,-1 0 1660,0 0 0,10 0 0,3 0 0</inkml:trace>
  <inkml:trace contextRef="#ctx0" brushRef="#br0" timeOffset="1250">2026 624 8642,'0'22'521,"0"0"1,0 0 0,0 3-129,0 5 0,0 4 0,2 11 1,3-1-322,2 1 1,8-1 0,-5 1 0,0-1-399,0 1 1,5-8 325,-8 0 0,10-10 0,-4 5 0</inkml:trace>
  <inkml:trace contextRef="#ctx0" brushRef="#br0" timeOffset="1467">2404 579 8163,'12'22'411,"-4"1"1,1-1 0,-1 3-1,-3 2 32,-3 2 1,6 13 0,-1 0-1,1 8-50,1-1 0,-6 6 1,7-1-1,-3 1-603,1-1 0,-1-5 1,-7-9-1,0-6 210,0-1 0,0 6 0,0-4 0</inkml:trace>
  <inkml:trace contextRef="#ctx0" brushRef="#br0" timeOffset="1734">2715 1 7984,'13'0'714,"-1"0"0,-7 5 1,5 7-94,2 10 1,-4 25 0,4 8 0,0 16-319,1 18 1,1 10 0,-4-43 0,0 2 0,-1 1 0,0 0-65,-2 4 0,0 1 0,0 1 0,-1 1 0,1-1 0,1 1 0,-4-4 0,-1-1-100,-1-5 1,-2-1 0,-3 0-1,-3-1 1,-9 43 0,-7-3-537,-8-3 1,-2-14 0,-8-13 0,6-17-2212,1-15 2608,-6-7 0,4-3 0,-9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7:27.1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0 8012,'-8'15'37,"1"0"1,0-8-1,7 11 1,0 4 486,0 5 1,0 13-1,0-3 1,0 7 168,0 8 1,7-2 0,3 9 0,0 0-518,0-2 0,0-2 1,-6-13-1,4-3-417,-3-2 0,0-17 34,2 2 1,-4-17-1,4-5-87,-4-12 1,-3-15-1,0-6 1,0-1 24,0-6 1,2 6 0,3-1 0,5 3 363,2 5 0,3 2 0,7 5 0,1 3 228,-1 2 0,0 10 1,0 0-1,1 10 76,-1 10 1,0 5-1,0 5 1,-2 4-253,-5 8 1,5 8-1,-8 4 1,3 3-850,0-2 1,-10 4-1,5-2 702,-1-3 0,-6-2 0,7-2 0</inkml:trace>
  <inkml:trace contextRef="#ctx0" brushRef="#br0" timeOffset="316">624 468 8032,'22'-10'136,"-7"-3"0,-1-6 1,4 1 374,2 3 1,2 3-1,2-5 1,4 2 124,1-2 0,1 7 0,-8 0 0,1 2-165,-1 1 1,0 0 0,0 7 0,-2 2-263,-5 5 1,-5 6 0,-10 9 0,-3 0-165,-4 1 1,2 9 0,-10 5-1,-2 2 79,-3-2 1,-2 3 0,0-10 0,2-1-2,5 3 0,-2-14 1,9 4-1,1-2-68,-3 0 1,7-6-197,-4 1 0,14-10 0,8 3 0,5-6-459,2-2 0,3-7 0,2-3 0,5 0-1246,3 0 1,0 0 1845,2 3 0,15 4 0,-6-7 0</inkml:trace>
  <inkml:trace contextRef="#ctx0" brushRef="#br0" timeOffset="448">1447 690 8032,'22'0'3079,"-7"0"-2518,0 0 1,-8 0-1,5-2 1,1-3-691,-1-3 1,-4 1 128,6 7 0,1-10 0,7-2 0</inkml:trace>
  <inkml:trace contextRef="#ctx0" brushRef="#br0" timeOffset="548">1602 312 8032,'-22'-10'776,"2"5"0,3-7-341,2 2-435,0 2 0,3-2 0,2-2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7:36.4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43 8332,'0'-15'3497,"0"0"-3036,0 10 0,10-2 0,5 12-368,5 2 1,2 8-1,3-5 1,2 2-284,3 5 0,-1-7 1,-4 0-1,2-2-1221,3-1 1,7 0 1410,-7-7 0,19 0 0,-2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7:36.5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557 0 8297,'-37'0'188,"0"0"1,0 0-1,-8 0 1,1 0 165,-1 0 1,1 8-1,-1-1 1,1-2-560,-1-2 1,11-3-1,4 0 205,5 0 0,3 0 0,0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7:47.6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64 153 7976,'-10'-22'0,"0"8"-33,-4-1 1,-3 8 243,10-7 0,2 6 0,12-4 239,7 2 0,6 1 0,2 4 0,-1-2-43,1 2 0,7-5 1,0 3-1,0 2-182,3 3 1,-8 2 0,5 0 0,-5 0-23,-2 0 1,-3 2 0,-2 5-1,-5 8-67,-2 4 1,-3 5 0,-9 3 0,-5 4-68,-8 3 1,-4-5 0,-3 8 0,0 1-164,0 4 1,1-1 0,-1-3 0,0-4-132,0-2 1,3-1-1,4-4 141,8 2 0,7-3 0,7-11-621,8-8 1,4-4 0,5-3-1,3 0-1638,2 0 2343,0-10 0,3-12 0,1-12 0</inkml:trace>
  <inkml:trace contextRef="#ctx0" brushRef="#br0" timeOffset="816">782 175 8102,'-9'-15'480,"-6"1"1,3 9 0,-3-2-388,-2 4 1,5 6 0,-2 6-1,-1 11 79,3 6 1,-7 13 0,7-3 0,0 6-50,4 1 0,-1 1 1,1-1-1,4 1-171,1-1 1,10-6-1,3-4 1,2-4 140,5-9 1,10-8-1,2-12 1,0 0 323,2 0 0,-6-17 0,4-7 1,-5-5-247,-2-3 0,-1-6 1,1 1-1,-3-4-119,-4-2 1,-5 6-1,-10 3 1,0 3-413,0 4 0,-10 3 0,-7 5 1,-7 2-587,-5 2 0,-3 11 0,6-4 0,-6 6 946,-2 2 0,-2 10 0,-7 2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7:52.3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143 436 8271,'-31'0'24,"7"2"0,-5 3 216,5 3 1,4 1-37,6-2 0,16-4 0,20 4 0,14-4 80,13-3 0,18-3 1,23-4-1,-36 0 1,3-1-112,10-1 0,2-1 1,4 0-1,4 1 1,13 0-1,4 1 1,-26 3-1,2 0 1,2 0-338,6-1 1,2 0-1,2 1 1,8 1 0,3 1-1,2 1 1,-18-1 0,1 2-1,2-1 1,-1 0 0,4 1-1,1 0 1,-1 0 0,1-1 154,1 1 0,1-1 0,-1 0 0,0 0 1,-1 1-1,0 0 0,-1 0 0,0-1 1,1 0-1,0-2 0,-1 0 0,0 0 1,0 0-1,-1-1 0,0 0 0,0 0 39,1-2 0,-1 1 0,0-1 0,-2 0 0,20-2 1,-2 1-1,-1-2 0,-3 0 0,-1-2 0,-2 0 1,-4 1-1,-2 0 0,0 0 86,-4-1 0,0 0 1,-1 2-1,-3 0 1,-1 2-1,-2-1 1,-5 0-1,-3-1 1,0 0-1,27-2 1,-4 0-6,-13 1 0,-2 0 0,-11 3 0,-3 2 1,34-7-1,-16 4-2043,-15 4 1932,-20 2 0,-21 13 0,-12 2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7:52.7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44 109 8188,'-20'2'203,"6"6"47,7 6 0,4 6 0,3 4 1,0 2 152,0 3 1,10 1-1,4-6 1,8 2-759,7 3 0,-2-7 1,9-10-1,1-2-989,-4-5 1344,9 7 0,-9-10 0,11 8 0</inkml:trace>
  <inkml:trace contextRef="#ctx0" brushRef="#br0" timeOffset="149">458 0 8653,'-22'0'496,"10"10"0,4 4 1,4 8-228,-4 7 1,6 5 0,-5 10-1,4 2-154,3 4 1,0 4-1,3 6 1,4-4-1321,7-3 1,-1 5 1204,1-7 0,1 0 0,6-8 0</inkml:trace>
  <inkml:trace contextRef="#ctx0" brushRef="#br0" timeOffset="499">741 66 7834,'0'21'350,"0"1"0,0 2 0,2 5 0,3 8-249,2 4 0,10 0 0,-2-2 0,2-6-145,-3-1 1,13-1 0,-5-6 0,2-1-412,0-5 1,-2-12 0,-1 1 0,-1-8 70,-6-8 0,3-4 0,-7-12 0,0-3 356,-1-2 1,6-9 0,-8 1 0,-2-1 92,-3 1 1,-2-4 0,0 7 0,3 1 672,4 3-291,-5 6 0,8 17 1,-10 14-1,0 20-126,0 12 1,0 14 0,0 5-1,0 5-478,0 2 1,0 0 0,3-2 0,1-2-1954,4-3 2110,-1-10 0,-7 15 0,0-7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7:50.9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0 284 10970,'0'24'0,"0"3"131,0 2 1,0 7-1,3-5 1,4 1-529,8-1 0,-3 8 0,2-5 397,3 0 0,2 7 0,3-7 0</inkml:trace>
  <inkml:trace contextRef="#ctx0" brushRef="#br0" timeOffset="300">283 197 7601,'15'-10'56,"-1"-5"1,-6 3-1,6-2 1,3-1 487,3 3 1,9-7 0,2 4 0,3-2-211,5 3 0,-6-3 0,4 10 1,1-1 78,4-1 1,-8 6-1,-5-4-297,-5 5 0,-10 11 0,-2 6 0,-4 7-82,-11 7 1,-9-3 0,-15 11 0,-4 1-107,-3 3 1,0 1-1,-2-4 1,7-1-125,5 1 1,2-6-1,3-3 28,4-5 1,8-5 0,14-4 78,8-8 0,14-12 1,7-4-1,7-4-91,8-4 1,-2 1 0,6-1 0,-1 2-165,-6-2 1,3 7-1,-5 1 344,-5-1 0,-2 8 0,4-8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7:50.5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88 262 7935,'14'0'-408,"1"0"0,-1 3 0,10 1 408,5 4 0,-2-1 0,7-7 0,-3 0 0,8 0 0,-5 0 0</inkml:trace>
  <inkml:trace contextRef="#ctx0" brushRef="#br0" timeOffset="98">240 1 7935,'-41'0'-97,"5"0"0,-3 2 0,10 3 97,2 2 0,-7 10 0,1-5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07:49.5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47 654 10143,'10'12'-94,"2"0"1,10-7-49,-1 2 0,1 3 0,0-5 0,0 2 142,-1-2 0,1-3 0,0-2 0</inkml:trace>
  <inkml:trace contextRef="#ctx0" brushRef="#br0" timeOffset="132">243 284 7653,'-34'12'-339,"5"-5"1,-2-2 0,2 0-1,2 2 992,3-2 0,2-3-1852,0-2 1199,0 0 0,20 0 0,4 0 0</inkml:trace>
  <inkml:trace contextRef="#ctx0" brushRef="#br0" timeOffset="401">1114 23 8057,'10'-13'610,"-8"6"0,8 14-114,-1 8 0,-6 4 0,4 5 0,-4 6-218,-3 6 0,7-2 1,0 2-1,-2 3-512,-3 2 0,6 10 0,-1-1 0,-2-1-475,-3-3 1,5-12 708,1-5 0,-1-5 0,-7-2 0</inkml:trace>
  <inkml:trace contextRef="#ctx0" brushRef="#br0" timeOffset="700">1419 175 8057,'14'-15'0,"-2"1"0,1-3 87,-1-2 0,2 4 0,8 3 0,0 0 512,0 0 0,7 5 0,0-6 1,-3 4-212,-2 4 1,1-5-1,1 3 1,3 2-171,-2 3 0,-10 2 0,-5 2-230,-2 5 1,-3-2 0,-7 10 0,-3 4-137,-4 8 1,-5-3 0,-10 7 0,1-2-54,-1 0 1,2 8-1,3-8 1,3 0-45,-3 2 1,7-7 0,3 6 291,5-6 0,4-10 0,8-2 17,12-2 1,2-3 0,12-7 0,3 0-378,2 0 1,10 0 0,-1 0-1,-1 0-1389,-3 0 1702,-12 0 0,7 10 0,-7 2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5:15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1 262 24575,'37'-73'0,"1"0"0,-11 15 0,1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5:16.0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 1569 8328,'22'0'773,"0"0"1,2 0 0,8 0-378,11 0 0,13 0 1,16 0-1,8 0-181,5 0 1,2 0 0,0-3 0,-4-1-436,-11-4 1,-2 1-1,-21 7 1,-6 0-382,-4 0 601,-22 0 0,12-10 0,-17-2 0</inkml:trace>
  <inkml:trace contextRef="#ctx0" brushRef="#br0" timeOffset="234">63 1351 8029,'-21'0'1268,"-1"0"-722,10 0 1,5 0 0,14 0-1,10 0-167,9 0 0,11 0 0,11 0 0,5 0-93,3 0 0,2 0 0,7-2 0,1-3-375,-1-2 1,0-1 0,1 8 0,-3 0-466,-5 0 1,-8 0-1,-11 0 554,-3 0 0,-9 0 0,5 0 0</inkml:trace>
  <inkml:trace contextRef="#ctx0" brushRef="#br0" timeOffset="517">564 850 9163,'0'15'1408,"0"-1"0,0 3-884,0 3 0,0 11 0,0 8 0,0 9-223,0 10 0,0 8 1,0 6-1,0 8-242,0 5 0,0 9 0,0 0 0,0-4-718,0-8 1,0-9 0,0-18 0,0-11-1079,0-13 1,0-14 1736,0-2 0,0-20 0,0 3 0</inkml:trace>
  <inkml:trace contextRef="#ctx0" brushRef="#br0" timeOffset="733">717 850 8150,'0'22'114,"0"2"1,0 5 0,0 8 687,0 4 1,0 12 0,0 5-1,0 7-138,0 8 1,0 2 0,0 7-1,0-2-702,0 2 0,2-4 0,3-1 0,2-4-1040,-2-10 1,-2-8 1077,-3-11 0,9-1 0,3 1 0</inkml:trace>
  <inkml:trace contextRef="#ctx0" brushRef="#br0" timeOffset="1166">1980 937 8122,'-15'22'465,"1"0"1,9 2 0,-2 5 0,4 7 30,3 6 1,0 11 0,3 5 0,4 7-501,7 8 1,-1-3-1,-1 7 1,0-2-752,0-4 1,-5-13 0,5-10 0,-2-9 754,-5-10 0,7-15 0,0-4 0</inkml:trace>
  <inkml:trace contextRef="#ctx0" brushRef="#br0" timeOffset="1416">1697 371 8095,'22'-10'277,"-1"8"0,3-5 0,3 4 425,2 3 0,17 3 0,-2 4 0,4 8-73,5 4 1,-7 5 0,5 3 0,-5 4-340,-2 3 1,-13 2 0,-9 8 0,-13-1-373,-6 1 1,-6 2-1,-6 2 1,-11 1-262,-6-8 1,-10 0 0,4-12 0,-2-2-683,-4-3 0,6-5 0,3-4 0,5-6-1963,2 1 2988,10-7 0,-17 6 0,5-9 0</inkml:trace>
  <inkml:trace contextRef="#ctx0" brushRef="#br0" timeOffset="1782">2459 1068 7091,'-22'10'1676,"5"-8"1,-2 8 0,-5-1-920,-1 6 1,-6 12 0,2 4-1,0 3-583,-3 5 1,11 2 0,-4 0 0,11-2-497,4-3 1,3 0-1,7 5 1,2-4-444,6-8 0,4-15 1,12-7-1,3-4 62,2-3 1,0-3-1,-10-4 1,-2-10 493,-2-9 0,-1-1 0,5-7 0,-2 3-14,-2 4 1,-8 3 0,5 2 0,-2 0 1738,-5 1 1,4-1-378,-1 0 0,1 12 0,-4 10-833,2 12 0,1 10 1,-8 5-1,0 4-359,0 3 0,7 10 1,0 6-1,0-1-717,3-3 1,-5-5-1,9-2 770,3-3 0,3 0 0,2 8 0</inkml:trace>
  <inkml:trace contextRef="#ctx0" brushRef="#br0" timeOffset="2016">2720 1395 8124,'3'34'0,"1"-5"177,4-5 0,-1-2 1,-5-1-1,3 1 373,3 0 0,-1 0 0,-7-1 0,0 1 408,0 0 0,0-8-601,0 1 1,0-13 0,-3-2 0,-1-12-202,-4-7 1,-1-13-1,4-6 1,-3-8-399,4-5 1,1-7 0,3 5 0,0-3-35,0-4 0,3 4 0,4 0 1,7 5 275,6 10 0,2-2 0,-1 9 0</inkml:trace>
  <inkml:trace contextRef="#ctx0" brushRef="#br0" timeOffset="2283">3156 1133 8057,'0'22'837,"-10"0"-233,-4 0 1,-6-3 0,-2-2-1,1-3-78,-1 3 0,7 3 0,1 2 0,-1-1-415,3 1 1,-5 0 0,10 0-623,2-1 0,3 1 1,2 0-261,0 0 0,9-10 0,6-5 324,4-4 0,3-6 0,0-4 427,0-8 1,-8 6 0,-2-1 795,-2 0 1,7 8-475,-3-5 0,-2 4 1,1 6-453,-4 4 0,6 5 1,-6 10 149,4 0 0,1 9 0,8 3 0</inkml:trace>
  <inkml:trace contextRef="#ctx0" brushRef="#br0" timeOffset="2947">3352 1612 7963,'0'22'1273,"0"0"475,0 0-776,0-10 1,0-5-705,0-14 1,0-13-1,0-11 1,0 0-77,0-1 1,0-7 0,0 1 0,2-8-264,5-5 0,-4 2 0,7 11 0,-3 1-215,0-1 1,3 6-1,-5 3 1,4 8-164,3 6 1,-4 5-1,6 13 242,3 4 0,-5 15 0,0 14 1,0 5 370,0 3 0,1-8 1,1 0-1,-4 1-106,-1-3 0,-6-3 1,7-9-1,-3 0-533,0-1 483,0-9 1,-7-4-1,0-16 1,-2-6 97,-5-5 1,4-13-1,-4-2 1,5-2 75,2 0 0,0 2 1,0-3-1,0 6-110,0 0 1,2 6 0,3-4 0,4 8-107,4 6 1,1 5 0,8 10 59,0 0 0,-1 12 0,1 8 0,0 6 114,0 1 0,-3 7 0,-2 0 1,-2 2-43,1 0 1,-3-2 0,-1 5 0,-3-5-170,-4-3 1,-2 6-1,-3-8-116,0-3 1,-10-4 146,-5-8 0,-2-6 0,1-18 0,3-9-65,4-8 1,1-12 0,8 3 0,0-7 152,0-8 1,8 5-1,1-5 1,4 5 27,3 2 1,4 3 0,4 5 0,3 7 86,2 5 1,0 12 0,-5 4 0,3 8 77,2 8 1,0 6 0,-8 15 0,1 8-359,0 4 1,-8 2-1,-1 1 1,-1-1-684,0 1 0,-7-3 1,2-2-1,-5-5-890,-2-3 0,0 5 1690,0-7 0,0 0 0,0-7 0</inkml:trace>
  <inkml:trace contextRef="#ctx0" brushRef="#br0" timeOffset="3248">4223 1482 8080,'14'0'1169,"1"0"1,-1-3 0,8-4 0,0-7-1043,0-6 1,2-2 0,2-2-1,4-5-95,-4-7 0,-2-3 0,-2 0 0,0 6 4,0 1 1,-10 3 0,-5 7 56,-5 1 0,-4 8 0,-5 6 1,-10 5 537,-10 2 1,3 5 0,-5 7 0,5 9-317,2 4 0,0 9 0,3-1 0,2 4-462,2-1 0,11-2 1,-4 5-1,6-3-176,2 3 1,2-8-1,6 1 1,6-3-845,5 0 0,10-3 1,3-9-1,2-5-465,5-2 0,-1-3 1632,-1-7 0,4 0 0,-7 0 0</inkml:trace>
  <inkml:trace contextRef="#ctx0" brushRef="#br0" timeOffset="3700">4854 1 7983,'0'22'0,"0"-1"314,0 1 1,0 5 0,0 9 0,0 15 81,0 9 0,0 18 0,3 9 0,2 12-218,-2-46 0,1 1 0,3 3 0,0 2 0,-2 0 0,0 0 0,0 1 0,0-1-461,-1 1 1,1-1-1,10 37 1,-8-16-1,-2-15-1982,-3-14 2265,8-10 0,-7-28 0,6-4 0</inkml:trace>
  <inkml:trace contextRef="#ctx0" brushRef="#br0" timeOffset="3883">4506 872 10280,'22'0'179,"-1"0"1,13-10-1,10-4 1,12-6-380,6-1 1,11-1 0,4 0-1,3 0-457,3 1 1,-4 1 0,-16 6 656,-5 6 0,-4 6 0,-11 2 0</inkml:trace>
  <inkml:trace contextRef="#ctx0" brushRef="#br0" timeOffset="4216">5290 1090 7983,'0'31'40,"0"3"0,0 2 206,0 1 1,0-11-1,0 3 1,0-4 415,0-4 1,2 1-347,6 0 1,4-10 0,9-5-1,-1-7-60,-6-7 0,6-5 0,-6-12 0,3-3-176,-2-2 1,2-7 0,-10 4-1,-2 1 118,-3-1 0,-2-4 1,0 7-1,0 2-435,0 3 1,-10 2 0,-4 3 0,-6 5 294,-1 6 1,-1 6 0,0 2-1,0 0 779,1 0 1,-4 10 0,-1 4 0,-3 8-400,2 7 1,5 5 0,5 9 0,5 1-683,3-1 0,1 1 1,11 0-1,4-1-490,8 1 0,4-10 0,5-5 0,5-5-301,7-2 0,-2-3 1,3-2-1,-1-5 1035,-2-2 0,7-3 0,-7-7 0</inkml:trace>
  <inkml:trace contextRef="#ctx0" brushRef="#br0" timeOffset="4517">5704 1547 7615,'-15'0'1142,"1"0"1,9-10-1,-3-4-404,6-5 0,-5-11 0,0-1 0,2-3-367,2-5 1,3-4 0,3-6 0,2-4-478,2-2 1,7-1-1,-4 0 1,2 10-343,5 8 0,0 11 0,0 0 1,-3 10-3687,3 10 4134,3 5 0,1 11 0,1 4 0</inkml:trace>
  <inkml:trace contextRef="#ctx0" brushRef="#br0" timeOffset="4833">6226 959 8043,'-19'-22'502,"4"1"1,-4 8 0,4 4 0,-4 2-398,-3-1 1,1 1 0,-1 9 754,0 6 1,3 4 0,4 12 0,8 3-815,4 2 0,3 9 0,0-4 0,3 3-131,4-1 0,8 0 0,11 5 0,3-2 123,-2-3 1,0-7 0,-1 8 0,3-1 274,-2-2 1,-5-3 0,-5-9 0,-5 0 566,-3 0 0,-4-1 0,-12-1-602,-8-6 0,-6-4 0,-8-10 1,-8-3-555,-4-4 1,0-3 0,2-6 0,5 3-1823,3 4 1,2-6 2097,7 8 0,0-10 0,1 5 0</inkml:trace>
  <inkml:trace contextRef="#ctx0" brushRef="#br0" timeOffset="5049">6792 1525 8495,'-12'0'1243,"22"0"1,19 0-1666,10 0 0,4-2 422,1-5 0,9-5 0,3-10 0</inkml:trace>
  <inkml:trace contextRef="#ctx0" brushRef="#br0" timeOffset="5165">7184 1220 7897,'-46'0'0,"-2"0"262,-3 0 1,0 0-1,8 0 1,2 0-363,4 0 0,-1-7 100,9 0 0,0-10 0,7 5 0</inkml:trace>
  <inkml:trace contextRef="#ctx0" brushRef="#br0" timeOffset="5702">8273 219 10184,'22'0'712,"0"0"1,14-3 0,17-2 0,30-4-313,-30 3 0,5 0 0,11 0 0,5 0 0,12-3 0,4 1 0,7 0 0,2 1-208,-28 2 1,2-1 0,-1 0 0,-3 0 0,0 1-1,1-1 1,-1 1 0,1 0 0,-1 1 0,27-1-1,-1 0-357,-7 0 1,-2 0 0,-7 4 0,-3 0 0,-8-3 0,-3 1-1,-6 1 1,-2 1-267,38 1 1,-25-2 0,-22-3 0,-9-2-690,-10 2 1,-17 5 1119,-12 7 0,0-14 0,-10 4 0</inkml:trace>
  <inkml:trace contextRef="#ctx0" brushRef="#br0" timeOffset="6147">8643 545 8003,'-12'-9'401,"5"-6"1,5 3 0,4 0 0,5 0 119,8 0 0,7 0 0,4-5 0,6 5-258,2 2 1,2 3 0,7 7 0,1 0-134,-1 0 1,-9 2-1,-5 8 1,-7 9 79,-7 8 1,-6 11 0,-13-1 0,-11 6 29,-14 8 0,-19-2 0,-13 9 0,-9 5-210,31-29 1,-2 2 0,-4 1 0,-2 1 0,-1 3 0,-1 0 0,1-2 0,0-1-50,-1 0 0,1-1 0,0-1 0,1-1 1,6-5-1,0-2 0,-31 18-2,14-15 0,24-12 84,19-19 1,20-9-1,31-6 1,15-4 140,10-3 1,16 8 0,10 1-1,12 1-146,-46 6 0,1 0 0,5 3 0,3 1 0,2-1 0,2-1 0,7 2 1,2-1-184,7 0 1,1-1-1,-4 3 1,1 0 0,7-3-1,0 0 1,-1 3-1,0 0 149,0 1 0,0 0 0,-2 0 0,-1 0 0,-3 0 1,0 0-1,-6 0 0,-1 0-32,-7 0 1,-4 0 0,35 0 0,-19 0-1,-15 0-856,-13 0 1,-21 0-315,-7 0 1,-17 2 0,-17 10 1177,2 5 0,1-4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5:26.2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63 7443,'12'-2'-411,"-3"-3"1707,1-2 1,-8-10 764,6 2-1361,4 6 1,-10 1-1,5 16-335,-4 6 1,-3 8-1,0 7 1,-3 5-210,-4 0 0,5 7 0,-5-5 1,4 5-85,3 3 1,0-1-1,0 1 1,0-3-289,0-5 0,3-4 0,4-13 1,7-2 169,6-2 0,1-11 1,1 4-1,2-6 313,5-2 1,-2-7 0,9-3-1,3 0-71,2 1 0,0-6 0,-2 8 0,-3 0-266,3-3 1,2 8 0,3-6 0,-3 6-589,-5 2 1,-2 0-1,-7 0-1757,2 0 2415,0 0 0,-17 0 0,-2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5:25.1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78 738 7982,'-22'0'2539,"1"10"-100,-1-8-1974,10 18 1,14-18 0,18 3 0,6-10-177,1-10 1,7-6 0,2-6-1,5-4-200,3-3 0,-3-3 0,-5-6 0,-7-1-221,-5 1 0,-2-8 1,-3 0-1,-4 3-280,-8 2 1,-4 10-1,-3-1 1,-3 1-3,-4 2 1,-5-5 0,-10 13 0,0 4 37,0 5 0,1 10 1,-1-5-1,0 2 33,0 5 1,3 12-1,2 8 1,5 7 826,2 7 1,-4 5 0,7 9 0,2 1 24,2-1 0,-4 8 1,0 2-1,2 1-132,3-1 0,9 5 0,2-7 0,4-3-232,3-2 1,6-5 0,5-2 0,4-5-685,3-3 0,-5-4 1,8-10-1,-1-5-1675,-2-2 0,4-3 2214,-9-7 0,10 0 0,-5 0 0</inkml:trace>
  <inkml:trace contextRef="#ctx0" brushRef="#br0" timeOffset="233">666 803 8950,'10'-21'2181,"2"9"0,10 4-2347,-1 6 0,1 2 1,2 0-1,3 2-752,2 6 1,3-6 917,-3 5 0,4-4 0,11-3 0</inkml:trace>
  <inkml:trace contextRef="#ctx0" brushRef="#br0" timeOffset="382">949 673 7982,'-31'0'-578,"-1"-7"0,-6-1 1,1 3 1720,-1 3 0,4-5 0,0-1 0,0 4-502,0 1 1,7 3 0,-2 3-1,5 1-1339,2 4 0,10 1 698,5-1 0,14 4 0,5 10 0</inkml:trace>
  <inkml:trace contextRef="#ctx0" brushRef="#br0" timeOffset="567">1298 281 8271,'12'22'928,"-3"-8"0,-9 1 0,0 2-316,0 2 1,0 3 0,3 2 0,2 3-428,2 2 0,0 9 1,-7-1-1,3 1-186,4-1 0,-5 4 1,6-5 0,4 15 0,0 4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5:32.0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1068 11019,'22'0'451,"-1"0"1,1 0 0,0 0-405,0 0 1,7 0 0,2 0 0,1 0-848,-1 0 1,-2 0 0,-7 0 799,0 0 0,9-10 0,3-2 0</inkml:trace>
  <inkml:trace contextRef="#ctx0" brushRef="#br0" timeOffset="178">175 698 7987,'0'33'92,"0"-3"1,0-4-1,0 1 1,0 4 291,0 3 1,0 0 0,0 5 0,0-3-150,0 3 0,0 2 0,3 0 0,1-2-407,4-3 0,1-9 1,-4 2-1,5-3-1919,2 3 2091,-7-5 0,14 8 0,-7-10 0</inkml:trace>
  <inkml:trace contextRef="#ctx0" brushRef="#br0" timeOffset="445">720 676 7987,'0'22'91,"0"-1"0,0 1 0,0 0 232,0 0 1,0 2 0,0 3-1,0 2 99,0-3 1,0 6-1,0-1 1,2 3-253,5 5 1,-4 2 0,6 2 0,-1 1-423,-1-1 1,0-4 251,-7 5 0,10-6 0,2 16 0</inkml:trace>
  <inkml:trace contextRef="#ctx0" brushRef="#br0" timeOffset="948">1133 1 8033,'22'22'87,"0"2"1,0 2 230,-1 3 1,1 20-1,0 4 1,2 15 148,5 12 0,-7 14 0,-10-44 1,0 2-1,-3 2 0,-1 0-150,1 4 0,-1 1 0,-3 1 1,0 1-1,-1 3 0,-1 0 1,-2-3-1,-2-1-66,-1-5 0,-3-1 0,-4-4 1,-4-1-1,-21 36 0,-5-6-182,-4-6 0,4-12 0,-12-6 1,5-2-512,3-4 1,-1-3 441,1-3 0,-1 1 0,1-1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5:29.8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282 0 8007,'-21'7'0,"-1"3"104,0 2 0,0 3 0,1 9 0,-1 7 281,0 13 0,-7 19 1,0 19-1,2 12-67,14-40 1,2 1 0,4 4 0,2 1 0,1 6-1,1 1 1,2 0 0,2-1 171,1 0 1,3-1-1,1-3 1,3-1-1,3-9 1,5-2 0,1-3-1,2 0-338,3-1 1,3-2-1,29 31 1,11-13 0,-1-16-1017,0-14 0,1-10 1,-1-8 863,0-7 0,1-4 0,-1-3 0</inkml:trace>
  <inkml:trace contextRef="#ctx0" brushRef="#br0" timeOffset="780">958 479 7948,'2'36'0,"3"-2"-94,2-2 1,0-1 0,-4-4-1,2 4 760,2 3 1,2 2-1,-4 8 1,3 0-318,-4-1 1,6 1 0,-3 2 0,-2 0-234,-2-3 1,4 3 0,0-17 0,-2-2 232,-3-3-442,-2-12 0,-2-14 0,-3-20 0,-2-12-33,2-7 1,3-3-1,2-2 1,0-4 44,0-9 0,7-3 1,3-4-1,2 3 62,5 5 0,-5 5 1,2 7-1,3 0 244,2 3 1,3 6 0,0 25 112,0 12 1,0 15 0,-1 19 0,-1 14 93,-6 12 0,3 3 1,-7 15-1,0-3-661,-1-5 1,1-2-1,-5-5 1,4-5-876,4-8 0,-6-4 1104,7-2 0,1 0 0,7-1 0</inkml:trace>
  <inkml:trace contextRef="#ctx0" brushRef="#br0" timeOffset="1219">1676 1350 8059,'15'0'117,"-1"0"139,3 0 0,-5-2 0,0-8 0,0-9 113,0-8 1,-4-9 0,4 4-1,0-1-194,0-6 1,-5 5 0,5-2 0,-2-3-148,-5-2 1,-3 7-1,-2 2 1,0 3-166,0 0 0,-2 0 0,-3 8 0,-5 1-57,-2 6 0,5 4 1,-7 10 136,-3 0 0,4 2 0,-1 8 0,-1 9 555,3 8 0,-5 9 1,10-4-1,0 2 20,-3 4 1,8 6 0,-5 4-1,4 3 32,3-2 1,0-6-1,0-4 1,0-3-403,0 3 0,10 0 0,4-1 1,6-6-556,1-8 0,8 3 0,1-15 0,-4 0-488,-2-5 1,5-5 0,0-4 0,-2-5-2379,-3-8 3273,-2 6 0,0-20 0,0 4 0</inkml:trace>
  <inkml:trace contextRef="#ctx0" brushRef="#br0" timeOffset="1414">2068 1241 8012,'-7'15'1570,"0"-1"1,-1-6-1002,8 6 0,3-9 1,4 2-287,8-4 0,4-3 0,3 0 0,-1-3-518,1-4 0,0 5 1,0-8-1,2 3-1237,5-1 0,-5-6 1472,5 7 0,-5-10 0,-2 5 0</inkml:trace>
  <inkml:trace contextRef="#ctx0" brushRef="#br0" timeOffset="1598">2504 915 8455,'14'0'1340,"-2"2"-922,-2 5 1,-3 13 0,-7 9-1,0 0-127,0 2 0,7 1 0,1 6 0,-1-1-519,3 1 0,-8 4 1,8-1-1,-3-3 228,0-1 0,10-11 0,-5 6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5:29.0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9029,'12'9'764,"0"13"1,-7 12 0,4 5-287,4 4 1,-9-4-1,6 12 1,-3-5-271,1-3 0,6 3 1,-7 3-1,-2 2-110,-2-3 1,-3-12 0,0-7-1,-3-7-86,-4-7 0,2 2 1,-9-13-217,-3-6 1,7-10 0,3-17-1,4-7-109,3-6 1,0-4-1,0-2 1,3-5 59,4-3 1,5 1-1,10-1 1,0 10 140,-1 7 0,1 13 0,0-1 0,0 10 249,0 10 1,-1 7 0,-1 9-1,-3 16 499,-3 16 0,-2 12 1,3 10-1,-6-3-375,1-2 1,-7-2-1,6 5 1,-2-6-1093,1-1 0,1-4 0,-4-9 0,2-2 831,-2-3 0,7-9 0,1 5 0</inkml:trace>
  <inkml:trace contextRef="#ctx0" brushRef="#br0" timeOffset="403">611 872 8095,'2'19'357,"5"-4"205,-4 4 1,9-9 0,-7 2-74,2-12 1,10-10-1,-5-12 1,2 1-311,1-1 1,-1-2 0,6-3 0,-3-4-66,-3-3 1,-2 5-1,3-5 1,-6 2-304,1 6 0,-7-1 0,4 1 0,-5-4-345,-2 4 0,-2-6 0,-3 3 0,-5 3-83,-2 2 0,5 9 0,-8 3 497,-1 2 1,-4 5 0,1 13 280,4 6 0,3 6 0,7 4 0,-2 2 269,2 3 0,3 10 0,4-3 1,3 6 273,2 1 1,10 1-1,-2-1 1,2 1-797,-3-1 0,13 1 0,-5-3 0,4-5-793,6-7 885,-8-4 0,17-13 0,-7-3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03.5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66 66 7939,'-14'-3'1543,"-1"-1"1847,-2-4-3193,7 1 0,1 5 0,11-3-452,5-2 0,5-1 0,10 8-1766,0 0 2021,-10 0 0,8-9 0,-8-3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02.50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23 567 9013,'-10'12'1441,"8"7"0,-6-4-1110,6 4 0,4 3 1,6-1-1,6 4-616,5 4 1,3-12-1,0 2 1,0-4-1327,0-3 1,-1-8 1610,1 4 0,10-6 0,1-2 0</inkml:trace>
  <inkml:trace contextRef="#ctx0" brushRef="#br0" timeOffset="115">110 392 8332,'-20'-14'0,"4"2"630,1 2-1079,10 3 449,-5 7 0,20 0 0,2 0 0</inkml:trace>
  <inkml:trace contextRef="#ctx0" brushRef="#br0" timeOffset="383">524 0 9351,'0'37'1013,"0"-1"0,2 5-617,5 8 1,-2 6 0,7 13 0,-2 2-763,-5 3 0,4 11 0,-1-1 0,-4-1-314,-1-12 0,-1-7 1,3-19-1,2-11 680,-2-6 0,-2-15 0,-3-2 0</inkml:trace>
  <inkml:trace contextRef="#ctx0" brushRef="#br0" timeOffset="549">371 458 8189,'-10'12'1759,"8"-3"1,-5-9-1492,14 0 1,12 0-1,13-2 1,2-3-239,4-2 0,11 0 1,2 4-1,-3-2-849,-2-2 0,-2 0 0,-1 7 819,1 0 0,-1-10 0,1-2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01.03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305 654 7955,'-21'-3'-15,"-1"-4"0,0 5 0,0-5 519,1 4 0,-1 3 0,0 3 0,0 4 335,0 7 1,1 13 0,-1 4 0,3 3-341,4 5 1,-2 2-1,10 3 1,2-1-313,3 1 0,4-1 1,5-2-1,8-2-494,4-3 0,10-11 0,3-1 0,1-10-1546,6-4 1,0-3 1852,-3-7 0,5-9 0,-7-3 0</inkml:trace>
  <inkml:trace contextRef="#ctx0" brushRef="#br0" timeOffset="564">436 110 7985,'0'14'0,"0"1"0,0 1 401,0 4 0,7 4 0,1 5 1,-1 5-23,3 0 0,2 7 0,7-5 1,-2 5 14,-3 3 0,1 7 0,7 2 0,-3 0-423,-4 0 0,2 8 0,-10-3 1,-2 2-251,-3-1 1,-2-16 0,0-14 274,0-5 0,-2-12 1,-3-7 186,-2-10 0,-8-7 1,5-9-1,1-1-30,-1 0 1,3-2 0,9-3 0,3-2-75,2 3 1,8 1-1,-6 4 1,4 1-154,3 6 1,4-3-1,2 10 24,-1 2 1,1 2 0,0 6 0,0 4-35,0 7 0,-8 8 1,1 5-1,1 4-205,4 3 1,-6-5 0,1 5 0,2-2-243,2-6 0,3-2 0,0-4 151,-1-6 1,1-4 0,0-10 0,0 0 166,0 0 0,-8 0 0,1-3 263,2-4 1,-5-5 0,0-10 275,-3 1 0,6-4 1,-8-1-1,-2-3 81,-3 2 1,-2 0 0,0 1 0,0-6-63,0-1 0,0 6 0,-2-2 0,-3 5 98,-2 2 0,-10 3 0,3 4 0,-6 8 35,-2 4 1,1 3 0,-1 3-1,0 6 54,0 13 1,0 0-1,3 9 1,5-1 134,6-1 0,-1 9 1,1-4-1,6 0-990,7-5 0,0-5 0,12 0 1,4 1-371,6-4 1,12 4 0,-3-18 0,5 0-974,3 3 0,7-8 1,-1 5 1665,-1-4 0,-3-13 0,-3-2 0</inkml:trace>
  <inkml:trace contextRef="#ctx0" brushRef="#br0" timeOffset="864">1634 654 7985,'-7'-15'297,"-3"1"1140,-2-3 0,-3 5-492,-7-3 0,1 13 0,-1-1-484,0 8 1,8 12-1,2-2 1,-1 7-177,1 7 0,7-5 0,-4 7 0,2-2-124,-1 0 1,1 10 0,7-5-1,0 0-386,0-5 0,10 0 0,4-5 0,6-5-951,1 1 0,4-11 1,1-1-1,6-8-829,1-8 1,-6-4 2004,2-9 0,5-21 0,0-4 0</inkml:trace>
  <inkml:trace contextRef="#ctx0" brushRef="#br0" timeOffset="1214">1786 1 8789,'-12'12'1131,"5"7"0,4 10-636,3 5 1,3 5 0,2 12 0,4 4-351,3 1 1,1 14 0,4-2 0,-3 7-711,3 7 1,0-7 0,0-2-1,-3-8-216,3-7 0,3-7 1,1-17 858,1-13 0,0-8 0,-3-16 0,-4-7 144,-8-11 1,3-4-1,-1-11 1,4 0 326,4 2 0,-8-7 0,1 7 0,-3-2-42,0-1 0,3 8 0,-5-4 0,2 1-14,-2 5 0,-3 11-50,-2 1 1,0 13-396,0 2 1,-2 19 0,-3 15-1,-2 2-136,2 0 1,3 1-1,2 6 1,0 3-216,0 5 0,2-12 0,5 4 0,10-4-1121,10-5 1,-1-3 0,11-11 1423,1-6 0,13 6 0,5-8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5:59.78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153 436 8116,'0'-22'2101,"0"0"-1906,-9 0 1,6 13 0,-6 9-1,1 14 494,1 13 1,-3 7-1,5 9 1,-4 3-196,-3 5 1,4 5-1,-4 11 1,0 6-418,0 7 1,7-3 0,-4 3 0,1 0-211,1-3 1,0-9-1,9-17 1,3-10 183,2-14 1,10-18-1,0-1 1,7-8-23,5-8 1,3-4 0,-5-10 0,4 1-255,3-1 1,-5 0 0,5 0 0,0-2-569,0-5 1,-8 7-1,6-2 1,-3 10-196,0 4 0,0-5 1,-8 8-1,1 2 386,0 3 1,0 4 0,-3 6 601,-4 6 0,-6-2 0,-9 3 0,0 2 0,0 2 0,0-4 0,-2-1 136,-5 3 0,4 2 0,-6 1 891,-1-6 1,7 6-250,-4-6 0,5-2-532,2 3 0,2-10 0,5 2-136,8-5 1,4-11 0,3-6 0,0-7 4,0-7 0,-1 5 0,1-7 1,0 2-119,0-1 1,-8-1 0,-2 4 0,-2-2-42,-5 3 0,-3-6 0,-2 3 0,0 3 34,0 1 1,-9 4 0,-6 1 0,-4 3-142,-3 3 0,0 2 1,0-3 744,1 8 0,-1 5-308,0 2 1,10 12-1,5 7 1,4 10 16,3 5 0,0 2 1,0 8-1,3-1-152,4 1 0,5-1 0,10 1 0,0 0-185,-1-1 1,4-7 0,1-2 0,6-2-747,2-6 0,-5-11 1,5-8-1,-1-4-1277,1-3 1,-7-13 2056,2-8 0,-5-11 0,-2-11 0</inkml:trace>
  <inkml:trace contextRef="#ctx0" brushRef="#br0" timeOffset="199">1046 0 8106,'0'22'410,"0"0"0,0-1 0,0 4 126,0 4 0,3 14 1,1 15-1,6 8 146,2 6 1,-5 6 0,8 9-1,2 2-579,2 6 0,-8-44 0,0 2 1,-1 1-1,-1 1 0,0-5 0,-1-1-929,7 43 1,-8-17 0,5-10 0,-2-14-2894,-5-12 3719,-3-18 0,8-21 0,2-12 0</inkml:trace>
  <inkml:trace contextRef="#ctx0" brushRef="#br0" timeOffset="383">894 653 10672,'-10'0'640,"10"0"0,15 0-492,11 0 0,1 0 0,9 0 0,3-2-677,2-5 0,0 4 0,-2-4 0,-5 5-751,-3 2 1280,8-10 0,-5-2 0,9-10 0</inkml:trace>
  <inkml:trace contextRef="#ctx0" brushRef="#br0" timeOffset="531">1438 392 10293,'0'22'710,"0"2"0,0 5 1,3 7-801,4 5 0,-5 3 0,8 0 0,-3-1-396,0 1 1,8-1 485,-8 1 0,10 9 0,-5 3 0</inkml:trace>
  <inkml:trace contextRef="#ctx0" brushRef="#br0" timeOffset="849">1961 610 9513,'-15'-7'994,"1"-1"1,6 1 0,-6 9 0,-3 6-350,-2 6 0,4 8 0,1 5 1,-1 4-363,3 3 0,-5 2 1,10 10-1,2 3-188,3 1 1,2 1 0,2-7 0,5-1-29,8 1 0,-3-3 0,2-2 1,3-5-30,3-3 0,-8-9 0,-3-8 42,1 3 0,-10 0 0,0-2-242,-12-8 1,-7-5-1,-3-4 1,0-3-645,0-2 1,3-10-1,2 2 1,5-4-2464,2-3 3269,3 1 0,7-1 0,0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14.0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1 850 8268,'14'-2'-127,"1"-6"1,-10-4 0,4-9 0,-1-1 553,-1 0 0,10-9 0,-3-6 1,8-6-372,7-8 1,-2 3 0,7-11 0,-3-1-154,-4-3 0,-5 7 0,-8 6 1,-7 4 29,-4 2 0,-3 10 1,-3 5-1,-4 5 23,-7 2 1,-6 8 0,-2 2 0,-2-1 133,-5 1 0,5 8 0,-5-4 0,5 6 120,2 2 1,7 10 0,3 4 0,0 5-4,0 3 0,7 10 1,-2 6-1,5 11 87,2 9 1,0-3 0,2 4 0,3 1 72,2 3 1,10-5 0,-2 0-1,4 0-91,3-2 0,2-3 0,3-9 0,2-1-756,-3 1 1,6-13 0,-3-7 0,0-9-776,2-5 0,-7-3 1255,5-7 0,5 0 0,0 0 0</inkml:trace>
  <inkml:trace contextRef="#ctx0" brushRef="#br0" timeOffset="219">589 807 7982,'-15'0'2771,"1"0"-2673,9 0 1,5 0 0,14 0 0,6 0-136,2 0 0,2 0 0,2 0 0,3-3-1819,-2-4 1856,7 4 0,0-16 0,9 7 0</inkml:trace>
  <inkml:trace contextRef="#ctx0" brushRef="#br0" timeOffset="334">872 545 7982,'-29'0'275,"0"0"0,-7 3 1,4 2-1,1 2-99,-1-2 0,3 4 0,7-1 1,1-4-1559,-1-1 1382,10-3 0,-8 0 0,8 0 0</inkml:trace>
  <inkml:trace contextRef="#ctx0" brushRef="#br0" timeOffset="867">1329 415 7898,'-12'-10'222,"-7"5"0,7-9 216,0-3 1,2-3 0,10-2 90,0 1 0,10 6 1,4 1-1,5-1-379,3 3 1,7-5 0,3 7-1,-1 1-208,1-1 0,-1 3 1,-4 7-1,2 0-60,-3 0 1,-4 2 0,-5 6 0,-5 6 22,-2 5 1,-3 10-1,-9 3 1,-6-1 104,-6 1 1,-5-1 0,-3-4 0,0 2-37,0-2 1,0-11 0,3-1 0,2-1-104,3-1 1,9-1-140,-2-5 1,7-7-1,7 2 121,7-6 0,6-4 1,1 8-1,1 0 352,0 0 0,0 0 1,0 0-1,2 3 170,5 4 0,-12 5 0,2 10 0,-4 0 241,-3-1 0,-8 4 0,4 1 0,-6 3-140,-2-2 0,-7-3 0,-3-2 0,-2 0-708,-5-1 1,-2-1-1,-3-3 1,0-5-911,1-3 0,-1-1 0,0-8-1878,0 0 3020,10 0 0,-7-20 0,7-4 0</inkml:trace>
  <inkml:trace contextRef="#ctx0" brushRef="#br0" timeOffset="1034">2026 676 8038,'15'22'0,"-3"-1"481,-3 1 1,-1 7 0,-8 3 0,0 2 190,0 4 1,-3-4-1,-4 2 1,-8 1-707,-4-3 0,-3 0 0,0-8 0,1 3-1263,-1-2 1297,0-3 0,0-2 0,1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10.8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22 956 8099,'0'-22'378,"0"1"1,0 6-1,3 1 1,4-3-88,7-3 1,6-1-1,1-1 1,-1 0-64,-6 0 1,6 0 0,-6 1 0,6-1-178,1 0 1,-9 0 0,-2 3-1,-3 2-52,1 3 1,-1 6 0,-9-4 160,-6 2 1,-4 3-1,-10 7 1,1 3 227,-1 4 0,0 5 1,0 10-1,0 0 101,1-1 1,1 8 0,3 3 0,5-1-444,3 1 0,1-1 0,8-4 1,0 2-437,0-3 0,10-1 1,5-4-1,6 1-821,8 0 1,5-10 0,10-5 0,-1-4-1127,1-3 2337,-1-10 0,1-12 0,0-12 0</inkml:trace>
  <inkml:trace contextRef="#ctx0" brushRef="#br0" timeOffset="131">654 499 11975,'-8'22'309,"1"-1"0,0 1 1,7 2-1,0 3-705,0 2 1,-7 7 0,-1-4 0,4-1-697,1 1 1,1-3 1091,-6-7 0,-4-1 0,-9 1 0</inkml:trace>
  <inkml:trace contextRef="#ctx0" brushRef="#br0" timeOffset="298">305 346 7932,'12'10'364,"0"-5"0,-4 10 214,6 1 0,-2 1 0,3 3 1,2-1-317,2 5 1,10 13 0,3-1 0,2 5-407,4 3 0,3-1 0,3 1 1,-1-1-1391,1 1 1534,-10-1 0,7 1 0,-7-1 0</inkml:trace>
  <inkml:trace contextRef="#ctx0" brushRef="#br0" timeOffset="583">1133 499 7932,'-22'0'459,"0"0"0,0 0 354,1 0 0,-8 0 0,0 0 0,2 2-28,3 6 1,2 4 0,0 9 0,0 1-635,1 0 1,9 0 0,4 0 0,6-1-616,2 1 1,2-3 0,3-2 0,7-4-168,8-4 1,-3-2-1,12-7 1,-5 0-76,-2 0 0,-1 0 1,1-2-1,0-3 823,0-2 1,-1 0 756,1 7 0,0 0 1,0 0-483,0 0 0,-3 2 0,-2 5 0,-3 5-621,3 1 0,3 6 1,1-5 228,1 6 0,0 2 0,0-1 0</inkml:trace>
  <inkml:trace contextRef="#ctx0" brushRef="#br0" timeOffset="1230">1459 934 7517,'-9'-12'2427,"4"-7"-1976,-10 4 1,11 3-1,-4-2-497,6-3 1,2-10 0,0-2 0,0 3-148,0 1 1,7-6 0,3-3 0,-1 0-101,1 5 0,7 5 0,-2 5 140,4 4 0,-5 5 0,1 13 200,2 4 1,-5 8-1,0 11 1,0 6 360,0 2 0,-7-5 1,5 5-1,-3-3-237,0-4 1,1 4-1,-6-2-394,5-2 262,-4-3 1,6-14 0,-9-10-1,0-13 23,0-6 0,0-10 0,0-2 0,0-3 28,0-5 1,0 0 0,0 1 0,3 1-54,4-1 0,-2 6 0,7 3 0,0 7-39,0 8 0,3-3 0,6 12 47,1 7 1,-7 3 0,-1 15 0,1 6 41,-3 6 1,5-3 0,-10 7-1,-2 0 86,-3-2 0,6 5 0,-1-10 0,-2-2-58,-3-3 0,-2-2 1,0-1-1,-2-1 103,-6-6 0,4-4-234,-11-10 1,10-10 0,-2-4 0,5-8-77,2-7 1,0 2-1,0-7 1,0 1 30,0-1 0,7 7 0,3-2 0,-1 5 40,1 2 1,7 3 0,-3 4-56,6 8 0,1 7 0,1 5 1,0 7-200,0 7 0,-8-2 0,-2 15 0,1-3-1177,-1 0 0,0 7 1452,2-7 0,6 0 0,-8-7 0</inkml:trace>
  <inkml:trace contextRef="#ctx0" brushRef="#br0" timeOffset="1514">2374 434 7977,'0'21'593,"0"1"0,0 2-165,0 5 0,7 8 1,3 13-1,0 11 177,-1 9 0,8 8 0,-5 11 1,3 5-449,-7-43 0,-2 0 0,2 46 0,4 0 0,-3-3-402,-4 0 1,-3-43-1,-1 0 1,-1 41-1,0-7-938,0-10 0,-3-27-123,-4-12 0,-3-24 1306,-4-19 0,-6-15 0,8-21 0</inkml:trace>
  <inkml:trace contextRef="#ctx0" brushRef="#br0" timeOffset="2081">2418 630 7977,'9'-34'200,"6"5"151,4 4 0,-2 6 1,2 2-1,6 5 215,-1 2 0,2 3 0,3 7 0,5 0-152,0 0 0,-2 10 0,-13 4 0,-2 6-225,-3 1 0,-9 1 0,3 0 0,-8 0-287,-8 0 0,-4 2 0,-10 0 0,-2 3-507,-5-1 0,5-16 1,-7 7-1,2-8-59,-1-1 1,1-3-1,8-13 1,-1-6 314,0-6 1,10-11-1,2-5 1,3-8 78,0-7 1,0-7 0,7-12 0,2-3 217,5 3 1,-2 3-1,10 4 1,2 5 253,2 7 0,0 22 1,-2 9-1,-2 8 343,2 7 1,0 5 0,0 10-1,-5 9-114,-3 8 0,6 12 0,-6-3 1,1 8-92,0 6 1,4-4 0,-4 8 0,0-1-262,-1 5 0,6-2 0,-5-1 1,2 1-245,5 0 0,2-8 0,3 0 0,0-6 168,-1-6 1,8-19-1,0 0 1,-2-8 299,-3-1 0,-2-4 1,0-11-1,0-10 46,-1-9 1,1-1-1,0-9 1,-3-3-140,-4-2 0,2-3 1,-10 1-1,-2-1-323,-3 1 0,-2 2 0,0 2 0,0 5-215,0 2 1,-2 3-1,-5 10 284,-8 5 1,-4 6 0,-1 16 0,1 9 418,-3 9 1,12 1 0,-11 9 0,4 3 5,5 2 1,2 2-1,10 1 1,0 0-378,0-1 1,0-2 0,2-4 0,8-6-872,12 0 0,2-14 0,10 3 0,0-8-286,0-7 0,-5-3 0,5-4 1153,-3-6 0,8-4 0,-5-9 0</inkml:trace>
  <inkml:trace contextRef="#ctx0" brushRef="#br0" timeOffset="2264">3398 782 7929,'21'-10'0,"1"-2"0</inkml:trace>
  <inkml:trace contextRef="#ctx0" brushRef="#br0" timeOffset="2347">3463 434 7977,'-15'0'210,"1"0"0,7 0 0,-6-3-210,4-4 0,-8-5 0,5-10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08.8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610 436 8548,'0'22'579,"0"0"0,0-5 0,0 2-213,0 5 1,0 5 0,0 0-1,3 8-65,4 4 1,5 5 0,10 0 0,0 0-453,-1-5 0,-6-2 0,-1 2 0,3-5-1652,3-7 1803,-8-5 0,7-2 0,-7 0 0</inkml:trace>
  <inkml:trace contextRef="#ctx0" brushRef="#br0" timeOffset="217">0 371 8154,'0'-22'221,"10"3"0,7 2 0,12 2-70,15-2 0,4-2 0,15-3 0,7 1 356,5-1 0,7-7 0,10 0 0,3 2-810,-3 3 0,-10 5 0,-7 2 0,-7 5 303,-13 2 0,-6-7 0,-6 5 0</inkml:trace>
  <inkml:trace contextRef="#ctx0" brushRef="#br0" timeOffset="417">218 676 9554,'32'0'318,"2"0"1,9 0 0,3 0-425,5 0 1,5 0 0,6 0 0,1 0-119,3 0 0,-15 10 224,7 4 0,0 5 0,-3 3 0</inkml:trace>
  <inkml:trace contextRef="#ctx0" brushRef="#br0" timeOffset="601">1089 698 10740,'0'21'567,"3"1"1,4 0 0,5 0-420,0 0 1,8-1 0,-6 1-573,5 0 1,3 0 0,0-3 423,0-4 0,0 4 0,-1-7 0</inkml:trace>
  <inkml:trace contextRef="#ctx0" brushRef="#br0" timeOffset="968">1133 284 7734,'-7'-15'0,"-1"1"-500,3-3 0,3 5 459,2-3 0,10 10 1,4-2-110,6 5 1,1 2 0,1 0 0,-2 2 149,-6 5 0,5 6 0,-4 8 0,2 4-70,-3 4 1,6 2 0,-8 8 0,2-3 216,1 3 0,-3-1 1,5 1-1,-3 0 195,3 7 0,-5-5 0,3 5 0,-1-7 39,-1-1 1,6 4 0,-7-1-1,0-5 902,-5-7 0,-2-5-499,3-2 0,-8-10 0,2-7-347,-7-10 1,-9-9-1,4-13 1,0-2-332,1 2 1,-6-4-1,8-1 1,-1 1-349,-1-1 1,6 3 0,-4 8-1640,5-1 1,2 0 416,0 0 0,9 10 1,6 5-18,4 5 1481,3 2 0,0 9 0,0 3 0</inkml:trace>
  <inkml:trace contextRef="#ctx0" brushRef="#br0" timeOffset="1201">1786 632 8106,'22'-34'0,"0"5"0,-3 5 0,-4 2 0,-6 1 437,1-1 0,-8 7 0,3 3 533,-10 3 1,-7 1-1,-10 8 1,3 3-510,5 4 1,-6 5 0,8 10 0,-2 2-263,-1 5 0,10-2 1,-2 9-1,5 3-177,2 2 0,0 2 0,0-1 0,2-4-55,5-1 0,-2-4 0,10 4 1,2-8-6,2-5 0,3 7 122,-1 6 1,-1-6 0,-6-2-356,-6-5 0,-6-9 0,-4-3-849,-6-2 1,-4-3 0,-10-9-809,1-6 1,6-4 1927,1-10 0,-1-9 0,-7-3 0</inkml:trace>
  <inkml:trace contextRef="#ctx0" brushRef="#br0" timeOffset="1367">2004 66 10194,'12'22'740,"7"12"0,-4 7 0,4 10-400,3 4 0,0 11 1,0 9-1,-1 2-509,1 5 1,0-7-1,-3 0 1,-2-4-825,-2-6 0,-10 0 993,2-21 0,-5-5 0,-2-18 0</inkml:trace>
  <inkml:trace contextRef="#ctx0" brushRef="#br0" timeOffset="1516">1808 589 8094,'0'-15'408,"0"1"-2,0-3 0,2 5 0,6 0 0,6 2 73,5 5 1,15-5 0,10 1 0,12-1-964,6 0 1,18-7 483,0 3 0,10-5 0,-13-3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26.3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42 8903,'-10'-22'591,"8"10"0,-8 4 1,10 16-768,0 6 176,0-4 0,0 9 0,0-7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30.3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83 8051,'0'22'25,"0"-1"0,0 1 174,0 0 0,0 0 0,0 0 0,0 2 78,0 5 1,0-3 0,0 11 0,0 1-106,0 3 1,0-4-1,3-3 1,2-3-44,2-4 0,0-3 404,-7-2-531,0-10 1,0-5-1,0-14 1,0-10-154,0-10 1,0 1-1,0-8 1,0 0-4,0 0 0,0-2 0,0-8 0,3 1 4,4-1 1,-2 1 0,9 1 0,1 4 64,-3 1 1,7 11-1,-4-3 247,4 5 0,3 11 0,0 9 0,-1 8 141,1 11 1,0 14 0,0 7 0,-3 5-94,-4 3 1,1 0 0,-6-1 0,0-2-419,-1-5 1,-1 3 0,-6-7-1,3-1-3,2 1 0,1-3 1,-8-8-2339,0 1 2549,0-10 0,-10 8 0,-2-8 0</inkml:trace>
  <inkml:trace contextRef="#ctx0" brushRef="#br0" timeOffset="367">567 409 8205,'14'10'843,"-2"5"-659,-2 4 1,-3 3 0,-5 0-1,3-1-201,3 1 1,-1 7 0,-7 0 0,0-2-329,0-3 0,7-2 0,0 0 345,-2-1 0,-2 1 0,-3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35.1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8746,'0'31'541,"0"-4"0,2 7 0,3 0-212,2-1 0,10 4 1,-2 6-1,1 1-192,-1-1 1,2-6 0,-7-3 0,-1-3-55,1-4 1,0-3-41,-3-2 1,-5-13-1,6-9 1,-6-12-291,-2-7 0,0-5 0,0-5 0,0-5-37,0 0 0,0-7 0,0 4 0,0-4 44,0-2 0,2 2 1,3 4-1,5 8 168,2 5 0,-5 2 1,8 3 346,2 4 0,0 15 0,0 15 0,-5 7-150,-3 7 0,6 5 0,-5 9 0,-1 1 43,1-1 0,0 1 0,-6-3 0,6-2-231,2-3 1,-7-9-1,5 2 1,-3-5-3045,0-2 3107,1-1 0,1-9 0,3-2 0</inkml:trace>
  <inkml:trace contextRef="#ctx0" brushRef="#br0" timeOffset="300">610 306 8199,'20'-3'506,"-6"-4"1,6-3 0,-6-7 120,5 3 0,3 9 0,0-2-192,0 4 0,0 3 0,-1 0-173,1 0 0,-3 3 1,-4 4-59,-8 7 1,-4 6 0,-3 2-143,0-1 1,-3 4 0,-2 1 0,-4 3-34,-3-2 1,4-3-1,-4-2 215,3 0 1,1-8-145,8 1 0,8-8 0,1 5 0,3-2-355,5-5 0,3-3 1,1-2-1,1 0-858,0 0 0,0-10 0,-1-2 1113,1 0 0,0-17 0,0 5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31.4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131 109 7930,'-20'22'-300,"4"0"0,3 0 758,4-1 0,-6 11 0,6 6 1,-1 11-4,0 9 0,-4 7 1,6 5-1,4 5-129,1 3 1,3 9-1,3 5 1,4-7-213,7-10 1,6-17 0,1-7-1,4-8-275,4-7 0,-3-4 0,11-13 0,-1-4-544,-2-8 1,5-5-1,-10-2 1,0 0 704,2 0 0,-7-9 0,8-3 0</inkml:trace>
  <inkml:trace contextRef="#ctx0" brushRef="#br0" timeOffset="1219">697 893 8169,'0'22'-259,"-2"-10"0,-3-2 137,-3-1 0,-1 1 773,2 5-552,4-6 1,-7-11 0,10-5-7,0-8 1,0-7-1,0-4 1,0-3-95,0 2 1,0-7 0,0-2 0,3-5 20,4-3 1,5 1-1,10 1 1,0 4 32,0 1 1,-1 11 0,1-3-1,0 7 79,0 8 0,-1 4 0,1 10 0,0 2 16,0 6 0,-8 11 0,1 12 0,-1 3-130,-2 5 1,8 9 0,-8 1 0,2-6-150,1-4 1,-10-5-1,4 5 1,-1-6-1416,-1-1 1546,0-3 0,3 2 0,2 3 0</inkml:trace>
  <inkml:trace contextRef="#ctx0" brushRef="#br0" timeOffset="1586">1241 915 7968,'-12'22'98,"3"-8"1,9 1 0,0 2 283,0 2 1,0 3 0,0 2 0,0 3-285,0 2 0,9 0 0,6-8 0,4-1-25,3-6 0,0-4 0,0-10 0,2-2 64,5-6 1,-5-4 0,5-10 0,-5-2-12,-2-5 0,-8 3 0,-1-8 1,-4 0-107,-4 0 1,-5 7 0,-7-2 0,-8 3-25,-4-3 0,-3 7 0,-2-2 1,-3 9-197,-2 6 0,0-6 1,8 8-676,-1 2 1,0 3-854,0 2 1728,10 9 0,2 3 0,10 10 0</inkml:trace>
  <inkml:trace contextRef="#ctx0" brushRef="#br0" timeOffset="1819">1699 806 8192,'14'-7'387,"1"0"1,-10-3-1,4 5 78,1-2 0,2-3 1,10 5-1,0-2-292,-1 2 0,1 3 0,0-1 0,0-2-415,-1-2 0,9 0 0,-1 7 0,-3 0-1995,-2 0 2237,-2-10 0,0-2 0,0-10 0</inkml:trace>
  <inkml:trace contextRef="#ctx0" brushRef="#br0" timeOffset="2018">1960 458 8099,'-10'21'107,"8"1"1,-5 2 0,4 3 291,3 2 1,0 2 0,0-1 0,3 3-280,4 1 1,-2 7 0,7-7-1,-2 3-678,-6-1 1,6-10-1,-3 6 1,1-3 557,1 0 0,-6 0 0,6-7 0</inkml:trace>
  <inkml:trace contextRef="#ctx0" brushRef="#br0" timeOffset="2236">2287 349 8018,'0'22'320,"0"-8"0,0 1 1,0 1 335,0 4 1,0 11 0,0 6-1,2 4-456,5 2 0,-4 1 0,6-1 0,-1 1-872,-1 0 0,3-8 0,-6 0 672,4 3 0,9 2 0,-5 2 0</inkml:trace>
  <inkml:trace contextRef="#ctx0" brushRef="#br0" timeOffset="2636">2657 0 8100,'7'22'-286,"3"0"0,2 0 697,5-1 0,-5 11 0,2 7 0,6 7 55,6 4 0,-1 13 0,4 0 0,-5 10-235,-2 4 1,-10-4-1,-5 7 1,-5 2-468,-2 3 0,0-8 0,-2-4 0,-5-6-501,-8-1 0,-4-11 737,-3-4 0,0-5 0,1-2 0</inkml:trace>
  <inkml:trace contextRef="#ctx0" brushRef="#br0" timeOffset="2885">3180 763 8013,'14'-8'35,"1"1"1,1-3 0,11 5 350,2-2 1,0 0 0,-5 5 0,5-3-652,8-3 0,-3-6 0,-1 4 0,-1 1 265,-5-1 0,6-7 0,1 5 0</inkml:trace>
  <inkml:trace contextRef="#ctx0" brushRef="#br0" timeOffset="3034">3441 371 8013,'-7'21'0,"-1"1"-150,3 0 0,-4 7 0,2 2 0,2 6 328,2 9 0,3-3 0,0 8 0,0-3-539,0 3 361,0-5 0,10 17 0,2-7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41.4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1 371 8008,'12'0'781,"0"0"0,-5-3-491,8-4 0,-3 4 0,2-4 1,3 5-131,3 2 1,9 0 0,2-3 0,3-2-521,5-2 0,-5 0 0,2 5 0,0-3-539,-2-3 0,-2-8 899,-11 1 0,1-4 0,0-3 0</inkml:trace>
  <inkml:trace contextRef="#ctx0" brushRef="#br0" timeOffset="181">306 0 8008,'-10'32'-32,"8"-6"1,-6 8-1,3 0 341,-2 0 1,5 0 0,-5 7-1,4 0 166,3 5 1,3-5 0,1-4 0,4 1-509,-4 3 0,1 3 0,0-3 1,2-5-902,-2-7 0,-2-4 1,-3-4 933,0 1 0,9 0 0,3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38.8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197 218 8179,'-22'22'0,"-2"2"94,-5 5 1,12 5-1,-5 12 1,2 8 220,1 11 0,0 3 0,4 11 1,8 1 45,5-2 0,6 4 1,9-7-1,11 2-275,7 6 1,5-16 0,8-6 0,2-10-471,5-10 0,-3-12 1,8-2-1,-1-11 384,1-8 0,-7-6 0,4-2 0</inkml:trace>
  <inkml:trace contextRef="#ctx0" brushRef="#br0" timeOffset="931">806 632 8146,'-9'12'151,"6"8"0,-4-6 430,5 6 0,2 4 0,0 2 0,0 6-121,0 2 0,0 2 0,2 8 1,3-3-223,2-5 1,0 3 0,-7-8 0,0 1 55,0-1 0,0-2-37,0-7 1,0-12 0,0-10-274,0-13 0,0-8 0,0-8 0,0-8-272,0-4 0,3-2 1,2-3-1,4-3-55,3-2 0,3-7 1,7 8-1,-1 1 121,1 3 1,0 12 0,0 5 0,0 8 235,-1 6 0,1 5 0,0 13 1,0 6 280,-1 13 0,-1 12 1,-3 14-1,-5 3-273,-3-2 0,1 4 1,-5-2-1,2-3-478,-2-2 0,-3-2 0,1-3 1,2-5-923,2-7 0,0-5 1378,-7-2 0,10 0 0,2 0 0</inkml:trace>
  <inkml:trace contextRef="#ctx0" brushRef="#br0" timeOffset="1132">1416 872 8146,'0'22'632,"0"-1"0,0 1 0,2 0 0,3 0-226,3-1 1,-1 4 0,-7 1-1,2 6-348,5 2 1,-4-1 0,4 4-1,-2-6-567,2 1 0,-4-8 0,4 5 509,-5-5 0,8-2 0,2 0 0</inkml:trace>
  <inkml:trace contextRef="#ctx0" brushRef="#br0" timeOffset="1483">1939 915 9899,'9'-12'2953,"6"5"-2685,4 5 1,3 2 0,0 0 0,0 0-476,-1 0 0,4 0 0,1 0 0,6 0-222,1 0 1,-6 0-1,2 0 1,-5 0-2600,-2 0 3028,0 0 0,9-10 0,3-2 0</inkml:trace>
  <inkml:trace contextRef="#ctx0" brushRef="#br0" timeOffset="1682">2244 589 8103,'-13'21'-17,"-3"1"1,8 0-1,1 2 82,-3 5 0,8-2 0,-5 9 0,4 0 680,3-2 0,0 7 0,0-4 0,0 4-591,0 2 0,7-6 1,1-1-1,-1 3-615,3 2 1,-8-7 0,8-8 0,-3-6-1510,0-6 1970,1-9 0,1 14 0,3-6 0</inkml:trace>
  <inkml:trace contextRef="#ctx0" brushRef="#br0" timeOffset="1899">2636 654 8103,'9'-12'145,"-4"2"429,10 10 1,-8 0 0,5 3-22,-2 4 0,4 5 1,-7 12-1,1 3-435,1 2 1,1 7 0,4-4-1,-4 1 84,0 6 1,-8-5 0,6 0 0,-6 0-203,-2 0 0,10-8 0,2 6 0</inkml:trace>
  <inkml:trace contextRef="#ctx0" brushRef="#br0" timeOffset="2283">3158 1 8151,'22'29'0,"0"2"78,-1 3 0,1 5 0,0 12 0,0 9 266,0 10 1,-1 8 0,-1 9 0,-3 0-72,-3 0 0,-7 0 1,6 0-1,-4 0-99,-4 0 0,-3-7 0,-4-2 1,-5-1-369,-8 1 0,-11-11 0,-3-1 1,2-16 193,3-11 0,2-7 0,0-11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45.6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1 214 8071,'12'9'753,"7"4"1,-7 8-214,0 1 0,5-7 0,-7-1 1,0 3-135,-1 2 1,6 3 0,-8 0 0,0 0-4,3 0 1,-8-1 411,6 1-686,-6 0 0,-2-20 0,0-11 0,0-13-371,0-7 0,0-10 0,0 3 1,0-5-126,0-3 1,3 1 0,1 1 0,4 4 149,-4 1 1,6 11-1,0-3 1,2 5 10,5 2 1,-5 10-1,3 7 541,1 10 0,-3 16 1,-1 13-1,-3 3-70,-4-1 0,0 0 1,0 8-1,2-1-870,-2 1 0,0-3 1,0-5 604,2-7 0,10 5 0,-5 0 0</inkml:trace>
  <inkml:trace contextRef="#ctx0" brushRef="#br0" timeOffset="500">589 453 8513,'-15'-7'1169,"1"0"0,9-3 30,-2 3 1,4 2-840,3-9 1,10 9 0,2-5 0,2 3-191,1-1 0,-8 1 0,8 7 0,2 0-61,2 0 0,-4 0 1,-1 0-337,3 0 0,-7 3 1,-1 4-368,1 7 1,-8 6 0,6 2-113,-6-1 1,-4 1-1,-6 0 131,-6 0 1,4-1 0,1-1-72,-1-6 0,7 6 373,-4-6 1,7 6 343,7 1 0,-2 1 0,7 0 316,-2 0 0,5-8 0,-8 1 0,-2 2 393,-3 2 0,-2 3 0,0 0-272,0-1 1,-10-6-1,-4-3 1,-5-2-326,-3-6 1,0-1 0,0-3 0,-2 0-996,-5 0 0,12-10 1,-5-2 811,3 0 0,0-17 0,-3 5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46.5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282 327 8425,'-15'-8'213,"1"1"1,-1 2 0,-7 13 83,1 6 1,-1 15 0,0 10 0,0 9 148,1 10 1,-6 17 0,3 12-1,14-38 1,0 2-297,0 2 1,1 0 0,3 2 0,2-1 0,0-1 0,1 0 0,2-1 0,2-2 138,6 44 1,15-14-1,14-10 1,6-9-622,1-10 0,10-22 0,3-10 0,2-7 332,0-7 0,0-12 0,8-5 0</inkml:trace>
  <inkml:trace contextRef="#ctx0" brushRef="#br0" timeOffset="998">892 740 8011,'0'-14'1804,"0"-1"-1369,0 11 1,0 4 0,0 14 0,0 5 85,0 3 0,0 7 0,0 3 0,0 2-148,0 4 0,0-4 1,0 0-1,0 0-141,0 0 1,0-8-1,0 3 1,0-4 124,0-4 1,-3-1-129,-4-6 1,-3-6 0,-4-16-538,6-6 0,6-8 0,2-7 0,0-7-219,0-5 0,0-3 0,2 0 1,6 1 48,6-1 0,6 3 0,1 2 0,1 6 167,0 1 0,0 6 0,-1 11 0,1 8 484,0 4 1,-3 8-1,-2 7 1,-2 12 51,2 8 1,0 4-1,0 8 1,-5-1-255,-3 1 1,6-8-1,-5 0 1,-1 1-507,1-3 1,-3-3 0,-7-9 0,3-3 534,4-4 0,5 4 0,10-7 0</inkml:trace>
  <inkml:trace contextRef="#ctx0" brushRef="#br0" timeOffset="1698">1371 1024 7929,'0'-15'331,"0"1"1,0 6 616,0-6 1,0 6-545,0-6 1,2 9 0,5-2 56,8 4 0,-3 3 0,2 0-184,3 0 1,3 0 0,-1 3 0,-2 2-23,-2 2 1,-1 10-163,8-3 0,-8 3 1,-2 0-1,-2-2 38,-5 2 0,-5 2 0,-5 3 29,-2 0 0,-10-1 0,2 1 106,-4 0 1,-3 0-1,1-3-388,-1-4 1,7 2-1,3-8-455,2 3 0,6-7 1,11 2-452,7-4 0,8-3 0,5 0 0,2 0-1391,-3 0 2419,8 0 0,0-10 0,10-2 0</inkml:trace>
  <inkml:trace contextRef="#ctx0" brushRef="#br0" timeOffset="1898">1850 1024 8047,'0'-15'1417,"0"1"-1012,0-1 0,9-4 1,6 4-282,4 8 0,5 4 0,3 3 0,2 0-513,-2 0 1,4 0 0,-2 0 388,-2 0 0,7 0 0,0 0 0</inkml:trace>
  <inkml:trace contextRef="#ctx0" brushRef="#br0" timeOffset="2099">2002 632 8047,'-7'21'0,"0"1"449,2 0 0,0 2 0,0 5 0,-2 5 216,2 0 0,3 7 0,2-5 0,0 5-512,0 3 0,7 7 0,0 0 0,-2-5-788,-3-8 0,1-6 1,2-10-1,4-3-1423,3-5 2058,-7-4 0,15 0 0,-8 2 0</inkml:trace>
  <inkml:trace contextRef="#ctx0" brushRef="#br0" timeOffset="2315">2285 566 7852,'22'10'-454,"-7"-8"1312,-1 6 0,-7 4 0,5 2 0,1 8-191,-1 7 1,-8 5-1,6 9 1,-3 1-577,1 0 0,6-1 0,-7 1 0,1-1-488,1 1 1,-6-8 0,4-2 0,-2-3 396,2-4 0,-4 7 0,6 0 0</inkml:trace>
  <inkml:trace contextRef="#ctx0" brushRef="#br0" timeOffset="2601">2786 0 8116,'19'2'122,"-4"6"1,4-3 0,-2 12 0,7 7 488,6 10 1,1 9-1,-4 8 1,2 9 232,-3 11 1,1 6-1,-1 10 1,3 3-247,-2 4 1,-3-4 0,-4 4 0,-6-5-863,-7-1 1,-4-4 0,-6-4 0,-4-7-416,-7-6 1,-13-11 0,-2-8 678,2-9 0,-6-7 0,-1-11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50.7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44 7655,'0'-12'2111,"0"0"0,2 7-1930,6-2 0,-3 0 0,9 7 1,3 0-210,2 0 1,3 0-1,2 0 1,3 0-423,2 0 0,7 0 0,-7 0 450,-2 0 0,7 0 0,0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50.9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371 109 8543,'-15'0'1624,"1"0"1,-1 0-1169,-7 0 1,1-2 0,-1-3 0,0-2-123,0 2 1,1 0 0,-4 0 0,-1-2-725,-3 2 1,0-5 0,7 1 389,0-3 0,0-3 0,1-7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54.0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22 709 6416,'-3'12'802,"-4"-5"1,5-2-116,-6 3-577,6-6 0,2 5 24,0-14 0,0-5 1,2-10 43,6 0 0,4 1 0,10-1-21,-1 0 0,-1 8 1,-3 1-1,-3 4 58,3 4 1,2-5 0,3 3 58,0 2 1,0 3-1,0 4-79,-1 5 0,-6 5 0,-3 10 0,-2 0-153,-6 0 0,-1 9 0,-3 6 0,-3 4-225,-4 2 1,-5 3 0,-10 0-1,1 0-147,-1-5 1,0-4-1,3-1 1,2-10-183,2-9 1,8-7 0,-5-12 368,2-6 1,3-4 0,7-9 0,2-1 235,6 0 0,-4 3 0,9 2 1,-1 5 427,0 2 0,-5 3 0,7 7-235,3 0 1,3 2-1,2 5 1,-1 8-122,1 4 0,0-4 0,0-1 0,-1 3-24,1 3 1,0-6-1,0-2-702,0-2 1,-1-3 0,1-9-786,0-6 0,-3 4 1346,-4-11 0,14 1 0,-5-8 0</inkml:trace>
  <inkml:trace contextRef="#ctx0" brushRef="#br0" timeOffset="367">1089 99 8071,'-10'-21'-122,"5"-1"1,-9 2 342,-3 6 1,5-3-1,-3 12 53,-2 8 1,5 9 0,-2 19 0,-1 13 125,3 11 0,-7 11 0,7 4 0,-3 5 102,1 2 0,9 10 1,-3 8-1,6-1-53,2 3 1,5-8 0,7 3 0,10-9-194,2-11 0,10-11 1,2-8-1,5-7-425,3-12 1,-8-15 0,0-7 0,1-2-671,-3-5 0,4-3 839,-9-2 0,0-9 0,-7-4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56.4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2265 8115,'-10'-12'0,"5"-7"-48,-9 4 0,6 3 0,-4-2 122,3-3 1,1 5 0,8-3-1,0-2 1,0-2 1,0-3 0,0 0 0,0-2-56,0-5 1,3-5-1,4-9 1,10-3-5,10-5 1,9-12 0,17-12 0,-21 36 0,1 0-50,5-2 1,2 0 0,4-2 0,1-1 0,5-3 0,2 0 0,5-3 0,2 0-69,3 1 1,2-1 0,1-3-1,1 0 1,0 2 0,1 0 0,2-1-1,2 0 165,5 1 1,0 1 0,-3 1 0,0 3 0,1 5 0,2 2 0,-5 3 0,0 0 42,-2 2 0,-2 0 1,-3 1-1,0 1 0,-2 1 1,0 1-1,-3 3 0,0 1-23,-6 3 1,-2 2 0,41-15 0,-10 0-1,-4 7-211,-3 5 1,-15 4-1,-14 6 1,-9 4 71,-6 0 1,-2 8 0,-7-5 0,-3 2-619,-4-2 0,-3 4 673,-5-4 0,5 4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56.8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44 8334,'-3'12'0,"-2"-2"620,-2 0 0,2-8 0,12 5-225,8-4 0,12 4 0,4 0 0,3-2-383,5-2 0,2-6 0,2-2 0,1-4-156,-1-3 0,3 4 1,3-4-1,2 0 31,-3 0 1,-12 5 0,-7-5 0,-4 2-98,-4 5 266,1 3 0,-19 11 0,-13 6 0,-12 4 213,-7 3 0,-7 2 0,7 3 1,2 2-83,3-3 0,2 6 0,3-3 0,4-2-646,8-3 1,5-2 0,4-1 458,5 1 0,15-10 0,12-2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57.2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8551,'0'25'715,"0"4"0,0-3 1,0 8-1,2 0-409,5 0 0,-4 2 0,7 8 0,-3-3-227,0-5 0,0 5 0,-4-7 1,2 3-290,2-1 0,0-10-129,-7 3 1,-10-16 221,-4-13 1,4-13 0,3-13 0,5-6 57,2-1 0,0-1 0,0-5 0,2 5-68,5 3 1,-2-6 0,10 8-1,1 3-24,4 1 0,-6 13 0,1 3 0,2 1-180,2 1 1,3 10 0,0 14-123,0 9 0,-3-2 1,-2 8 452,-3-1 0,1 3 0,7 10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57.5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131 162 8092,'-12'-31'130,"-5"7"0,7-5 0,1 5 428,-1 2 0,0 10 0,5 2-195,-2 0 1,-7 10 0,6 3-1,4 14-150,1 9 1,-4 13 0,0-3 0,2 3-252,2-3 1,3 5 0,3-7 0,2 0-43,2-5 1,10-5 0,-3-2 0,3 0-247,-2 0 0,4-10 0,-4-5 142,4-4 1,3-3 0,-3-3 0,-2-4 176,-2-8 1,-3-11-1,5-3 1,-5 0 62,-3-3 0,1 1 0,-5-6 0,2 8 617,-2 5 1,-3 2 127,-2 1 0,0 11-465,0 10 1,0 10 0,0 11 0,0 4-23,0 4 1,0-5 0,0 5-1,3-5-1904,4-2 0,-2-3 0,10-2 1590,1-2 0,4-1 0,2 8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58.4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44 219 8024,'0'21'-22,"-2"-6"1,-3-1 751,-2 3 1,-1-5 0,6 3 43,-5 2 0,4-5 71,-4 2-804,5-9 1,2 3-101,0-16 0,0-4 0,2-10 0,3 1-55,2-1 0,8-7 1,-6-3-1,1 1 34,0 0 1,4 1 0,-4 9 0,0-1 100,-1 0 1,6 0-1,-5 3 52,2 4 0,2 6 1,5 11 1,-4 5 1,-5 8 0,-8 12 0,3 2-14,2-3 0,0 6 0,-7-3 1,0 0-65,0 2 0,0-7 1,0 5 358,0-4-51,0-4 0,-2-11-219,-5-10 0,4-10 0,-4-11 0,5-1-160,2 0 0,0 0 0,2 1 0,3-4-54,2-4 0,3 12 0,-5-4 0,4 4-328,3 5 0,-4-5 335,6 9 0,1 4 0,4 11 108,-4 7 0,2-2 1,-10 3-1,-2 2-38,-3 2 0,5 3 1,1 0-55,-4 0 0,-1-1 0,-3 1-190,0 0 0,0-8 416,0 1 1,-3-10 175,-4 2-104,5-5-194,-8-2-990,10 0 1,10 0 989,4 0 0,6 0 0,1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58.8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22 214 8095,'-12'0'972,"2"0"0,18-10 0,1-2 0,1-3-831,0 1 0,7-3 0,-3-10 0,6-2-266,1 3 0,1 9 0,0 2 111,0-2 1,-1 7 0,1 6-55,0 8 1,-3 9 0,-2 8 0,-5 1-300,-2 0 0,5 7 1,-6 0-1,1-2-1710,0-3 2077,7-2 0,-15-1 0,8 1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6:59.7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1 8148,'0'14'-24,"0"1"241,0 1 1,0-3-1,0 4 1,0 4 197,0 6 0,2 12 1,3-3-1,2 5-177,-2 3 1,-3-1 0,-2 1-1,0-1-65,0 1 0,0-10 0,0-3-243,0 1 0,0-8-151,0 5 0,0-17 0,3-10 69,4-6 1,-2-13-1,9 4 48,3 1 1,-5 3 0,3 9 67,2 0 1,2 2-1,3 8-116,0 12 1,-8-1 0,1 11 0,-1-3-34,-2 0 0,5 7 0,-9-4 0,-4-1 113,-1 1 1,-3-3-1,-3-8 1,-6 1 132,-13 0 0,-2-3 1,-13-4-1,-1-8 201,-3-5 0,4-2 0,1 0 0,0-2 53,2-5 1,-5 2 0,10-10 0,3-4-514,1-8 1,13 3-1,5-5 1,5 5-306,2 2 0,2 3 0,5 2 0,8 5 152,4 2 0,3 3 1,0 7-1,-1 0 325,1 0 1,0 0 0,2 2 0,3 3 104,2 2 1,2 10-1,-4-5 1,4 3 89,3 0 0,-5-11 0,8 6 0,1-3 106,3 1 0,1-1 0,-4-7 1,-1 0 26,1 0 0,1-10 0,-3-4 1,-7-6-58,-5-2 1,-9 1-1,-3-4 1,-2-1 61,-5-3 1,-3 0 0,-2 7-1,-5-2 53,-9-5 1,-1 7 0,-14-2-1,3 9-34,-4 6 1,6-1 0,-7 5-106,-1-2 0,8 9 0,-2 13 1,6 4-293,6 3 1,9 0 0,-2 2-1,4 3-323,3 2 0,3 2 1,6-4-1,11 2-303,6-3 1,11-9-1,-6-2 1,3 2 313,5 2 1,2-4 0,2-3-1,1-3 258,-1-4 0,-6 5 1,-3 0-1,-3-1 318,-4 1 0,-13 0 0,-4-6 994,-1 4 0,-9-1-439,0-7 1,-9 0-1,-11-3 1,4-4-317,1-7 0,10-13 1,-2-4-1,4-3-295,3-5 1,0 0 0,0 1 0,3 1-301,4-1 1,5-1 0,10 3 0,0 7-891,0 4 0,-1 6 1,1 4-62,0 8 1,0 7 0,-3 7 0,-4 10 1113,-8 10 0,5 7 0,0 9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0.0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197 218 8148,'0'-36'24,"2"2"1,3 0 350,2 0 1,1 7-1,-11 1 130,-4 9 0,2 7 0,-9 10 0,-3 0-404,-3 0 0,6 12 0,2 8 0,0 9-11,0 5 0,4 2 1,-4 7-1,2 1-98,6-1 0,1 3 0,3 0 0,3 0 47,4-4 1,-2-13 0,9 2 0,3-2 165,3 0 1,-8-7 0,-3-10 0,-1 0 566,-1 0 0,-2-7-983,-13 2 1,-4-7 0,-9-7-1,-1-5-1289,0 0 1,0 0 1499,0 4 0,1-4 0,-1-9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0.4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88 8071,'-2'12'288,"-3"-2"87,-2-1 1,-1-4 0,8 10-374,0 2 1,0 2 354,0 3 0,3-3-30,4-4 0,-2-6-164,9-9 0,-2-2 1,3-5-59,-8-8 0,3-4 0,-3-3-267,-2 0 1,-3 0 0,-2 1 0,3 1-460,4 6 0,-2-6 621,9 6 0,1-6 0,7-1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1.1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87 704 7221,'0'-21'1503,"3"-1"-1044,4 0 0,5 0 0,7-2 0,-2-2-111,-2-3 0,7-10 0,7 3 0,-3-6-224,-2-1 0,-2-1 0,0 1 0,0-1-247,0 1 1,-1-1 0,-1 1-1,-6 1-489,-7 6 1,-2 12 298,3 9 1,-13 30 0,2 7 0,-6 19 237,-8 17 0,-3 5 1,-1 24-1,1 10 126,13-46 1,0 2 0,-3 5 0,0 2 0,4 2 0,0 0 0,-1 4 0,0 1-190,-1 5 1,1 1-1,4-5 1,1-1-1,-1 5 1,-1-1-1,2-7 1,2-2-67,-1-6 1,2-3 0,11 27 0,10-27 0,11-19 482,9-20 0,-1-11 0,-3-10 0,-6-8-59,-8-4 1,0-13-1,-16-4 1,-4-5-20,-1-3 0,-6-2 1,-6-2-1,-11-3-31,-6 3 1,-11 2-1,6 2 1,-3 1-508,-5-1 1,-2 8 0,-2 2-1,2 2 512,4 6 0,-4 9 0,7 5 203,0 2 0,5 5 0,15 12 1,7 8-397,4 4 0,6 10 0,4 0 0,7-2-595,6-3 0,1-2 0,1-3 0,0-2 613,0-2 0,0-10 0,-1 4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1.4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66 8111,'-22'-22'541,"8"8"-203,-1-1 1,1 10-1,-5 0 1,2 13-136,2 13 1,1 4 0,-8 11 0,2 3-6,6 2 0,-3 10 0,10 2 1,2 0-224,2 0 0,3-4 1,3-11-1,4-4-72,8-2 0,11-6 1,6-11-1,-1-8 54,1-4 1,6-13-1,-4-7 1,3-7-69,-1-5 1,-10-10 0,3 3 0,-4-5-58,-4-3 0,-8 0 1,-6 3-1,-5 3-166,-2 1 1,0 3 0,-2-2 0,-5 7 333,-8 5 0,-14-8 0,-5-1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2.2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66 237 8108,'0'-36'-155,"0"2"0,0 0 13,0 1 1,0 6 0,0-2 715,0 5 1,2 12-45,6 4 0,-6 8 0,5 10 1,-2 12-68,2 12 0,-4 0 0,4 2 1,-5 3-195,-2 2 0,0 2 1,0 1-1,0-3-111,0-5 0,0 3 0,-2-8 0,-3 1-152,-2-1 1,-3-4 0,5-10 0,-4-5-159,-3-2 1,4-3 0,-6-10 22,-3-4 0,7-7 0,3-13 0,5-7 44,2-7 1,0 2 0,0-14 0,2 2-99,5 1 0,5 1 1,10 13-1,0 7 114,0 5 0,-1 4 1,1 6-1,0 9 296,0 10 1,0 9-1,-1 15 1,1 10-204,0 9 0,-3 1 0,-2 6 0,-5-1-345,-2-6 1,7-2 0,-3-2-1,6-3-2548,2-5 2869,-1-5 0,1-9 0,0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2.6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0 414 7256,'10'-22'847,"-5"8"0,9-1-635,3-2 0,10-2 0,2-5 0,-2-3-289,-3-2 1,-2-2-1,-1 4 1,1-2-135,0 2 0,-10 3 0,-5 2 131,-4 1 0,-6-1 136,-4 0 1,-5 10 0,-10 5 0,0 4 345,1 3-1,-1 10 1,3 4 0,2 8-29,2 7 1,3-2-1,-5 7 1,5-3-5,2-4 1,3 4-1,7-2 1,2 0-495,6 3 0,-3-8 1,11 5-1,6-7-416,5-8 0,12 3 1,-6-9 540,1-4 0,7-1 0,-7-3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3.1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63 7727,'0'-14'1081,"0"-1"1,0 8-141,0-8 1,-2 11-699,-6-4 0,6 16 0,-5 6-159,4 5 1,6 3-1,1 0-144,4 0 0,6-8 1,-4-2-104,2-2 1,0 0 0,5-5-350,-2 2 1,-8 0 247,7-7 0,-9-10 136,2-4 1,-4-5 206,-3-3 1,0 0 305,0 0 1,2 10-127,6 5 1,-4 4 0,11 6 1,2 4 0,-7-2 1,-1 10-292,1 1 1,0 4 0,6-1-1,-3-2-301,-4-2 0,1-8-740,-3 7 1,-2-6 1070,10 6 0,-1-9 0,8 5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3.5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66 370 8125,'-12'10'118,"5"5"1,4-3-1,1 2 358,-5 3 0,4-5 0,-4 3 564,5 2 0,2-5 266,0 2-1070,-10-9 1,8 2 0,-6-14 0,6-7 10,2-6 1,0-2-1,0 1 1,0-3-70,0-6 1,0 4-1,2-10 1,6-3-353,6-2 1,3 4 0,0 1-1,-3 0-740,3 2 1,3 3 0,2 9 0,-1 2-139,1 6 1,0 4 0,0 10 0,-1 0 1051,1 0 0,0 10 0,0 2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4.0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63 8982,'-15'7'238,"1"1"1,7 1 0,-8-1 0,1 6-32,2 5 1,-8 6 0,6 1 0,-3 6-169,2 2 0,-2-8 1,10 6-1,2-3 112,3 0 0,11-3 1,6-11-113,4-8 0,3-5 1,0-4-1,0-5-112,-1-8 1,1-4-1,-2-3 1,-6 0-60,-7 1 0,3-8 1,-3 0-1,-2-1-160,-3-1 0,-2 7 1,0-5-1,0 5-501,0 2 0,-2 0 0,-3 0-440,-2 1 1233,0 8 0,7 6 0,0 14 0,0 8 90,0 4 1,0 3 0,0 0 0,0 2 297,0 5 1,0 3-1,0 4 1,0-7 284,0-5 0,0 5 1,0 0-1,0-2-39,0-3 0,0-10 1,0 1 48,0 2 0,0-5-378,0 3 1,0-13-284,0-2 1,-8-2 0,1-13 0,2-2-424,3-2 0,12-10 0,4-3 0,5 1 50,3-1 0,0 3 1,0 7-1,0 1 96,-1-1 1,1 10 0,0 5-1,0 4 335,-1 3 1,1 10 0,0 4 0,0 8-89,0 7 1,-8 5 0,-2 10-1,-2 2-386,-5 4 0,4-11 394,-1 5 0,9-6 0,-5 6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4.5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240 132 8194,'-15'-22'375,"1"0"0,6 0 0,-6 1 589,-3-1 0,5 10 0,-3 4-747,-2 6 0,0 4 0,0 6-667,3 6 0,9 8 1,-2 5-1,4 2 130,3-3 0,0 6 0,0-1 1,0 1-4,0-1 0,10 5 0,5-7 0,4 0 576,3 3 1,-1-8 0,1 5 0,-2-5 631,-6-2 1,5 0 0,-6 0 0,-1-1 1332,-5 1 0,-7-10-1747,-7-5 0,-5-4 0,-10-3 0,0 0-797,0 0 1,0-10 0,1-2 0,-1-2-1719,0-1 0,0 10 2044,1-2 0,-1-5 0,0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4.7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10968,'8'15'0,"-1"0"172,-2 1 1,-1 4-1,1 2 1,3-1-499,-4 1 1,6 0 325,-3 0 0,10-1 0,-5 1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4.9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6137,'0'0'0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5.1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44 8198,'0'22'301,"0"-1"0,0 1 1454,0 0-303,0-10-1351,0-2 0,10-27-174,4-5 0,-2-5 0,3 8 1,-1 2 24,-2 3 1,8 1 0,-6-1 0,6 7-12,1 4 0,1 3 1,0 0-1,0 3-59,-1 4 1,1 12-1,2 13 1,3 2-845,2 4 962,0 3 0,-7 3 0,0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5.8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54 8021,'0'-22'15,"0"7"151,0 1 0,0 11 0,0 3 824,0 12 0,0 20 0,3 9 1,1 10-477,4 4 1,-1 4 0,-5 3 0,3-1-620,2-3 0,1 2 0,-6 11 0,3 1-895,2-2 1,0 1 999,-7 1 0,0-4 0,0 7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6.1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436 85 7937,'-29'-22'353,"0"1"1,-1 6 0,9 3 0,-4 2 329,-4 5 0,3 5 1,-10 8-1,-3 6-164,-2 6 1,7 1 0,5 4 0,7 1-734,8 3 1,-3 0 0,9-5-1,3 3-416,3 2 1,4-2-1,6-10 1,6-5 135,6-3 1,4-1 0,2-8 0,3 0 698,-2 0 1,0 0-1,-1-3 1,3-2 228,-2-2 0,-3-2 0,-2 4 0,0-3-63,-1 4 1,1-6 0,0 3-599,0 2 1,0 2 0,-1 3-674,1 0 0,-7 0 900,-1 0 0,-9 10 0,5 2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6.5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 66 8069,'-9'-22'2497,"4"3"-614,-10 5-1679,10 4 1,-2 20-385,14 4 0,6 3 0,6 0 0,-2-5-22,-3-2 1,1 4 0,4-4 0,-2 2 103,-2 5 1,-1 12 0,6 7 0,-3 5 219,-3 3 0,-7 12 1,5 7-1,0 9 268,1 6 0,-9 9 1,4 10-1,-6-1 382,-2 1 1,-10-5 0,-4-12 0,-5-10-73,-3-9 0,0-11 0,0-16-760,0-12 1,3-12 0,2-18 0,5-11-547,2-15 0,3-5 1,7-19-1,0 0-193,0 3 1,0-8-1,3 5 1,1-3-310,4 3 0,9 2 0,-5 8 1,2-3 440,1 3 1,-1 9-1,6 5 667,-6 3 0,15-8 0,-5 5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6.8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0 494 8069,'12'0'-392,"0"0"1396,-4 0 0,-3 8-436,9-1 0,-7 0 1,8-7-360,2 0 1,-5 0-1,2-2 1,3-6-21,3-6 0,1-6 0,1-1 0,0-1-87,0 0 0,0-7 0,-3-2 1,-2-1-78,-3 1 1,-9-8-1,5 5 1,-3 0-111,0 5 1,-2-2 0,-10 2 0,-4 2-37,-3 3 0,4 9 0,-6 3 527,-3 3 0,7 11 1,1 13-1,1 6-12,1 8 0,-8 5 0,8 10 1,2 2 54,3 5 0,2-5 0,0 7 0,2-2-820,6-1 1,4 4 0,10-6 0,-1 0-624,1-6 0,7-1 1,3-15-1,-1-4-1150,0-5 2144,8-12 0,-15 5 0,8-10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7.2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1 458 8073,'2'12'477,"3"-2"0,2 0 359,-2 4 0,0 5 1,0 3-202,2 0 0,3 0 0,-5 0 1096,2-1-1307,0-9 1,-9-2 0,-3-15-535,-2-9 1,-8-1 0,8-16 0,2-1-78,3-4 1,2-7 0,0-6-1,0-2-414,0 3 1,2-5 0,5 2 0,8 2-540,4 3 1,3 13 0,0 4 1139,0 4 0,9 4 0,3-1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07.9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0 675 8746,'22'0'1155,"0"0"1,-8 0 0,1 0-690,2 0 0,-5 0 0,3 0-67,2 0 0,2-10 1,3-4-546,-1-5 1,1-3 0,0 0 0,0 0-32,0 0 1,-8-7 0,1-2-1,1 0 16,4-1 1,-1-7-1,-4 6 1,-6-4 99,1 1 0,-7 2 1,4-5-1,-5 3 60,-2-3 0,0 8 0,-2 2 0,-3 5-28,-2 2 1,-10 10 0,2 5 127,-4 4 0,-3 22 0,0 10 0,1 10 324,-1 5 0,0 9 0,0 7 0,0 8 249,1 5 1,9 9 0,4-2 0,6 5-5,2 2 0,10-3 0,6-1 0,11-6-806,9-2 1,-2-12 0,3-15 0,1-9-1577,3-10 0,1-7 1714,-6-8 0,5-4 0,-7-10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20.39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107 2331 8110,'-14'0'-329,"-1"0"0,8 0 985,-8 0 1,1 0-358,-8 0 0,10-10-169,5-5 0,7-4 0,7-3 0,7 1 33,6-1 0,11-10 0,6-4 0,6-5 13,8-3 0,5-9 0,11-5 0,6-5-112,-34 30 0,2 1 0,1 0 0,0 1 0,2 0 0,-1 1 1,0 2-1,-1 1-15,38-26 0,-3 2 0,-9 10 1,-2 4-88,-11 8 1,-9 12 0,-10 5 0,-4 3-654,-1 4 1,-6-5-612,4 3 1,-8-3 1301,-6 3 0,4-5 0,-7-10 0</inkml:trace>
  <inkml:trace contextRef="#ctx0" brushRef="#br0" timeOffset="367">1022 1285 8110,'0'15'389,"0"-1"-69,0-9 0,2 5 0,5-10 0,8 0-149,4 0 0,10-2 1,3-6-1,2-6-151,4-6 0,-4-1 0,0 1 0,-2 3-190,-6 3 0,6 2 0,-3-3 0,-5 5-157,-7 1 0,2 6 174,-4-4 0,-6 7 327,-1 7 0,-13 5 1,-3 10-1,1 0-42,-2 0 0,6 0 0,-7-1-219,1 1 1,6 0 0,-4 0-338,5-1 1,2 1 0,0 0-1181,0 0 1604,0-10 0,0 7 0,0-7 0</inkml:trace>
  <inkml:trace contextRef="#ctx0" brushRef="#br0" timeOffset="599">1827 828 8043,'-12'2'1769,"5"6"-1368,5 6 1,2 6 0,0 1-1,2-1-691,5-6 0,3 6 0,7-6 316,-3 6 0,1-6-26,7 1 0,0-1 0,-1 8 0</inkml:trace>
  <inkml:trace contextRef="#ctx0" brushRef="#br0" timeOffset="731">1719 589 8110,'0'12'-370,"0"-3"1,0-9 0</inkml:trace>
  <inkml:trace contextRef="#ctx0" brushRef="#br0" timeOffset="1066">2089 937 8180,'0'22'167,"0"-8"1,0 1 218,0 2 0,0 2 438,0 3-736,0 0 0,-8-13 0,1-9-58,2-12 0,3-7 0,2-5 1,0-3-204,0-2 1,2-7-1,3 4 1,5 1-94,2-1 1,0 3 0,5 8 190,-2-1 1,-1 10-45,8 4 0,-3 8 0,-4 8 1,-6 6-58,1 6 1,-5 1-1,7 1 1,-2 0 175,-5 0 0,7-1 0,0 1 0</inkml:trace>
  <inkml:trace contextRef="#ctx0" brushRef="#br0" timeOffset="1265">2328 719 8148,'0'22'-354,"0"0"1,3 0 440,4-1 1,-2 3 0,9 3 0,1 5 507,-3 1 0,7 4 0,-4 6 0,2 1-554,-3-1 1,6 8-1,-8 0 1,0 0-581,-5 2 1,3-7 0,-3 2 538,-2-9 0,-3 2 0,-2-7 0</inkml:trace>
  <inkml:trace contextRef="#ctx0" brushRef="#br0" timeOffset="1499">2372 741 8087,'22'-7'-119,"-1"-1"286,1 4 1,-7-6 0,-1 3 388,3 2 1,2 2 0,3 3-372,0 0 1,-7 0-1,-3 3-165,-3 4 0,-1 5 0,-8 10-382,0 0 0,0-8 0,-3 1 362,-4 2 0,4 2 0,-6 3 0</inkml:trace>
  <inkml:trace contextRef="#ctx0" brushRef="#br0" timeOffset="1816">2590 697 8087,'0'22'-39,"0"0"1,0 0-1,-3-3 276,-4-4 0,4 11 0,-4-4 0,5 2 49,2 0 0,2-9 0,5-3 1,6 0-293,-1 0 0,7-7 1,-4 2-1,4-4-88,3-3 0,-1-3 0,1-4 0,0-7-126,0-6 0,-3-4 0,-2-3 1,-5-2-2,-2 3 0,-3-1 0,-7 0 0,0-2 133,0 3 1,0 2-1,0 2 1,3-2 19,4-5 1,-5 12 0,5-5 419,-4 3-40,-3-1 1,0 11-1,0 9 40,0 12 0,2 9 1,3 6-1,5 2-366,2-2 1,-5 4 0,5-2 0,0-2-280,0-3 0,1-2 0,4-3 293,-3-4 0,1 4 0,6-7 0</inkml:trace>
  <inkml:trace contextRef="#ctx0" brushRef="#br0" timeOffset="2015">3069 1 8087,'0'50'0,"0"1"-2,0-2 1,0-3 0,0 0 0,0 4 395,0 8 1,7-4 0,0-1 0,-2-2-509,-3-1 1,6 4-1,-1-8 1,-2-3-767,-3-9 0,5-7 880,1-5 0,-1-10 0,-7-3 0</inkml:trace>
  <inkml:trace contextRef="#ctx0" brushRef="#br0" timeOffset="2198">2829 414 8017,'12'3'-70,"-2"2"255,0 2 1,-6 0 0,11-7 0,2 0 305,2 0 0,3 0 0,2 0 0,5-2-475,8-6 0,-1 4 0,5-11 0,5-2-16,0-2 0,10-13 0,-1-2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24.44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240 44 8180,'-22'-12'17,"8"-5"1,-1 10-80,-2 2 0,-2 3 0,-3 2 0,1 0 506,-1 0 0,2 9 0,3 3 0,3 3-310,-3-1 1,7 1-1,3 7 1,5-1-235,2 1 1,0 0 0,2 0 0,5 0 100,8-1 0,4 1 0,3 0 0,0 0 150,0-1 0,-1 1 1,1 0-1,0 0 166,0 0 1,-3 7-1,-2 0 1,-5-3 53,-2-2 1,-3-9 0,-7-1 0,-2 1-101,-6-3 1,3-2-1,-9-10 1,-5 0-679,-8 0 0,3-3 1,-5-4-1,5-5 407,2 0 0,0-17 0,0 5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29.8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22 194 8012,'0'-21'-252,"0"6"1,0 1 5,0-3 0,7 5 1323,0-3-926,1 10 1,-8-2-98,0 14 0,0-2-413,0 10-163,0-11 1,-3 13-504,-4-9 1025,5-1 0,-8 3 0,10 2 0</inkml:trace>
  <inkml:trace contextRef="#ctx0" brushRef="#br0" timeOffset="317">22 20 6264,'12'-2'4009,"-5"-6"-3642,-4 6 1,-3-5-1,0 14-178,0 8 1,0 4 0,0 3 0,0-1-50,0 1 1,-8 0-1,1 0 1,2 0-125,3-1 0,-5 4 0,-1 1 0,4 3-198,1-2 1,3-3 0,0-2 89,0 0 0,0-1 0,0 1 144,0 0 0,3-10 0,4-5 86,7-4 1,-2-3-1,3 0 1,2 0-363,2 0 1,3 0-1,0 0 1,0 0-352,-1 0 0,4-8 1,-1-1-1,0-1-1911,-5 0 2486,-2 3 0,5-3 0,0-2 0</inkml:trace>
  <inkml:trace contextRef="#ctx0" brushRef="#br0" timeOffset="515">283 20 8012,'0'15'507,"-2"-1"0,-3 3 75,-2 2 0,-1 6 0,8 4 1,0 7-86,0 5 1,0 12 0,0 5 0,0 5-415,0 3 1,8-8-1,1 0 1,1 2-329,0 3 0,-1-10 0,-4-7 0,5-9-1218,2-6 1463,-7-2 0,14-17 0,-7-2 0</inkml:trace>
  <inkml:trace contextRef="#ctx0" brushRef="#br0" timeOffset="766">588 477 12503,'22'0'29,"0"0"1,2 0-1,2 0-601,3 0 0,8-2 1,-6-3-1,1-4 572,-1-4 0,8-1 0,-5-8 0</inkml:trace>
  <inkml:trace contextRef="#ctx0" brushRef="#br0" timeOffset="982">784 151 8029,'-12'2'929,"2"3"-607,1 2 0,6 10 0,-4-2 0,5 7 129,2 7 1,0-3-1,0 11 1,0-1-234,0-2 1,7 7-1,2-5 1,1 5-275,0 3 0,-1-3 0,-4-5 1,5-4-926,2-1 0,-5-7 1,5 5 980,-2-4 0,7-13 0,-5-3 0</inkml:trace>
  <inkml:trace contextRef="#ctx0" brushRef="#br0" timeOffset="1199">1132 64 8029,'0'21'0,"0"1"352,0 0 0,0 0 1,0 2-1,0 7 503,0 13 1,0 0 0,3 9-1,2 0-490,2 5 1,3-2 0,-5-1 0,4-1-405,3-6 0,-7-2 0,5-5 0,-3-5-1566,0-7 1605,1-4 0,-8-4 0,0 1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34.1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8179,'9'12'-433,"-6"0"0,7-7 0,-3 5 639,0 2 1,8 9-1,-8 11 1,0 4 361,3 10 0,-1 7 0,8 15 0,-2 5-185,2 7 1,-5 4 0,2 3-1,1 0-321,-3 1 0,0 6 0,-7 0 0,2-4-367,-2-8 1,-5 0 0,-5-11-1,-4-9-483,-3-8 1,7-18 787,-3-7 0,-4-14 0,0-6 0</inkml:trace>
  <inkml:trace contextRef="#ctx0" brushRef="#br0" timeOffset="284">611 741 7611,'21'0'748,"-6"0"1,-1 0-412,3 0 0,-5 0 1,3 0-1,2 0-296,2 0 1,5 0-1,3 0 1,2 0-666,-2 0 1,-3-2 0,-2-3 623,-1-2 0,11-10 0,2 5 0</inkml:trace>
  <inkml:trace contextRef="#ctx0" brushRef="#br0" timeOffset="465">785 436 8049,'-3'29'54,"-4"0"0,5 15 0,-6-3 0,6 3 380,2 4 0,0 0 0,2-4 0,3 0-337,2-1 1,8-2 0,-5-2-1,-1-5-774,1-3 677,7-2 0,5-7 0,12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41.2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66 305 8056,'0'22'-1,"0"0"1,0 0-1,0 2 1,0 2 95,0 4 0,-2 8 1,-3-4-1,-2 2-94,2 1 0,-5-11 1,3 6-1,2-3-84,3 0 1,-6-7 397,1-8-389,0-9 1,9-5 0,6-17 120,6-10 0,5 8 0,3-8 1,0 1 167,0 2 1,9-1-1,6 4 1,6-1-81,8 0 0,5-7 0,11-2 0,6-1 104,7 1 0,7-6 1,5 6-1,-44 14 1,1 0-153,0-2 1,1-1 0,0 3-1,1 0 1,4 0 0,-1 1-1,0 0 1,-1 0-23,-2 3 0,-1 0 0,47-12 0,-10 4 0,0 1-71,0 6 0,-12-3 0,-9 10 1,-13-1-582,-7-1 1,-10 6 586,1-4 0,-11 4 0,6 3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35.9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1198 8145,'0'-15'452,"0"1"1,0-1 0,2-4-391,6 5 0,4-3 0,10 7 0,-1 0-69,1 1 1,2-1-1,3 5 1,2-2-36,-2 2 1,-3 2 0,-2 6-1,-1 2-12,1 2 1,-3 10 0,-2-3 0,-4 6 58,-4 2 1,-2 2-1,-7 2 1,-2 6-114,-5 2 1,2 0-1,-10 4 1,-2-4-172,-2-2 1,0-1 0,2-4 0,2-1-37,-2-6 0,5 1 0,-2-8 685,-3-1-118,7-3 1,3-9 0,14 0 0,8-2 37,4-5 0,3 4 0,0-4 0,2 5-100,5 2 1,-5 0-1,5 0 1,-2 0-700,2 0 0,-5 0 509,5 0 0,5 0 0,0 0 0</inkml:trace>
  <inkml:trace contextRef="#ctx0" brushRef="#br0" timeOffset="267">893 523 7651,'-22'10'0,"0"4"224,1 5 1,-1 6 0,0 4 0,0 9 168,0 11 0,8 9 0,-1 14 0,1 8-67,2 5 1,2 9 0,10 1-1,3-1-303,4 3 0,12-10 0,10 0 1,0-12-510,3-7 0,2-10 0,9-5 486,1-7 0,-1-7 0,1-17 0</inkml:trace>
  <inkml:trace contextRef="#ctx0" brushRef="#br0" timeOffset="1183">1328 1067 8039,'-12'-14'349,"5"-1"1,5 8-1,2-8-60,0-1 0,2 6 1,5 0-1,8 3-59,4 0 0,3-3 0,0 5-120,-1-2 1,1 0 0,0 7 0,0 0-71,0 0 1,-8 2 0,1 5-2,2 8 1,-8 4 0,-1 3-1,-6 0-47,-2-1 0,-2 9 0,-6 1 0,-4 0-121,0 1 0,-7-1 1,4-4-1,-4 2-94,-3-2 1,8-3 0,1-2 87,4-1 79,1-9 0,11-2 0,4-12 0,8-3-124,4-2 0,10-8 1,3 8-1,-1 0 13,0-3 0,8 5 0,-5-7 0,0 2-391,-5 5 0,2 3 558,-2 2 0,10-10 0,-5-2 0</inkml:trace>
  <inkml:trace contextRef="#ctx0" brushRef="#br0" timeOffset="1366">1960 1154 8104,'12'0'1162,"7"0"-1369,-4 0 1,4 0 0,3 0-932,0 0 1138,0 0 0,-1 0 0,1 0 0</inkml:trace>
  <inkml:trace contextRef="#ctx0" brushRef="#br0" timeOffset="1550">2091 784 8058,'0'22'103,"0"0"1,0 0-1,0-1 1,0 3 107,0 6 1,0-6 0,0 7 0,2-2-75,5 0 0,-2 8 0,7-6 1,0 3-577,0 5 1,-4-6-1,4 1 1,0 0 438,0 0 0,2-7 0,8 4 0</inkml:trace>
  <inkml:trace contextRef="#ctx0" brushRef="#br0" timeOffset="1733">2395 828 8039,'0'22'-353,"0"-1"0,0 1 384,0 0 0,0 7 1,0 0-1,3 0 472,4 2 0,-4-6 0,6 6 0,-2-2-296,1 0 0,6 3 0,-4-6 0,0 3-667,-1-2 0,6 4 460,-8-2 0,10 10 0,-5-5 0</inkml:trace>
  <inkml:trace contextRef="#ctx0" brushRef="#br0" timeOffset="1984">2613 327 8039,'22'7'52,"0"3"1,0 2 184,-1 5 0,3 2 0,3 5 0,2 5 2,-2 8 0,-3 14 1,-2 7-1,0 5-54,-1 2 0,-9 0 0,-4 1 1,-4-1-142,4 0 1,-6 8-1,3-1 1,-7-1-342,-6-4 0,-9-11 0,3-5 297,-5-5 0,-13-3 0,-2 1 0</inkml:trace>
  <inkml:trace contextRef="#ctx0" brushRef="#br0" timeOffset="2234">3288 1067 8022,'22'-7'0,"0"-3"-39,0-2 1,2 5 0,2-5 0,6 0 579,2 0 0,0 4 0,4-4 0,-1 0-578,1 0 0,-4 5 1,0-8-1,-2 1-2021,-6 2 2058,-11-8 0,4 8 0,-7-9 0</inkml:trace>
  <inkml:trace contextRef="#ctx0" brushRef="#br0" timeOffset="2400">3550 675 8022,'0'22'38,"-8"7"0,1 3 1,2 1 259,3 6 1,2 5 0,0 4 0,0 5-191,0 3 1,7-5-1,3 4 1,-1 1-281,1 0 0,-3-8 172,-7 3 0,10-5 0,2-3 0</inkml:trace>
  <inkml:trace contextRef="#ctx0" brushRef="#br0" timeOffset="3116">4181 784 8188,'-14'7'1034,"-1"1"-622,10-1 1,-4-9-158,9-6 1,9 3 0,6-7 0,4 0-49,3 0 0,0 5 0,-1-5 0,1 2-163,0 5 0,0 3 0,0 2 0,-1 0-145,1 0 1,0 10 0,-3 4 71,-4 5 1,-6 3-1,-9 0 1,0 0-27,0 0 1,-9 7 0,-6 2 0,-7 0-69,-7 1 1,5 4 0,-7-7 0,2-2-238,0-3 0,0-9 1,7-3 35,0-3 0,10-4 0,5-12 346,4-8 0,6-4 0,4 0 50,8 4 0,4 5 1,3 10-1,-1 0 0,1 0 1,7 0 0,3 0 0,-1 3-240,1 4 0,4 3 1,-5 7-1,1-3-642,-1 3 0,1 0 809,-3-2 0,-5 14 0,7-5 0</inkml:trace>
  <inkml:trace contextRef="#ctx0" brushRef="#br0" timeOffset="3383">5030 196 8070,'-21'0'0,"-1"0"48,0 0 0,0 10 1,0 4-1,1 8 370,-1 7 1,0 15 0,0 14 0,3 7 120,5 8 0,-3-3 0,9 10 0,3 2-258,3 3 0,4-1 1,6-4-1,6-7-540,6-5 1,11-13 0,5-4 0,5-7-2146,3-8 2404,0-5 0,9-9 0,2 0 0</inkml:trace>
  <inkml:trace contextRef="#ctx0" brushRef="#br0" timeOffset="3885">5357 741 8222,'-22'-8'2154,"0"1"-502,10-10-1207,3 5 1,11-7 0,5 4-347,8 8 0,4 2 0,3 0 0,0-2-85,0 2 1,-1 3 0,1 4-198,0 5 1,0-2-1,-1 10 59,1 2 0,-2 2 0,-6 3 0,-4 0 97,-1-1 0,-6 1 0,4 0 1,-4 0 118,-3 0 1,-10 7 0,-5 0 0,-4 0-19,-3 2 0,0-7 0,1 5 1,-1-5-307,0-2 1,3 0-47,4 0 1,6-8-1,11-2-225,5-2 1,5-3-1,13-7 1,1 0-253,3 0 0,10-2 0,-3-3 755,5-2 0,3-10 0,-1 5 0</inkml:trace>
  <inkml:trace contextRef="#ctx0" brushRef="#br0" timeOffset="4066">5923 915 7886,'22'0'-764,"-7"0"0,-1 0 1309,3 0 0,-5 2 0,3 3-720,2 2 0,2 1 1,3-8-1,-1 0-273,1 0 0,-7-3 448,-1-4 0,1-5 0,7-10 0</inkml:trace>
  <inkml:trace contextRef="#ctx0" brushRef="#br0" timeOffset="4250">6054 501 8104,'-19'3'146,"4"4"1,5 5 0,10 10-1,0 2 64,0 5 0,0 12 0,0 12 1,0 3-58,0 4 1,10 3 0,5 5 0,1 0-422,-1-3 1,4 3 0,-7-20 0,3-4-650,-1-5 1,-6-13 916,6 3 0,1-14 0,7-6 0</inkml:trace>
  <inkml:trace contextRef="#ctx0" brushRef="#br0" timeOffset="4466">6381 501 8160,'0'22'-152,"0"0"0,0-1 1,0 4 417,0 4 1,2 5 0,3 9 0,4 3 178,4 5 1,-6 5 0,7 9-1,1-2-569,-3-5 1,5 2-1,-7-9 1,-1-2 123,1-4 0,7-1 0,-5 0 0</inkml:trace>
  <inkml:trace contextRef="#ctx0" brushRef="#br0" timeOffset="4785">6533 0 8092,'10'12'28,"4"-4"0,6 4 0,1 5 158,1 9 1,7 8 0,0 12 0,-2 7 133,-3 13 1,-2 1-1,-1 13 1,1 5 22,0 7 1,7-3-1,0 6 1,-5-6-360,-7-2 1,0-2-1,-10-3 1,-4-4-112,-8-3 0,-7-10 1,-12-9 126,-5-3 0,-5-2 0,-10-8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42.9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414 370 8222,'0'-21'-117,"0"-9"0,0 1 0,-2 3 320,-6 2 1,6 2-1,-5-2 1,2-3 121,-2-2 1,4 0 0,-7 10 0,1 2 215,-6 2 0,-4 3 0,-3-5 0,0 5-41,1 2 0,-9 3 0,1 7 1,0 3-279,-2 4 1,7 5 0,-5 10 0,5-1-219,2 1 1,7 7 0,3 3 0,2 2-76,6 4 1,1-4-1,6 2 1,1 3-101,4 2 0,9-4 0,-3-1 0,6 0-59,1-2 0,8 7 0,0-7 1,0 2 184,3 1 0,-8-11 1,3 3-1,-8-2 40,-4 2 0,-11-5 0,4 5 0,-6-5 300,-2-2 0,-2 0 1,-6-3-1,-6-4-140,-5-8 0,-3-5 0,-2-2 0,-3 0-97,-2 0 0,0-9 1,7-6-1,0-4-154,1-3 1,6 8 0,3-1 0,2-2-333,5-2 1,3-3 0,4 3 150,6 4 1,-4 3 0,13 7 0,5-2-58,5 2 0,12 3 0,-3 2 0,5 0 92,3 0 0,-3 0 0,-3 0 0,-1-3 163,1-4 1,4 2-1,1-9 1,-2-6-5,-5-6 0,3 2 1,-12-8-1,-5 3 437,-5 0 1,-13-7-1,4 7 1,-6 2 13,-2 3 1,-10 2-1,-4 0 1,-6 3-19,-1 4 1,-8 6-1,0 9 1,2 0-74,3 0 1,4 2 0,4 5 0,3 8-208,4 4 1,-6 5-1,8 6 1,2 6-68,3 5 0,2 3 0,2-3 0,5 0-469,8 2 0,7-6 0,4 9 0,6-10-688,2-5 0,9-2 0,10-9 0,1-6 1154,-1-6 0,7-25 0,-4-8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43.1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153 110 8217,'-10'-22'460,"-5"0"0,3 1 0,-2 1 725,-3 6 0,-3 4 0,1 12-446,5 6 0,-3 6 0,9 13 0,4 4-559,1 3 0,3 0 0,3 5 0,1-3-585,4 3 0,9-5 0,-3-1 0,8-1-770,7-5 0,-2-3 1,9-5-1,3-2-2514,2-2 3689,2-11 0,1-4 0,-1-12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43.2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262 148 8162,'-19'-22'-642,"2"3"0,2 2 962,-2 3 1,5-1 0,-2-4 0,-3 2 1229,-3 2 0,-1 10 1,-1 1-737,0 8 1,0 9 0,3 11 0,4 2-889,8 3 0,5 10 1,2-5-1,0 2-353,0 1 0,9-4 0,6 4 0,4-8-705,3-5 1,7-5 0,3-4 0,-1-8-1891,0-5 3022,8-2 0,-5-9 0,10-3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43.4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7827,'14'12'-1859,"-2"-2"1747,-2-1 1,0-6 111,-3 4 0,-5-2 0,6 2 0,-6 5 0,-2 10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43.8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34 8125,'0'15'179,"0"-1"1,0 1 0,-3 4 158,-4-4 1,5 4 0,-6-5-3,6 6 1,2-6 0,0 1-246,0 2 0,0 2-9,0 3 1,-3-3 374,-4-4-359,5-6 1,-8-18-1,10-6 1,0-4 12,0-3 1,0 0-1,3-2 1,1-3-22,4-2 0,1 0 0,-4 8 60,2-1 1,10 0 29,-2 0 0,4 13 1,3 6-226,0 8 0,-8 19 0,1-2 1,-1 2-577,-2 0 1,5 1 0,-7 1 0,0 3 620,-1-2 0,8-3 0,-5-2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44.2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150 528 8125,'0'-22'1404,"-9"3"-641,-6 4 1,-4 6 0,0 13-1,2 9-358,2 8 1,3 16 0,-3-1 0,6 5-491,-1 3 0,8-1 1,-6 1-1,8-1-82,8 1 1,-4-3-1,11-2 1,4-8-179,8-7 0,-3 1 0,5-18 0,-5-2-35,-2-3 0,0-14 0,-3-7 0,-2-10 280,-2-5 0,-10-3 0,4-9 0,-1-2 155,-1-3 1,0-2 0,-9 5-1,-3-6-100,-2-1 0,-10-3 0,2-8 0,-4 1-321,-3 0 1,3 7 0,2 2 0,2 3 150,-2 4 1,5 20-1,0 12 267,2 12 1,3 20-1,7 24 1,0 9 98,0 10 1,10 8 0,4 6-1,6 6 58,1-1 1,1 0 0,0-6-1,2 1-459,5-2 250,5-2 0,10 7 0,-1 2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48.8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0 937 8005,'12'0'1843,"0"2"-1669,-4 5 1,-3-4-31,9 4 0,1-12 0,4-5 0,-2-4-164,-3-10 0,1 2 0,7-9 0,-3 1-76,-4 1 1,1-7 0,-8 5 0,-3-1-109,-3 1 0,-2-6 0,0 8 0,-2 3 122,-6 2 1,3 9-1,-9 3 1,-3 2 244,-2 6 1,-3 1-1,0 3-88,0 0 0,8 10 0,2 7 0,2 7 121,5 5 0,3 7 1,2-4-1,0 2 119,0 4 0,0 3 0,2 1 0,5-4-255,8-1 0,-3-1 0,3 5 0,2-5-512,2-7 0,10-7 1,2-5-1,3-5-1471,5-2 1923,-8-3 0,20-17 0,-5-2 0</inkml:trace>
  <inkml:trace contextRef="#ctx0" brushRef="#br0" timeOffset="350">806 523 8172,'7'-15'1658,"0"1"-1215,1 9 0,-11 5 0,-4 17 0,-7 10 16,-6 9 0,-9 5 1,0 3-1,2-1-488,3 1 0,10-1 0,-1 1 0,1-1-412,2 1 0,-5-3 0,9-5 0,4-7-3250,1-4 3242,3-13 0,-7-5 1,0-14-1,-1-8 449,-1-4 0,4-3 0,-7-2 0,0-3 0,0-2 0,0-7 0,-5 4 0,4-2 59,4-4 0,-1 4 1,5 0-1,-2 3 342,2 4 0,3 3 0,4 4 29,5 6 0,6 4 1,8 10-1,1 3 6,0 4 0,7 12 0,0 13 0,0 2-1,2 4 1,-6 3-1,4 3 1,-5 0-578,-2-1 1,7-2 0,0-2 0,-3-5-463,-1-3 0,-4-2 1,1-7-1,0 0-952,0 0 1556,-1-10 0,1-3 0,0-9 0</inkml:trace>
  <inkml:trace contextRef="#ctx0" brushRef="#br0" timeOffset="1148">1089 762 8005,'-10'-21'233,"-4"-1"0,2 7 1,-3 1 433,-2-3 1,-2 7 0,-3 3 308,0 5 1,1 14 0,1 7-769,6 8 0,-3 2 1,10-5-1,2 2-430,2 3 1,3 1 0,0-9 0,0 1-158,0 0 1,10 0 0,4-1-649,6 1 1,-6-10 0,1-4 267,2-6 1,2-2 837,3 0 1,0-10 0,-3-4 668,-4-6 0,2 6 0,-8 2-111,3 2 0,-4-4 0,6 6-294,3 3 1,-5 3 0,3 2-592,2 0 1,2 10-65,3 4 0,-3 6 1,-2-1-1,-5-2-343,-2-3 1,-1 1 119,-1 7 618,-6-10 0,5-2 0,-11-13 99,-4-4 0,1-5 0,5-10 0,-3 0 31,-2 0 1,-1-7-1,8 0 1,0 0 68,0-2 0,0 7 1,0-5-1,3 4-48,4 4 1,-2-1 0,9 3-181,3 4 1,-5 5-1,3 10 1,2 0-174,2 0 1,-4 3 0,-1 4 0,1 8 63,-3 4 1,7 3-1,-7-1 1,0 1 92,-4 0 1,1 7-1,-1 0-1,-4-2 1,-1-3 0,-3-2 50,0-1 0,-3-6 16,-4-1 1,-5-11 0,-7-3-75,4-12 1,5-8 0,10-1 0,0-4-133,0-4 0,0 3 0,0-8 1,0 2 6,0 6 1,3 2-1,2 2 1,4 3 110,4 4 1,-6-2 0,7 10-1,3 2 84,3 3 1,-6 4 0,1 5 0,2 8 107,2 4 0,-5 3 0,1 0 1,2-1-191,2 1 0,-7 7 1,-2 0-1,-3-2-123,1-3 0,-1-2 0,-7 0-208,0-1 0,0-6-43,0-1 1,-10-11 236,-4-3 1,4-10 0,3-12 0,4 1 28,3-1 1,0 0-1,0 0 1,0 1-164,0-1 1,3 2 0,1 3 0,6 3 12,2-3 1,0 5 0,5 0-1,-2 2-532,2 5 1,-5 3-1,2 2-853,3 0 1625,3 0 0,1 0 0,1 0 0</inkml:trace>
  <inkml:trace contextRef="#ctx0" brushRef="#br0" timeOffset="1898">1873 675 8005,'2'-14'294,"6"-1"1,-6 13-1,8 2 1,-3 14 167,0 13 0,8 9 0,-6 13 0,4 4-4,4 3 0,-5 9 1,2 10-1,1 2-196,-3 6 0,0 1 1,-7 6-1,2 2-201,-2 2 0,-5-2 1,-7-15-1,-8-11-323,-4-13 0,-3-12 0,0-12 0,0-14-417,1-10 0,-1-8 0,2-7 0,3-11 67,3-13 1,2-10-1,-5-9 1,5-10 205,2-7 1,-4-20-1,6 3 1,4-2 263,1-1 0,3-4 0,0 0 0,0 2 321,0 2 1,10 15 0,4 10 0,8 12 374,7 7 0,-2 7 1,7 7-1,-1 13 143,1 7 1,0 7-1,5 10 1,-3 5-321,3 2 0,-5 9 0,0 8 1,-3-2-260,-4-3 0,-5 5 0,-8 0 0,-4-2-156,-1-3 0,-6-2 1,4 0-1,-7 0-165,-7-1 0,-5 1 0,-10-3 0,0-2-369,0-2 0,1-10 0,-1 2 0,0-5 263,0-2 1,1-2 0,-1-8 0,0-9-24,0-8 1,8-19-1,2 0 1,0-7-25,-1-7 0,9-15 1,-4-10-1,8-7 307,8 0 0,4 5 0,9 10 0,1 11 262,0 13 0,0 19 0,0 12 0,-1 13 111,1 6 1,5 15-1,-3 10 1,-5 12-2,1 7 1,-3 5 0,-1 5-1,-1 5 110,2-1 0,0 8 0,0-5 1,-5 5-233,-2 2 0,7 1 0,-5-1 0,2-2-156,1-5 0,-1-5 0,8-9 1,0-3 20,0-5 0,-1-7 0,1-12 1,2-5 24,5-2 0,-5-8 0,6-14 0,-4-12 180,3-7 0,-5 2 1,5-8-1,-4-1-261,-4-3 0,-6-3 0,-1 0 0,1 1-259,-3-1 1,-2-6-1,-10 1 1,0 6-235,0 4 0,-3 5 0,-4-5 334,-7 3 0,-6 12 0,-2 2 0,1 15 502,-1 12 1,0 9 0,3 15-1,2 5 137,2 0 1,8 7-1,-5-5 1,2 3-58,5-3 0,3 3 0,2-8 0,0 1-262,0-1 1,7-2-1,3-7 1,4 0-833,11 0 0,-1-3 0,12-2 0,3-5-889,2-2 0,-5-3 1550,1-7 0,-1-10 0,7-2 0</inkml:trace>
  <inkml:trace contextRef="#ctx0" brushRef="#br0" timeOffset="2214">3376 871 7934,'0'-21'2488,"0"-1"-3317,0 0 829,0 0 0,0 10 0,0 2 0</inkml:trace>
  <inkml:trace contextRef="#ctx0" brushRef="#br0" timeOffset="2297">3332 588 7934,'-7'-14'0,"0"-1"0,-8 8 0,8-8 0,-1 1-722,-1 2 722,6 2 0,-16 0 0,7-2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56.4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44 523 8073,'0'14'61,"0"1"0,3-10 0,2 0 0,4-8 45,4-4 1,1-10 0,8 5 0,2-3 115,5 1 0,-5 7 1,5-6-1,-5 4 76,-2 4 0,7 3 0,0 4-84,-2 5 1,-13 5-1,-6 10 1,-6 0 19,-2 0 1,-2 9 0,-6 5-1,-6 5-202,-5 3 1,-6 0-1,-4 2 1,-5 2-258,1 3 1,-1-3 0,7-9 0,-2-5-315,2-3 1,3-4 487,2-13 1,3-9-1,5-17 1,6-10 126,6-2 0,12 0 0,4 0 0,5 0 107,3 2 0,2-2 1,3 16-1,2 3 68,-2 3 1,-1 2-1,1 0 1,2 2-168,-2 6 1,-1 4 0,1 10 0,2-1-408,-3 1 0,-1 0 0,-6 0 1,-2-3-986,-3-4 1,-6 4 1307,6-5 0,1 6 0,7 2 0</inkml:trace>
  <inkml:trace contextRef="#ctx0" brushRef="#br0" timeOffset="283">1046 0 8081,'-19'3'0,"2"1"122,2 4 0,1 9 0,-5 0 0,2 7 149,2 5 0,3 12 0,-5 3 1,5 11 62,2 8 1,3 10-1,7 2 1,0 2 34,0 5 1,2 3 0,6 0-1,9-5-447,9-8 0,1-14 0,9-7 1,5-7-608,8-8 1,-3-7-1,7-15 685,0-6 0,-7-16 0,7-4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8:00.1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0 654 8056,'0'-22'276,"0"0"1,0 8 0,0-1 0,3 1-9,4 2 1,-2-5-1,9 7 1,3-2-77,3-5 0,9 7 0,0 3 0,-3 5-46,-1 2 1,-4 2 0,1 3-1,0 5-167,0 2 0,-10 5 0,-2 9 0,-3 6-119,0 2 0,-2-5 0,-12 5 0,-8-1 15,-4 1 1,-3 3-1,-2 4 1,-3-3-47,-2-1 0,0-11 0,7 3 0,1-4-345,-1-4 0,7-9 488,1-4 0,11-8 0,1-8 0,12-6 358,9-5 0,-2-1 0,14 3 0,-2 5 38,0 3 1,10 1 0,-5 8 0,2 0-306,1 0 0,-4 8 0,4 1 1,-8 3-402,-5 5 338,-2 3 0,-1 1 0,1 1 0</inkml:trace>
  <inkml:trace contextRef="#ctx0" brushRef="#br0" timeOffset="276">1067 1 7954,'-33'7'362,"4"0"1,4 10 0,4-2-1,-1 6-52,0 8 1,0 8-1,3 14 1,2 9 186,2 10 1,11 8-1,-4 11 1,6 3 15,2 2 0,2 1 0,8-10 0,9-6-456,8-6 1,12-5 0,-5-8 0,2-7-1119,0-9 1,0-15-1,10 0 1061,5-5 0,-5-2 0,7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59.4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1 349 8084,'43'0'307,"-6"7"1,-3 0-1,0-2 88,-1-2 0,-6-6 1,4-2-1,-2-4-398,1-3 1,6 4 0,-7-6-1,-3-1-1665,-1 3 1668,-4-7 0,1-3 0,0-12 0</inkml:trace>
  <inkml:trace contextRef="#ctx0" brushRef="#br0" timeOffset="149">306 1 8027,'-10'12'-581,"0"14"1,-4-4 0,4 5 1271,1 4 1,6 3-1,-4 10 1,4-1-258,3 1 0,0-1 1,0 1-1,0-1-456,0 1 0,0 4 0,0-2 22,0-5 0,0 8 0,0 6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7:58.4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349 566 8098,'0'-21'-628,"-3"1"0,-1 3 1364,-4 3 0,-1 7 0,1-8-115,-6-2 1,-5 7-1,-3 3 1,0 5-154,0 2 1,-7 2-1,0 5 1,0 8-316,-2 4 0,14 5 0,-5 3 0,3 5-214,-1 1 1,8 1 0,5 3 0,4-8-369,3-5 1,0-2 0,3-1-64,4 1 1,5-10 0,10-4 0,0-6-31,0-2 1,2-10-1,2-4 1,3-8 253,-2-7 0,-3 5 1,-2-5-1,-3 5 101,-4 2 0,4 0 0,-7 0 1565,0 0-773,8 10 0,-18 12 0,5 15 1,-4 7-31,-3 7 0,0 5 1,0 9-1,0 1-709,0-1 1,7 1 0,0-1-1,1 1-374,1-1 1,-6 1 0,6-3-1,-1-2 488,-1-3 0,10-9 0,-5 4 0</inkml:trace>
  <inkml:trace contextRef="#ctx0" brushRef="#br0" timeOffset="183">610 762 8174,'22'0'471,"-7"0"0,-1 0 0,3 0 147,2 0 0,3 0 0,0 0 0,2 0-493,5 0 1,-2 0 0,9-2 0,0-3-862,-2-2 1,0-8 0,-7 6 735,2-3 0,0-3 0,-7-7 0</inkml:trace>
  <inkml:trace contextRef="#ctx0" brushRef="#br0" timeOffset="367">850 414 8250,'0'22'254,"0"0"0,0-8 0,0 1 0,0 4 46,0 8 0,0-1 0,0 8 1,0 0-54,0 0 0,2 2 1,3 8-1,5-3-476,2-5 0,0 5 0,5-7 0,-3 2-999,3 1 0,-5-13 1228,3-2 0,-1-1 0,8-9 0</inkml:trace>
  <inkml:trace contextRef="#ctx0" brushRef="#br0" timeOffset="566">1155 349 8098,'12'21'-403,"-3"1"0,-9 2 1,3 5 135,4 8 0,-4 1 1,6 1-1,-2-3 1366,1 3 0,6 2 1,-4 3-1,0-3-1004,-1-5 0,6 3 0,-8-8 0,0 1-1048,3-1 0,-8-2 953,6-7 0,-6 0 0,-2 0 0</inkml:trace>
  <inkml:trace contextRef="#ctx0" brushRef="#br0" timeOffset="800">1394 0 8171,'15'44'126,"-1"-1"0,1 3 0,7 5 0,-1 5 207,1-1 0,0 8 0,-3-5 1,-2 5 391,-2 3 0,-11-1 1,4 0-1,-6-2-625,-2-5 1,0 8 0,-2-6 0,-6 5-846,-6-2 0,2-12 745,-3 0 0,1 5 0,-8-1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8:03.0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22 719 8094,'-12'-10'-679,"2"6"1,10-11 1068,0-2 0,3 5 0,4 0-94,7 2 1,8 1 0,5 4 0,2-3-112,-3 4 0,6 4 1,-3 4-1,-3 6-185,-1 2 1,-4 3 0,-1 7 0,-6-1 59,-6 1 0,1 7 0,-1 3 0,-4-1 39,-1 1 0,-13 6 1,-4-1-1,-8 4-90,-7 2 0,5-7 0,-8-2 1,3-2 114,0-6 1,0-9 0,7-5 1126,0-2-1148,10-3 1,5-9 0,14-3-1,10-2-316,10 2 1,0 3 0,6 2 0,1 0-959,0 0 1171,2 0 0,8-10 0,0-2 0</inkml:trace>
  <inkml:trace contextRef="#ctx0" brushRef="#br0" timeOffset="231">806 305 8064,'-15'-19'174,"1"2"254,-3 3 0,-2 9 1,-3-3-1,0 8-27,0 8 0,0 13 1,1 16-1,1 4-41,6 2 1,-6 11-1,6 1 1,-3 3-320,2 0 0,-1 1 1,8 6-1,3 0-279,3 1 1,12-8 0,7-3 0,7-4-917,5-10 0,10 0 0,-3-12 1154,5-2 0,3-3 0,-1-2 0</inkml:trace>
  <inkml:trace contextRef="#ctx0" brushRef="#br0" timeOffset="667">1176 610 7391,'22'0'621,"0"0"0,-1-7 1,1-3-350,0-2 1,0 7 0,0-4 0,-1 1-139,1 1 0,0 0 0,0 7 0,-1 0-132,1 0 0,-7 2 1,-3 6 182,-3 6 1,-1 5-1,-11 6 1,-4 1 84,-7 3 1,-8 8-1,-5-8 1,-2-3 110,2-2 1,3-2 0,3 0-1,-1-3 215,0-4 0,7 2 0,3-8-86,3 4 1,4-9-430,12 4 0,5-6 1,12-2-1,3 0-854,2 0 0,10 0 0,-3 0 0,5 0-3744,3 0 4517,-10 0 0,16 0 0,-4 0 0</inkml:trace>
  <inkml:trace contextRef="#ctx0" brushRef="#br0" timeOffset="831">1720 676 7317,'-7'14'0,"-2"-2"26,-4-2 1739,9 7 0,-4-5-1451,16 10 1,4-10 0,9-5-606,1-5 1,0 6 0,0-1 0,0-2-793,-1-3 0,-6-2 1083,-1 0 0,1-9 0,7-4 0</inkml:trace>
  <inkml:trace contextRef="#ctx0" brushRef="#br0" timeOffset="998">1808 436 8032,'-3'19'155,"-2"-2"113,-2-2 0,0-1 0,7 8 0,0 2-13,0 5 1,0 3-1,0 7 1,0-3-269,0 3 0,2 4 0,3 5 1,2 3-1119,-2-2 1,-2-6 1130,-3-6 0,9 4 0,3-7 0</inkml:trace>
  <inkml:trace contextRef="#ctx0" brushRef="#br0" timeOffset="1198">2025 392 8032,'22'0'65,"0"10"1,-3 5 191,-4 4 0,2 5 0,-10 5 0,-2 8-10,-3 4 1,-2 2-1,0 1 1,0-1-206,0 1 1,0-1 0,0 1 0,0-3-1417,0-5 1374,0-4 0,0-1 0,0 3 0</inkml:trace>
  <inkml:trace contextRef="#ctx0" brushRef="#br0" timeOffset="1415">2265 0 8032,'22'44'61,"2"0"1,2 2-1,4 7 314,-4 12 0,-4 0 1,-5 10-1,-3 0 298,3 5 0,-7-2 0,-3 2 0,-4-1-108,-3-1 1,-10 4 0,-7-9 0,-10-6-849,-9-6 0,-5-1 1,-3-9 282,1-2 0,-1-13 0,1-5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8:01.4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44 654 6560,'-12'-10'2802,"0"8"-1580,5-5-687,4-5 0,-6 7-221,9-10 0,0 8-173,0-7 1,2 9-1,5-3 1,8 6-125,4 2 0,-4 0 0,-1 0 0,3 0-6,3 0 0,1 0 1,1 2 41,0 6 0,-3-3 0,-4 9-22,-8 3 0,-5 2 0,-2 3 1,0 0-20,0 0 1,-7 7 0,-3 0 0,-2-3 79,-5-1 0,-2-4 1,0 1-1,2-3 54,2-4 0,8 2 0,-5-7 16,2 2 0,5-7-337,13 2 1,6-5 0,13-2 0,4-2-541,3-5 0,2 2 0,8-7 0,0-1-543,-1 1 0,1 8 1258,-1-4 0,10-14 0,3-2 0</inkml:trace>
  <inkml:trace contextRef="#ctx0" brushRef="#br0" timeOffset="166">654 698 11310,'22'0'47,"0"0"1,-6 0 0,4 0 0,4 0-765,0 0 0,0 0 717,-2 0 0,10-10 0,1-2 0</inkml:trace>
  <inkml:trace contextRef="#ctx0" brushRef="#br0" timeOffset="350">850 415 8000,'0'14'53,"0"1"0,0 2 238,0 2 1,0 3 0,0-1-1,0 4 91,0 4 1,0-3 0,0 8 0,2 0-19,6 0 1,1 2 0,8 5 0,-2-2-445,2-3 0,-5-7 0,0 5 0,0-2-1338,0-6 0,-5-4 1418,8-7 0,-1-6 0,8-9 0</inkml:trace>
  <inkml:trace contextRef="#ctx0" brushRef="#br0" timeOffset="533">1133 393 8000,'7'22'0,"3"2"0,0 2 131,-1 3 1,1 3-1,-5-3 1,2 7 339,-2 5 0,5 0 0,-1-2 0,1-3-287,0 3 0,-3 0 0,-7 0 1,2-6-624,6-1 1,-6-10 438,5-8 0,-4 1 0,-3 7 0</inkml:trace>
  <inkml:trace contextRef="#ctx0" brushRef="#br0" timeOffset="767">1285 1 8000,'25'9'0,"1"6"100,3 4 0,0 6 0,-7 4 0,0 7 278,0 5 1,-1 5 0,1 5 0,0 7 29,0 5 1,-8 2 0,-2 0 0,0 1-50,1-1 0,-9-4 0,4-1 0,-6 3-579,-2-3 1,-2-6 0,-6 1 0,-6-1-1532,-5-6 1751,-3-2 0,-10-12 0,-2-3 0</inkml:trace>
  <inkml:trace contextRef="#ctx0" brushRef="#br0" timeOffset="1035">1917 719 7942,'19'-2'-848,"-2"-3"0,-2-2 1487,2 2 0,2 3 0,3 2 0,0 0-427,-1 0 0,1 0 0,0 0 0,0 0-1398,0 0 1186,-1 0 0,11-10 0,2-2 0</inkml:trace>
  <inkml:trace contextRef="#ctx0" brushRef="#br0" timeOffset="1200">2135 371 7947,'0'22'-71,"0"0"1,0 7 0,0 2 0,0 3 519,0 5 0,0 9 0,0 3 0,0-3-183,0-2 1,0 5 0,0 0 0,0-3-620,0-2 1,7-5 352,0-4 0,10 4 0,-5-7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8:07.0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0 608 7602,'22'0'15,"0"0"0,-8-7 1,1-3-1,2-2 349,2-5 1,3-5 0,0-4-1,0-6-311,-1-2 1,-1 5-1,-3-7 1,-3 0-121,3 2 0,-7-5 0,-3 10 0,-5 3 14,-2 1 1,-2 6 0,-5 4 0,-8 8 208,-4 5 0,-3 2 0,0 2 0,1 5 496,-1 8 0,0 7 0,3 7 1,2 7-89,2 5 1,3 3-1,-2-1 1,6 3-580,6 5 1,2-5-1,2 5 1,6-5-761,6-3 1,5-1 0,6-6 0,4-7-454,7-5 1,5-9 1227,3-1 0,-1-9 0,1 5 0</inkml:trace>
  <inkml:trace contextRef="#ctx0" brushRef="#br0" timeOffset="166">675 390 11343,'0'32'605,"-2"-6"1,-3 11-1,-2 1-570,2 4 1,3 4 0,2 2 0,0 3-736,0-3 0,0-4 0,0-6-2032,0-1 2732,0-11 0,-10-4 0,-2-12 0</inkml:trace>
  <inkml:trace contextRef="#ctx0" brushRef="#br0" timeOffset="317">414 390 7995,'0'-29'-700,"0"0"585,0 3 1,0 9 0,0 7 826,0 8 0,2 6 1,3 21-1,7 4-480,8 7 1,-3 8 0,14 4-1,1 3-405,4-3 1,5-2 0,3-2-1,-3-3 173,-5-5 0,15 5 0,-5-7 0</inkml:trace>
  <inkml:trace contextRef="#ctx0" brushRef="#br0" timeOffset="1000">1198 586 7995,'-10'-21'544,"-7"-1"1,-7 0 0,5 3 257,0 4 0,-3 5 0,-5 10 0,0 3-149,8 4 1,-3 0 0,10 13-1,-2 4-573,-1 0 0,10 3 0,-2-1 1,5 3-170,2-2 0,0 0 1,2-1-437,5 3 1,5-2-1,10-10 1,0-5-237,0-2 1,0-3 0,-1-7 0,1 0 476,0 0 1,0-7-1,-1-3 1,1-2 709,0-5 0,-7 0 0,-1 0 930,3 3 1,2 1-733,3-1 0,-7 4 0,-1 10-439,3 0 1,2 3-536,3 4 0,-7 3 0,-3 7 1,-2-3-608,-6 3 0,1-5-106,2 3 1121,-4-1 0,4-2 1,-12-7 154,-2-10 1,-7-7 0,6-10 0,3 1-50,3-1 0,2 0 0,0 0 0,0-2-120,0-5 1,0 5-1,0-5 1,2 5-1,6 2 0,-6 0 0,8 3 0,-1 2-37,6 2 1,-3 10 0,3 1 0,2 6-133,2 5 1,0 10 0,-2-2-1,-2 4-68,2 3 0,2 0 0,0 2 1,-2 0 101,-2-2 0,-8 4 0,5-11 1,-2 4 177,-5 3 1,-3-7-35,-2-1 0,-2-9 0,-6 2 156,-6-4 0,2-3 0,0-3 1,0-4 163,0-8 1,4-4 0,-4-3 0,2 0-310,6 1 1,1-1-1,3 0 1,0 0-33,0 1 1,3-1-1,4 0 152,7 0 1,-1 10-1,1 5 1,3 4-162,2 3 1,6 0 0,1 0 0,3 0-241,-2 0 0,4 10 0,-2 2 0,-2 3-472,-3-1 0,-2-2 0,0 5 0,-3-2-426,-4 2 1,1-5-1,-6 0 1115,2-2 0,-7 7 0,5-5 0</inkml:trace>
  <inkml:trace contextRef="#ctx0" brushRef="#br0" timeOffset="2084">1938 369 7288,'3'-13'51,"4"6"1,-2 5 1183,9 2 1,-6 12-1,4 7-885,-3 8 1,8 12 0,-2-3-1,2 5-160,-3 3 0,6 2 0,-6 2 0,3 5-149,-2 3 0,2-1 1,-10 6-1,-2-3-418,-3 3 1,-2-6 0,0-2 0,-2-7-623,-5-12 0,2-7 1,-10-8 343,-2-4 1,5-10 0,0-18 0,0-11 654,0-7 0,5-8 0,-6-9 0,1-6-60,0-1 1,5-3-1,-5-5 1,2 0 301,5-2 1,3 11-1,2-9 1,0 5 288,0 3 1,0 6 0,2 1 0,6 9-49,6 10 1,6 15 0,4 6 0,2 6-216,3 2 0,8 10 0,-8 7 0,0 9-46,2 11 1,-7-4-1,3 4 1,-8 1-35,-4 4 0,-10-6 1,2-2-1,-5 0-145,-2-1 0,-9-6 0,-6 2 0,-4-7 108,-3-8 1,-2 3-1,-3-9 1,-4-4-349,-3-1 0,7-13 1,-2-4-1,5-6-627,2-1 1,3-13-1,2-7 1,5-10 293,2-5 0,3-2 1,7-10-1,0-2 102,0-2 1,2-1-1,6 10 1,6 5 665,6 7 1,1 17 0,1 12 0,0 13 0,-8 18 0,-2 13 1,1 12 182,-1 7 1,0 3-1,5-1 1,-3 3-259,3 5 0,-5-5 0,3 3 0,-1-8-207,-2-5 0,8-2 0,-6 5 0,6-6-66,1-1 0,1-10 0,0-10 0,0-3 94,0-4 1,-1-5 0,-1-7 23,-6-8 1,3-6 0,-7-6 0,-1-4 17,1-3 1,5 0 0,-8-5 0,0 3-25,3-3 0,-8-2 1,6-3-1,-6 1 6,-2-1 1,0 8 533,0 0 0,-2 19 1,-6 2-1,-6 13 58,-6 9 1,1 15 0,2 17-1,5 7-279,2 4 1,-4 9-1,7-9 1,2 1-501,2 2 0,6-14 1,4 5-1,7-3-1635,6 0 0,4-7 1813,5-5 0,5-5 0,9-2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8:05.3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479 436 8793,'0'22'561,"3"0"1,1 0 0,4 2-289,-4 5 1,-1 5 0,-1 9 0,3 3 2,2 5 0,3-5 0,-5 5 1,5-3-657,2 3 0,-5-5 0,5 3 380,-2-11 0,7 3 0,-5-7 0</inkml:trace>
  <inkml:trace contextRef="#ctx0" brushRef="#br0" timeOffset="469">0 262 8233,'7'-12'885,"15"7"0,14 10-188,8 10 1,2-6 0,5-1-1,9-6-446,10-2 1,0-2 0,8-6-1,-3-9-430,-5-9 0,3 2 0,-8-5 0,-9 4 35,-8 4 1,-14 6 0,-5 3 116,-5 2 1,-12 15 0,-4 17 0,-6 12 100,-2 7 1,0 2-1,0 3 1,0 3 112,0 2 1,7 2 0,0-2 0,-2 4 76,-2 1 0,-1-3 0,3-9 0,2-1-167,-2 1 0,-3-1 0,1-1 0,2-6-248,2-7 0,0-5 1,-7-2-436,0 0 0,0-13 1,3-9 220,4-12 0,-2-14 0,7-3 1,0 0 134,0-3 1,0 5 0,5-6 0,-2 1 265,2 6 0,2 4 0,3 5 0,-1 5 194,1 2 0,0 3 0,0 7 0,0 0-60,-1 0 1,-6 2-1,-1 5 1,3 10-224,3 10 0,-8-3 0,-3 8 1,-1-3-910,-1 0 0,8 0 1,-6-7 961,3-1 0,3 1 0,7 0 0</inkml:trace>
  <inkml:trace contextRef="#ctx0" brushRef="#br0" timeOffset="617">1503 632 8157,'12'-4'1248,"-5"4"0,-5 0 0,-2 19 0,0 5-547,0 0 0,8 8 1,1-3-1,3 0-875,5 2 1,0-6-1,0 4 1,-2-5-1431,2-2 0,2-3 0,3-5 1604,0-6 0,-1-6 0,1-2 0</inkml:trace>
  <inkml:trace contextRef="#ctx0" brushRef="#br0" timeOffset="1250">1524 393 8157,'0'-22'41,"-2"8"0,-3-1-233,-2-2 155,0 7 1,16 3 0,6 14 193,4 8 0,-4 4 1,-1 6-1,3 1 159,2 3 1,3 8 0,0-6 0,0 3 50,0 5 0,-1 2 1,1 5-1,-3 2 52,-4 3 0,4 0 0,-7-8 0,1-2 131,-6-4 0,-5-6 1,-2-9 369,0 0 1,0-13-636,0-9 1,-2-12 0,-3-14 0,-2-3-317,2 2 1,2-4 0,3-1 0,0 1-411,0-1 1,0 3 0,3 7-1,4 3-1292,8 4 0,6-4 1,6 7 911,2 0 0,3 2 1,-6 10-1,6 0 503,1 0 1,4 0 0,4 0-1,-2 0 385,-3 0 1,-9-7 0,2-3 0,-5 1 468,-2-1 0,-8-5 0,-2 6 807,-2-3 1,-5 7 0,-13-2-257,-6 4 0,-8 3 1,-2 3-1,0 4-364,4 7 1,3 8 0,-4 7 0,1 5-568,6 0 1,4 12 0,10-7 0,0-1-269,0 3 0,3 1 0,4-1 0,7-5-572,6-7 0,4-7 0,2-8 1,6-6 49,2-6 0,0-12 0,2-7 0,-7-9 202,-5-11 1,-9-6 0,-3-8-1,-3-5 197,-4 1 1,-2-6-1,-6 6 1,-2-6-116,-2-7 0,-10-9 0,3 4 1,-6 1-70,-1-3 0,-1 14 0,0-2 1,0 13 187,1 16 1,6 12 0,3 29 454,2 15 1,3 7 0,9 31-1,6 6 35,6 4 0,6 10 1,1-3-1,4 3 81,4 2 0,-5 8 1,7-10-1,-2 4-1207,0 4 470,10-1 0,-5 0 0,9 0 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8:10.5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66 306 7963,'22'-10'174,"-8"8"1,-2-8 148,-2 0 0,7 5 0,-3-9-179,6-3 0,-6 5 1,1-3-54,2-2 1,0-2-1,-3-3-175,-7 0 0,-2 1 1,0-1-48,2 0 0,-2 3 0,-12 2 5,-8 2 0,-4 10 0,-3-2 0,0 5 193,1 2 0,-1 9 0,0 6 1,0 7 228,1 7 1,1-3 0,3 8-1,5 0 111,3 0 1,-6 0 0,8 5-1,2-5-293,2-3 1,13 5-1,5-4 1,6-1-631,8 1 1,5-6 0,10-9 0,-1-5 515,1-2 0,9-3 0,3-7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8:10.7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0 9132,'0'12'2280,"-2"-2"-3962,-5-10 1682,4 0 0,-7 0 0,10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8:10.8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44 7576,'-20'-15'-357,"6"1"0,-6 9 0,8-5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8:11.8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87 284 8030,'-12'-10'0,"-7"5"374,4-9 0,3 6 0,0-6 40,3-3 1,1 5 0,8-3 0,3-2-170,4-2 0,7-3 0,13 0 1,2 3-66,-2 5 0,-1-6 0,1 8 0,2-2-5,-2-1 0,4 10 0,-2-2 0,-2 5-36,-3 2 1,-2 0 0,-3 2-217,-4 5 1,-6 5-1,-9 10 1,0 0-23,0 0 1,-2-1-1,-5 1 1,-8 2-100,-4 5 1,-6-4-1,-1 6 1,-3-2-230,2 0 0,3 0 1,2-7-70,0 0 0,3 0 455,5-1 1,6-9 270,16-4 1,4-6 0,9-2 0,4 0-345,4 0 1,2 0 0,8 0 0,-3 0-512,3 0 0,2 3 625,3 4 0,-1-5 0,1 8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8:17.3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0 654 7994,'15'-20'0,"-3"3"0,0 5 278,0 3 1,3-6 0,6 8 272,1 2 0,0 3 0,0 2 1,0 0-390,-1 0 1,-1 9 0,-3 6 0,-5 4-141,-3 3 1,-1 0 0,-8-1 0,0 1-153,0 0 1,-10 0-1,-5 2 1,-4 0 97,-3-2 1,1 9 0,1-11-1,3-1 71,3 0 0,-1 6 0,-7-11 42,1 5 0,9 3-172,4 0 1,8-3 0,8-4-333,6-8 0,8-4 0,4-3 0,6 0 423,2 0 0,2-20 0,8-4 0</inkml:trace>
  <inkml:trace contextRef="#ctx0" brushRef="#br0" timeOffset="215">850 87 8139,'-22'0'283,"0"0"1,0 3 0,1 4 109,-1 8 1,0 6 0,0 8 0,0 10 358,1 10 0,-1 9 1,3 17-1,2 12-468,8-38 0,3 1 0,3 3 0,1 0 0,-2 2 0,1-1 0,1 1 0,2-1-237,-1 1 1,2-1 0,2 1 0,3-1 0,1-2 0,1 0 0,11 45-1146,3-10 1,2-24 0,3-8 0,4-13-408,3-13 0,-7-15 1505,2-7 0,5-4 0,-1-3 0</inkml:trace>
  <inkml:trace contextRef="#ctx0" brushRef="#br0" timeOffset="1233">1133 697 7088,'19'-14'-63,"-4"-1"0,4 8 1,-5-5-1,6 0 887,2 0 0,-1 4 0,1-4-218,0 3 1,0 1 0,-1 8-382,1 0 1,-7 0 0,-3 3 0,-2 4-160,-6 7 1,-1-1 0,-3 1-1,-3 1-9,-4-3 0,2 7 0,-9-4 0,-3 4-1,-3 3 0,-1 0 1,-1-1-1,0 1-42,0 0 0,1-3 1,1-2-1,3-2-322,3 2 1,9-5 204,-2 2 0,7-9 0,7 2-237,7-4 1,6-3 0,2-3 0,2-2 339,5-2 0,-5-10 0,7 5 0</inkml:trace>
  <inkml:trace contextRef="#ctx0" brushRef="#br0" timeOffset="1681">1808 784 8399,'2'-19'1714,"5"4"-1168,8 8 1,12 5 0,4 2 0,3-3-748,5-4 1,4 5 0,6-6-1,1 6 201,-1 2 0,-3-10 0,-3-2 0</inkml:trace>
  <inkml:trace contextRef="#ctx0" brushRef="#br0" timeOffset="1865">2026 545 8035,'0'24'87,"0"5"0,0-5 1,0 8-1,0-3 243,0 0 1,0 9 0,2-4 0,5 3-247,8-1 0,-3-7 0,2 5 0,1-3-84,-3-4 0,7-3 0,-7-2 0</inkml:trace>
  <inkml:trace contextRef="#ctx0" brushRef="#br0" timeOffset="2049">2330 523 8035,'3'29'0,"2"2"52,2 3 1,0 3-1,-4 4 1,1-3 195,4-1 1,6-3-1,-6 4 1,-4-4-392,-1-2 0,-3-3 143,0-8 0,0 1 0,0 0 0</inkml:trace>
  <inkml:trace contextRef="#ctx0" brushRef="#br0" timeOffset="2282">2570 0 8035,'22'46'0,"0"5"0,-1 10 372,1 9 1,-3 14 0,-2 13 0,-5 0 638,-2 0 0,5-3 0,-8-7 0,-2 0-564,-3 0 1,-19-9-1,-7-8 1,-7-7-827,-8-5 0,-5-7 379,-6 7 0,-6-10 0,-9 6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8:15.0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1 936 8226,'19'-2'655,"-2"-3"1,-5-4-651,-2-4 0,7 9 0,-3-6 0,6 3 94,2-1 1,-1 1 0,1 7 0,0 0-56,0 0 1,-1 3 0,-1 4-40,-6 7 0,-4 6 0,-10 1 0,0 1-157,0 0 1,-10 7-1,-4 3 1,-8-1 124,-7 0 0,2 6 0,-6-8 0,1-3 45,5-1 0,3-6 0,5-2 0,2-5 482,2-2-317,11-3 0,4-7 0,14 0 0,8 0 42,7 0 1,-2 0-1,6 0 1,1 2-387,0 6 1,-5-4 160,8 11 0,-1-1 0,7 8 0</inkml:trace>
  <inkml:trace contextRef="#ctx0" brushRef="#br0" timeOffset="248">872 436 7966,'-22'12'110,"-7"10"0,0-1 1,0 13 235,-2 7 0,11 13 1,-4 6-1,2 8 194,5 4 1,10 8 0,0-5 0,4 0-378,3 0 1,13-2 0,6-10-1,10-5-1105,5-7 1,0-8 941,2-7 0,15-4 0,-5-10 0</inkml:trace>
  <inkml:trace contextRef="#ctx0" brushRef="#br0" timeOffset="649">1264 806 7724,'-15'-7'22,"1"-1"0,7-6 0,-5 4 566,2-2 1,3 5-212,7-8 0,9 3 0,6-5 271,4 3 1,3 9 0,0-2 243,0 4 0,-1 6-490,1 4 1,-3 5-1,-4 10 1,-5 0-174,-1-1 1,-6 1-1,4 0 1,-5 0-143,-2-1 0,0 4 0,0 1 1,0 3-131,0-2 1,-7-3-1,0-2 1,2 0-363,3-1 1,-6 1-357,1 0 0,2-3 1,13-4 49,6-8 0,5-2 1,3 0-1,0 2-7,0-2 1,7-3 717,0-2 0,10 0 0,-6 0 0</inkml:trace>
  <inkml:trace contextRef="#ctx0" brushRef="#br0" timeOffset="797">1765 980 7978,'-15'0'1224,"1"0"1,7 0-800,-8 0 0,13 0 0,2 0-521,12 0 1,7 0 0,3 0 0,0 0-486,-1 0 1,1 0-1,2 0 581,5 0 0,-4-10 0,6-2 0</inkml:trace>
  <inkml:trace contextRef="#ctx0" brushRef="#br0" timeOffset="981">1874 610 7978,'-3'22'89,"-4"-1"1,5 1 0,-6 2 0,6 3 304,2 2 0,0 10 1,2-3-1,3 5 75,2 3 1,10-8 0,-5 0-1,3 3-566,0 2 0,-3 0 0,5-2 0,-3-8-167,3-6 0,-5-1 0,0-14 264,-2 2 0,7-17 0,-5 2 0</inkml:trace>
  <inkml:trace contextRef="#ctx0" brushRef="#br0" timeOffset="1164">2157 719 7978,'14'29'0,"-2"2"128,-2 3 1,7 2-1,-5 8 1,3-1 62,-1 1 0,-9 0 0,2-1 1,-4 1-683,-3-1 491,9 1 0,-6-1 0,6 1 0</inkml:trace>
  <inkml:trace contextRef="#ctx0" brushRef="#br0" timeOffset="1499">2375 0 8020,'21'22'-98,"1"-8"0,0 1 1,2 4 473,5 8 1,3 14 0,6 15-1,-1 7 71,1 12 0,1 7 0,0 10 0,-22-44 0,0 1-76,-1 1 0,-1 1 0,-4 5 0,-3 0 0,0 43 0,-7-49 0,0 1-90,0 0 1,-2 0 0,-9 48-1,4-48 1,-2 0 0,-11 41-292,-3-10 1,-7-7 0,0-12 0,5-7-1668,7-13 1677,7-9 0,0-22 0,-2-2 0</inkml:trace>
  <inkml:trace contextRef="#ctx0" brushRef="#br0" timeOffset="1731">3180 871 8813,'22'0'-45,"0"0"1,0 0 44,-1 0 0,11 0 0,2 0 0</inkml:trace>
  <inkml:trace contextRef="#ctx0" brushRef="#br0" timeOffset="1897">3398 501 7998,'-14'22'-346,"1"0"0,1 2 497,0 5 0,7 7 0,-2 15 0,5 7 440,2 5 1,2 9 0,3 1-1,5-3-589,2-2 1,0-3 0,5 1 0,-5-4-919,-2-3 916,7 3 0,-15-16 0,8 8 0</inkml:trace>
  <inkml:trace contextRef="#ctx0" brushRef="#br0" timeOffset="2966">3071 958 8124,'-14'12'1661,"-1"-4"-399,11-6 0,-4-2-757,16 0 1,4 0 0,12-2-1,2-3-288,3-2 0,3-1 1,-5 8-1,4 0-499,3 0 0,-5 0 0,5 0 0,-3 0 282,-4 0 0,7 0 0,0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8:14.3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8070,'22'43'85,"-1"1"1,4-1 0,1 1-1,6-1 289,2 1 0,-8 7 0,3 2 0,-5 3-139,-2 4 1,-7-4 0,-3-1 0,-2-1-523,-6-6 1,-11 0 0,-7 1 0,-8-1 286,-7-7 0,-5 3 0,-10-10 0</inkml:trace>
  <inkml:trace contextRef="#ctx0" brushRef="#br0" timeOffset="199">502 676 7976,'22'-20'85,"-1"3"1,1 5 171,0 3 0,0-6 1,2 5-1,2 1 21,4-1 1,8-4-1,-4 4 1,2 0-488,1 1 0,-11-8 0,3 4 209,-4 1 0,6-17 0,3 5 0</inkml:trace>
  <inkml:trace contextRef="#ctx0" brushRef="#br0" timeOffset="348">741 262 7976,'0'22'0,"0"2"68,0 5 0,0-2 1,0 9-1,0 0 106,0-2 1,8 10 0,-1-3 0,0 7-290,3 0 0,-1-2 1,8-4 114,-2-6 0,-1 15 0,8-5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8:12.1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1 8201,'-29'19'0,"0"-2"413,3-2 1,2 9 0,2 12 0,0 5 263,0 3 0,3 16 0,4 6 0,8 4-42,5 5 1,2-5 0,2 10 0,5 2-412,8 3 0,11-8 0,6-7 0,2-9-733,4-10 1,4-5-1,1-8 1,1-6-750,-1-10 1258,-9-15 0,17 3 0,-5-10 0</inkml:trace>
  <inkml:trace contextRef="#ctx0" brushRef="#br0" timeOffset="1181">850 306 6396,'-10'12'2020,"5"5"-756,-9-10 1,9 10-625,-2-2 1,4 4-1,3 3-418,0-1 0,0-6 0,3 0 0,2 1-380,2 4 1,10-6-1,0-2 1,7-2-602,5-5 0,2 5 759,-2-3 0,5 0 0,10-7 0</inkml:trace>
  <inkml:trace contextRef="#ctx0" brushRef="#br0" timeOffset="1348">1133 262 8152,'-19'12'0,"2"8"229,2 6 1,10 6 0,-2-6 0,5 8 296,2 7 0,2-2 0,5 12 1,8-5-234,4-3 1,-4 3 0,-1 3-1,3 2-864,3-3 1,1-2 0,1-2 570,0-1 0,0 1 0,-1-1 0</inkml:trace>
  <inkml:trace contextRef="#ctx0" brushRef="#br0" timeOffset="1531">1373 632 8005,'14'-7'-276,"1"0"638,2 2 0,2 3 0,5 2-178,5 0 0,-5 0 0,5 0 0,-4 0-1703,-4 0 1519,1 0 0,10-10 0,1-2 0</inkml:trace>
  <inkml:trace contextRef="#ctx0" brushRef="#br0" timeOffset="1714">1525 371 8005,'0'36'87,"0"1"1,0-3-1,0 4 1,2-1 76,6 1 0,-3-4 0,9 0 0,3-2-295,2-6 0,-4-2 1,-1-2-1,1 0 131,-3 0 0,17-10 0,-5-3 0</inkml:trace>
  <inkml:trace contextRef="#ctx0" brushRef="#br0" timeOffset="1897">1873 197 8005,'8'36'54,"-1"1"1,0-8 0,-4 7 0,1 5 11,4 7 0,9 1 0,-5 6 0,2 1-280,1 0 0,-8-8 1,8 3-1,1-5 214,4-3 0,2 1 0,-1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8:21.6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281 871 8251,'0'-41'164,"0"5"211,0 7 0,-3 12-247,-4 2 0,5 13 1,-8 4-1,3 18 24,0 13 1,-10 11 0,2 4 0,-2 6-139,3 1 0,-6 1 0,6 4 0,-6-1 23,-1 1 1,-1-7 0,3-4 0,2-8-89,2-5 0,8-9 0,-5 2 14,2-5 1,5-12-1,12-10 1,13-14 32,14-17 0,14-22 0,27-14 0,-33 27 1,1-1 130,2-3 0,2-1 0,8-4 0,1 0 0,-1-2 0,1 1 0,3-2 0,1 1-113,2-4 1,2 2-1,3 1 1,1 0 0,2 1-1,1-1 1,-2 2 0,-1 2 50,-1 3 1,0 1 0,-5 4 0,-1 1 0,-9 7 0,-2 2 0,-3 2 0,0 1-681,-2 2 0,-1 0 0,41-18 615,-5 5 0,-7 2 0,-15 10 0,-8 2 0,-4 5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8:22.1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323 1089 8933,'-10'31'0,"-4"6"473,-6 4 1,-2 12-1,-2 5 1,-2 3-312,-3-3 1,-8 2 0,8-7 0,3 1-232,1-1 0,4-5 0,1-11-5,6-8 0,9-17 0,20-15 0,18-18 355,21-21 0,16-23 0,-23 24 0,3-3 1,2-2-1,2-2 50,2-1 1,2-1-1,9-4 1,1-1-1,2-4 1,1-1-1,5 0 1,2-1-268,-23 19 0,1 0 1,0 1-1,3 0 1,1 2-1,0 0 0,1-1 1,-1 1-1,1-1 1,-2 3-1,0 0 1,0 0 18,26-14 0,-1 1 0,-7 2 0,-2 4 0,-5 11 0,-2 3 0,-2 0 0,-1 2-364,-3 2 0,-1 1 0,-2 2 0,-2 2 0,-5 2 0,-2 2 281,44-12 0,-9 0 0,-7 7 0,-6 10 0,1 7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21:12.6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88 262 11789,'22'0'1059,"-1"0"1,1 0-841,0 0 0,9 0 0,6 0 1,4 0-295,2 0 0,1 0 1,-1-2-1,-1-3-789,-6-3 0,-2 1 1,-10 5-1,0-3 864,-5-2 0,-2-10 0,5 5 0</inkml:trace>
  <inkml:trace contextRef="#ctx0" brushRef="#br0" timeOffset="215">589 1 7537,'-10'12'1473,"5"-3"0,-9-9 0,-3 0-964,-3 0 1,-11 0-1,-8 3 1,-7 2-272,-5 2 0,-2 0 0,5-7 0,-1 3-674,8 4 1,0-5-1,10 6 436,-3-6 0,7-2 0,-4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21:08.0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1365 8444,'-8'0'1101,"16"0"0,6 0 0,25 0 0,7 0-666,10 0 0,16 0 1,8-2-1,7-3-319,8-2 1,4-1 0,-46 8-1,0 0 1,-2 0 0,0-2-443,43-5 1,1 2-1,-11-7 1,-14 0-715,-14 0 1,-20 7 0,-9-5-2472,-10 0 3511,-7 8 0,-20-17 0,-2 7 0</inkml:trace>
  <inkml:trace contextRef="#ctx0" brushRef="#br0" timeOffset="200">160 1017 8136,'-12'-3'636,"5"-4"1,17 5-1,11-6 1,16 6-179,11 2 1,8 0 0,9 0 0,3 0-303,4 0 0,6-2 0,9-3 0,-2-2-823,-6 2 1,-4 0 0,-12 0 0,-5-2-1140,-7 2 1806,-24 2 0,2-6 0,-17-3 0</inkml:trace>
  <inkml:trace contextRef="#ctx0" brushRef="#br0" timeOffset="432">639 538 8246,'-12'21'54,"-5"4"0,10 1 0,0 6 61,-3 2 0,8 12 1,-8 12-1,3 5 419,-1 2 1,-6 3-1,7 2 1,-1 2-510,-1-1 1,6-6 0,-4-7 0,2-7-886,-2-5 0,5-5 1,-6-5 859,6-7 0,2-14 0,0-6 0</inkml:trace>
  <inkml:trace contextRef="#ctx0" brushRef="#br0" timeOffset="601">748 581 8136,'12'22'49,"-4"0"0,-6 0 366,-2-1 0,0 13 0,0 10 0,0 11 47,0 8 1,0 5 0,0 5-1,0 7-1057,0 4 1,0 1-1,0-5 595,0-8 0,0 6 0,0-1 0</inkml:trace>
  <inkml:trace contextRef="#ctx0" brushRef="#br0" timeOffset="935">1815 1147 8049,'0'42'212,"0"-6"0,0 7 0,0-1 0,3 8 245,4 6 1,-2 5 0,9 9 0,1 5-444,-3 2 1,5 3-1,-8 5 1,1-3-1221,0-2 0,-3-12 1206,-7-3 0,10 0 0,2-9 0</inkml:trace>
  <inkml:trace contextRef="#ctx0" brushRef="#br0" timeOffset="1168">1728 1039 8049,'22'-22'0,"0"2"0,-1 4 0,1 3 532,0 4 0,7 1 0,2 8 1,3 0 34,5 0 1,-5 3 0,0 2 0,0 4-320,0 4 0,-15 1 0,0 10 0,-7 3-241,-7 2 0,-5 7 1,-7-4-1,-10 1-351,-10 6 0,1 0 1,-11 0-1,-1-5-873,-3-3 0,-3 5 0,3-7 1217,5-2 0,-5-3 0,7-2 0</inkml:trace>
  <inkml:trace contextRef="#ctx0" brushRef="#br0" timeOffset="1484">2360 843 8049,'-22'-3'154,"0"-2"1,0-2 460,1 2 1,-1 3 0,0 2 0,-2 2 119,-5 5 1,5 8 0,-6 12 0,6 4-697,3 3 1,1-7 0,6 4 0,6-2-475,6 0 1,2 10 0,0-5-1,0 0 87,0-5 1,10-8 0,4-4 0,6-5-235,1-2 0,1-3 1,0-7 803,0 0 0,-1-2 0,1-3 0,0-2 343,0 2 1,-8 3-1,1 2 1,2 0-124,2 0 0,-4 0 0,-1 0 0,3 0-656,2 0 0,-4 7 0,-1 3 0,3-1-206,3 1 420,-8 7 0,7-5 0,-7 10 0</inkml:trace>
  <inkml:trace contextRef="#ctx0" brushRef="#br0" timeOffset="1968">2534 1191 8049,'0'22'857,"0"0"-120,0-1 0,0-6 1,0-1-1,0 3-91,0 3 1,0 1-1,0 1 71,0 0 0,0-7-248,0-1 1,0-12 0,0-4-571,0-17 1,0-6 0,0-13 0,0-6-619,0-4 1,7-10 0,3 7 0,-1 0-278,1-2 1,7 7-1,-2-2 1,4 9 252,3 10 0,-1 5 1,1 2-1,0 2 743,0 6 0,0 4 0,-1 10-83,1 0 0,-3 3 1,-2 2-1,-4 4 379,-4 3 1,-2-4 0,-7 6 0,0 3 344,0 2 0,-2-4 0,-3-1 0,-4 6 53,-4 6 0,-1-1 0,-5 6 0,2-2-419,2 0 1,3 3 0,-5-6 0,5 6-464,2 1 0,3-6 1,7 2-477,0-5 1,0-2-1,2-3 236,6-4 0,4-8 1,10-14-1,-1-5 50,1 0 0,0-8 0,0 6 1638,-1-5-646,-8 6 0,-4 13 1,-9 15-1,0 4-571,0 3 1,0 7 0,0 0 0,3-2-1438,4-3 1394,-5-2 0,18 0 0,-8-1 0</inkml:trace>
  <inkml:trace contextRef="#ctx0" brushRef="#br0" timeOffset="2866">3078 1518 7860,'-12'0'1121,"2"-10"0,10-5-1155,0-4 1,0-3-1,0-2 1,0-2-180,0-4 1,8-11 0,1 3 0,1-6 20,0 3 0,7 5 0,-5-1 1,2 8 18,1 5 1,-8 12 342,8 5 0,-3 14 0,2 10 0,-7 7 60,-4 5 0,4 10 0,0-5 0,-2 2-137,-2 0 1,-3-9-1,0 2 1,0-5-54,0-2 1,0 0-37,0 0 1,0-13 0,0-9 218,0-12 1,0-14 0,0-6 0,0-2 72,0-5 0,0-2 1,0 0-1,2 2-120,5 3 1,-2 10 0,7-3-1,0 4-175,0 4 0,3 1 0,7 6-69,0 6 1,-1 16 0,1 9 0,0 7 133,0 5 1,-3 10 0,-2-6 0,-5 4 110,-2-1 0,4 0 1,-6 5-1,-4-2-36,-1-3 1,-3-9-1,0 2 1,-3-5 23,-4-2 0,-5-10 1,-10-5-105,0-4 0,8-3 0,2-3 0,0-6-91,0-13 1,7-7 0,-2-10-1,4 3-56,3-3 1,0-2-1,0-2 1,3-1 27,4 0 0,-2 8 1,9 2-1,3 3-61,2 4 0,3 5 1,0 8-1,0 7 85,0 4 1,-1 6 0,1 4 0,0 7-141,0 6 0,-1 4 0,-1 5 1,-3 5-159,-3 0 0,-7 4 1,6-8-1,-1-4 195,0-2 1,-5-2 0,5 0 0,0 0 218,0-1 1,-4-8 479,6-6 1,-7-5 77,8-2 0,-3-9 0,5-6 0,-5-4-246,-2-3 1,4-7 0,-4-3-1,0-1-305,-1-6 0,8-2 1,-5-3-1,3 1-44,-1-1 1,-9 8-1,2 2 1,-4 0-175,-3 0 1,0 15 0,-3-1 376,-4 8 1,-5 5 0,-7 9 0,2 6 148,2 6 0,1 8 1,-8 7-1,3 7-222,4 5 0,-2 8 1,10-3-1,2-5-295,3 0 1,2 0 0,2 3-1,5-3-551,8-5 1,4-4-1,5-13 1,3-4-771,2-8 1,7-7 0,-4-7 0,-1-10 194,1-10 1,4-7-1,-7-12 1246,-2-5 0,-3-4 0,-2-11 0</inkml:trace>
  <inkml:trace contextRef="#ctx0" brushRef="#br0" timeOffset="3049">4254 15 8028,'0'-14'759,"0"14"0,0 17 0,0 33 0,0 11-348,0 9 0,7 10 1,3 14-1,-5-41 0,0 1-281,-1 6 1,1 1 0,3 1-1,-1 1 1,-2 8 0,0 1-1,-1-1 1,1-1-436,0-2 0,0-1 0,-1-4 0,-1-3 0,-1-4 0,-1-3 0,4 37-1257,2-25 0,2-33-909,-1-18 2471,-6-19 0,-2-16 0,-12-13 0</inkml:trace>
  <inkml:trace contextRef="#ctx0" brushRef="#br0" timeOffset="3199">3884 973 8028,'7'-22'260,"3"1"1,0-1-588,-1 0 0,15 3 0,1-1 0,6 3 821,8 1 1,12-16-1,9 8 1,8-5-499,4-3 1,11 3-1,-6 8 1,3-1-470,0 0 0,-20 3 0,-2 4 473,-9 8 0,-15 4 0,-3 3 0</inkml:trace>
  <inkml:trace contextRef="#ctx0" brushRef="#br0" timeOffset="3501">4603 1060 8028,'-22'22'0,"2"2"321,6 5 0,2-4 0,7 6 1,-2-2 16,2 0 0,2-7 0,6-8 0,4 1-78,8-3 1,4-2 0,3-10 0,0 0 15,-1 0 0,8-10 0,0-5 0,0-6-199,3-8 0,-8-3 0,5-7 0,-5 3-40,-2-3 1,-7 6 0,-3-1 0,-3 0-85,-4 0 1,-5 10 0,-5 0-1,-4 9 249,-3 5 0,-3 3 1,-7 7-1,-2 0 370,-5 0 0,5 17 0,-5 7 0,5 8-239,2 6 1,10 1 0,2 0 0,3-5-658,0-3 1,2 8 0,12-5 0,8-3-864,4-9 0,10-3 1,2-11-1,3-4-538,5-1 1,0-3 1724,-3 0 0,5-10 0,-7-2 0</inkml:trace>
  <inkml:trace contextRef="#ctx0" brushRef="#br0" timeOffset="3701">4995 1213 8224,'0'14'829,"0"1"0,0-8-338,0 8 0,2-11-109,5 4 0,3-16 0,4-6-71,-6-5 0,1-6 0,-1-1 0,-4-3-210,-1 2 0,-3-7 0,2 0 0,3 0-355,2 5 0,1-2 0,-6 2 0,3 2-505,2 3 1,10 5 758,-2 4 0,4-4 0,3 7 0</inkml:trace>
  <inkml:trace contextRef="#ctx0" brushRef="#br0" timeOffset="4001">5626 734 7977,'-22'-20'401,"1"6"1,-1-3-1,0 10 1,0 2 557,0 2 0,1 6 0,-1 4 0,3 8-685,4 4 0,-2 3 1,10 2-1,2 5-264,3 7 1,4-2 0,5 2 0,8 3-77,4 2 1,3 0-1,2-2 1,5-5 208,7-3 1,-2 1 0,0-6 0,0 4 489,0-4 1,-8-2 0,1-2 200,-10 0 1,-10-3 0,-14-4-1075,-7-8 0,-13 3 0,-5-3 0,1-2-907,0-3 1,2-4-1,7-3 1,0-2-3039,0 2 4185,10-7 0,-7 9 0,7-6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21:15.9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0 717 8091,'15'0'978,"-1"0"1,-9 12-1,3 10 1,-4 11-405,4 9 1,-6 11-1,5 5 1,-2 7-441,2 8 0,-4-5 0,4 7 0,-4-3-528,-3 1 1,7-3 0,0-12 0,-2-7-1656,-3-5 0,-2-20-736,0-4 2785,0-15 0,10-16 0,2-15 0</inkml:trace>
  <inkml:trace contextRef="#ctx0" brushRef="#br0" timeOffset="283">458 826 8091,'0'-22'-579,"0"0"875,0 0 1,-10 13-1,-2 9 262,0 12 0,-7 17 0,4 9 0,-4 8-170,-3 5 1,10 10 0,2-3-1,3 7-222,0 8 1,-1-13-1,11 3 1,4-10-75,8-12 0,6-7 0,6-14 0,4-6 167,3-7 0,-5-14 0,5-10 1,0-9-146,0-11 1,-15-6-1,1-6 1,-6-1-319,-2 1 0,-7-4 1,2 0-1,-4 0-320,-3-1 0,-10 3 0,-2 8 0,-3-1-378,1 1 1,2 9-1,-5 5 175,2 5 0,8 12 0,-5 7 727,2 10 0,-7 16 0,5 13 0</inkml:trace>
  <inkml:trace contextRef="#ctx0" brushRef="#br0" timeOffset="617">1351 151 8055,'0'-42'0,"0"6"298,0 7 1,-10 7 0,-5 8 94,-4 7 1,-3 23 0,-2 16-1,-3 16 78,-2 18 1,-7 4 0,7 14 0,2 8-120,3 5 0,13-44 0,0 1 0,1 4 0,1 2 0,1 3 1,2 0-186,1 0 1,2 0 0,2 0 0,0 0 0,1 1 0,2 0-1,2-1 1,2 0-390,4 0 0,2-3 0,12 35 0,12-11 0,5-21-279,8-19 1,-1-10 500,10-13 0,-2-6 0,7-10 0,2-13 0,5-4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21:18.6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22 148 8090,'-12'10'740,"2"4"1,10 15 0,0 7-423,0 5 0,0 5 0,0 5 0,0 7-576,0 5 1,7 3 0,3-1 0,2-2-1286,5-5 1543,2 5 0,3-17 0,0 7 0</inkml:trace>
  <inkml:trace contextRef="#ctx0" brushRef="#br0" timeOffset="286">414 235 8024,'-22'24'0,"0"3"16,0 2 0,8 12 1,2 0-1,0 10 427,0 5 1,7 2 0,0 4 0,10-3-113,9-9 1,8-13-1,7-11 1,7-9-14,6-10 0,8-9 0,4-10 0,-1-12-3,0-8 1,-2-6-1,-10-11 1,-5-2-172,-7 3 1,-14 4 0,-8 6 0,-7 4-237,-7 2 1,-15-4 0,-12 7-1,-2 5-309,0 7 0,-1-2 0,-6 4 1,-1-2-97,1 3 0,2 4 1,2 8-1,5-3-144,2-3 1,6 4 0,9 11 640,2 7 0,11 15 0,-6 5 0</inkml:trace>
  <inkml:trace contextRef="#ctx0" brushRef="#br0" timeOffset="903">1372 213 8018,'-22'0'726,"0"0"-451,1 0 1,-1 0 0,0 3 0,0 6 109,0 13 1,1 7 0,-1 12 0,0 0-133,0 5 1,8 3 0,2-6 0,2 1-112,5-1 0,5 1 1,8-3-1,6-7 13,5-12 0,6-3 0,1-12 0,6-2 99,2-2 0,-1-16 1,6-6-1,-5-10-71,-3-5 1,6 5 0,-8-7 0,-5 0-179,-7 2 1,-5-5-1,-7 8 1,2-1-249,-2 1 1,-10-6 0,-7 8 0,-5 3-223,-7 1 1,-3 4 0,5 1-1,1 6-159,-1 7 0,0 4 0,0 3-25,1 0 1,6 0 0,3 3-1,2 4-197,5 7 1,3 6 845,2 1 0,10 1 0,2 0 0</inkml:trace>
  <inkml:trace contextRef="#ctx0" brushRef="#br0" timeOffset="1203">1524 366 8018,'10'-22'54,"-8"7"0,8 3 0,-3 0 689,1 0 0,6 5 1598,-7-8-2032,1 1 0,-8 11 0,0 11 0,-3 8-155,-4 6 0,2 10 0,-7 4 0,2 5-85,6 3 0,1-8 1,3-2-1,0 0-154,0 0 1,3-10 0,4-2-1,7-10 106,6-3 1,4-9-1,2 0 1,6-14 198,2-13 0,0-7 0,2-9 1,-7-1 51,-5 1 1,-4-1 0,-6 3-1,-7 2-208,-4 3 1,-6 7-1,-4-5 1,-7 5-313,-6 10 0,-2-3 0,1 10 0,-1 0-485,0 4 0,0 6 0,1 2-206,-1 0 1,10 2 0,2 6 0,3 6-150,0 6 0,-1 1 1088,8 1 0,10 10 0,2 1 0</inkml:trace>
  <inkml:trace contextRef="#ctx0" brushRef="#br0" timeOffset="1485">1960 278 8018,'22'-19'-6,"-1"5"0,-6-6 0,-1 6 0,3-6 372,3-1 0,-1 6 0,-2 3 0,-5 0 1961,-2 0-1820,-3 7 1,-9-2 0,-3 16-1,-5 13-230,-2 12 0,-2 7 1,-8 3-1,2 2-136,6 4 1,2-4-1,7 5 1,-2-5-51,2-2 1,5-3 0,5-5 0,7-7-55,7-5 0,1-11 1,16-6-1,3-10 29,2-11 0,2-10 1,1-22-1,-3-3 37,-5-1 0,-4-11 0,-11 5 0,1-2-53,0 0 1,-10 10 0,-5-1 0,-7 8-481,-7 5 0,-7 9 0,-15 1 0,-8 6-213,-4 6 0,-2 9 1,-1 0-1,-2 10 643,-5 10 0,-4 14 0,-11 4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21:24.2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1 392 8928,'7'-14'2814,"3"1"-2243,2 4 1,2 1-1,8 8 1,2 0-245,5 0 1,-2-7 0,9 0 0,3 2-513,2 3 0,3-6 0,-1-1 0,1-1-771,-1 0 0,-9 1 0,-5 4 0,-7-5 956,-7-2 0,4-2 0,-7-8 0</inkml:trace>
  <inkml:trace contextRef="#ctx0" brushRef="#br0" timeOffset="151">349 0 9483,'0'22'717,"-7"2"0,0 5 0,2 7-207,2 5 1,3 13 0,0 6 0,0 8-656,0 5 0,0 6 1,0-8-1,3-6-496,4-5 0,-4-11 641,4 2 0,-5-5 0,-2-3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21:23.3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23 925 8026,'-12'-12'1176,"2"2"0,12 10 0,8 0 0,9 0-761,8 0 0,12 0 0,-3 0 0,5 3-260,3 4 0,-8-5 1,0 6-1,3-6-782,2-2 0,0 0 0,-4 0 0,-8 0-1071,-5 0 0,-5-2 1698,-4-6 0,4-4 0,-7-9 0</inkml:trace>
  <inkml:trace contextRef="#ctx0" brushRef="#br0" timeOffset="182">328 577 8122,'-10'12'474,"7"0"0,-4-5 153,5 8 1,2 11 0,0 3 0,0 0-423,0 3 0,2 2 0,5 9 0,6 1-523,-1-1 1,7 1 0,-7-1 0,3 1-1033,-1 0 0,-2-3 1350,3-5 0,4-5 0,-7-9 0</inkml:trace>
  <inkml:trace contextRef="#ctx0" brushRef="#br0" timeOffset="402">654 555 8031,'0'22'514,"0"7"1,0 0-1,0 0 147,0 2 0,0-4 0,0 9 0,3 3-362,4 2 1,-2 3 0,7-1 0,0-2-489,0-4 0,0 4 0,3-7 0,-6-1-2255,1-4 2444,-8-14 0,18 4 0,-8-7 0</inkml:trace>
  <inkml:trace contextRef="#ctx0" brushRef="#br0" timeOffset="684">894 11 8128,'7'-10'1231,"3"10"-565,2 12 0,0 10 0,5 7 0,-3 9-102,3 11 1,10 9 0,2 15 0,-2 9-375,-3 10 1,-11-44-1,0 1 1,0 2-1,-1 2 1,-3-3-1,-1 1-285,-2 1 1,0 0-1,-2 0 1,-1 0 0,-3 1-1,0-2 1,-3 46-950,-4-7 0,2-11 1,-9-20-1,-1-11-2082,3-9 3126,-7-18 0,16-11 0,-6-10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21:33.3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1 697 8023,'22'12'404,"-10"7"1,5-14-1,-8 10 356,4 2 1,-9 2 0,4 3 0,-6 2-206,-2 5 1,7 5 0,1 7 0,-4 0-474,-1 3 1,-1-6-1,3 16 1,2-3-420,-2-1 0,-2-6 0,-3-8-1373,0 3 1,0-8 1709,0-2 0,0-14 0,0-5 0</inkml:trace>
  <inkml:trace contextRef="#ctx0" brushRef="#br0" timeOffset="298">437 828 8023,'21'-10'-1192,"1"-5"2333,0-4 0,-10-3 320,-5 1 0,-4 11-1122,-3 10 1,-8 12-1,-1 17 1,-3 7-192,-5 5 0,7 3 1,0 2-1,3 2-340,0 3 1,0 0 0,7-8 0,2-1-82,5-6 0,5-5 0,10-11 0,2-6 251,5-6 1,-5-16-1,6-9 1,-6-9 460,-3-11 1,-1-6 0,-6-6-1,-6-1-171,-6 1 0,-4 3 0,-6 3 1,-6-1-354,-6 1 1,-1 1-1,-1 6 1,0 7-905,0 5 1,1 9 0,-1 3 988,0 3 0,0 1 0,1 8 0</inkml:trace>
  <inkml:trace contextRef="#ctx0" brushRef="#br0" timeOffset="666">1351 44 8003,'-22'-22'176,"1"10"1,-1 5 0,0 4 605,0 3 1,0 22 0,-2 14 0,-2 17-299,-3 10 1,-10 15 0,5 9 0,17-37 0,0 1-280,2 5 1,1 2 0,1 6 0,2 0 0,1 4 0,1 0 0,1-2 0,1-1-275,2-2 1,3-1 0,2-5-1,2-2 1,3 1 0,2-1-1,4-5 1,3-1-629,17 41 1,8-20-1,9-27 1,3-11-2385,-3-8 3081,8-2 0,0-10 0,9-2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21:38.6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1 849 7990,'0'22'0,"0"0"210,0 0 0,2-5 1,3 2-1,2 8 231,-2 4 1,-2-2 0,-3 7 0,0 3-227,0 2 0,7 10 0,0 0 1,-2 0-323,-2 2 0,-3-7 1,2 7 106,5 0 0,-4 3 0,6 9 0</inkml:trace>
  <inkml:trace contextRef="#ctx0" brushRef="#br0" timeOffset="302">589 980 7990,'0'22'362,"0"0"1,-7-1 0,-3 1 0,0 0-312,1 0 1,-8-1 0,2 4 0,-2 4 32,3 7 0,-3 5 0,10 5 0,2 3-141,2 1 0,6 1 0,4-10 0,7-4 94,6-8 0,11-8 0,6-6 0,1-8 177,-1-4 1,4-13-1,-5-7 1,3-10 352,-3-9 1,3-5 0,-10-5-1,-3-2-164,-1-3 1,-13-7-1,-5 7 1,-5 2-554,-2 3 0,-9 13 0,-6 4 0,-4 4-459,-3 4 0,0 9 1,0 4-1096,1 6 0,-1 4 1704,0 6 0,0 4 0,1 9 0</inkml:trace>
  <inkml:trace contextRef="#ctx0" brushRef="#br0" timeOffset="667">1678 153 8190,'-22'19'159,"0"-5"1,0 3 0,1-7-1,-1 2 373,0 5 0,0 10 1,1 7-1,-1 7-139,0 12 0,-7 10 1,2 9-1,6 8-45,4 5 1,12 4-1,-2 6 1,4 4-374,3 0 0,3-2 1,6-12-1,11-5-700,6-8 0,13-9 0,-5-12 1,2-17-39,0-15 0,1-2 1,4-10-1,-2-4 763,-3-8 0,0-17 0,8-12 0</inkml:trace>
  <inkml:trace contextRef="#ctx0" brushRef="#br0" timeOffset="900">2113 632 7410,'22'0'-90,"-7"0"1,-3 2 0,-3 5 913,-4 8 0,-2 7 0,-3 7 0,0 7-506,0 5 0,-3 12 0,-2 5 0,-4 5-262,-3 3 0,7-1 1,-5-2-1,3-3-646,0-2 1,-3-2-1,5 2 1,-2-7 589,2-5 0,3-12 0,2-3 0</inkml:trace>
  <inkml:trace contextRef="#ctx0" brushRef="#br0" timeOffset="1168">2440 871 8172,'19'-22'0,"-4"1"552,-8-1 1,-7 10-256,-7 4 1,-5 18-1,-10 12 1,0 12-52,0 7 0,1 5 0,1 2 0,3 3-225,3-2 1,9-4 0,-2-3 0,4-4 135,3-1 1,3-11 0,6 1-1,11-10 288,6-10 1,13-7 0,-3-7-1,3-10 58,-3-10 0,5-7 1,-7-12-1,0-2-321,-5-3 1,-12 0-1,-5 10 1,-2 3-526,-5 1 0,-12 8 0,-8-5 0,-4 3-412,-3 4 0,0 13 0,0 6-1527,1 6 1,-1 2 2281,0 0 0,10 10 0,2 2 0</inkml:trace>
  <inkml:trace contextRef="#ctx0" brushRef="#br0" timeOffset="1400">2897 1045 8156,'0'22'1053,"8"-7"1,1-3 0,3-3-772,5-4 1,3-2 0,4-3 0,2 0-210,3 0 1,10 0 0,-3 0 0,3 0-562,-3 0 1,6-3 0,-9-2 0,1-4-1827,-5-3 2314,-4 7 0,-4-24 0,1 5 0</inkml:trace>
  <inkml:trace contextRef="#ctx0" brushRef="#br0" timeOffset="1584">3159 632 6440,'0'-12'1755,"0"19"1,0 17-1290,0 7 1,0 8 0,0 10 0,0 4-293,0 2 1,0 4 0,0 8 0,0 6-614,0 7 1,0-5 0,0-5-1,0-10-890,0-9 1,0-12 1328,0-3 0,0-9 0,0 4 0</inkml:trace>
  <inkml:trace contextRef="#ctx0" brushRef="#br0" timeOffset="1784">3442 784 8156,'21'-24'-379,"1"-3"1,0-2 248,0 3 0,-8 4 1201,1 7 0,-3 10 0,2 18-688,-6 8 1,-6 16 0,-2 1 0,0 8-257,0 5 1,0 0 0,0-5 0,0 2-341,0 3 1,0 0-1,0-8 1,0 3-1754,0 5 1966,0-5 0,0 17 0,0-7 0</inkml:trace>
  <inkml:trace contextRef="#ctx0" brushRef="#br0" timeOffset="2117">3986 0 8090,'29'44'153,"0"-1"0,0 10 0,-7 8 0,2 9-3,5 10 1,-5 14-1,-10-43 1,-1 0-1,-3 2 1,-1 0-138,0 2 1,-3-1 0,-3 1 0,-1-1 0,1 1 0,-1-1 0,-4 2-1,-1-1-37,-3 3 0,-3 1 1,-3-3-1,-2 1 1,-3 4-1,0-1 1,-2 0-1,-1-1 1,-2-2 0,-2-1 1,-1-2-1,-1-1 1,2-4-1,0-1 1,-2-5-1,-1-2 23,-29 37 0,10-3 0,-7-7 0,-3-3 0,0-5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21:36.6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0 502 6824,'0'-22'1747,"8"12"-818,-1 10 0,0 12 0,-7 17 0,0 7-416,0 6 0,0 1 0,0 3 1,0 3-382,0 1 0,7 11 1,1-6-1,-4 4-731,-1-1 0,4-10 0,0 3 0,1-8-3042,1-6 3641,3-6 0,1-9 0,-4 0 0</inkml:trace>
  <inkml:trace contextRef="#ctx0" brushRef="#br0" timeOffset="259">283 654 8057,'10'12'261,"-7"7"0,4-4 1,-5 4 150,-2 3 0,-7 12 1,-3 7-1,1 10-117,-1 5 0,3-6 0,9 6 0,5-3-72,8-4 1,4-13 0,5-7-1,5-7 237,8-8 0,-3-6 0,-1-18 0,-1-10-139,-5-6 0,-6-13 0,-6 5 0,-8-2-298,-4 0 0,-6-1 0,-4-4 0,-10 3-223,-10 1 1,1 8 0,-8-5 0,2 3-933,6 4 1,-1 3 0,0 2-2172,-2 1 3303,0 8 0,8-6 0,-1 7 0</inkml:trace>
  <inkml:trace contextRef="#ctx0" brushRef="#br0" timeOffset="567">893 893 8089,'0'15'1782,"0"0"0,3-11-1295,4 4 1,-2-6 0,9-2-1,6 0-314,6 0 1,1 0-1,9-2 1,3-3-248,2-2 0,2-3 0,1 5 0,-3-5-869,-5-2 1,3 5 0,-10-5 942,-2 2 0,-3-16 0,-2 1 0</inkml:trace>
  <inkml:trace contextRef="#ctx0" brushRef="#br0" timeOffset="750">1154 567 7522,'0'22'1007,"0"-1"1,3 1 0,2 2-620,2 5 1,3 5 0,-5 10 0,2-1-388,-2 1 0,4 7 0,1 2 0,0 0-422,-1 0 0,1-2 0,-5-10 0,2-2 421,-2-3 0,7 1 0,0 6 0</inkml:trace>
  <inkml:trace contextRef="#ctx0" brushRef="#br0" timeOffset="933">1525 610 8082,'9'-21'478,"6"-1"0,4 10-80,3 4 1,-7 23-1,-3 9 1,-3 8-61,-4 6 0,5 4 0,-3 3 1,0 4-303,3 2 1,-8-1-1,8-4 1,-3 3-395,1 2 1,-1-1 357,-7-6 0,10 0 0,2-1 0</inkml:trace>
  <inkml:trace contextRef="#ctx0" brushRef="#br0" timeOffset="1234">1851 1 8027,'22'21'0,"0"4"155,0 4 1,2-3 0,2 11 0,3 4 221,-2 7 0,-3 10 0,-2 15 0,0 7 24,0 4 1,-8 6 0,-2 2-1,-2 5-220,-5 2 1,-4-46 0,-2 0 0,-2 2-1,-1-1 1,-3-3 0,-1 0-152,-1-1 1,-1-1 0,-19 40 0,-3 3 0,1-12-342,-1-14 0,3-13 311,7-17 0,1-4 0,-1-11 0</inkml:trace>
  <inkml:trace contextRef="#ctx0" brushRef="#br0" timeOffset="1516">2548 1024 8043,'10'22'736,"-5"-3"0,9-4-386,3-8 0,2-5 0,6-2 0,1 0-251,3 0 0,8-7 0,-6-2 0,3-1-476,5 0 0,-1-7 1,1 5-1,-5-2 377,-3-1 0,-2 1 0,-7-8 0</inkml:trace>
  <inkml:trace contextRef="#ctx0" brushRef="#br0" timeOffset="1683">2809 763 8043,'0'43'58,"-2"3"1,-3 0 233,-2-2 0,0 4 0,7-9 1,0 7-75,0 5 1,7 0-1,3-8 1,2 1-135,5-1 0,-5-6 1,2-1-1,3 0-367,3-2 283,-8-3 0,7 1 0,-7 2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29:41.0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22 8252,'14'0'-240,"1"0"0,-8 0 545,8 0 0,-10-2 0,4-3 406,1-2-48,-8-1-266,8 8 1,-10 3-242,0 4 1,-2-2 0,-3 12 0,-5 5-103,-2 4 0,-3 13 0,-4-3 0,2 5-91,3 3 1,2-1-1,-5-1 1,5-6 655,2-7 0,3-5-111,7-2 1,2-10 0,5-5-1,8-4-265,4-3 1,3 0-1,0 0 1,-1-3-416,1-4 1,7 2 0,3-7 0,-1 2-388,1 6 1,-3-6 0,-8 3 0,4 2-346,4 2 904,-5 3 0,7-9 0,-9-3 0</inkml:trace>
  <inkml:trace contextRef="#ctx0" brushRef="#br0" timeOffset="216">436 66 8255,'-2'22'0,"-3"-1"228,-2 1 0,-3 10 0,5 4 0,-5 7 445,-2 8 1,7-2 0,-4 9-1,2 2-433,-1 3 0,-6 2 0,7 1 0,-1-1-686,-1 0 1,6-9-1,-4-5 1,4-8-430,3-6 1,0-6-1088,0-9 1962,0-10 0,0-12 0,0-12 0</inkml:trace>
  <inkml:trace contextRef="#ctx0" brushRef="#br0" timeOffset="533">567 436 7711,'0'22'614,"0"-1"1,-7 4 0,-3 4-1,0 5-264,0-1 1,3 9-1,7-6 1,0 5 4,0 3 1,0-11 0,3-6 0,4-8-59,7-4 0,13-10 0,4 0 1,3-10 56,5-10 1,-5-14-1,0-7 1,-3-5-283,-4-3 0,-10 1 0,-5-1 0,-2 1-35,-6-1 0,-1 3 1,-6 5-1,-4 4-297,-7 1 0,-6 14 1,-1-5-1,-1 5-302,0 5 0,0 0 1,0 7-1,1-2-285,-1 2 0,7 5 1,3 7 130,3 8 1,-1 4-1,5 3 1,-2 0-578,2-1 1293,3 1 0,2 0 0,0 0 0</inkml:trace>
  <inkml:trace contextRef="#ctx0" brushRef="#br0" timeOffset="883">915 392 8166,'15'-9'193,"-1"-6"0,-2-4 1,5-3 729,-2 0 0,-10 0 132,2 1 1,-5 11-913,-2 10 0,-7 10 0,-3 11 0,-2 4-111,-5 4 0,0 5 1,0 12-1,3 2-14,-3 3 0,7 2 1,1-5-1,1 3-99,1-2 0,0-6 1,9-4-1,6-8 117,6-6 0,5-1 1,6-17-1,1-2 110,3-3 1,10-11 0,-3-8 0,3-10 80,-3-9 0,-4-1 0,-10-4 1,-3-5-115,-5 0 0,3-4 1,-9 1-1,-4 3-115,-1-2 0,-6 2 1,-1 7-1,-6 3-330,-2-3 0,0 8 0,-5 4 0,5 8-603,2 4 1,0 10 219,3-2 1,-3 7-1,-4 7 1,7 10-107,4 10 1,-4-3 820,0 5 0,-10 5 0,5 0 0</inkml:trace>
  <inkml:trace contextRef="#ctx0" brushRef="#br0" timeOffset="1547">1525 305 8118,'10'-22'-845,"-8"1"1,5-1 1257,-4 0 0,4 8 0,0-1 239,-2-2 1,-5 8-262,-7 1 0,2 6 0,-10 4-194,-1 6 1,-1 11 0,0 12 0,2 3-70,-2 5 0,5 2 0,-2 3 0,-1 2-97,3 4 1,0-1 0,7 4 0,-2-5-41,2-6 1,5-6-1,5 0 1,4-7 230,4-5 1,1-12 0,10-4 0,3-8 265,2-8 1,0-4-1,-7-12 1,-3-2-49,-4-3 0,2-10 1,-10 3-1,-2-6-233,-3-1 0,-2 2 0,0 2 0,-2 5-192,-6 3 0,4-8 0,-9 5 0,1 0-498,0 5 1,7 5 0,-4 2-5665,-1 0 4173,8 1 1974,-8 9 0,10 12 0,0 12 0</inkml:trace>
  <inkml:trace contextRef="#ctx0" brushRef="#br0" timeOffset="1914">1917 262 8118,'0'-22'294,"0"0"0,0 0 675,0 1 0,0 6-482,0 1 1,-10 9 0,-4 0-271,-6 10 0,6 9 0,-1 13 0,-2 7-36,-2 7 1,0-2 0,2 14-1,5 0-138,2 5 0,-5-5 0,8-2 0,2-5-69,3-2 0,9-3 1,3-5-1,4-9 159,11-10 0,-1-8 0,12-13 1,0-9 183,-2-8 0,7-16 1,-7-1-1,3-8-18,-1-5 0,-10-7 0,1 5 0,-8-1-333,-4 1 0,-10 2 0,2 8 1,-7 2-566,-7 4 0,-5 8 1,-13 12-1,-1 5-444,-3 3 0,0 1 0,7 11 0,0 4 1043,0 7 0,-9 6 0,-3 2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29:43.5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328 1 8131,'-33'21'243,"-1"11"0,5 7 0,-8 11 237,-4 16 1,5 11-1,18-31 1,2 3 0,0 1-1,1 1-110,0 2 1,3 1 0,3 0-1,3 0 1,2 1 0,1-1-1,2 0 1,0-1 134,0-2 0,2-1 0,11 35 1,7-17-1,10-12-467,5-10 1,2-1 0,6-15 0,-4-6-2176,-1-7 1,-4 0 2136,4-10 0,14 0 0,-5-7 0</inkml:trace>
  <inkml:trace contextRef="#ctx0" brushRef="#br0" timeOffset="2585">742 371 8102,'12'12'-839,"-2"0"0,-8-7 2159,6 2-799,-6 0 0,5-4-274,-14 4 0,-5 5 1,-10 10-154,0 0 0,8-8 1,2 3-1,0 5 10,0 5 0,-1 2 1,-1-8-1,4-1 428,1-6 1,6 6-101,-4-6 1,7-2 0,7 0 0,8-2-224,4-5 1,-2 0 0,2 0-1,6 2-437,-1-2 1,0 4 0,-2-1 0,2-1-587,5 3 0,-5-8 0,5 5 0,-5-4 814,-2-3 0,0 9 0,0 3 0</inkml:trace>
  <inkml:trace contextRef="#ctx0" brushRef="#br0" timeOffset="2767">1003 393 8102,'-2'29'0,"-3"2"0,-4 3 395,-4 5 0,6 2 0,-5 5 0,0 5 26,0 7 0,7 5 0,-5 2 0,3 0-438,0 1 1,0 1 0,7 4 0,0-1-664,0-7 0,0-8 0,0-14 0,2-7 680,5-12 0,5 0 0,10-10 0</inkml:trace>
  <inkml:trace contextRef="#ctx0" brushRef="#br0" timeOffset="3068">1287 654 8102,'0'22'24,"-8"-5"0,-1 2 0,-1 5 204,0 0 1,-4 3-1,4 2 1,-2 7 193,-5 5 1,7 3 0,3 0 0,5-1-113,2 1 1,0-8 0,2-2 0,8-5 10,12-10 0,2-7 1,10-12-1,0-2 206,-1-5 1,4-8 0,4-14-1,-2-7-257,-3-5 1,-17-5 0,3-3 0,-5-1-303,-5 1 0,-2 10 0,-10 3 1,-3 0-338,-4 2 0,-5 2 0,-10 11 0,0-1 33,1 0 1,-1 8 0,0 2-1,0 2-584,0 5 1,8 3 0,-1 4-418,-2 5 1,8 5 1336,2 10 0,4 0 0,3 0 0</inkml:trace>
  <inkml:trace contextRef="#ctx0" brushRef="#br0" timeOffset="3683">1831 654 8102,'12'-10'-77,"0"8"0,-7-8 1,2 0 146,-2-4 1,0 4-1,0 1 615,2-1 1,-2 8-221,-12-6 1,-5 8 0,-10 8-329,0 6 0,0 8 0,0 4 0,3 6 11,5 2 0,-6 9 1,8 8-1,0-2-56,5-4 1,-3-1 0,3 0 0,2-1 84,3 1 1,11-10 0,6-8-1,4-9 192,3-10 1,7-4 0,2-6 0,1-4 130,-1-7 0,6-15 0,-8-8 1,-3-4-272,-2-2 0,-9-1 0,-3 0 1,-2 3-321,-5 5 0,-3-5 0,-4 7 0,-3 0-358,-3 5 0,-8 5 1,1 2-495,-4 0 1,-1 8-1,3 2-737,3 2 1,9 5 459,-2 13 1,4 4 1219,3 9 0,0 1 0,0 0 0</inkml:trace>
  <inkml:trace contextRef="#ctx0" brushRef="#br0" timeOffset="4000">2005 697 8102,'22'0'-315,"0"0"1,-8-7-1,1-2 1,2-1 699,2 0 1,-4-7-1,-3 3 1,0-3 323,0 2 0,-5-4 1,5 4 1306,-2-4-1596,7-3 1,-17 10-1,0 10-369,-12 14 1,0 5 0,-3 19 0,-2 3-26,-2 2 0,-1 5 0,4 5 0,3 4-145,4 1 0,-6-3 0,8-9 1,2-1 88,3 1 1,4-3 0,5-7 0,10-10 348,10-7 1,-3-12 0,8 0 0,-3-13 184,0-13 0,7-3 0,-7-13 0,-2-1-40,-3-4 0,-5-8 0,-2 1 1,-5 6-528,-2 4 1,-3 3 0,-7-6 0,0 4-694,0 1 0,0 11 1,-2-3-921,-6 5 0,-4 4 218,-9 6 0,9 6 575,4 16 0,-1 4 1,1 10 882,3-1 0,3 1 0,2 0 0</inkml:trace>
  <inkml:trace contextRef="#ctx0" brushRef="#br0" timeOffset="4299">2506 632 8102,'27'-14'0,"-3"-1"-8,-5-2 0,-2 5 0,5-2 0,-3-3 768,-4-3 0,2 6 1364,-10-1-1788,10 1 1,-22 4-1,3 10 1,-8 15 47,-7 11 1,-2 1 0,-3 9 0,0 3-170,0 2 1,3 10 0,2 0-1,5-1-45,2 4 1,-4-8-1,7 7 1,2-5 12,2-4 1,6 2 0,4-20 0,7-4 78,6-5 0,4-15 0,5-2 1,5-14 23,0-13 0,7-7 0,-7-12 0,0-2-235,-5-3 0,-7-7 1,-6 7-1,-3 3-605,-4 2 0,-2 10 0,-9 2 1,-3 2-423,-2 6 1,-10 2 0,3 4 0,-6 6-789,-2 6 0,8 6 1764,-1 2 0,1 0 0,-8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29:50.2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22 414 8482,'-12'0'1014,"2"-2"0,10-6-772,0-6 1,0-6 0,0-1-1,3-1 23,4 0 0,2-2 0,8-3 1,-2-2-3,2 3 0,2 1 0,3 6-165,0 5 0,0 4 0,-1 10 0,-1 2-97,-6 6 1,8 11 0,-5 12 0,5 3-228,-3 5 0,-2 2 1,5 3-1,0-1-82,-1 1 0,-6-10 0,-1-5 0,1-5 566,-3-2 0,7-10 0,-4-7 339,4-10 1,1-10-1,-4-14 1,-1-7 7,2-5 1,2-5-1,3-3 1,2-1-336,5 1 0,-5 3 0,6 5 0,-6 2-543,-3 3 0,1 12 0,0 0 0,0 9-1894,0 6 1,-1 1 2166,1 8 0,0 20 0,0 4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29:48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1 654 11359,'22'0'0,"2"0"329,5 0 0,5 0 0,9 0 0,3 0-587,5 0 0,-3 0 1,8 0-1,-3-3-1994,-4-4 2252,-3-5 0,-3-10 0,1 0 0</inkml:trace>
  <inkml:trace contextRef="#ctx0" brushRef="#br0" timeOffset="184">306 436 8036,'-3'43'-675,"-2"1"1,-4-3 1251,-3-5 1,7 6 0,-2-9 0,2 4-266,-3-1 0,6-2 1,-5 5-1,4-6-75,3-1 1,0-3-1,0-7 1,3-1 367,4 1-605,-5-10 0,18 8 0,-8-8 0</inkml:trace>
  <inkml:trace contextRef="#ctx0" brushRef="#br0" timeOffset="385">807 305 8036,'12'22'131,"-3"0"1,-9 0 0,3-1 250,4 1 1,-5 0 0,6 2 0,-6 5 8,-2 7 1,0 5 0,0 3 0,-2-3-546,-6-5 1,4 6-1,-9-6 1,4 7 153,4 8 0,-7-5 0,0 7 0</inkml:trace>
  <inkml:trace contextRef="#ctx0" brushRef="#br0" timeOffset="752">1242 0 8112,'22'0'210,"0"0"1,-3 3 0,-2 4 0,-3 10 398,3 10 0,3 9 1,-1 15-1,-2 7-177,-2 5 0,-11 19 0,4 7 0,-6 6-360,-2 2 0,-10-3 1,-4-7-1,-8 3-39,-7 4 0,-2-14 0,-8 0 0,3-13-471,-3-9 0,7 3 1,3-13 437,5-7 0,-7 3 0,-3-10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30:02.5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1 131 8096,'0'-22'1205,"0"1"-381,0-1 1,0 12 0,0 13-120,0 16 1,0 12 0,2 13 0,3 2-147,2 5 1,3-3 0,-5 10 0,2 0-125,-2-2 1,-3 7 0,1-5-1,2 2-717,2-2 1,0 3-1,-7-10 1,2-3-630,6-2 0,-6-5 1,5-5-1,-4-6-4131,-3-6 5042,0-3 0,10 1 0,2 0 0</inkml:trace>
  <inkml:trace contextRef="#ctx0" brushRef="#br0" timeOffset="131">284 915 8096,'0'-14'-813,"0"-1"813,0 10 0,0-14 0,0 7 0</inkml:trace>
  <inkml:trace contextRef="#ctx0" brushRef="#br0" timeOffset="483">1002 305 8145,'-21'-7'574,"-1"0"-468,0 2 0,0 3 0,1 4 1,-4 8 166,-4 11 0,3 11 0,-8 11 1,2 1-182,6 0 1,2 6-1,4 4 1,6-1-169,6 0 1,6-2 0,4-8-1,6-4-56,6-10 1,13-2 0,4-20-1,1-2 85,-1-3 0,5-11 1,-4-6-1,-1-4 138,1-3 0,-3-7 1,-10 0-1,-2 2 87,-2 3 0,-13 2 1,-2 3-241,-12 4 0,-15 6 0,-4 9 1,-3 0-95,-5 0 1,1 9 0,-1 6 0,5 4-1079,3 3 1234,2 0 0,7 9 0,0 3 0</inkml:trace>
  <inkml:trace contextRef="#ctx0" brushRef="#br0" timeOffset="1031">1525 0 8344,'0'17'817,"0"3"0,0 6-422,0 6 1,0 7 0,0 11-1,0 8-139,0 5 1,7 3-1,1-1 1,-4-2-220,-1-5 0,-3 2 0,0-9 0,0-5-355,0-7 0,-7-8 1,-3-11 84,-2-6 1,5-4 0,-6-12 0,4-6-7,4-6 1,3-6 0,2-1 0,0-1 199,0 0 1,2 0-1,5 1 1,8-1 43,4 0 0,3 3 1,0 2-1,-1 5 147,1 2 0,7 3 0,0 7 0,-2 0 126,-3 0 1,-2 0 0,0 2 0,-3 5 145,-5 8 0,3 4 1,-9 3-83,-3 0 0,-3 0 1,-4-1-1,-6-1-196,-6-6 1,-6 3 0,-4-7 0,-5-1-225,-7 1 1,-3 5-1,0-8 1,3-2-286,-3-3 0,1-2 0,1 0 1,8 0-1010,5 0 1,2 0-1,3-2 1372,5-6 0,4-4 0,10-9 0</inkml:trace>
  <inkml:trace contextRef="#ctx0" brushRef="#br0" timeOffset="1163">1917 654 8209,'22'22'166,"-8"-8"1,-2 1 0,1 1 214,-1 4 1,-8-6 0,6 1 0,-3 2-430,1 2 0,1 1 1,-4-4-1029,2-1 1076,10-1 0,-14-1 0,6-4 0</inkml:trace>
  <inkml:trace contextRef="#ctx0" brushRef="#br0" timeOffset="1297">2048 458 8225,'-12'-22'162,"4"0"1,-1 8 69,1-1-232,1 10 0,17-4 0,2 9 0</inkml:trace>
  <inkml:trace contextRef="#ctx0" brushRef="#br0" timeOffset="1547">2309 109 8200,'0'15'-186,"0"-1"0,0 3 405,0 3 0,0 4 1,0 5-1,0 7 238,0 5 1,0 3 0,0-1 0,0 1-559,0 0 1,7 1 0,3 4 0,0 2-451,-1-3 0,1-2 0,-5-5 0,2-5 551,-2-6 0,7-6 0,0-3 0</inkml:trace>
  <inkml:trace contextRef="#ctx0" brushRef="#br0" timeOffset="1747">2483 88 8188,'12'14'-202,"-4"1"0,-6 2 701,-2 2 0,0 5 0,0 3 1,2 4-48,6 3 0,-3 5 0,7 9 0,0 3-481,0-3 0,-5 6 1,5-4-1,0-1-282,0-3 1,-4-3 0,4-2-1,-3-2-1459,-4-3 1770,-2-9 0,-3 4 0,0-9 0</inkml:trace>
  <inkml:trace contextRef="#ctx0" brushRef="#br0" timeOffset="1913">2745 567 8251,'-3'19'494,"-2"-2"1,-2-3-36,2 3 0,3 3 0,4 2 0,3 2-629,2 5 1,3-5 0,-5 5 0,4-5 169,4-2 0,1 0 0,8-1 0</inkml:trace>
  <inkml:trace contextRef="#ctx0" brushRef="#br0" timeOffset="2047">2875 371 8184,'-7'-34'227,"0"5"1,-3 5-427,3 2 199,4 10 0,3 12 0,12 12 0</inkml:trace>
  <inkml:trace contextRef="#ctx0" brushRef="#br0" timeOffset="2532">3202 480 8185,'-10'12'765,"-2"-3"0,-10-9-96,1 0 0,6 0 1,0 0-1,-1 3-95,-4 4 1,-2-2 0,1 9 0,-1 3-534,0 3 1,8 1 0,1 1-677,4 0 0,4-3 0,10-2-21,2-2 1,17-10-1,-2 2 1,2-5 307,0-2 1,-2-7-1,0 0 1,0 0 468,0-3 0,-8 7 0,1-4 522,1 5 0,-3 2 0,1 0-133,3 0 0,-7 9 0,-3 6 0,-2 4-284,2 3 1,-4 0 0,4 0 0,-5-1-45,-2 1 0,0-7 0,0-1-35,0 3 0,-2 0 0,-3 0-70,-2-2 1,-3-11 0,5 1 0,-2-10-119,2-9 1,5-13-1,5-4 1,5-3 33,2-5 1,2 0-1,8 1 1,2 4-98,5 2 1,-5 6-1,8 9 1,-3 5 214,0 2 1,2 5 0,-4 13 0,2 8-128,-2 11 0,-3 2 0,-5 12 0,-2 5-537,-2 0 553,-11 0 0,16-2 0,-8-1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4:34.3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1067 23 8304,'-12'-10'1736,"0"7"-1500,5-4 0,2 5-22,-9 2 1,6 0-66,-6 0 1,-1 9-60,-7 6 0,1 4 0,1 3 0,3-3 21,3-4 1,2 4-1,-5-4 1,2 4-14,-2 3 1,5 0-1,-2 0 1,-1-1 38,3 1 1,-7 0 0,7 0-44,0-1 1,-5 8 0,7-2 0,0-3-38,1 0 1,-6-7 0,5 12-1,1-4-31,-1-4 0,-4 1 1,4 2-1,-2 3 7,-5 2 1,5 0 0,0-7 0,0 0 6,-1-1 1,1 1 0,-5 2 0,5 3 41,3 2 0,-6 0 1,5-7-1,1 0 8,-1-1 1,-4 1-1,6 0 1,1 0-33,-3-1 0,8 1 1,-8 0-1,3 0-36,0 0 0,-3-1 0,5 1 0,-4 2 14,-4 5 0,9-4 0,-6 4 0,0-3-10,-4 3 0,4-5 0,0 8 0,3-3 29,0 0 0,-8 0 0,6-5 0,-1 3 50,0 2 1,1 0-1,4-5 1,-2 3-21,2 2 0,-5 0 1,3-7-1,2-1-4,2 1 0,-4 0 1,0 0-1,2-1-3,3 1 1,2 0 0,0 0 0,-3 0-7,-4-1 1,5 1-1,-6 0 1,6 0-37,2-1 1,0 1 0,-2 0 0,-3 0-36,-3-1 0,1 1 0,7 0 1,-2 0 14,-6 0 1,6-1 0,-5 1 0,4 2-19,3 5 1,-2-4 0,-3 4-1,-2-5-10,2-2 1,0-1-1,0 1 1,-2 0 14,2 0 0,3 7 0,2 0 0,-3-3 19,-4-1 1,5-4-1,-6 1 1,6 0 19,2 0 0,-7 7 0,0 0 0,2-3 20,2-1 1,3-4 0,0 4 0,0 1-1,0 3 1,0 0-1,0-7 1,0 0 10,0 0 1,0-1-1,0 1 1,0 0-44,0 0 0,0 2 0,0 2 1,0 4-41,0-4 1,0 6 0,0-3 0,0 0 27,0 2 0,0-4 0,0 7 0,0-3-86,0-4 0,0 4 0,0-2 0,0 0 119,0 3 1,0-8 0,0 5 0,0-3 14,0 4 1,0-6-1,0 5 1,0-5-14,0-2 1,0 0-1,0 2 1,0 2-11,0 3 0,0 0 0,0-7 0,0 2-42,0 5 0,0-4 0,0 4 0,0-3-3,0 3 0,3-5 0,2 8 0,2-3 51,-2 0 0,-3 7 1,-2-7-1,2 0-91,6 3 1,-6-1-1,5 8 1,-4-5 39,-3-3 0,2 6 0,3-6 0,2 3 5,-2 5 1,0-5 0,0-1 0,2-1 27,-2-6 0,0 8 1,0 0-1,2 0-7,-2-5 0,4 3 0,1-1 0,0 0-34,-1 1 0,1-1 1,-5-4-1,5 2-23,2-2 0,-5 4 0,5-2 0,-2 0 20,-5 3 0,4-8 0,1 5 0,0-5 29,-1-2 0,1 2 1,-5 3-1,2 2-30,-2-3 1,5-1 0,-1-6 0,1-2-32,0-3 0,-1 1 0,-4 9 1,2 3-54,-2 2 1,5 0 0,0-8 31,2 1 0,-5 0 0,5 0 0,-2 0 31,-5-1 1,4 1 0,1 0 0,0 0 38,-1-1 0,1 1 0,-5 0 1,2 0-29,-2 0 0,5-1 0,-1 1 32,3 0 1,-7 0-1,5-1-1,0 1 1,-1 0 0,6 0 0,-6-3-23,1-4 1,-7 4 0,6-4 17,1 4 0,-5 3 0,7-1 24,-2 1 0,4 0 1,-4 0-1,-1 0 15,1-1 0,5-6 1,-8-1-1,0 3 35,3 3 1,-1 1 0,8 1 0,-2 0-56,2 0 0,-5 0 0,2-1-48,3 1 1,3 0 0,-1 0-1,-2-1 184,-2 1 1,-8 0 0,7 0 0,1 0 246,-3-1 0,5 1 0,-7 0-53,2 0 1,0-1 0,2 1-310,-6 0 1,-4-10 0,1-2-2459,3-1 497,-1-6 1,-10 7 339,-4-10 0,2 2 1578,-9 5 0,-1 5 0,-7 10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4:38.6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371 65 9693,'-12'22'0,"2"0"246,1 0 1,4 7 0,-7 2-1,0 3-124,0 5 1,-1 2 0,-3 2 0,1 1-327,-2 0 1,0-11 0,0-3-1,5-6-958,2-3 1,-7 1 1161,3 0 0,-15-10 0,-5-2 0</inkml:trace>
  <inkml:trace contextRef="#ctx0" brushRef="#br0" timeOffset="217">1 0 8058,'22'22'367,"-8"-3"1,1-2 0,-1-2 128,-2 2 0,8 4 1,-6 6-1,6 4-19,1 3 1,1-5-1,0 5 1,0 0-380,-1 0 0,1-5 1,0 5-1,0-3-357,0-4 1,-1-3 0,-1-2 0,-3 0-449,-3-1 1,-7-6 706,8 0 0,-1-11 0,8 6 0</inkml:trace>
  <inkml:trace contextRef="#ctx0" brushRef="#br0" timeOffset="433">545 174 10490,'8'22'319,"-1"0"1,3 7 0,-6 0-1,6-2-328,2-3 1,-7 5-1,5 2 1,-1 1-149,6-1 0,-5-2 0,-1-7 0,-2 0 157,1-1 0,9 1 0,-5 0 0</inkml:trace>
  <inkml:trace contextRef="#ctx0" brushRef="#br0" timeOffset="735">807 392 8058,'21'-10'-351,"-6"8"0,-1-8 956,3 1 0,3 4 0,2-7 77,-1 2 0,1 3 1,0 7-152,0 0 1,-1 0 0,1 0-253,0 0 1,-10 9 0,-5 6-90,-4 4 1,-3 10 0,0 0 0,-3-2-55,-4-3 0,2-2 0,-9 0 0,-1 2-274,3 5 0,0-12 1,7 5-1,-2-3-105,2 0 1,3 3 0,4-3 37,5-4 0,-2-5 0,10-8 0,2 3-61,2 2 0,3 3 1,0-5-410,-1 2 0,1 0 1,0-7 674,0 0 0,-1 0 0,1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4:37.1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371 22 8085,'12'-2'362,"-5"-6"1,-2 6 1040,2-5-981,-4 4 1,6 13 0,-11 4 0,-3 6-111,-2 2 0,-8-1 0,8 3 0,0 3-149,-3 2 0,5 3 0,-7-6 1,0 6-157,0 2 1,0-8-1,-5 6 1,5-3-574,2 0 0,-7 2 0,5-4 0,-2 2-485,-1-3 0,8-1 0,-8-4 137,-1 1 0,3-10 914,-1-5 0,-1-4 0,-6-3 0</inkml:trace>
  <inkml:trace contextRef="#ctx0" brushRef="#br0" timeOffset="251">1 109 8344,'9'12'441,"-4"5"1,7-7-1,-2 2-29,-5 5 0,7-5 1,2 2-1,6 3-110,2 3 0,-1 1 1,1 1-1,0 0-211,0 0 1,2 0-1,3-1 1,2-1-327,-3-6 1,-2 6 0,-2-8-1,0 2-526,0 1 0,-8-10 1,1 2-1,-1-2-292,-2 2 0,0-5 1053,-4 6 0,-6-6 0,8-2 0</inkml:trace>
  <inkml:trace contextRef="#ctx0" brushRef="#br0" timeOffset="484">545 240 8085,'3'-20'0,"1"3"3,4 3 1,-1 7 413,-7-8 1,2 10 34,6-2 1,-4 14 0,9 10-1,-4 7-125,-4 5 1,0 3 0,0-5-1,2 4-283,-2 3 1,5-5-1,-3 5 1,0-3-26,3-4 0,-8-3 1,5-2-1,-4 2-609,-3 5 1,7-12-1,0 5-2430,-2-3 1487,-2 0 1533,-3-6 0,9-13 0,3-13 0</inkml:trace>
  <inkml:trace contextRef="#ctx0" brushRef="#br0" timeOffset="650">828 196 8085,'15'3'110,"-1"4"1,-9-2-1,5 7 1,-3 0 269,0 0 0,1 10 0,-6 9 0,3 1-27,2-1 1,3 8 0,-5-3 0,2 5-379,-2 3 1,4-1-1,1-2 25,2-4 0,3 4 0,6-7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4:42.1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349 128 8037,'0'-21'-447,"0"-1"1177,0 0 1,7 0 1812,0 1-2275,1 8 0,-8 6 0,-3 14 0,-2 10-109,-2 10 1,-7 0-1,4 9 1,-2 0-49,-5-2 1,0 7 0,0-5 0,3 6-44,-3 1 0,-3-2 1,-2-2-1,1-3-136,-1 3 1,0-5-1,0 0 1,3-3-2131,4-4 1,-4-5 1315,5-8 0,4-7 0,3-14 882,4-7 0,-6-15 0,-4-5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4:42.4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1 131 7660,'0'-22'-458,"0"0"1,0 8-1,0-1 1146,0-2 0,0 5 0,2 0 121,6 2 0,-4 3-453,11 7 1,-3 2 0,5 3 0,-3 5-23,3 2 1,3 5-1,2 10 1,-1 2-142,1-3 1,0 6 0,0-1 0,-1 1-392,1-1 0,0 1 1,0-6-1,0 3-112,-1-2 1,1-3 0,-3-2-1,-2 0-974,-2-1 0,-8 1 1284,8 0 0,-1 0 0,8-1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4:42.6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 8037,'12'-2'-176,"-2"-3"531,0-2 1,-5 0 0,7 9 194,-3 5 0,1 5 0,-5 10 0,2 0-324,-2 0 0,5 7 0,-3 0 1,0-2-415,3-3 0,-8-3 0,8 4 0,-3 1-1638,0 3 1826,10 0 0,-14-7 0,7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4:43.0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1 109 8037,'14'-10'286,"1"-4"1,-10 2 0,5 0 0,-1 0 311,6-1 0,-3 9 1,2-6-270,3 0 1,3 8 0,1-5-1,1 4-228,0 3 1,-8 3 0,-1 4-1,-1 5-129,0 0 0,-7 7 1,2-4-1,-5 4-128,-2 3 0,0 0 1,0 0-1,-2-1-88,-5 1 0,-3-7 0,-7-1-126,2 3 1,8-7-1,-5-1-671,2 1 497,3-7 1,10 6 487,4-9 1,5 0 0,10 0 391,0 0 0,-3 3 0,-2 4 247,-3 7 0,-2 6 1,3 2-1,-8 2 213,-4 5 1,-6-5 0,-4 5 0,-8-5-279,-4-2 1,-3-7-1,-2-1 1,-3 1-733,-2-3 0,-2-3 0,4-9 0,-2 0-410,3 0 0,9-9 0,5-6 0,2-4 624,5-3 0,3-9 0,2-3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4:43.6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240 0 7981,'12'15'540,"-5"-1"1,-4 1 0,-3 7-189,0-1 1,0 8-1,-3 3 1,-4 2-45,-8 4 1,3 4-1,-2 1 1,-3 1-286,-3-1 1,6-7-1,-1 1 1,-2-1-817,-2-2 0,-3 5 0,1-13-1374,-1-6 2167,10-8 0,-8-12 0,8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4:43.8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7981,'0'12'1521,"0"7"-1007,0-4 0,2 7 1,6 4-1,6 6-32,6 2 0,9-5 1,2 7-1,3 3-312,5 2 0,2 2 1,2 1-1,1-3-311,-1-5 1,-6 3 0,-3-8 0,-3-2-1449,-4-4 1,-10 1 1588,-3-11 0,-9 4 0,5 3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4:44.2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7381,'8'15'590,"-1"-1"1,0 3-1,-5 10 1,3 4-381,3 3 1,1-5 0,-4 7 0,2 1-162,-2-3 1,5 4 0,-3-6 0,-2-1-792,-3 1 1,1-6 0,2-9 741,2-2 0,0-1 0,-7 8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4:44.4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41 8023,'0'-22'1,"0"10"1,0 5 0,0 14 0,0 10 549,0 10 0,7-3 0,3 5 0,2-2-618,5 2 0,2-5 0,6 5 0,1-7-368,3-8 1,3 6 0,-6-8 0,6 0-57,2-5 0,-8-5 0,3-4 0,-5-3 491,-2-2 0,10-20 0,2 3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4:47.6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8095,'12'0'214,"-2"0"0,-8 0 136,6 0 1,-6 10 0,5 7 0,-4 7 0,-3 5 0,0 10 1,0-3-1,0 5-157,0 3 0,0 7 0,0-3 1,0-4-155,0-6 1,0-9 0,0 5 0,0-2-600,0-6 0,0-9-1749,0-2 2308,0-10 0,0 4 0,0-9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4:53.0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1 8002,'0'21'850,"0"-6"1,0-1 0,-2 3-502,-5 3 0,4 1 1,-4 4-1,2 1-145,-2 3 1,4 10 0,-6-5 0,1 2-405,1 0 0,-3-2 1,6 5-1,-6-3-455,-2 3 0,5 0 1,-6-1-1,1-4 655,0-2 0,-2-3 0,-8-7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4:51.7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327 66 7687,'0'-22'121,"0"7"1322,0 1 0,0 11-944,0 3 0,0 10 1,0 14-1,0 3-173,0 2 0,-7 10 0,-3-3 0,1 3-287,-1-3 0,0 5 0,6-7 0,-6 2-493,-2 1 0,7-11 0,-5 3 0,3-5-3237,0-2 1342,-1-10 2349,8-2 0,-9-20 0,-3-2 0</inkml:trace>
  <inkml:trace contextRef="#ctx0" brushRef="#br0" timeOffset="183">1 0 8047,'0'15'0,"2"-1"0,3 6 161,2 6 0,3-2 0,-3 6 0,5-4 368,0 3 0,8-2 1,-3 7-1,7 0-305,5-1 0,7-6 1,-4 2-1,1-5-602,6-2 1,0-7-1,0-3 1,-5 0-1606,-3 0 1983,8-7 0,-15 14 0,7-7 0</inkml:trace>
  <inkml:trace contextRef="#ctx0" brushRef="#br0" timeOffset="519">545 414 7785,'15'-14'565,"-1"-1"0,-2 8 1,5-5-1,-2 2-99,2 5 0,2-5 0,3 3 0,0 2 11,-1 3 0,1-5 1,0-1-286,0 4 1,-8 1-1,-2 6-210,-2 4 0,0-2 1,-6 9-169,4 3 1,-1 2 0,-7 3-13,0 0 0,-7-7 0,-1-1 243,4 3 1,1-5 32,3 3 0,3-8-421,4 7 0,5-9 1,10 2-483,0-4 1,-1-3 0,1 0 0,0 0-915,0 0 1739,-1-10 0,11-2 0,2-10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4:49.9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392 0 9462,'-2'15'1686,"-3"-1"-1449,-2 3 0,-3 2 0,5 3 0,-5 2-181,-2 5 0,5-4 0,-5 4 0,0-3-357,0 3 0,5-5 0,-6 6 1,4-6-545,4-3 0,-5 1 0,1 0 845,-4 0 0,-1 0 0,-8-1 0</inkml:trace>
  <inkml:trace contextRef="#ctx0" brushRef="#br0" timeOffset="250">0 22 7800,'22'10'-33,"-8"-8"0,-1 8 0,-1-1 445,0 6 1,0 4 0,5 3 0,-3 0 251,3-1 1,3 4-1,1 1 1,4 3-453,4-2 0,-5 4 0,5-2 0,-5-2-596,-2-3 0,0-2 0,-1-3 0,1-2-1018,0-2 1,0-10 1401,-1 2 0,1-5 0,0-2 0</inkml:trace>
  <inkml:trace contextRef="#ctx0" brushRef="#br0" timeOffset="884">697 240 8089,'10'-13'-192,"-8"1"454,5 5 0,3-5 118,-3-10 0,8 8 0,-5 2 132,2 2 1,2 0 0,8 5-38,0-2 1,-1 0 0,1 7-275,0 0 0,-7 2 1,-1 6-68,3 6 1,-7-2 0,-3 3-171,-5 2 1,-2 2 0,-2 3 0,-3 0-231,-2-1 1,-10-1 0,5-3 0,-3-3 65,1 3 0,6 0 1,-4 0 296,3-2 0,1-8-46,8 7-274,0-9 0,10 5 1,5-10-304,4 0 0,3 0 1,0 0-1,-1 0-1751,1 0 2277,0 0 0,0-10 0,-1-2 0</inkml:trace>
  <inkml:trace contextRef="#ctx0" brushRef="#br0" timeOffset="1048">1220 44 9179,'0'21'449,"0"4"0,0 4 0,0 7 232,0 5 1,0 12 0,2 3-1,3 0-683,2-6 1,8 4-1,-8-4 1,0-1-323,3-3 0,-5-12 324,9-5 0,1 5 0,7-1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4:57.6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129 109 6018,'-10'-12'377,"5"-5"-202,-10 10 1,11-3 89,-4 3 0,4 5 128,-4-6 0,6 4 776,-5-4-575,-5 6 0,7-8-235,-10 10 1,8 0-102,-8 0-328,11 0 1,-4 0 69,16 0 0,-4 0 1,8-2-1,1-3 170,-1-2 0,2-1 0,8 8 99,0 0 1,0 0 0,-1 0 138,1 0 0,-7 3-305,-1 4 0,-9 5 1,2 10-1,-4 0-235,-3 0 0,-8 2 0,-1 2 0,-3 6-172,-5 2 0,-3-5 1,-1 5-1,-1 0 61,0-1 0,3-6 1,4 2-1,5-5 146,1-2 1,6-7 0,-4-1 93,5 3 1,11-7 0,6-3 0,7-5-46,7-2 0,-3 0 0,8 0 0,0 0-298,0 0 0,0 0 0,4 0 0,-4-2 346,-2-5 0,7-5 0,-6-10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5:01.6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20 8024,'-3'-13'1261,"-4"6"0,2 7-779,-9 7 0,9 6 0,-3 11 1,6 5-196,2 7 1,-7 5-1,0 3 1,-1-1-268,-1 1 0,6 7 0,-7-1 0,3 1-587,0 2 1,-8-7-1,6 3 1,-1-8-1881,0-5 2447,-7-9 0,5 4 0,-9-9 0</inkml:trace>
  <inkml:trace contextRef="#ctx0" brushRef="#br0" timeOffset="200">0 215 8024,'15'22'141,"-1"0"1,-7-7-1,8 1 1,2 6 367,2 5 0,5 4 0,3-4 0,5 4 52,1 3 0,1-5 0,5 5 0,0 0-639,7 0 1,-10-7 0,8 2-1,-3-5-389,0-2 1,-5-1-1,-2 1 467,-3 0 0,8 0 0,-5-1 0</inkml:trace>
  <inkml:trace contextRef="#ctx0" brushRef="#br0" timeOffset="668">653 607 8558,'-12'-9'-25,"5"-6"1,5 3 0,2-2 439,0-3 0,7-3 0,3-1 1,2-1-86,5 0 1,2 8-1,3 1-299,0 4 0,-1 1 1,-1 11-77,-6 4 1,-4 13 0,-10 9 0,0 0-10,0 2 0,-3-4 0,-4 9 1,-7 0 15,-6-2 1,6-2 0,-1-11-1,1 1-128,2 0 1,-5 0-1,7-3-92,-2-4 0,10-6 51,2-9 1,2-9 0,12-4 0,3-1 135,3-1 1,2 11 0,-1-4 0,1 6 386,0 2 0,0 0 1,-1 0 204,1 0 1,-7 10 0,-3 4 388,-2 5 1,-3 3 0,-7 0-1,-3-3-773,-4-4 0,-5 2 0,-10-8 0,0 1-349,1 0 1,-1 0-1,0-6 1,0 4-1270,1-4 0,-1-1 1,0-6 1480,0-4 0,0-15 0,1-11 0</inkml:trace>
  <inkml:trace contextRef="#ctx0" brushRef="#br0" timeOffset="835">1024 390 7985,'21'0'-90,"1"2"1,-2 5 561,-6 8 1,5 4 0,-4 5-1,4 5 459,3 8 1,-7 11 0,-3 5 0,-3 1-368,-4-1 1,0 5-1,0-7 1,2-3-448,-2-2 1,-3-10-1,-2-2 1,0-2-1784,0-6 1666,0-1 0,-9-4 0,-3 1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4:58.2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88 6374,'0'-15'3454,"0"1"-3037,0 9 0,3-5 1,1 13-1,6 4-176,2 8 0,10 6 0,9 6 1,1 4-162,-1 3 1,8 0 0,0 5 0,7-3-164,5 3 0,-1 2 0,-6 3 0,-3-1-1229,-5 1 0,3-8 1312,-10 0 0,0-9 0,-7 4 0</inkml:trace>
  <inkml:trace contextRef="#ctx0" brushRef="#br0" timeOffset="434">675 611 8002,'15'-15'256,"-1"1"1,-2 6-1,5-4 249,-2 3 1,-1-1-1,8 5-24,0-2 0,-8-1 0,1 8-124,2 0 0,-5 0 0,3 3-39,1 4 0,-6-2 0,-3 10-143,-4 1 1,-3 4 0,0 2 0,-3-1-88,-4 1 1,2 0 0,-7 0-243,3-1 1,1 1 0,8 0-282,0 0 1,0-8 0,3-2-348,4-2 1,5-3 0,10-7 0,2 0-1721,5 0 2502,-5 0 0,17-19 0,-7-5 0</inkml:trace>
  <inkml:trace contextRef="#ctx0" brushRef="#br0" timeOffset="836">1263 502 6797,'0'-15'3295,"0"1"-2686,0 9 0,3-12-280,4 10 0,5-8-192,10 8 0,0 0-244,-1 7 0,1 0 1,-3 2-22,-4 5 1,2 5 0,-10 10 0,-2 0-3,-3 0 0,-2 2 0,0 3 0,-2 2-57,-5-3 1,2 6-1,-7-3 1,0-3-42,0-2 0,4-9 1,-4 0-1103,3 1 791,1-6 0,11 0 1,4-10 456,8 0 1,4 7-1,3 3 1,-1-1 578,1 1 1,-7 7 0,-3-2 0,-2 4 427,-6 3 1,-1-1-1,-3 1 1,-3-2 18,-4-6 0,2 5 0,-12-6 0,-4 1-973,-6 1 0,-2-11 0,7 4 1,0-6-661,1-2 1,-1-2-1,2-6 689,6-6 0,-5-15 0,6-5 0</inkml:trace>
  <inkml:trace contextRef="#ctx0" brushRef="#br0" timeOffset="1417">2439 1 8165,'0'22'278,"0"-8"1,0 1 180,0 2 1,-2 2 0,-3 5-98,-2 5 0,-8-2 0,5 9 0,-2 5-61,-5 8 1,0-1-1,1 8 1,1-1-351,-2 1 1,-2-8 0,-3 6 0,0-6-448,0-4 0,8 2 1,2-17-1,0-3-2542,0-2 3038,7-12 0,-15-21 0,8-15 0</inkml:trace>
  <inkml:trace contextRef="#ctx0" brushRef="#br0" timeOffset="1633">2004 110 8120,'0'22'30,"7"-8"0,3 1 227,2 1 0,-5 4 0,7 2 0,1-1 162,-3 1 0,7 2 0,-2 3 1,8 2-93,4-2 0,7 4 0,-7 1 0,0-1-488,2 0 0,-4-2 1,9-4-1,1-1-172,-3-2 1,-3 4 0,-9-11 0,0 2 332,-1-3 0,1 15 0,0-5 0</inkml:trace>
  <inkml:trace contextRef="#ctx0" brushRef="#br0" timeOffset="2217">2592 654 8100,'-12'0'1475,"4"0"-931,16 0 0,4-7 1,9-3-229,1-2 1,-7 7 0,-1-2 0,3 5 4,2 2 1,3-8 0,0 1-126,0 2 1,-8 3-198,1 2 1,-8 0 0,5 2-112,-2 5 0,-3-2 0,-9 10 1,-3 2-32,-2 2 0,-8-4 0,5-1 0,1 3-142,-1 2 0,-4-4 0,4 0 152,-2 1 1,7 4 18,-2 2 1,7-10 0,7-5-381,7-5 1,8-2 0,5 0 0,2 0-156,-2 0 1,4-2 0,0-5 648,3-8 0,-7-4 0,4-3 0</inkml:trace>
  <inkml:trace contextRef="#ctx0" brushRef="#br0" timeOffset="2468">3223 371 8117,'3'15'-361,"1"-1"835,4 3 0,-1-5 0,-7 3 1,2 2-39,6 2 0,-6-5 0,8 1-466,-1 2 0,1 2 0,7 1 1,-5-3-1451,-2-3 1480,7-9 0,-5 14 0,10-7 0</inkml:trace>
  <inkml:trace contextRef="#ctx0" brushRef="#br0" timeOffset="2616">3441 327 8305,'-15'46'0,"3"3"440,3 2 1,1 9-1,8-2 1,0 8-178,0 6 0,0-4 1,0 7-1,3-5-585,4-5 322,-5-4 0,27-8 0,-4 3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5:25.3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44 306 8148,'0'-22'-426,"0"0"1364,0 1 273,0-1-100,0 10-777,0 2 1,0 27 0,0 5-178,0 2 0,-7 0 0,-3 0 0,0 3-188,1 2 1,1 7-1,8-4 1,0-1-140,0 1 0,0-1 0,0-4 1,0 2 10,0-3 1,10-4 0,2-5 0,5-5 16,5-2 0,-5 4 1,14-6-1,-2-4-249,0-1 1,0-3 0,-5 0 0,3-3-687,2-4 1,0 2 1076,-7-9 0,0-1 0,-1-7 0</inkml:trace>
  <inkml:trace contextRef="#ctx0" brushRef="#br0" timeOffset="217">414 241 8148,'-19'14'-300,"2"-2"0,5 0 738,2 0 1,0 3 0,5 7 0,-2-1-56,2 1 0,3 10 1,2 4-1,0 5-133,0 3 0,0-1 0,2 1 0,3-1-347,2 1 1,3-1-1,-5 3 1,2 0-223,-2-2 1,0 2 0,0-17-1,2-3-1406,-2-1 1725,-3-4 0,8 1 0,2 0 0</inkml:trace>
  <inkml:trace contextRef="#ctx0" brushRef="#br0" timeOffset="417">871 349 7856,'-9'12'-140,"6"8"0,-6-6 0,1 6 354,1 1 1,0 4 0,4 4 0,-1 5-13,-4-1 0,1 6 0,7-7 0,0 2-566,0 4 0,0 1 0,0 0 364,0-3 0,-10-9 0,-2 4 0</inkml:trace>
  <inkml:trace contextRef="#ctx0" brushRef="#br0" timeOffset="652">697 436 8148,'22'20'-498,"0"-3"0,-1-3 764,1 3 0,0 3 0,2 1 0,3-1-36,2-6 0,7 6 1,-7-6-1,0 5-405,3 3 0,-8-7 1,7-1-1,-2 1-1030,0-3 1205,0-2 0,-7-1 0,0 3 0</inkml:trace>
  <inkml:trace contextRef="#ctx0" brushRef="#br0" timeOffset="919">1350 306 8113,'13'0'792,"-4"10"1,-6 4-608,4 5 0,-2 3 0,9 0 0,3 0-119,3-1 0,-4 1 1,4 0-1,4 0-528,0 0 0,0-8 1,-2-2-1,0-2-506,0-5 1,0-3 967,-1-2 0,11-10 0,2-2 0</inkml:trace>
  <inkml:trace contextRef="#ctx0" brushRef="#br0" timeOffset="1085">1764 110 8113,'-2'24'-219,"-5"5"1,4-2-1,-4 11 1,4 8 533,3 10 1,0 7 0,0 5 0,0 2-248,0 2 1,0 8 0,3-7 0,4-3-137,8-2 0,4-5 0,3-5 0,0-7 68,-1-5 0,1-13 0,0-1 0</inkml:trace>
  <inkml:trace contextRef="#ctx0" brushRef="#br0" timeOffset="1353">2309 480 8041,'0'22'32,"0"0"1,0 2 0,2 5 0,3 5 205,2 0 0,10 7 1,-5-5-1,3 3 43,-1-3 0,8 3 0,7-10 1,-2-3-538,-3-1 1,-2-11-1,-1-2 1,1-2-772,0-5 1,-3-5 1026,-4-8 0,4-13 0,-7-13 0</inkml:trace>
  <inkml:trace contextRef="#ctx0" brushRef="#br0" timeOffset="1468">2526 1 8041,'-12'10'-471,"3"2"0,9 10 0</inkml:trace>
  <inkml:trace contextRef="#ctx0" brushRef="#br0" timeOffset="2433">2875 872 8187,'0'12'779,"0"0"1449,0-5-2038,0-4 0,0 4 1,2-12-1,3-4-174,2-3 0,3-3 1,-5-7-1,4-2-111,4-5 1,-6-2 0,5-8 0,0 3-180,0-3 0,-5 0 0,8 0 0,-1 6-759,-1 1 895,6 3 0,-7 10 121,10 4 1,-10 8 0,-2 14-1,-3 8 60,0 4 1,8 13-1,-8 1 1,0 4 61,3-1 1,-8-7-1,5 5 1,-2 0-69,3 0 0,-6-8 1,5 3 74,-4-5 102,-3-2 1,0-12 0,0-10 0,0-15-56,0-11 0,7-1 0,0-9 1,-2-3-90,-3-2 0,6 5 0,1-1 0,1 1-87,0 2 1,7 3-1,-5 9 1,2 3-64,1 4 1,-8 5 0,5 13-156,-2 4 1,4 15 193,-6 14 0,6 5 80,-7 3 0,3-1 0,-5 1 0,2 2 104,-2 5 1,0-12-1,0 4 1,2-4 58,-2-5 1,-3 0 0,-2-8 0,-2 1 81,-5-8 0,4-4 0,-7-11-168,1 4 1,4-3 0,-7-15-129,2-12 0,3 0 0,7-9 0,0 2-211,0 0 1,0-10 0,2 3-1,3-5 31,2-3 1,10 3 0,-2 2 0,4 5 126,3 3 0,-3 0 0,-2 6 1,-2 4-31,2 8 1,2 9 0,3 4-1,0 2 30,-1 5 0,-6 13 0,-1 11 0,1 3-290,-3 5 1,0 2 0,-7 2-1,2-1-778,-2-6 0,-2 3 1133,-3-10 0,9 9 0,3-4 0</inkml:trace>
  <inkml:trace contextRef="#ctx0" brushRef="#br0" timeOffset="2752">3964 632 8143,'0'-36'95,"0"2"0,0 3 645,0 4 0,0 3 0,-3 2-109,-4 0 1,2 10-1,-9 8 1,-3 8-261,-3 11 0,-1 14 1,-1 5-1,0 2-315,0 0 1,3 1 0,2 6 0,5 1-221,2-1 1,3-6 0,7-3-1,0-3-330,0-4 0,0-3 0,2-5 413,6-4 0,4-6 0,9-9 0,1 0 73,0 0 1,0 0 0,0-2 162,-1-5 1,1 4 0,0-4-387,0 5 1,-8 2 0,1 2-1017,2 5 1,-5-2 1246,2 10 0,-9-11 0,5 6 0</inkml:trace>
  <inkml:trace contextRef="#ctx0" brushRef="#br0" timeOffset="3550">4268 676 7902,'8'-14'-188,"-1"-1"0,0 8 1,-4-5 400,4 2 0,-5-7 142,6 3 1,-6 1 0,-4 1 173,-6 3 0,-4 1 0,-10 8-356,1 0 0,-1 0 0,0 3 0,0 2-194,1 2 1,6 7 0,3-4 0,2 2 66,5 5 1,-4 2-1,2 3 1,2 2 183,2 5 1,11-2-1,1 9 1,3 1 82,5-3 0,3 9 0,-1-2 0,-2 10-67,-3 5 1,-9 2 0,3 7 0,-6 3-72,-2 4 1,-2-4 0,-6 2 0,-9-7-134,-9-5 1,-6-2 0,-6 2 0,4-10-456,2-9 1,3-17-1,7-15 1,1-4-12,-1-3 0,10-10 1,4-7-1,6-12-136,2-15 0,2-9 0,6-10 0,6 3 398,6 2 1,4 7 0,2-5 0,6 3 75,2 5 0,-8 4 1,3 8-1,-2 7 188,2 5 1,-2 9 0,7 3 0,-1 5 47,1 9 0,-5 1 1,5 11-1,0 1-129,0-3 0,-5 5 0,5-10 1,0-2 29,0-3 0,2-2 0,5-2 1,-2-8 17,-3-12 1,-2-2 0,5-12 0,-3-5 185,3-8 0,-8 3 0,-2-7 0,-5 2-19,-2 0 0,-7-2 0,-3 5 0,-3-3-217,-4 3 1,-5 9-1,-7 5 1,-8 5 97,-4 10 0,-10-1 0,-2 13 0,-1 5 178,1 6 0,2 11 0,7 14 1,3 7 107,4 5 1,-2 5-1,10 3 1,2 4 179,3 3 0,11-8 0,8 0 1,10-6-386,9-6 1,15-10 0,12 1 0,14-10-873,18-10 0,-43-7 1,2-2-1,5-4 0,1-3 1,4-5-1,2-3 674,6-4 0,-1-4 0,0-6 0,-2-3 0,2-5 0,-1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5:14.8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3550 7972,'15'0'1272,"-1"0"-920,-9 0 0,5 10 1,-10 4-1,0 6 25,0 1 1,-10 3 0,-2 6 0,-3 6-255,1 5 0,-1 2 1,-6 1-1,-1-3-263,0-5 1,8 6 0,-1-9-1,1 1-1011,1-5 1,-6 3 500,5-3 650,4-10 0,-9-9 0,6-10 0</inkml:trace>
  <inkml:trace contextRef="#ctx0" brushRef="#br0" timeOffset="200">1 3637 7974,'10'12'70,"-6"-2"0,8-8 322,-2 6 1,7-4 0,-5 11 0,5 2 59,5 2 0,-5 5 1,14 5-1,1 5-175,4 0 1,3 7 0,-1-4 0,-4 4-450,-2 2 0,4-6 0,-7-1 1,-2 0-450,-3-2 1,-5-3 620,-4-9 0,4 0 0,-7 0 0</inkml:trace>
  <inkml:trace contextRef="#ctx0" brushRef="#br0" timeOffset="649">480 4007 7974,'10'-12'721,"-8"-7"-357,5 4 1,-2 6 0,0-1 0,5 3 125,2-1 0,-5-1 1,8 4-401,1-2 0,-3-1 0,1 8-128,3 0 1,0 3 0,-3 4-12,-6 8 1,-6-3 0,-2 2-1,0 3-158,0 2 0,0 3 0,-2 0 0,-6 0-44,-6 0 1,2-8 0,0 1 0,0-1-477,0-2 1,4 5-49,-6-10 1,11 1 545,3-8 1,3 0 0,11 0 320,3 0 0,3 0 0,-1 2 0,-2 5 423,-3 8 1,-9 4 0,5 3 0,-3 0 297,0 0 1,1 7 0,-8 0-1,-3-3-292,-4-2 1,-3-2 0,-7 0 0,3-3-427,-3-4 0,-2 2 1,-3-10-1036,0-2 0,3-5 940,4-7 0,-4-5 0,7-10 0</inkml:trace>
  <inkml:trace contextRef="#ctx0" brushRef="#br0" timeOffset="1134">1003 4029 7953,'-20'-14'228,"6"-1"1,-3 8 0,10-8 570,2-2 0,2 5-597,3-2 1,10 2-1,4-5 1,6 5-93,2 2 1,-1 3-1,1 7 1,0 0-276,0 0 1,-3 2-1,-2 5 131,-3 8 0,-1 4 1,1 5-1,-7 3 108,-4 2 1,-6 2 0,-4-4 0,-7 2-15,-6-2 1,6-3 0,-1-2 0,1-1-445,2 1 0,-8-7-1687,6-1 1438,4-9 1,10-2-1,15-11 517,4 3 0,-5 3 630,1 2 1,-10 2 0,2 6 408,-5 6 0,-2 6 1,-2 1-1,-5 1-144,-8 0 0,-7 7 0,-4 0 0,-3-5-871,2-7 0,-4 2 1,2-6-1,2 1-819,3 1 0,9-11 911,1 4 0,9-6 0,-5-2 0</inkml:trace>
  <inkml:trace contextRef="#ctx0" brushRef="#br0" timeOffset="1568">2135 3441 7884,'0'34'0,"0"-5"-220,0-5 1,-2 5 0,-3 3 0,-5 2 551,-2 4 0,5 11 0,-8 1 1,1 1 491,2 2 1,-8-7 0,6 5 0,-3-5-725,2-2 1,-4-3 0,4-2 0,-2-3-766,3 3 1,-5-8 27,4-2 637,-4-14 0,-3-6 0,0-9 0</inkml:trace>
  <inkml:trace contextRef="#ctx0" brushRef="#br0" timeOffset="1782">1808 3550 8019,'20'22'-42,"-6"0"1,3 2 0,-7 2 0,2 3 389,5-2 1,2 7 0,1 2 0,-1 3 159,3-3 1,-5 5 0,14-4 0,-2 1-326,0-1 1,7 1 0,-7-6 0,0-1-646,3 1 0,-8 2 0,3-10 0,-8-5 462,-4 0 0,-1-9 0,8 0 0</inkml:trace>
  <inkml:trace contextRef="#ctx0" brushRef="#br0" timeOffset="2183">2287 4051 8019,'0'-22'531,"0"0"0,0 0 1,0 1-80,0-1 1,10 10 0,2 2 0,3 3-199,-1 0 1,1-1 0,6 8 0,1 0-210,0 0 1,0 3-1,-3 4-31,-4 8 1,-6 4-1,-9 5 1,0 3-229,0 2 1,-2 2 0,-3-4-1,-5 2-396,-2-3 1,-2-1 0,-6-4-213,6 1 1,4-7 146,10-1 230,0-9 0,0 7 629,0-5 0,8 6 1,-1 8 808,-2 1 1,-3 2 0,-2 3 0,0 2-285,0-2 0,0-3 0,-2-2 0,-3 2-531,-2 5 1,-10-12 0,2 2 0,-4-7-679,-3-7 0,0 5 1,0-5-981,1-8 1480,9-7 0,-8-21 0,8-3 0</inkml:trace>
  <inkml:trace contextRef="#ctx0" brushRef="#br0" timeOffset="2549">2658 3942 9639,'12'10'434,"-3"-6"0,-6 9 0,2-1-209,2 0 0,3-5 1,-3 5-1,7-2-444,6-5 1,-3 4 0,2-1-43,5-4 1,3-1 0,-5-6 0,-1-1-555,1-4 0,-3-9 0,-2 3 170,-2-6 1,-8-1 1458,8-1-585,-10 10 0,-3 19 1,-9 20-1,2 9 406,2 10 1,3 14 0,0 6 0,0 9 34,0 2 1,3 8-1,4-8 1,8 1-1628,4-6 957,12-4 0,-6-12 0,6-3 0</inkml:trace>
  <inkml:trace contextRef="#ctx0" brushRef="#br0" timeOffset="6016">502 5488 8253,'-22'0'1159,"7"2"-753,1 6 1,9 6 0,-5 13 0,3 2-142,0-2 1,0 6 0,4 4 0,-2 4-285,-2 2 0,-7-6 0,6-1 0,1 3-563,-3 2 0,6 0 0,-9-5 1,1-7-1663,0-5 2244,7-11 0,-14 6 0,7-7 0</inkml:trace>
  <inkml:trace contextRef="#ctx0" brushRef="#br0" timeOffset="6232">175 5510 7878,'2'22'167,"6"-1"0,1 8 0,8 0 0,-2 0 427,2 3 1,5-5 0,4 9 0,6 3-229,2 2 1,2 0-1,5-2 1,-2-3-267,-3 3 0,-2-6 1,2 1-1,-7-2-425,-5-6 1,-4-1-1,-3-4-632,-3 1 957,-9 0 0,5-10 0,-10-2 0</inkml:trace>
  <inkml:trace contextRef="#ctx0" brushRef="#br0" timeOffset="6465">698 5858 9655,'7'15'265,"3"-3"1,2 0-447,5 0 1,2-5 0,3 5 0,0 1-299,-1-1 0,1-8 0,0 6 0,0-3 479,-1 1 0,1-1 0,0-7 0</inkml:trace>
  <inkml:trace contextRef="#ctx0" brushRef="#br0" timeOffset="6599">981 5880 7965,'-12'10'820,"4"4"-467,6 6 1,-5 4 0,0 2-1,2 6-27,2 2 0,6 2 1,2 8-1,2-3-245,-2-5 0,4 3 0,1-10 0,2 0-548,5 2 0,-5-9 0,0 2 467,-2-7 0,7-2 0,-5 6 0</inkml:trace>
  <inkml:trace contextRef="#ctx0" brushRef="#br0" timeOffset="7364">1220 5880 8073,'0'-14'1125,"0"-1"0,0 0-993,0-6 1,3 6 0,4 3 0,5 0-53,0 0 0,8 7 0,-6-5-124,5 1 0,3 6 0,0-4 191,0 5 0,-3 14 1,-4 7-1,-8 10 11,-5 5 0,-4-5 0,-3 7 1,-5 3-54,-2 2 1,-2 3 0,-8-1 0,0-2-87,0-4 0,1-6 0,1-9 0,3-3-449,3-4 0,11-8-210,3-14 1,10-5 0,14-10 0,3 3 279,2 4 0,10-4 1,-5 7-1,2-1 690,0 6 0,-9 5 0,2 2 353,-5 0 1,-5 9-1,-4 6 1,-8 7-158,-4 7 0,-13-5 0,-7 7 0,-7-2-176,-5 1 0,-8-1 0,8-8 0,0 1-963,-2 0 1,7-8-1,-5-2-2328,4-2 2941,13-3 0,3-16 0,9-3 0</inkml:trace>
  <inkml:trace contextRef="#ctx0" brushRef="#br0" timeOffset="7880">2374 5357 8045,'-9'22'398,"6"-7"1,-6 2 0,1 4 68,1 6 1,-7 19 0,4 0 0,-2 7-153,-5 8 0,-2 2 1,-1 0-1,3-3-226,3-2 0,-1-7 0,-4 5 0,2-6-416,2-9 0,8-7 0,-5-12 1,0 0-1559,0 0 1,5-10 1884,-8-5 0,1-24 0,-8-7 0</inkml:trace>
  <inkml:trace contextRef="#ctx0" brushRef="#br0" timeOffset="8097">2048 5597 7957,'12'22'0,"0"-3"0,-7-2 0,5 0 448,2 7 1,2 0 0,8 10-1,0 0-56,-1 0 1,9-5 0,1 5-1,0-3-330,1-4 1,4 4-1,-4-2 1,-1-2-332,1-3 1,-3-2-1,-8 0 1,-1 0-306,-6-1 1,3-6 0,-10-1 573,-2 3 0,7-7 0,0 0 0</inkml:trace>
  <inkml:trace contextRef="#ctx0" brushRef="#br0" timeOffset="8549">2658 5902 7957,'0'-22'490,"-3"8"731,-4-1-772,4 10 0,-6-2 0,9 14-251,0 8 1,7 4-1,3 3 1,2 0-210,5-1 0,-5-6 0,2-1 0,3 1-208,3-3 1,-6 5-1,1-10 1,-1 0-533,-2 3 1,8-7 375,-6 4 1,3-7 0,0-7 0,-5-8 40,-2-4 1,-3-3 0,-7 0 0,0 0 213,0 1 0,7-1 1061,1 0-413,-1 10 1,-10 12 0,-1 14 0,-4 8-133,4 7 0,1-2 0,3 9 1,0 3-225,0 2 0,0 3 0,0-1 1,3 1-462,4-1 0,2-2 0,8-4 1,-4-8-968,-4-5 0,8-5 1256,-2-4 0,14-6 0,5-9 0</inkml:trace>
  <inkml:trace contextRef="#ctx0" brushRef="#br0" timeOffset="8866">3137 5815 7957,'0'-22'28,"0"0"271,-10 0 1,8 13-166,-6 9 1,6 9-1,4 13 1,3 0-202,2 0 1,8-8 0,-5 1 0,2-1-236,5-2 1,2 5 0,3-9-39,0-4 0,-8-1 0,1-3 0,2 0 76,2 0 1,-5-3 0,1-1 263,2-4 0,-7-9 0,-1 17 115,-9 0 1,0 10 0,-2 14 0,-3 3 58,-2 2 0,-1 2 1,8-4-1,0 2-27,0-2 1,10 4 0,2 1 0,3-1-113,-1 0 1,1-2-1,7-7-35,-1 0 0,1 9 0,0 3 0</inkml:trace>
  <inkml:trace contextRef="#ctx0" brushRef="#br0" timeOffset="9714">3616 66 8260,'2'-20'-249,"5"6"1,-2-3-6,10 10 1,-8-1 0,8 13 534,1 10 0,-3 2 0,1 19 0,3 5 42,2 8 1,3 6-1,0 10 1,2 3-185,5 5 0,5 16 1,-13-34-1,2 2 1,-1 6-1,2 2-118,1 5 1,0 3 0,-1 2-1,-2 2 1,4 2 0,-1 2-1,-1 3 1,-2 1-224,0 4 0,0 1 1,-1-2-1,-1 1 1,-1 1-1,-2 1 0,-2-2 1,-1-1 72,-1-1 0,-2 0 0,-4 1 1,-2 1-1,0 0 0,-2 1 0,-2 1 1,0-1 28,-1 0 1,0-1 0,-1 3-1,0 0 1,-2 0 0,-2 0-1,-1 3 1,-2 1 89,2-27 1,-1 0 0,1-1 0,-5 28-1,0-1 1,-1 5 0,0-2 0,-1-5-1,-1-2 138,0-4 0,-1-2 1,-4 0-1,-1 0 1,2 0-1,0-1 0,-2-4 1,-1-3 27,-1-7 0,0-2 0,1-2 0,-1-1 0,1-7 0,1 0 0,0-2 0,1-1-128,0-2 0,2-2 1,-10 44-1,0-16 1,8-8-290,4-11 0,11-7 1,-4-12-1,6-4 261,2-8 0,7-3 0,0 3 0,1 5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5:19.6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370 0 8048,'-9'22'-107,"4"0"0,-7 2 1,-1 5 61,1 7 1,0 13-1,-5 1 1,3 1 621,-3 2 1,-2-7-1,-3 8 1,0-4-452,0 1 0,0-7 0,3-8 1,2 0-565,3-2 1,2-2-1,-5-13 438,2-4 0,10-6 0,-4-9 0</inkml:trace>
  <inkml:trace contextRef="#ctx0" brushRef="#br0" timeOffset="178">0 196 7862,'22'10'1582,"0"4"-1258,-1 6 0,1 4 0,2 2 0,3 6-13,2 2 1,7-5-1,-4 5 1,2 0-488,4-1 1,-4-6 0,0 4 0,-3-2-637,-4 1 0,-3-4 812,-2-11 0,0 14 0,0-5 0</inkml:trace>
  <inkml:trace contextRef="#ctx0" brushRef="#br0" timeOffset="528">544 457 8143,'-12'22'1370,"5"0"-1364,5 0 0,11-3 0,3-2 0,3-5-184,-1-2 0,1 4 1,9-4-1,3 0-180,2-1 1,0-1-1,-7-8 68,-1 0 1,-1-3-1,-3-2 1,-5-4 89,-3-3 1,6-3-1,-8-7 512,-2 0 0,-2 8 1,-3-1 1665,0-2-1604,0 8 1,0 2 0,0 14-1,0 7-124,0 6 0,0 4 0,0 2 1,0 6-438,0 2 1,2-5-1,3 5 1,4-3-595,4-4 781,-9 7 0,16-10 0,-8 7 0</inkml:trace>
  <inkml:trace contextRef="#ctx0" brushRef="#br0" timeOffset="811">1023 544 8048,'10'-21'-578,"2"-1"740,0 0 0,13 8 0,-6-1 0,3 1 154,4 1 1,1-3 0,-5 8 0,-1 3-40,1 3 0,0 2 0,-3 2-115,-4 6 0,-5 4 1,-10 10-1,-3 2-37,-4 5 0,-5-3 0,-10 11 0,0-1-188,0-2 1,1 7-1,-1-7 1,0 0-197,0-5 1,3 2 0,5-2-251,6-2 1,11-5 0,9-8 49,10-7 1,14-14 0,0-7 0,8-6 458,6-1 0,6-11 0,9-2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5:18.2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284 150 8036,'12'-21'39,"-5"-1"1,-2 2 282,2 6 1,-4-5 0,4 4 1133,-5-4-1006,8 7 1,-8 4 0,6 16 0,-6 9-248,-2 9 1,-7 8 0,-3 10 0,0-1-168,1 1 1,-8 2-1,5 2 1,-3 3-265,1-3 1,6-4-1,-4-5 1,0-3-1072,0 3 0,5-6 1299,-8 4 0,1-11 0,-8 6 0</inkml:trace>
  <inkml:trace contextRef="#ctx0" brushRef="#br0" timeOffset="232">1 150 8036,'14'8'0,"1"1"396,2 3 1,-5 1 0,2 3 0,3-1 48,2 2 0,6 2 1,1 5-1,6 3 31,2 2 1,2 0 0,5-7 0,-2 0-456,-3-1 1,0 1-1,5 0 1,-2-3-546,-3-4 1,-9 4-1,2-7 1,-5 3-961,-2-1 1484,0-9 0,-10 15 0,-2-8 0</inkml:trace>
  <inkml:trace contextRef="#ctx0" brushRef="#br0" timeOffset="483">610 477 8036,'12'0'3749,"-2"0"-3453,-10 0 1,7 2-1,3 3 1,0 5-397,-1 2 1,8-5 0,-2 8-309,4 2 1,3-5 0,2 0 0,3-2-790,2-6 1,0-1 1196,-7-3 0,-1 10 0,1 2 0</inkml:trace>
  <inkml:trace contextRef="#ctx0" brushRef="#br0" timeOffset="650">981 390 8036,'2'12'-1774,"3"-2"2290,2-1 1,0-4 0,-7 10 0,0 2-14,0 2 1,0-2-1,0 2 1,0 6-325,0-1 1,0 2 0,0 1 0,3 2-287,4-2 1,-2 4 0,7-2 0,-2-2-429,-6-3 1,1-5-1,0-2 535,2-2 0,10-10 0,-5 4 0</inkml:trace>
  <inkml:trace contextRef="#ctx0" brushRef="#br0" timeOffset="834">1177 412 8098,'0'21'0,"0"1"224,0 0 1,0 7 0,2 3 0,3 1 125,2 6 0,3 2 1,-5 3-1,4-1-274,3 1 0,-4-1 0,6-1 0,1-4-76,-3-1 0,7-1 0,-7 7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5:13.4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327 0 8080,'0'22'228,"0"0"0,-3 0 0,-1 2 1,-6 2 217,-2 3 1,0 10 0,-5 0 0,2 7-372,-2 5 1,0 2-1,0-5 1,5 3-167,3-3 0,-6-9 0,8-5 0,2-2-2038,3-6 374,2-11 1755,0-6 0,-10-28 0,-2-5 0</inkml:trace>
  <inkml:trace contextRef="#ctx0" brushRef="#br0" timeOffset="200">0 66 8026,'3'19'-136,"4"-5"0,-2 6 0,9-3 0,3 7 607,2 5 1,3 2 0,0-2 0,2 8-71,5 4 0,-2-5 0,7-2 0,0 0-500,-1 0 0,1-8 0,3 3 0,-8-4-943,-5-4 1,-2-6 1041,-1-1 0,-8-9 0,-4 5 0</inkml:trace>
  <inkml:trace contextRef="#ctx0" brushRef="#br0" timeOffset="616">501 370 8522,'10'-12'1714,"-6"-5"-1341,11 10 1,0-7 0,6 6-247,1 4 1,-7 1 0,-1 3 0,1 3-271,-3 4 0,5-2 1,-10 9-1,0 1-87,3-3 0,-8 7 0,3-4-23,-10 4 1,0 0-1,-7-2 1,0-5-203,0-2 0,5 5-28,-8-8 0,11 3 460,-4-3 839,6-5 1,4 10-287,6-4 1,-4 4-1,8 9-168,-2 1 0,-3 0 0,-7 0 0,0 2-49,0 5 1,0-12-1,0 5-2016,0-3 1703,0 0 0,-9-6 0,-3-4 0</inkml:trace>
  <inkml:trace contextRef="#ctx0" brushRef="#br0" timeOffset="933">937 349 8071,'14'-15'0,"1"1"291,1-3 1,4 5-1,2 0 1,-1 2 223,1 5 0,0 3 1,0 2-1,-1 0 101,1 0 1,0 0 0,0 0-187,0 0 0,-3 2-235,-5 5 1,-4 5-1,-12 10-291,-6 0 0,-4 0 1,-9-1-1,-1 1-215,0 0 0,-7 0 0,2 0 0,6-3-154,4-5 0,9 3 0,-4-7-409,3 2 1,4-7 434,12 2 1,5-4 0,12-3-1,3 0 122,2 0 0,7-8 0,-4 1 0,2 0 317,4-3 0,3 8 0,3-8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6:01.4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349 632 8092,'0'-22'219,"0"0"1,0 1-1,-3 1 1,-2 3 236,-2 3 0,-10 9 0,3-2-86,-6 4 1,-1 3 0,-4 0-1,-1 0-64,-3 0 0,0 10 0,7 4-165,0 6 0,3 2 0,4-1 0,8 1-152,5 0 1,2 0 0,2 2-1,5 3-176,8 2 1,4 0 0,3-8 0,2 1 179,5 0 0,-2 7 0,7 0 0,-3-2 179,-4-3 0,-3-2 0,-2-1 1,-3 1 133,-4 0 0,-6 0 1,-9-1-26,0 1 1,-17-2-1,-7-6 1,-7-7-439,-8-4 0,0-3 1,0 0-1,3 0-837,-3 0 0,8-3 0,2-4 0,7-10-2061,8-9 3055,4 1 0,0-16 0,-2 7 0</inkml:trace>
  <inkml:trace contextRef="#ctx0" brushRef="#br0" timeOffset="166">588 741 8024,'0'22'121,"0"-1"1,3 1-1,1 0 252,4 0 1,6-1 0,-4 4 0,0 1-75,-1 3 1,6 3 0,-8-6 0,0 3-678,3-2 1,-5-3-1,7-2 1,-2 0 377,-6 0 0,9-1 0,-1 1 0</inkml:trace>
  <inkml:trace contextRef="#ctx0" brushRef="#br0" timeOffset="349">566 0 6611,'15'20'0,"-3"-3"0,-2-3 0,7 10 0,-5 10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6:00.0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131 358 9211,'0'22'0,"0"2"403,0 5 0,0 5 0,0 12 0,0 2-56,0 3 1,9 7-1,4-4 1,-1-1-163,-5 0 0,3-2 0,-3-10 0,-2-2 35,-3-3 1,-2-2-427,0 2 1,-2-14 0,-6-17 10,-6-10 0,2-7 0,-3-12 1,1-5 75,2-8 1,-8-4 0,8-5 0,-2-2 99,-1-3 1,3-12 0,-5 0 0,5-7-87,2 0 0,3 5 1,7 6-1,0 9 84,0 4 0,2 14 0,6 10 135,6 13 1,6 18 0,4 13-1,2 15 77,3 11 0,3 0 0,-3 10 0,7 0-33,5-2 1,-4 5-1,-1-11 1,3-1-59,2-3 1,2-3-1,1-2 1,-3-7 107,-5-12 0,3-3 1,-10-11-1,-2-6 315,-3-7 1,-10-9 0,-1-15 0,-4-8-266,-4-4 1,-3-9-1,-2-4 1,0 1-339,0 0 1,-9-8 0,-3 3 0,-3-5-484,1-2 1,-1 2-1,-7 5 1,3 5-65,4 0 0,-1 14 0,8-2 1,3 7-437,3 7 0,2 15 1,0 12-749,0 12 1811,0 8 0,10 11 0,2 3 0</inkml:trace>
  <inkml:trace contextRef="#ctx0" brushRef="#br0" timeOffset="615">849 576 8105,'-2'12'218,"-5"-2"22,-8-1 1,5 4 0,3 8-1,5 1 247,2 0 0,0 9 1,0 3-1,0 3-215,0-1 1,2-7-1,5 5 1,6-3-146,-1-4 0,7-5 1,-2-8-1,7-4 185,5-1 0,0-9 0,-7 0-167,0-12 0,-10-7 0,-5-3 1,-4 0-104,-3 1 1,0-1 0,-3 0 0,-4 0-420,-8 1 0,-4-1 0,0 0 1,2 0-347,2 0 1,3 8 0,-2-1 0,4 1-650,0 2 0,8 0 842,-5 4 0,7 8 461,7 0 0,-2 3 0,7 11 0,0 3 222,0 3 1,-5 1 0,8 1 471,2 0 0,0 0 0,0 0 87,-3-1 1,-2 1-1,5 0-242,-2 0 1,-1-3-1,5-2-5,-4-3 0,4-9-101,-4 3 0,4-8-278,3-8 1,-10-4 0,-5-10 0,-4-2 28,-3-5 0,7 5 0,0-5 1,-2 5 63,-2 2 1,-3 7 0,0 1-145,0-3 1,2 7-170,5 3 1,5 7 254,10 7 0,0 5 1,0 10-1,-1 0-52,1 0 1,0-8-1,0 1 166,0 2 0,-1-8 0,1-1-190,0-6 1,-8-12 0,-2-4 0,-2-5-119,-5-3 0,-3 0 0,-2-2 1,0-3-375,0-2 1,-7-2 0,0 4-1,0-2-937,-3 2 0,8 3 1,-6 2 1383,6 1 0,2-1 0,0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6:06.9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153 620 7976,'-22'0'250,"7"0"0,3 2 0,0 3 113,0 2 0,5 10 1,-5-2-1,0 4-198,0 3 1,4 7-1,-4 2 1,2 1-80,6-1 0,1-2 1,3-7-1,3 0-15,4 0 0,-2-3 1,9-4-1,6-8-145,6-5 0,-2-14 0,8-7 1,-3-10-105,0-5 1,0 0 0,-7-5 0,-3 3-112,-4-3 0,2-2 0,-10 0 0,0 5-1,3 7 0,-8-3 0,5 3 301,-4 3 1,-13 11 0,-4 10 277,-6 10 1,-1 10-1,-1 11 1,2 6-30,6 2 1,-3 2 0,7 5 0,1-2-180,-1-3 0,3-7 0,7 5 1,0-3-70,0-4 1,9-3 0,6-4 58,4-6 1,3-4-1,0-13 1,0-6 119,-1-13 0,1-2 0,-3-10 0,-2 0-65,-2 0 0,-3-2 1,5-8-1,-5-2-258,-2-5 1,4 3 0,-7-10 0,1 0-140,1 2 0,-6-4 1,4 6-1,-4 1-99,-3 0 0,0 2 0,0 10 21,0 5 0,0 16 1,0 23 442,0 16 1,0 22-1,0 17 1,0 8 411,0 6 1,2 8 0,3 12 0,4 5-354,4 2 1,-7-48-1,2 0 1,3 4 0,0 1-1,0 2 1,0 0-277,0 4 1,-1 0-1,1 0 1,0 1 0,0-1-1,0 0 1,0-5-1,0-1-246,-1-3 1,2-1 0,17 39 0,2-18-1,0-17 252,1-15 1,-3-19 299,-7-15 0,-10-17 0,-5-9 0,-7-10-21,-7-5 0,-5-2 1,-12-8-1,-3-2-175,-2-5 1,-10 5 0,0-7 0,-7 2-336,-4 0 1,-11 1 0,3 9 0,-5 2 98,-2 3 0,0 11 0,2 4 0,5 11 655,7 7 0,14 20 0,11 8 0,9 6 130,10 8 0,9-5 0,15 0 0,19-3-242,18-4 0,18-6 0,8-6 0,7-8-2018,7-4 1724,6-3 0,-46-9 0,1-2 0,-1-1 0,0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6:08.2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415 0 7970,'-41'0'363,"2"0"1,3 0 294,-3 0 0,5 3 0,0 4 0,3 7-64,4 6 1,-4 11 0,2 5 0,2 6-393,3 1 1,12-2 0,4-2 0,6-5-267,2-3 0,10-4 0,4-10 0,8-5-597,7-2 0,5-3 0,7-9 0,-5-3-95,-7-3 1,3-9 0,-3 1-1,-3-9 433,-1-4 0,-4 0 1,-1 7-1,-3 1 428,-3-1 1,-2 0-1,3 0 1,-6 1 783,1-1 0,-7 7 110,4 1 1,-5 11 0,-2 3-624,0 12 1,8 15 0,1 2 0,3 0-563,5 3 1,10-6 0,4 8 0,3-2-1741,5-6 1926,-8-2 0,20-2 0,-5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6:08.8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85 261 7883,'-21'-9'186,"6"4"0,1-7 677,-3 2 0,7 0-484,3 3 0,7-5 0,7-7-134,8 4 1,11-2 0,6 8 0,1-1-152,6 0 1,-5 3 0,2 7 0,1 0-40,-3 0 0,4 0 1,-9 0-1,-2 2 92,-3 6 0,-5-3 0,-2 9 0,-5 3 6,-2 2 0,-3 10 1,-9 3-1,-5 2-122,-8 4 0,-14 4 0,-5 1 1,-2 3-176,0 5 1,-1-5 0,-6 5 0,2-8-41,4-7 0,6-4 0,9-8 0,0 0 65,1-2 1,11-5-1,10-17 92,12 0 0,10 0 1,7-2-1,10-3-364,9-2 0,-2-8 0,7 5 0,-2-2-792,0-5 1,7 5 1182,-7-2 0,9-1 0,-4-7 0</inkml:trace>
  <inkml:trace contextRef="#ctx0" brushRef="#br0" timeOffset="200">1305 22 8395,'0'22'605,"-2"-1"1,-3 4-1,-5 4-302,-2 7 0,5 5 1,-8 3-1,1 2-436,2 4 1,-5-4 0,7 5 0,-2-5 423,-5-2-291,-2-1 0,-3 1 0,0-1 0</inkml:trace>
  <inkml:trace contextRef="#ctx0" brushRef="#br0" timeOffset="417">1044 0 8056,'2'24'133,"3"3"0,5 4 135,2 3 1,2-5 0,10 8-1,5 1 159,8 3 1,-3 3 0,2-3 0,3-2-146,2-3 0,2-7 0,1 5 0,-1-3-548,1-4 1,-3-5-1,-5-5 1,-7-5 265,-4-2 0,-4-3 0,1-7 0</inkml:trace>
  <inkml:trace contextRef="#ctx0" brushRef="#br0" timeOffset="703">1828 109 7972,'21'-7'242,"1"-1"1,0-6 0,0 7-1,-1-1 198,1-1 1,2 6 0,3-4 0,2 5-65,-2 2 0,4 2 1,-2 3-1,-5 5-20,-7 2 1,0 2 0,-9 8 0,-4 2-28,-1 5 1,-6-2 0,-6 7 0,-11 0-19,-6-1 0,-3 1 0,7 5 0,0-5-79,0-3 0,1 6 0,1-8-192,6-3 0,6-11 1,16-8-1,6-4-300,6-3 0,11 0 0,5 0 0,8 0-1143,7 0 0,2-10 0,7-5 1403,-2-4 0,1-3 0,6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6:07.3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85 543 7936,'0'-15'32,"-2"3"810,-6 3-153,6 1 1,-10 8-1,7 3 1,-2 4-227,2 7 0,2 8 0,3 5 0,3 2-299,4-2 1,-4 4 0,6-2 0,1-2-698,4-3 1,-1-5 0,1-2-907,3-2 1,2-11 679,3 4 1,-3-11 0,-4-9 0,-8-10 703,-4-2 0,-3-7 0,0-1 0,0-2 55,0-4 0,-10 4 0,-5-2 0,-4-3-61,-3-2 0,3-3 0,2 1 1,3-1 176,-3 1 1,-3 6-1,1 3 1,2 5 656,2 10-862,11-3 0,-4 27 1,13-3-1,5 8-546,2 7 635,2 2 0,18 13 0,2 2 0</inkml:trace>
  <inkml:trace contextRef="#ctx0" brushRef="#br0" timeOffset="200">542 20 7743,'10'-12'584,"2"5"0,7 17-88,-4 11 1,4 13-1,-4 15 1,4 6-204,3 8 1,0 0-1,0 17 1,-1 2-464,1 3 1,2 2-1,3 0 1,-1 0-253,-6 0 0,2-4 1,-10-13-1,2-19-2356,1-18 2778,-10-18 0,4-25 0,-9-14 0</inkml:trace>
  <inkml:trace contextRef="#ctx0" brushRef="#br0" timeOffset="349">433 630 7936,'-21'0'878,"9"2"1,7 3-676,10 2 0,9 1 0,15-6 0,10 3-195,9 2 0,8 1 0,12-8 0,4 0-568,8 0 0,17-10 560,-43 4 0,1-3 0,3-4 0,2-3 0,6-1 0,-1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6:04.2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131 632 7866,'3'-12'-428,"4"5"1,-5-6-1,8 1 1</inkml:trace>
  <inkml:trace contextRef="#ctx0" brushRef="#br0" timeOffset="467">153 523 6847,'10'12'669,"-8"-2"1,8-8-1,-13 3-345,-4 2 0,2 1 0,-9-6 0,-1 5-52,3 8 1,-7-3 0,4 5 0,-2 5-31,3 4 0,-5 6 0,6-3 1,1 5-490,5-1 1,5-1-1,2-10 1,0-1-213,0 1 0,9-10 0,8-4 0,7-8-119,5-8 0,3-4 0,-5-12 0,2-3 578,-3-2 0,-2-9 0,-2 1 0,0-4 0,0-2 0,-3 6 0,-2 4 0,-5 1-79,-2 5 0,-3 3 1,-5 5 745,6 4 1,-6 8 0,5 14-225,-4 8 1,-3 4 0,0 5 0,0 3-182,0 2 0,0 7 0,0-7 0,0 0-87,0 3 0,0-8 0,0 5 0,0-5-103,0-2 1,-7 0-1,-1 0 1,1-1-146,-3 1 0,8-7 0,-8-3 76,1-2 1,4-6 0,-7-11-1,2-10-300,5-9 0,3-1 0,2-9 0,2-1 35,5 3 1,6-7-1,8 7 1,1 1 127,0 4 0,0 7 0,-1 5 0,4 5-35,4 2 0,-5 3 0,7 12 0,-2 7-162,0 10 0,8 14 1,-8 0-1,-3 5 331,-2 3 0,-2-1 0,0 1 0</inkml:trace>
  <inkml:trace contextRef="#ctx0" brushRef="#br0" timeOffset="750">1264 0 8040,'0'22'361,"0"0"1,2 0-34,5 0 0,3 9 0,7 5 0,-5 5 10,-2 3 1,7 9-1,-5 3 1,2 2-135,1 0 0,-8-7 0,5 7 1,-2 2-587,-5 3 1,-3-7-1,-2-5 1,0-8-2757,0-6 3138,-10-6 0,-2-19 0,-9-2 0</inkml:trace>
  <inkml:trace contextRef="#ctx0" brushRef="#br0" timeOffset="1100">1111 436 8040,'7'-15'516,"3"3"1,0 0-329,0 0 1,6 5-1,1-5 1,8 0-48,4 0 1,7 4 0,-5-4 0,3 3-145,5 4 0,-5-5 0,0 3 0,-3 2-31,-4 3 1,-3 11 0,-2 3-1,-3 5 3,-4 5 1,2-3 0,-10 18 0,-2 1 46,-3 3 1,1 5 0,1 3 0,4 4-26,-4 3 0,1-8 0,0 3 0,5-8 291,2-6 1,-5-6-1,8-11 8,2-6 1,-5-7 0,0-14 0,0-7-93,0-6 1,-7-11-1,2-6 1,-4-4-191,-3-2 0,0-1 0,0 1 1,-3 2-249,-4 4 0,2-1 0,-10 9 0,-1 2-491,-4 3 1,-2 4 0,1 6 730,-1 7 0,0-6 0,0 1 0</inkml:trace>
  <inkml:trace contextRef="#ctx0" brushRef="#br0" timeOffset="1467">2069 545 8090,'12'22'158,"-2"7"0,-7 5 0,4 4 708,7 8 0,8 15 1,5 2-1,2 9-368,-3 6 1,-1 1 0,-4 9-1,1 1-366,0 5 0,-10-14 1,-5 3-1,-4-6-511,-3 3 0,0-3 0,0-2 0,0-7-698,0-12 1,-10-18 0,-7-13 247,-10-16 0,8-14 0,-7-26 0,-1-13 829,3-11 0,0-11 0,2-6 0,0-8 0,0-5 0,-9-2 0,-3 0 0</inkml:trace>
  <inkml:trace contextRef="#ctx0" brushRef="#br0" timeOffset="1650">2113 414 8065,'22'-14'0,"0"2"207,-1 2 1,1 3 0,2 9 0,3 5 442,2 8 0,2 11 0,-4 6 0,2-1-175,-2 1 0,-6 4 1,-4-4-1,-2 1-53,2 6 1,-8-7 0,-1-3-1,-8-5-204,-8-2 1,-6-1-1,-13 1 1,-4-3-585,-3-4 0,0 2 1,-5-10-1,6-2-555,1-3 0,3-4 1,10-5-1,2-8-386,2-4 0,10-5 1307,-2-5 0,14 4 0,6-6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6:02.8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8532,'0'24'709,"0"5"1,0 8-226,0 4 0,0 15 0,0 9 0,0 12-130,0 8 0,2 12 0,0-47 0,1 1 1,1 2-1,2 1-110,-1 1 1,2-1-1,5 45 1,5-5 0,-3-9-118,3-12 0,3-6 0,-1-23 1,-2-8-255,-3-2 1,-9-17-1,5 2-2509,0-7 1489,-8-4 0,8-18 0,-10-5 516,0-4 0,0 5 1,0-1-1,0-2 631,0-2 0,9-3 0,3 0 0</inkml:trace>
  <inkml:trace contextRef="#ctx0" brushRef="#br0" timeOffset="252">436 806 8152,'0'14'321,"0"1"1,0-1 0,3 8 0,1 0 592,4 0 1,1 2 0,-4 3 0,5 4-715,2 3 1,-5-5 0,5 5 0,0-3-1029,1-4 0,-6 4 0,5-2-273,-2-2 1,-3-10 1100,-7-3 0,0-9 0,0 5 0</inkml:trace>
  <inkml:trace contextRef="#ctx0" brushRef="#br0" timeOffset="385">458 653 7579,'-15'0'1418,"1"0"-2528,9 0 1110,-5 0 0,10 0 0,0 0 0</inkml:trace>
  <inkml:trace contextRef="#ctx0" brushRef="#br0" timeOffset="1001">872 828 8374,'-22'14'505,"0"1"1,0-10-1,3 4 1,2 1-84,3 4 0,-1 13 0,-4 5 0,2 1-105,2 6 0,10-5 0,-2 2 0,5 3-234,2 2 0,0-5 0,2-2 1,5-5-270,8-9 0,-3-1 1,3-12-1,1-2 14,4-2 1,2-6 0,-3-7-1,-2-9-28,-3-8 0,-6-11 1,4 1-1,-3-6 6,-4-8 1,5 3-1,-3-8 1,-2 3 39,-3 4 0,-2-4 0,0 0 0,-2-3-91,-5-4 1,2 4 0,-10 1 0,1 1 130,2 6 0,-5 2 0,7 7 0,1 8 208,-1 9 1,3 17 0,7 5 133,0 12 1,0 17 0,0 10 0,2 7 219,5 5 0,-2 9 0,7-2 0,-2 5-185,-5 3 1,4 6 0,1 1-1,2-1-265,5 3 0,2-17 1,3 1-1,0-11 137,0-5 1,7-11 0,2-10 0,1-13 56,-1-6 1,-2-6 0,-7-4 0,2-10-2,5-9 0,-5-6 0,3-7 0,-8 3-144,-4-3 1,-3-2 0,5-2-1,-5-1-145,-2 1 0,-3 6 0,-7 3 0,0 1-213,0-1 1,-10 7 0,-2-2 0,-2 7 85,-1 8 0,1 4 1,-8 10-1,3 2 275,4 6 1,-4 6 0,4 15-1,-2 10 324,3 9 0,-3 1 1,10 6-1,2 1-327,2 0 0,3-8 1,3 3-1,6-8-767,13-6 0,12-6 1,19-11 719,13-6 0,9-4 0,12-10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6:14.7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349 806 8113,'41'-51'-184,"-4"0"1,-4-2 0,-6 5 0,0-3 157,-8 2 1,0 3 0,-9 3 0,0-1 11,-1 1 0,-1-1 1,-8 1-1,0-1-478,0 1 0,0 9 379,0 5 0,-3 29 0,-2 21 0,-4 25 172,-3 15 0,-3 14 0,-7 7 1,1 12 193,9-40 1,2 1-1,2 5 1,1 1-1,1 7 1,0 0-1,0 1 1,0 0-146,0-1 1,0-1 0,3 1 0,1 0-1,-2 0 1,1 2 0,1 3 0,1 1-126,1 5 0,0 0 0,1-8 0,1-2 0,1-2 1,1-3-1,2-12 0,3-3 287,10 29 1,12-28 0,3-28 0,0-17 210,-5-17 0,-5-15 1,-2-24-1,-2-7-552,-6-4 1,-4-4-1,-15-2 1,-7-2-63,-10-2 1,-14-1 0,-1 8 0,-4 2-579,-2 5 0,-1-3 0,-2 10 1,-2 3 59,-3 2 0,0 12 1,10 5-1,5 7 650,7 8 0,-3 4 0,3 13 0,5 4 104,7 7 0,7 6 0,10 4 0,0 3-103,0 2 0,-9 9 0,-3-4 0</inkml:trace>
  <inkml:trace contextRef="#ctx0" brushRef="#br0" timeOffset="233">763 915 8090,'0'21'6,"0"1"0,0 0 158,0 0 0,0 0 1,0-1-1,0 1-55,0 0 1,7 0 0,3-1 0,-1 1-761,1 0 1,7 0 650,-2 0 0,-6-1 0,1 1 0</inkml:trace>
  <inkml:trace contextRef="#ctx0" brushRef="#br0" timeOffset="717">1089 370 8176,'0'22'365,"0"2"0,3 3-61,4 2 1,-2 10 0,7-1 0,0 8 24,0 5 1,0 10 0,5-3 0,-5 5-334,-2 2 1,5 0 0,-6-2 0,1-2-587,0-3 1,-3-12 0,-5 0 589,6-8 0,4-11 0,9 4 0</inkml:trace>
  <inkml:trace contextRef="#ctx0" brushRef="#br0" timeOffset="953">1721 349 8281,'0'43'0,"0"1"288,0-1 0,0 8 1,0 2-1,0 0 136,0 1 0,2 4 0,3-5 0,5 0-193,2 0 1,-5 1 0,5-6 0,0 3-348,1-3 1,-9-9 0,4-5-1,-6 0-2581,-2 0 2697,0-8 0,0-4 0,0-12 0</inkml:trace>
  <inkml:trace contextRef="#ctx0" brushRef="#br0" timeOffset="1151">1351 806 8111,'12'-10'314,"7"0"1,-2-6 0,10 3 56,9 4 1,5-1 0,3 5 0,2-2-411,5 2 1,4 0-1,8 0 1,-2-2-488,-3 2 1,-7 1-1,4-1 1,-2-3 525,-4 4 0,-3-18 0,-3-2 0</inkml:trace>
  <inkml:trace contextRef="#ctx0" brushRef="#br0" timeOffset="1485">1961 1111 8112,'21'0'-122,"-6"0"0,-1 0 674,3 0 1,3-3 0,1-4-131,1-8 1,-2-4-1,-4-3 1,-1 1-191,2-1 0,-5-7 1,0-3-1,0 1-113,0-1 1,-7-4-1,2 5 1,-4-1-28,-3 1 0,0 2 1,0 7-163,0 0 0,-10 3 0,-4 4 174,-6 8 1,1 14 0,2 10 0,2 7 67,-1 5 1,-1 10 0,0-3 0,2 6-106,-2 1 0,8 3 1,1 3-1,3 1-136,-2-1 1,5-3-1,-3-5 1,7-2-484,6-3 0,11-12 1,0 0-1,10-9-360,5-6 0,-5-1 0,8-11 0,-1-4 912,-2-8 0,7-14 0,-7-4 0</inkml:trace>
  <inkml:trace contextRef="#ctx0" brushRef="#br0" timeOffset="1718">2505 1024 8112,'0'21'-12,"0"-6"0,0-1 496,0 3 1,0 3 0,0 1 66,0 1 0,0 0 0,0 0 19,0 0 0,2-3 0,3-2 1993,2-3-2122,1-9 1,-8 2 0,0-14-1,0-7-333,0-6 0,0-4 1,0-5-1,0-10-698,0-9 1,7 0 0,3-10 0,2-3-191,5-2 1,9 5-1,3 2 1,0 3-215,3 5 1,-6 12 0,8 9-1,-2 10 994,-6 10 0,-1 14 0,-4 5 0</inkml:trace>
  <inkml:trace contextRef="#ctx0" brushRef="#br0" timeOffset="2069">3180 0 8389,'22'53'0,"0"5"300,-1 5 0,4 12 0,4 5 0,7 7 354,-16-39 1,1-1 0,20 35-1,-2 5 1,-5-2 110,-3-1 0,-9 3 0,-10-2 0,-5-3-260,-9-2 1,-20-7 0,-21 7 0,-13 2-542,25-40 1,-1 1-1,-4 4 1,-1 0-1,0 0 1,-1 0-1,1-1 1,-1-2-2933,0-2 1,1-2 2967,-26 35 0,3-5 0,9-4 0,3-11 0,2-6 0</inkml:trace>
  <inkml:trace contextRef="#ctx0" brushRef="#br0" timeOffset="2550">610 610 9541,'-21'-15'0,"1"1"931,6-3 0,6 7 0,16 3-583,6 4 1,15 3 0,8 0-349,4 0 0,2 0 0,1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6:10.5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66 523 8129,'-10'12'189,"1"7"0,-8-2 196,2 10 0,10 7 1,-2 12-1,5 2 62,2 3 1,0 17-1,2-3 1,3 3-161,2-1 1,0-8-1,-4-1 1,2 0-512,2-3 0,7 6 0,-6-8 0,-3 0-589,-3 0 1,5-4 0,1-13 812,-4-7 0,8-5 0,1-2 0</inkml:trace>
  <inkml:trace contextRef="#ctx0" brushRef="#br0" timeOffset="218">44 1350 8129,'-19'-21'-167,"4"-1"733,8 0 0,5 0 0,2 0 1,2 1-105,5-1 0,13-2 1,11-5-1,3-5-219,5 0 1,4-7 0,6 4 0,2-1-237,-3 1 0,-2-4 0,-3 7 0,1-2-623,0 0 1,-11 2 0,-6-2-1,-10 7-467,-10 4 1,3 11 0,-5 2 1082,-8 2 0,-16-7 0,-15 5 0</inkml:trace>
  <inkml:trace contextRef="#ctx0" brushRef="#br0" timeOffset="366">240 937 8129,'0'31'217,"-7"0"1,0 8 0,2-3 300,2 3 1,13 5-1,5 4 1,4 3-149,3-3 1,0-2 0,2-2 0,5-1-169,7 1 0,-2-8 0,2-2 0,1 0-646,-4 0 0,1-7 1,-7-1-1,2-7 444,-2-4 0,-3-10 0,-2 5 0</inkml:trace>
  <inkml:trace contextRef="#ctx0" brushRef="#br0" timeOffset="751">763 1437 8129,'22'-9'257,"-8"6"1,-2-6-1,0 1-59,0 1 1,-4-7-1,6 4 1,1-2 48,-3-5 0,5-2 0,-8-3 0,4-2-131,3-5 0,-6 4 0,-3-4 0,-2 5-516,3 2 1,-6-2 0,3-2-57,-10-4 1,0 4 0,-9 11-1,-3 8 528,-3 5 0,6 2 0,-1 0 0,1 2 229,2 5 0,-8 8 0,6 11 0,-3 6 315,2 2 1,3-5-1,7 7 1,-2 3-116,2 2 1,5-5 0,5 1 0,5-1-392,2-2 0,5 0 0,12-8 0,5 1-390,0-8 0,7 1 1,-5-13-1,5-2-668,3-3 1,-3-2 0,-5-2 0,-7-6 947,-5-6 0,8-15 0,2-5 0</inkml:trace>
  <inkml:trace contextRef="#ctx0" brushRef="#br0" timeOffset="1002">1285 1394 8129,'0'22'66,"0"-1"1,0 1 381,0 0 1,-2 0-1,-3 0 315,-2-1 1,0 1-66,7 0 1,-3-10-251,-4-5 1,5-7-335,-6-7 1,-1-5 0,1-12 0,4-5-107,1-8 1,3-4 0,0-2-1,0-3-530,0-5 1,3 2-1,1-9 1,4 0-313,-3 3 1,7-6-1,0 10 1,2 3-891,1 2 1724,-1 12 0,8-7 0,0 7 0</inkml:trace>
  <inkml:trace contextRef="#ctx0" brushRef="#br0" timeOffset="1352">1569 1350 8119,'0'22'180,"0"0"0,0 0 0,0-1 357,0 1 0,0-7 1,0-1 113,0 3 0,-3-7-256,-4-3 0,4-7-352,-4-7 0,2-5 0,1-12 1,-4-3-165,3-2 0,3-10 0,2 3 0,2-5-34,6-3 1,-3 3 0,7 2 0,0 5 165,0 3 0,0 2 1,5 7-1,-3 3 184,3 4 0,3 6 0,1 11 1,-1 5-52,-6 8 0,6 14 1,-6 7-1,6 5-414,1 3 0,-6-3 1,-3-2-1,0-3-410,0 3 1,-5-5 0,6-1 0,-1-1 679,0-5 0,-7-3 0,4-2 0</inkml:trace>
  <inkml:trace contextRef="#ctx0" brushRef="#br0" timeOffset="1668">1982 1416 8105,'12'-3'490,"-2"-2"-170,0-2 0,-1-10 1,8 5-1,-2-2-173,2-1 1,2-7 0,1-7 0,-3 3-120,-3 1 1,1 1-1,6-2 1,-1-3-2,-6 2 0,-4-4 1,-10 1-1,0 4-274,0 2 0,-3 2 1,-4 3 386,-7 4 1,-6 5 0,-1 10 0,-1 0 443,0 0 1,0 3 0,0 4-1,3 8-161,5 4 0,-6 3 0,8 2 0,0 2-166,5 4 1,4 1 0,3-4 0,0 4-171,0 3 0,3-7 1,4 2-1,10-5-548,10-2 0,-1-10 0,8-3 1,0-1-485,0-1 1,2-2-1,5-13 1,-2-6 944,-3-5 0,1-13 0,6-2 0</inkml:trace>
  <inkml:trace contextRef="#ctx0" brushRef="#br0" timeOffset="1869">2418 87 8105,'0'32'339,"2"11"0,3 15 0,5 8 485,2 6 0,-5 6 1,5 11-1,0 3-278,0 3 0,-8-45 0,0 1 0,8 44 0,-3-6-442,-4-7 0,5 1 0,-3-11 0,-2-4-2900,-2-8 2796,-3-6 0,0-1 0,0 3 0</inkml:trace>
  <inkml:trace contextRef="#ctx0" brushRef="#br0" timeOffset="2269">3420 0 8085,'-37'22'0,"3"2"78,3 5 0,-8 7 0,3 18 1,-5 13 301,-3 18 0,22-36 0,1 1 0,-1 7 0,3 2 0,0 4 0,1 0-78,2 5 0,3 0 1,5-2-1,2 1 0,1 1 1,2-1-1,3-4 1,3-2-207,3-6 0,2-1 0,2-4 0,5-1 0,33 38 0,8-5-663,9-9 0,5-18 0,-5-23 567,1-8 0,9 3 0,2-15 0</inkml:trace>
  <inkml:trace contextRef="#ctx0" brushRef="#br0" timeOffset="2833">4378 806 8093,'-22'-10'-27,"0"-4"1,0-3 0,1 2-1,-1 8 577,0 5 1,-7 2 0,-2 4-1,-1 9-159,1 8 0,-1 8 0,6 0 0,-3 8-218,2 4 0,5 0 1,5-2-1,5-5-355,2-3 1,3 5 0,7-7 0,3-2-114,4-3 0,5-9 1,10-3-1,0-3 5,-1-4 0,8-5 0,3-5 91,2-2 1,-15-10 204,3 3 1,-5-6-129,5-1 0,-1 6 1,1 1-1,0-1 104,0 3 1,-1-5-1,1 10-41,0 2 0,0 2 1,0 3-1,-1 0-124,1 0 1,-3 13-1,-2 6 1,-2 8-410,2-1 1,-5 6 591,2-3 0,-9 9 0,5-4 0</inkml:trace>
  <inkml:trace contextRef="#ctx0" brushRef="#br0" timeOffset="3283">4704 153 8093,'0'21'77,"0"1"1,0 0 0,0 0 137,0-1 0,0 11 0,0 4 0,3 5 145,4 3 0,-2-1 1,7 3-1,0 3-173,0 2 1,0-1 0,5-4 0,-2 3-231,2 2 0,-5-1 1,0-8-1,0-6-379,0-7 0,3-5 0,9-5 183,5-4 1,-5-15 0,5-17 0,-5-7 159,-2-5 0,7-10 0,0 3 0,-2-5 215,-3-3 1,0 1 0,0-1 0,0 3-13,-4 5 1,-3-6 0,5 6 0,-3-3-53,-5 3 1,3 5-1,-9 9-175,-4 0 0,-1 12 1,-3 13 148,0 16 1,-7 13-1,-3 14 1,0 4 160,1 9 0,-6 6 0,5 5 0,1 3-71,-1-3 0,3-5 0,7-4 1,2-6-244,5-1 1,6-6-1,8-12 1,4-7-319,4-5 0,-3-11 0,10-6 0,1-5 425,-3-2 0,16-9 0,-4-4 0</inkml:trace>
  <inkml:trace contextRef="#ctx0" brushRef="#br0" timeOffset="3634">6120 719 8093,'-3'-22'351,"-4"0"0,-5 3 0,-10 4 428,1 8 0,-1 5 0,-2 2 0,-5 2-294,-8 5 0,6 8 0,-1 14 0,3 7-323,0 5 1,0-4 0,7-1 0,3 3-232,5 2 0,-3-5 1,9-2-1,4-3-757,1-4 1,13-3 0,4-4 0,8-6 57,7-7 0,-2-4 0,9-6 0,0-4 456,-2-7 1,7-13-1,-7-4 1,2-1 303,1 1 0,-8 2 0,5 7 0,-3-2 326,-4-5 0,-3 12 1,-2-3 306,0 8 1,-8 5 0,-2 9-688,-2 6 1,4 6 0,-6 13-1,-4 4 62,-1 3 0,7-7 0,2 4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6:22.0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501 368 8244,'0'-14'-109,"0"-1"0,0 1 0,0-8 21,0 0 0,0 8 0,0-1 555,0-2 1,-7-2 95,0-3 1,-10 0-123,2 1 0,3 8-214,-2 6 1,-1 5 0,-6 2-132,-1 0 1,7 9 0,1 6 0,-3 4-34,-3 3 1,-1 2-1,-1 5 1,3 5 40,4 0 0,-4 7 0,4-4 1,-4 4 49,-3 2 1,7 1 0,1-1 0,-1 1 49,3-1 1,-5 1 0,8 2 0,-1 2-38,0 3 0,1 0 0,4-7 1,-2-1-71,2 1 1,2-1-1,3 1 1,0-1-80,0 1 0,-2 2 0,-3 2 1,-2 5 28,2 3 1,3 2-1,2 10 1,0 2 22,0 3 1,0 2 0,0-5 0,0 2 64,0-1 0,0-4 0,0-1 0,0-1-8,0 0 1,2-9 0,3-5 0,2-3 47,-2 3 0,7-3 1,0 8-1,3-3-27,-1-4 1,1-1 0,6 0-1,1 6-130,0 1 1,2-6-1,3 4 1,2-2-48,-3 0 1,-1-1 0,-4-6 0,1 0 112,0-1 0,0 1 1,0-3-1,-1-3 132,1-1 0,0-3 0,0 2 0,-1-7-202,1-5 0,-7-2 1,-1 0-585,3-1 1,3-1-1,-1-3-3996,-5-3 4566,6-9 0,-8 5 0,10-10 0</inkml:trace>
  <inkml:trace contextRef="#ctx0" brushRef="#br0" timeOffset="1732">3485 42 7911,'-10'-12'607,"8"-8"-311,-8 18 0,12-5 1,6 14-36,6 7 0,6 6 0,-1 1 0,-2 1-113,-3 0 0,1 2 0,4 3 1,-2 2 8,-2-3 0,-1 6 0,8-1 1,0 3-95,0 5 0,-1 2 0,1 5 0,-3 5-118,-4 7 1,2-2-1,-7 2 1,-1 2-79,1 3 1,4 0-1,-6-5 1,-3-7 77,-3-5 1,-2-3 0,2 1 0,3-3 92,2-5 0,1-4 0,-8-10 1,0-1 52,0 1 0,7 7 0,0 0 0,-2 0 44,-2 3 1,-1-6 0,3 11 0,2 1-92,-2 4 0,-3-1 1,-2-3-1,3-1-97,4 1 0,-5 3 0,6 3 0,-6 0-69,-2-1 0,0 1 0,2-1 0,3 1 64,3-1 1,-1-6 0,-7-3 0,0-3 73,0-4 0,0 4 1,0-2-1,0-2 54,0-3 1,0 5-1,0 2 1,0 1 24,0-1 0,-7 1 1,-1-6-1,3 3-74,3-2 1,2 4 0,0 1-1,0-1-50,0 1 0,-7-1 1,0-2-1,2 5-27,2 0 1,3 0 0,0-7 0,0 2 55,0-3 1,-7 6-1,0-3 1,2 0 123,3 2 1,2-7 0,-3 5-1,-2-4 91,-2-4 1,0 1-1,4 0 73,-4 0 0,2 0 1,-7-1 97,2 1 0,-4 0 1,7 0-52,2-1 0,-7 1 43,-3 0 1,3 0-152,-2-1 0,9 1-96,-2 0-1542,-6-10-1605,11-2 1988,-8-10 1028,10 0 0,0-10 0,0-2 0</inkml:trace>
  <inkml:trace contextRef="#ctx0" brushRef="#br0" timeOffset="22997">828 651 7539,'-2'-19'-681,"-6"5"995,6-6 0,-15 8 1326,10-10-455,-1 1-783,8 8 1,3 13 0,2 15 0,4 7-80,4 7 0,-1-3 1,5 11-1,-3-1-68,3-2 1,2 7 0,3-7 0,0 2-249,0 0 1,-1-9-1,-1 2 1,-3-5-178,-3-2 1,1 0 0,7-3 47,-1-4 0,-6-6 0,-3-11 0,0-8 113,0-11 1,-5-11 0,6-14-1,-1-5 12,0-7 1,-5-2 0,5-1 0,-2 6-112,-5 1 0,4 4 0,-1 6 0,-4 3-510,-1 5 1,4 4-1,0 10-1102,-2 1 1,-5 8 997,-7 6 0,-5 14 722,-10 8 0,0 4 0,0 3 0</inkml:trace>
  <inkml:trace contextRef="#ctx0" brushRef="#br0" timeOffset="23265">1111 499 7906,'0'15'71,"0"-1"416,0 3 1,0 2-1,0 3 1,0 0-169,0 0 0,0 7 1,3 2-1,1 1-30,4-1 1,9 5-1,-3-7 1,3-2-11,-2-3 0,4-4 0,-5-6 0,6-7 122,2-4 0,-1-3 0,1-3 0,0-6-107,0-13 0,-1-10 0,1-11 1,0-1-203,0 1 1,-8-3 0,-2-3 0,0-1-247,1 1 0,-9 3 1,4 5-1,-6 5-901,-2 7 1,0-3-1,-2 6-236,-6 6 0,4 8 1,-9 15 84,4 4 1,-6 5 1205,8 10 0,-10 9 0,5 3 0</inkml:trace>
  <inkml:trace contextRef="#ctx0" brushRef="#br0" timeOffset="23429">1481 586 6883,'15'3'1064,"-1"4"1,-6 5-1,4 12 1,0 3-970,0 2 1,-5 9 0,8-1-1,-1 4-17,-2 2 0,5 1-78,-9 0 0,18 9 0,-2 2 0</inkml:trace>
  <inkml:trace contextRef="#ctx0" brushRef="#br0" timeOffset="24078">2244 477 8071,'0'-22'0,"0"1"38,0-1 1,0 0 785,0 0-536,0 1 0,0 11 0,0 12 1,0 15-27,0 10 0,0 9 0,2-4 0,3 1-121,2 6 0,10 2 1,-5 3-1,3-1-186,-1 1 1,-7-8 0,8 1-1,-1-1-233,-2-2 0,5-3 0,-7-9-206,2 0 1,-7-13 451,2-9 0,-4-9 1,-3-13-1,0 0 68,0 0 1,0-7-1,0 0 1,0 3 52,0 2 1,0 2-187,0 0 281,0 10 1,7 12 0,3 14-1,-1 6 146,1 2 0,7-1 0,-3 1 338,6 0 0,2-10-132,-1-5 0,-1-7 0,-3-7 1,-5-10-171,-3-10 1,-1 1 0,-8-10-1,0-3-289,0-2 1,0-10 0,-3 0 0,-2 0-842,-2-2 0,-7 9 0,6-2 0,4 10-1512,1 5 0,3 2 93,0 7 2183,10 10 0,2 2 0,10 10 0</inkml:trace>
  <inkml:trace contextRef="#ctx0" brushRef="#br0" timeOffset="24445">2723 717 8099,'2'-22'207,"5"0"0,-4 8 1,6-1 91,1-2 0,2-2 0,10 0 1,-3 2 161,-4 2 0,4 8 1,-4-5-1,4 2-62,3 5 0,0 3 0,-1 2-187,1 0 1,-3 9-1,-4 6 17,-8 4 1,-4 3-1,-3 2 1,-3 3-409,-4 2 0,-5 2 0,-7-4 0,2 2-31,2-2 1,3 4 0,-3-2-1,8-2-316,5-3 1,2-2 321,0 0 1,9-10 0,6-5 0,7-7-284,7-7 0,-3-5 0,11-10 0,-1 0 487,-2 0 0,7 0 0,-7 1 0</inkml:trace>
  <inkml:trace contextRef="#ctx0" brushRef="#br0" timeOffset="25111">1046 2089 8160,'0'-22'1113,"0"0"-261,-10 0 0,8 13-432,-6 9 1,6 9 0,2 16 0,2 1-178,6 3 0,-3 7 1,9-4-1,1-1-145,-3 1 0,7 4 0,-7-7 0,3-2-258,-1-3 1,-7-2 0,8 0-409,2-1 1,-5-9 452,3-4 0,-3-16 0,2-6 0,-7-8 108,-4-7 1,-3 5 0,0-8 0,0 3 74,0 0 1,0 0 0,0 8 0,0-1-137,0 0 1,0 8 106,0-1 0,7 13 0,3-1 0,-1 10 102,1 6 0,7 3 0,-2 11 0,1 2-45,-1-2 1,4-3-1,-4-5 1,4-2 175,3-2 1,0-10 0,0 2 0,-1-5 150,1-2 0,-7-9 0,-3-6 0,-3-4-332,-4-3 0,5-7 0,-3-3 0,-2-1-395,-3-6 1,-2-2-1,0 0 1,0 2-824,0 3 1,0 2 0,0-5 0,0 5 1126,0 3 0,0 2 0,0 7 0</inkml:trace>
  <inkml:trace contextRef="#ctx0" brushRef="#br0" timeOffset="25511">1656 2263 8376,'0'12'3315,"2"-19"-3113,5-15 1,5-5-1,8 6 1,-3-1-211,-3 0 1,1 3-1,6 2 1,1 5-207,0 2 0,0 3 1,0 7-19,-1 0 1,-9 9 0,-4 6-1,-6 4 142,-2 3 1,0 7 0,0 3 0,-2-1 58,-6 0 0,4 6 1,-9-8-1,1-3-211,0-1 0,7-4 32,-2 1 0,7-10 171,7-5 1,6-4-1,8-3 371,1 0 0,0 2 0,0 6 29,-1 6 0,-8-2 0,-6 3 1,-5 2 258,-2 2 1,-2 3 0,-5 0 0,-8-1-399,-4 1 1,-10 0 0,-3-3-1,1-2-1025,-1-2 1,3-10 0,7 2 802,1-5 0,-1-2 0,0 0 0</inkml:trace>
  <inkml:trace contextRef="#ctx0" brushRef="#br0" timeOffset="26178">2352 1936 8389,'0'15'946,"0"-1"0,3 3-645,4 3 0,-5 4 1,8 2-1,-3 6-168,1 2 0,9-5 0,-5 5 0,2-3-558,1-4 0,-8-3 0,5-2-153,-2-1 0,7-8 302,-3-6 0,-4-14 0,-3-10 1,-4-8 116,-3-4 1,2-7 0,3 5 0,2-1-70,-2 1 0,0 2 29,2 7 0,-2 10 232,9 5 1,-1 14 0,1 7 0,-4 6 59,-1 1 1,-4 1 0,7 0 0,0 0 369,1 0 0,-9-8 0,6-2 688,0-2 0,-8-5 0,5-13-360,-4-6 0,-3-8 0,0-7 0,0-7-404,0-5 0,0-3 1,0-2-1,0-2-137,0-3 1,-7 0-1,-1 10 1,3 2-1856,3 3 0,2 2 1,2 0-3327,6 12 4931,-6 10 0,17 12 0,-6 0 0</inkml:trace>
  <inkml:trace contextRef="#ctx0" brushRef="#br0" timeOffset="26511">2897 2198 8138,'0'21'940,"0"-6"0,0-1-588,0 3 0,0 3 1,2-1-1,5-2-436,8-3 1,4-6 0,3 4 0,0-2-220,0-6 1,2-1 0,2-3 0,4 0-363,-4 0 0,-9 0 0,-2-3 665,2-4 0,2-5 0,3-10 0</inkml:trace>
  <inkml:trace contextRef="#ctx0" brushRef="#br0" timeOffset="26611">3115 2154 8110,'0'29'83,"0"0"0,0 0 0,0-2 1,0 7 199,0 9 1,0 15-1,2 0-283,5 5 0,5 12 0,10 3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6:59.15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7920,'0'14'204,"0"1"0,0 2-65,0 2 1,0 3 0,0 0-1,0 2-3,0 5 1,0 5 0,0 9 0,0 1-24,0 0 1,0 2-1,0 2 1,0 5-34,0 3 1,0 2 0,0 10-1,0 2-33,0 2 0,0 8 0,0-7 1,0-3 16,0-2 1,0-3 0,0 0 0,0-2-227,0-5 1,0 3 0,0-10 0,0 0 176,0 2 1,7-7-1,1 5 1,-3-5 20,-3-3 1,5 8 0,0 0 0,-2-3-27,-2-2 0,4-2 0,0-1 0,-2 1-9,-2-1 1,-3 1-1,2-1 1,3 1-44,2-1 1,0 1-1,-7 0 1,0-1-24,0 1 1,0-8 0,0 0 0,0 1 40,0-4 0,0 9 1,3-6-1,2 5-40,2 3 0,0-8 1,-7 0-1,0 3 56,0 2 0,0-5 0,0-2 0,0 0 4,0 0 1,7 0 0,1 4 0,-4-1 50,-1 2 0,-3-1 0,0 1 0,0-5-55,0-3 0,0 6 1,0-8-1,0 0 17,0 2 1,7-4 0,0 7 0,-2-1-6,-2 1 0,-3-7 0,0 4 0,0-2 10,0 0 0,0 0 0,0-4 0,0 1 75,0 3 0,0 3 1,0-3-1,0 5-4,0 0 1,0 4-1,0-6 1,0-1-168,0 1 1,0 4 0,0-7-1,0-2 68,0-3 1,0-2 0,0-1 0,0 1 87,0 0 1,0-8-1,0 3 1,0 5-25,0 5 1,0 4-1,2-4 1,3 4-35,2 3 0,0 0 0,-7 5 0,0-5-68,0-3 0,0 1 1,3-3-1,2 4 23,2 1 1,0-2 0,-7-8 0,0 3 44,0 2 1,0 7-1,0-7 1,0-2 11,0-3 0,0-2 0,0-1 0,0 1-6,0 0 0,3 0 0,1-1-19,4 1 0,-1 0 0,-7 0 0,0 0-43,0-1 1,0 1-1,0 0 1,0 0-118,0-1 0,0 1 1,0 0 130,0 0 1,0 0 0,0-1 7,0 1 1,7 0 0,0 0 0,-2-1-9,-2 1 0,-3 0 0,0 0 21,0-1 0,0 9 0,0-1-2,0-3 0,0-2 0,0-2 1,2 2 56,5 5 1,-4-4 0,4 4 0,-4-3 85,-3 3 1,0-5 0,2 8-1,3-3-92,2 0 0,0 0 1,-7-5-1,0 3 15,0 2 0,0 2 0,0-4 0,3 2 26,4-2 0,-5-3 1,6-2-1,-6-1 16,-2 1 1,0 0 0,0 0 0,0-1 76,0 1 1,0 0 0,0 0 65,0 0 1,0-8 0,0 1 52,0 2-679,0-8 0,2 8-589,6-10 1,-3 1-1,7-11 971,-3-4 0,8-5 0,-5-10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7:05.1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327 85 7300,'-22'-22'-240,"1"1"0,-1 6 0,0 3 1,0 2 764,0 5 0,1 5 0,-1 8 0,0 6-55,0 6 1,1 9 0,-1 2 0,2 3-234,6 5 1,-3-5-1,10-1 1,2 1-378,3 0 1,2-7 0,0 2 0,2-5-339,5-2 1,5-8-1,10-2 1,0-2-212,0-5 0,-1-3 1,1-2 362,0 0 1,-8-2 0,-1-5 451,-4-8 0,6-4 1,-8-3 597,-2 0 0,5 8 348,-3-1 1,10 10-1067,-3-2 0,3 14 0,0 8 0,-2 4-563,2 3 557,2 0 0,12 9 0,3 3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7:21.1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1024 8083,'0'65'116,"0"0"0,2 3 116,6 5 0,1 7 1,8 14-1,-10-44 1,-2 2-49,0 1 1,0 0 0,-1 1-1,-1 1 1,-1-1 0,-1 1 0,1-1-1,1 1-140,0-1 1,1 1 0,0-2 0,-1 0 0,-3-2 0,0 0 0,0 41-742,0-10 0,-7-17 1,-3-14-842,-2-5 1538,7-22 0,-14-14 0,7-22 0</inkml:trace>
  <inkml:trace contextRef="#ctx0" brushRef="#br0" timeOffset="714">0 893 7985,'41'-7'-23,"-2"-3"0,-5 1 89,-3-1 0,8 3 1,-5 7-1,2 0 82,1 0 1,-11 0 0,6 2 0,-3 5 134,0 8 1,-3 14-1,-9 5 1,-5 2-2,-2 0 1,-3 1 0,-7 6 0,0 1-76,0-1 1,-2-6 0,-5-4 0,-8 1-355,-4 0 1,-3-10-1,0 1 1,0-9-431,1 1 1,-1-7 361,0-3 1,10-16-1,5-13 1,4-12 147,3-7 0,10-3 0,5 1 0,4-1 42,3 1 1,7-1 0,0 3 0,0 5 84,2 7 0,-7 12 1,8 5-1,-3 2 4,0 5 0,0 12 0,-5 10 0,3 7 67,2 6 1,-3 6 0,-9-7 0,-2 0 112,2 2 1,-7-6 0,-1 1 0,-2-6 454,1-6 1,-3-2-118,-13 3 1,3-6 0,-9-11-349,-3-5 1,0-5 0,3-13 0,6-1-113,6-3 1,2-8 0,0 6 0,0-3-310,0-5 1,10-2 0,4-2 0,5 2-502,3 4 1,2-1 0,5 9 0,5 2-112,0 3 1,5 12-1,-10 4 1,-2 6 468,-3 2 1,-2 2 0,-3 6-1,-5 6 141,-6 5 1,1 11 0,-1-1 0,-4 0 438,-1 2 0,-6-7 0,-1 8 0,-4-3 508,4 0 1,1 9-1,3-4 1,0 3-111,0-1 0,0-9 0,0 2 0,3-5-406,4-2 1,2-8-1,11-2 1,-1-2-12,5-5 1,3-5 0,-3-10 0,3-9-65,2-8 1,0-12 0,-7 3 0,-3-5-236,-5-3 0,3 1 0,-9-1 1,-3 1-482,-3-1 0,-4 8 0,-6 2 0,-4 3-472,0 4 0,-7 5 0,4 8-616,-4 6 1,-1 8 1636,6 8 0,4 4 0,10 9 0</inkml:trace>
  <inkml:trace contextRef="#ctx0" brushRef="#br0" timeOffset="1098">1655 893 7985,'15'-19'0,"-3"2"0,-2 2 0,-3 8 0,-5-5 0,3 0 144,2 0 0,-2 7 397,-12-2 1,-3 7 0,-7 7 0,3 10-255,-3 9 1,5 1 0,0 9 0,0 3-181,-1 2 0,9-4 0,-4-1 0,6 0-129,2-2 1,2-3-1,6-9-394,6 0 1,13-3-1,2-4 1,-3-10 6,-1-10 1,-4-14-1,1-13 1,0-2 92,0-5 1,-3-9 0,-2-3-1,-5 0 256,-2-2 1,-1 5 0,-4-10-1,3 0-54,-4 2 1,-1-7-1,-3 3 1,0-8-18,0-5 0,-3 3 1,-1 12-1,-4 10 367,3 9 1,3 8 0,2 14 133,0 9 1,0 20 0,0 27-1,0 10 122,0 9 1,0 7 0,0 5 0,2 3-70,6-3-1,4 7 1,10 1 0,-3-1-415,-5-4 1,6-6-1,-6-1 1,6-1-608,1 0 0,-6-9 1,0-8 598,1-9 0,4 2 0,2-7 0</inkml:trace>
  <inkml:trace contextRef="#ctx0" brushRef="#br0" timeOffset="1366">2243 806 7985,'0'22'-24,"0"0"1,0-1 174,0 1 0,7 0 1,1 0-1,-1 2 235,3 5 0,-5 2 0,7 6 0,0-6 38,0 1 0,2-8 0,11 5 0,1-7-51,3-8 1,0-4-1,-7-10 1,0 0-115,0 0 1,-1-12 0,-1-8 0,-3-9-194,-3-5 1,-9 5 0,2-7-1,-4 0-235,-3 2 1,0-5 0,0 10 0,0 0-940,0-2 0,0 6 1,0-4-2031,0 5 3138,0 12 0,0-7 0,0 7 0</inkml:trace>
  <inkml:trace contextRef="#ctx0" brushRef="#br0" timeOffset="1565">2788 806 8049,'14'-7'201,"1"0"1,-8-8 0,5 5 0,-2-2 579,-5-5 0,-3 5 137,-2-2 1,-10 2 0,-4-3-483,-6 8 0,-1 14 0,-1 10 0,0 7-195,0 5 0,8 10 0,2-3 0,2 8-200,5 7 1,3-5 0,2 4-1,2-4-583,5-2 1,15-8-1,15-4 1,4-6-1146,2-6 1,8-13-1,2-2 1687,3-10 0,-8-27 0,6-14 0</inkml:trace>
  <inkml:trace contextRef="#ctx0" brushRef="#br0" timeOffset="1765">3288 0 7985,'0'68'120,"0"5"1,8-6-1,1 8 1,1-2 404,0 0 0,-1 9 1,-4-5-1,5 1-253,2-6 0,-7-11 0,5-3 1,-3 0-399,0-2 0,0-3 0,-7-12-1950,0-5 2076,0-14 0,-9-12 0,-3-10 0</inkml:trace>
  <inkml:trace contextRef="#ctx0" brushRef="#br0" timeOffset="1914">2962 675 7985,'22'0'-24,"7"0"0,2 0 1,3 0-65,5 0 0,9 0 0,5-2 0,3-3-199,4-2 0,11-10 287,1 2 0,10-14 0,-4-5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7:17.6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1 479 8385,'0'22'0,"2"2"703,5 5 0,-2 5 0,10 10 0,2 2-491,2 4 1,3-1 0,-3 7 0,-2-1-776,-2 1 1,-3-8 0,5 3 0,-5-5 562,-2-2 0,-3-1 0,-7 1 0</inkml:trace>
  <inkml:trace contextRef="#ctx0" brushRef="#br0" timeOffset="184">1 828 8117,'22'14'69,"-1"1"0,1-1 0,0 6 0,2-3 173,5-3 1,5-2 0,10 3 0,-1-8-254,1-5 0,-1-2 1,1 0-1,-1-2-285,1-5 0,-10-8 0,-5-11 0,-5-6 296,-2-2 0,0-12 0,-1-9 0</inkml:trace>
  <inkml:trace contextRef="#ctx0" brushRef="#br0" timeOffset="334">458 305 8117,'12'44'-43,"-5"-1"1,3 1-1,-3-1 1,1 3 135,1 5 0,-4 5 0,7 9 1,0-2-13,0-5 1,-4 12 0,4-5 0,0 3-414,0 0 1,-7-3-1,2 1 332,-4-1 0,6-9 0,3-3 0</inkml:trace>
  <inkml:trace contextRef="#ctx0" brushRef="#br0" timeOffset="652">872 915 8659,'-22'0'1130,"0"0"1,1 0 0,-1 2-596,0 5 0,0 6 1,3 8-1,2 4-416,2 4 0,11-5 1,-4 5-1,6-5-441,2-2 0,0 0 0,2-3 0,6-5-202,6-6 1,5 1 0,3-1-1,0-6 95,0-7 1,0-7 0,-1-10 0,1 1 465,0-1 0,0 0 438,-1 0 0,-1 0 1,-3 3-365,-3 5 1,-7 4 0,8 10-617,2 0 1,-5 7-1,0 3 1,0 2 504,0 5 0,3 12 0,7 5 0</inkml:trace>
  <inkml:trace contextRef="#ctx0" brushRef="#br0" timeOffset="1102">1395 828 8133,'-22'-20'0,"0"3"408,0 3 1,0 2 0,1-5 0,-1 5 177,0 2 0,0 3 0,1 9-393,-1 5 1,0 13-1,3 11 1,2 3-66,2 5 0,10 2 0,-2 3 0,5-1-279,2 1 0,0-1 0,2-2 1,5-4-164,8-8 0,4-12 1,3-5-1,2-3-271,5-4 0,-5-5 0,5-7 1,-4-10 32,-4-10 1,-1 1 0,-3-10 0,-5-3 551,-3-2 0,6-3 0,-8 1 0,1-1 0,1 0 0,-6-2 0,4-4 0,-5-8 0,-2-5 0,-7-3 0,-3 1 0,-2 0 0,-5-1 0,5 3 0,0 5 0,0 10 12,0 9 149,7 18 0,-2 30 0,12 20 0,4 12 123,3 10 0,3-2 1,7 9-1,0 2-8,-1 3 0,-6 0 0,-1-3 0,3-1-356,3 1 1,1 3 0,-1 2 0,-3 1 79,-3-1 0,1 0 0,6 1 0</inkml:trace>
  <inkml:trace contextRef="#ctx0" brushRef="#br0" timeOffset="1386">1874 741 7954,'-3'-22'0,"-2"0"0,-4 0 681,-3 0 0,-3 10 0,-7 5 67,0 5 1,1 4-1,-3 5 1,-3 10-445,-2 10 1,0 2 0,9 10 0,4 4-417,1 3 1,10-7 0,-2 7-1,4-7-249,3-1 0,0 1 0,3-3 1,4-7-77,8-4 1,4-11 0,3-2 0,0-2-33,-1-5 1,1-5-1,-2-8 1,-4-6 515,-1-5 1,-3 4-1,5 1 458,-2-3 1,-1 7 0,8 3-476,0 4 1,-1 6-1,1 1 1,0 6-478,0 2 1,-1 10 446,1 7 0,0 10 0,0-5 0</inkml:trace>
  <inkml:trace contextRef="#ctx0" brushRef="#br0" timeOffset="2117">2091 1394 8060,'-14'7'921,"-1"0"-771,10 1 0,-4-11 1,9-4-1,0-8-156,0-4 0,0-3 0,2-2 1,3-3-7,2-2 0,8-9 0,-5 1 0,2-4-158,5-2 0,-1-8 0,1 0 1,-2 3-93,2 2 0,2 5 0,3 4 1,-3 8 147,-4 5 1,4 12 0,-4 7 90,4 10 1,-4 14 0,-3 15 0,-3 5 153,-4 7 0,5 2 1,-3-4-1,-2-1 44,-3 1 1,1-3 0,2-2 0,2-5-82,-2-3 0,-3-2 54,-2-7 1,0-12-1,-2-10-60,-5-12 1,4-10 0,-4-7 0,4-8 5,3-4 1,0-5 0,3-4 0,4-9-111,8-3 0,-3 3 0,2 4 0,3 2-29,3 4 0,9 6 1,0 6-1,-3 11 5,-2 9 0,-2 7 0,0 13 0,0 6 70,0 13 1,-8 2 0,-2 12-1,0 3 128,0 2 0,-7 0 0,5-2 0,-3-5 113,0-2 1,1 4 0,-8-7 0,0-3-177,0-1 0,0-4 0,-3-1 0,-2-3-72,-2-3 0,-10-9-144,3 2 0,-3-7 1,2-7-48,8-7 1,-3-8 0,3-5 0,2-4 77,3-3 1,4 5 0,3-5 0,5 2 217,2 6 0,-5 2 0,5 2 0,0 3 71,0 4 1,3 5 0,7 10-203,-1 0 1,1 3 0,-2 4-1,-4 10-316,-1 10 0,0-3 0,6 7 0,-1-2-1296,-6 0 1,6 0 1614,-6-7 0,5 10 0,3 1 0</inkml:trace>
  <inkml:trace contextRef="#ctx0" brushRef="#br0" timeOffset="2567">3267 719 7804,'-2'-22'0,"-5"0"271,-8 0 1,3 8-1,-3 2 493,-1 2 0,-9 13 0,-1 11 0,4 8-345,3 7 1,-6 5 0,11 9 0,-5 1-184,-3-1 0,10 1 0,4 0 1,6-3-315,2-5 1,0 3 0,5-10-233,9-3 0,1-11 0,16-8 0,-2-7 39,0-7 0,3 2 0,-6-9 1,3-3 292,-2-3 0,-3-2 0,-2 3 1,0 2 416,0 3 1,-8 9 0,1-5-101,2 0 1,2 8-827,3-5 0,-1 4 0,1 6-147,0 4 0,-10-2 1,-2 9 239,-1 3 1,1 3-1,5 1 1,-8 1 128,-5 0 0,-2 0 1,0 0-1,0-1 155,0 1 0,0 0 0,0 0 2060,0-1 1,-2-8-660,-5-6 1,4-7-1,-4-7-1023,5-8 0,2-12 1,0-4-1,0-3-239,0-5 0,0-4 0,2-6 1,5-1-527,8 1 0,4-4 1,3 2-1,0 3-373,-1 2 1,4 5 0,1 4 0,3 11-521,-2 9 1,0 7-1,-1 10 1390,3 0 0,0 10 0,-7 2 0</inkml:trace>
  <inkml:trace contextRef="#ctx0" brushRef="#br0" timeOffset="2836">4073 741 7962,'-10'-13'255,"1"-6"1,-8 7 575,2 0 1,1 2 0,-8 10-383,0 0 1,0 3-1,3 4 1,2 7-205,3 6 1,1 11 0,-1 3-1,7 2-54,4 1 0,3-1 0,0 5 1,0-2-356,0-3 0,10-16 0,4 1 0,6-4-909,2-5 0,-1-2 0,4-12 1,1-8 350,3-12 1,0-2 0,-7-12-1,-3-3 722,-4-2 0,2-10 0,-10 0 0,-2 0 0,-3-2 0,8-3 0,-8-19 0,8-2 0</inkml:trace>
  <inkml:trace contextRef="#ctx0" brushRef="#br0" timeOffset="2967">4138 0 7962,'15'97'48,"-9"-47"1,0 2-1,-1 1 1,0 0 248,-3 1 1,0 1-1,3 2 1,0 0 0,-1-1-1,-1-1 1,0-3-1,-1 0 115,1 47 0,-3-4 0,2-8 0,3-5-726,2-9 1,3-13 313,-3-24 0,5-4 0,10-10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7:16.5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453 87 8120,'-12'10'-129,"5"4"0,4 6 685,3 1 0,0 18 1,3 7-1,2 7-259,2 8 0,10 4 0,-5 5 0,2 3-584,1-3 1,-3-2 0,5-5 286,-3-5 0,1 5 0,7-8 0</inkml:trace>
  <inkml:trace contextRef="#ctx0" brushRef="#br0" timeOffset="332">61 566 8118,'-19'-2'1154,"2"-3"-872,2-2 1,10-3-1,1 3-15,8-8 1,9 6-1,11-1 1,2 0 109,3-4 1,10 2 0,0-1-1,7 1-834,5 0 0,-1 5 0,-6-5 0,0 0 457,-1 0 0,1-3 0,-1-7 0</inkml:trace>
  <inkml:trace contextRef="#ctx0" brushRef="#br0" timeOffset="875">736 0 8091,'20'22'13,"-4"2"0,-1 3 208,2 2 1,2 9 0,3-4-1,0 3 162,0-1 0,-1 0 1,-1 8-1,-3-1-60,-3 1 1,-2-8 0,3-2 0,-8 0-159,-5 0 0,-2 2 1,0 5-1,0-2-266,0-3 1,0-17 0,-2 1 0,-3-6 122,-2-2 0,-3-9 1,5-3-1,-2-12-228,2-8 0,3-9 0,2-2 1,0-3-20,0-5 0,10-2 0,4 0 0,5 2 51,3 3 0,0 2 0,0-2 0,0 9 81,-1 10 1,1 0 0,0 10 45,0 2 1,4 5 0,-1 10 0,-4 9 128,6 8 0,-8 12 0,5-5 0,-7 2 4,0 0 1,3 0-1,1 6 1,1-6-74,0-7 1,0-12-1,0-5 1,-1-2 43,1-6 1,0-1 0,-3-6 0,-2-4 71,-2-7 1,-8-13-1,5-2 1,-2 0-91,-5-2 1,-3 6 0,-2-6 0,0 2-187,0 0 1,-7 0 0,-3 7 0,-2 0-19,-5 0 0,-2 10 1,-3 5-1,0 5 224,0 2 0,1 2 1,1 5-1,3 10 102,3 10 1,9 0 0,-2 9 0,7 3-279,7 2 0,7 2 0,13 1 0,7-3-276,7-5 393,7-4 0,18-1 0,-1 3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7:15.3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370 675 8111,'-14'-12'324,"-1"5"1,-2 4 198,-2 3 0,-3 0 1,0 0-1,-2 0 253,-5 0 0,3 10 1,-8 7-1,2 7-370,6 5 1,-3 10 0,4-5 0,9 2-443,3 0 1,6-2 0,7 5 0,5-8-342,10-6 1,1-1 0,18-17-1,0-2-429,0-3 0,0-2 1,5-2-1,-5-8-1525,-3-11 2331,-2-1 0,2-29 0,3 5 0</inkml:trace>
  <inkml:trace contextRef="#ctx0" brushRef="#br0" timeOffset="181">588 0 8200,'0'44'26,"-2"2"1,-3 2 0,-5 5 520,-2 3 0,7 9 1,-4 8-1,1-1 216,1 3 0,0-7 1,7 7-1,0-2-796,0-1 0,0 1 1,2-8-1,3-2-1188,2-5 0,3 0 0,-5-14 1221,2-10 0,10-8 0,-5-4 0</inkml:trace>
  <inkml:trace contextRef="#ctx0" brushRef="#br0" timeOffset="416">915 675 8200,'-15'0'244,"3"3"1,0 4 208,0 7 1,5 15 0,-8 8 0,1 6-26,2 8 1,2 2 0,10 8 0,2-6-146,6-1 1,4-3-1,12-10 1,5-7 213,7-13 1,5-9 0,5-14 0,3-8-83,2-11 1,-1-13 0,-6-15 0,-3-4-544,-5-3 1,-4 6-1,-13-6 1,-7 5-187,-12 10 1,-12 0 0,-17 12-1,-10 5-702,-9 7 1,-10 7 0,-12 12 1015,-3 6 0,-9 4 0,4 10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7:08.5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1851 8124,'-15'0'789,"1"0"1,-1 0-159,-7 0 1,8 0 0,2 2-1,0 6-113,0 6 0,7 6 1,-5 4-1,3 5-195,-1 7 1,1-2 0,7 2 0,0 3-128,0 2 0,10 3 0,4-3 0,6-7-99,2-13 1,7-1 0,2-13-1,0-2-193,1-3 1,-3-11 0,-7-8 0,-3-10-161,-4-9 0,2 2 1,-10-2-1,-2-3-143,-3-2 0,-2-3 1,-2 3-1,-3 2 5,-2 3 0,-8 2 0,5-2 0,-2 4-282,-5 1 1,0 7 0,3-5 0,4 7-1238,1 8 1699,6-6 0,-7 23 0,10 1 470,0 16 0,3 9 1,2 0-1,2 7 55,-2 5 0,4 3 0,1 2 0,2 2 145,5 3 1,-5 0-1,3-10 1,2-2-84,2-3 1,-4-9-1,-1-1 1,3-6 21,2-6 1,3-9-1,0 0-264,0-10 0,-3-7 1,-2-12-1,-5-3-27,-2-2 0,-3-7 1,-7 4-1,2-2 14,6-4 1,-6-4 0,5-1 0,-4-1-252,-3 1 0,0-8 0,0-2 0,0 0-524,0-1 0,0 1 0,0 7 0,2 0-441,6 5 1,-4 14 0,11 6 341,2 11 0,-5 8 1,0 6 755,-2 11 0,7 9 0,-5 20 0</inkml:trace>
  <inkml:trace contextRef="#ctx0" brushRef="#br0" timeOffset="302">675 1786 8124,'0'43'-35,"0"1"0,0 2 0,0 2-60,0 3 1,0 0-1,0-8 1,0-2 209,0-4 1,3-6 0,4-11 102,7-6 0,-1-4 1,1-10-1,1-3 176,-3-4 0,7-12 0,-4-13 0,2 1-165,-3-1 0,5-4 1,-7 5-1,3-1-110,0 1 0,-11-6 1,6 6-1,-3 0-152,1-1 1,-1 3 0,-7 7 0,0 0-136,0 1 0,-10-1 0,-4 0-107,-6 0 1,-2 10 0,1 5 611,-1 5 0,0 11 0,0 8 0,3 10 100,5 9 1,-3 13-1,9 4 1,3 2-252,3 6 1,4-8 0,6 0-1,9-2-494,9 0 0,18-7 0,14-13 0,7-4-415,8-8 0,4-12 0,10-2 1,0-10 722,1-9 0,-11-15 0,-2-5 0</inkml:trace>
  <inkml:trace contextRef="#ctx0" brushRef="#br0" timeOffset="951">1372 1655 8154,'0'44'-225,"0"-1"1,0 1 0,0-1 0,0 1 178,0-1 1,3 1-1,1-1 1,4 1 815,-4 0 0,6-1 0,-3-2 0,-2-2-561,-2-3 0,-3-7 0,0 5 1,0-2-263,0-6 0,-3-4 17,-4-7 1,-5-11 0,-7-16 75,4-9 0,3-23 1,7-2-1,-2-7 46,2-8 1,5-2-1,5-4 1,5-4-56,2-1 1,2-1 0,8 10 0,0 5-212,-1 7 1,4 8 0,1 4-1,6 8-300,2 7 0,-5 7 0,7 21 0,3 9 480,2 8 0,2 25 0,1 0 0</inkml:trace>
  <inkml:trace contextRef="#ctx0" brushRef="#br0" timeOffset="1266">2788 719 7975,'12'21'-132,"-3"1"1,-9 2 0,3 5 506,4 8 1,-2 14 0,7 7 0,-2 7 82,-5 8 0,4 4 0,-2 12 0,1 6-337,-3-44 0,-1-1 0,-1 50 0,4-1 0,-5-2-458,-2-5 0,0-5 0,0-7 0,0-10-844,0-10 0,-2-11 1181,-5-20 0,4 0 0,-6-17 0</inkml:trace>
  <inkml:trace contextRef="#ctx0" brushRef="#br0" timeOffset="1866">2417 1481 7809,'10'-20'-276,"5"6"1,4-3 0,3 7-1,2-2 335,5-5 0,5 5 0,9-2 0,1-3 13,-1-3 0,1-9 0,0 0 0,-1 3 170,1 2 0,-8 4 0,-2 6 1,-3 6 1,-4 6 0,-3 4 0,-5 8 0,-2 9 185,-2 8 1,-3 12 0,5-3-1,-2 5-208,1 3 1,-3-1-1,1 3 1,3 3-200,2 1 1,-4 1-1,-3-7 1,0-1-154,0 1 0,-7-3 1,5-2-1,-3-3-87,0 3 0,0-8 0,-7 1 1,-2-3-481,-5 0 1,2-3 353,-10-11 0,3-8 552,-2-14 0,4-5 1,10-10-1,3 0-91,4 0 1,5 1 0,10-1 0,-1 0 37,1 0 0,0 3 1,0 4-1,2 8-26,5 5 0,-5 2 0,8 0 0,-3 0-114,0 0 1,7 7 0,-7 3-1,-2-1 105,-3 1 0,2 0 1,-1-5-1,-6 2 198,0-2 0,1-5 0,2-8 0,-1-6-214,1-5 0,-10-3 0,-2 0 0,-3 0-89,0 0 1,1-7 0,-8 0 0,-3 3-160,-4 2 0,-5-5 0,-12 0 0,-3 2-189,-2 3 0,-7 9 1,7 3-1,0 2 430,-3 6 0,8 1 0,-5 8 1,7 7 246,8 10 1,4 14 0,10 0-1,0 6-184,0 1 1,5 3 0,9 3 0,15 1-509,10-1 1,14-11 0,8-4 0,9-5-2489,10-9 2836,14-8 0,5-12 0,-44 0 0,-1 0 0</inkml:trace>
  <inkml:trace contextRef="#ctx0" brushRef="#br0" timeOffset="2583">4682 1960 8034,'-2'22'647,"-6"-1"-237,6 1 1,-5-12-333,14-10 0,-5-10 1,8-12-1,0-2-130,4-5 0,-2 5 0,1-7 0,-1 2 24,0 0 1,-5-10 0,5 3-1,0-3-96,0 3 0,0-3 0,5 10 0,-5 2 58,-2 3 1,5 2 0,-6 3 187,3 4 0,-4 6 1,4 11-1,-3 5 29,-4 8 1,5 11 0,0 6 0,-1 2-33,1 4 1,0-4 0,-6 0-1,4-2-92,-3-6 1,-3 6 0,0-3 32,6-3 0,-6-9 216,5-2 0,-4-13 0,-3-2 0,0-12-100,0-7 0,0-10 1,0-3-1,2-2-59,5-4 0,-2-3 0,7-3 0,1 0-60,-1 1 1,2 9-1,5 5 1,-2 5-148,-2 2 1,-1 10 0,8 7 120,0 10 0,-7 9 1,-3 13-1,-3 5 166,-4 1 0,5 4 0,-3 4 1,-2-2 0,-3-3 0,-2-7 1,0 5-1,0 0-97,0 0 1,0-15 0,0 3 0,-2-3-195,-5 0 1,2-7-44,-10-4 0,10-8 1,-2-8-1,5-6-57,2-5 0,2-10 1,3-3-1,5 1 114,2-1 0,2-4 0,8 4 0,0 1 77,0 0 1,-8 9-1,1 7 1,2 1-129,2 2 0,3 2 1,0 10-1,-3 2-334,-5 6 1,6 4-1,-6 9 1,3 4 209,-2 4 0,4-5 1,-4 5-1,2-5 254,-3-2 0,5 0 0,-6-1 0</inkml:trace>
  <inkml:trace contextRef="#ctx0" brushRef="#br0" timeOffset="2833">5836 1633 8034,'10'-31'118,"-5"7"0,7-5 0,-2 4 353,-6 4 0,-1 6 1,-6 3-1,-4 2 145,-7 5 0,-6 5 0,-1 8 0,-4 4 403,-4 0 1,5 15-1,-5-6 1,5 4-682,2-1 0,3 5 0,2 2 1,5 1-719,2-1 0,3-2 0,7-7 43,0 0 0,9-1 1,6-1-1,4-6 22,3-6 1,2-6-1,3-2 1,2 0 63,-2 0 0,-3 0 0,-2 0 331,-1 0 1,1 0 0,0 0-867,0 0 1,-8 0-1,1 0-1079,2 0 1865,-8-10 0,11-2 0,-8-10 0</inkml:trace>
  <inkml:trace contextRef="#ctx0" brushRef="#br0" timeOffset="3050">6163 653 8034,'22'-12'191,"-8"3"1,1 13 246,2 11 1,-8 9 0,1 22-1,0 5-97,4 7 1,-2 12 0,0 5-1,1 3-307,-1 4 0,0-5 1,5 1-1,-5-3-93,-3-5 0,-1-2 1,-8-5-1,0-5-1123,0-8 0,-10-8 0,-4-13 1182,-6-15 0,-2-19 0,1-7 0</inkml:trace>
  <inkml:trace contextRef="#ctx0" brushRef="#br0" timeOffset="3234">5815 1111 8663,'24'2'1098,"2"3"1,6 2-680,2-2 0,4-3 0,13-2 0,7 0-257,5 0 1,2-2 0,-2-3 0,-2-5-587,-3-2 0,-10-2 0,3-8 0,-5 3-405,-2 4 1,-10-2-1,-8 8 829,-9-4 0,2-1 0,-6-8 0</inkml:trace>
  <inkml:trace contextRef="#ctx0" brushRef="#br0" timeOffset="3619">6642 1241 8034,'0'29'214,"0"0"1,0 0 258,0 3 0,7-1 1,1 8-1,-1-3 116,2 3 0,-6-5 1,7 0-1,-3 0 220,0 0 1,0-8 0,-7 3 844,0-5-1252,0-2 1,0-12 0,0-13-392,0-16 0,-2-3 0,-3-9 0,-2 2-37,2 0 1,3-10-1,2 3 1,2-5-1168,5-3 1,-4 8 0,6 2 0,1 0 218,5 0 0,-3 8 0,2-4 562,3 6 0,2 12 1,3 5-1,0 7 229,0 7 1,2 8-1,3 14 1,2 7 622,-3 5 0,-2 10 0,-2 2 0,0 0 50,0 1 0,-8 4 0,-2-7 0,-2-5-608,-5-8 0,0 1 1,0-10-1971,2-2 0,-2-15 2088,-13-12 0,-4-20 0,-9-14 0</inkml:trace>
  <inkml:trace contextRef="#ctx0" brushRef="#br0" timeOffset="3750">6947 1263 8373,'2'-43'0,"3"1"430,2 6 1,1 2 0,-8 8-13,0-3 1,2 9 0,5 13-562,8 5 1,-3 2 0,2 0 0,3 0-538,3 0 680,-8 0 0,17 0 0,-5 0 0</inkml:trace>
  <inkml:trace contextRef="#ctx0" brushRef="#br0" timeOffset="3985">7491 1111 8069,'-12'9'663,"3"-4"1,6 10-1,-2 4-158,-2 8 1,0 2 0,4 12 0,-2 7-314,-2 5 0,0 6 0,7 3 0,0-1-162,0-3 0,-7-10 0,-1 3 0,4-5-1641,1-2 1611,-6-10 0,-4-13 0,-8-11 0</inkml:trace>
  <inkml:trace contextRef="#ctx0" brushRef="#br0" timeOffset="4150">7230 1176 8032,'12'10'45,"0"-8"1,-7 8 0,5-1 315,2 6 1,-5 7-1,10 7 1,5 9 92,4 11 1,13 7-1,-3 9 1,8 3-454,7 4 0,2-6 1,7-1-1,-4-12-204,-3-7 203,-2-22 0,2 15 0,3-15 0</inkml:trace>
  <inkml:trace contextRef="#ctx0" brushRef="#br0" timeOffset="4717">9190 1154 8003,'-15'-22'126,"1"1"1,-1-1-1,-4 0 1,0 3 189,-3 4 0,5-2 0,-15 10 0,3 2 323,0 3 0,-9 4 0,1 8 0,-4 12 98,-2 12 0,6 9 0,3 5 0,1 6-767,-1 1 1,7-6 0,1 2 0,6-8-394,6-7 0,9-4 0,0-10 201,10-1 0,7-9 0,7-7 0,1-10-150,1-9 1,-4-5 0,12-3 0,-4 0 260,-4 0 0,-1 1 1,-3-1-1,-3 0 556,3 0 0,2 3 1,3 2-192,0 2 0,0 11 1,0-4-317,-1 6 1,1 12 0,-3 4 110,-4 5 1,-5 3 0,-10 2 0,0 3-87,0 2 0,0 0 0,0-7-148,0 0 1,0-1 296,0 1 1,-3-10-69,-4-4 1,5-16 0,-6-6 0,8-6-44,8-1 0,-6-1 0,8 2 0,-1 4-156,6 1 0,-3 10 1,2-2-231,3 5 0,-5 4 1,3 8-1,0 9-966,-3 8 0,7 4 1351,-4-2 0,4 5 0,3 9 0</inkml:trace>
  <inkml:trace contextRef="#ctx0" brushRef="#br0" timeOffset="4950">9691 1198 8003,'0'-56'418,"2"5"1,3 5 202,2 3 1,0 9-1,-7 5 188,0 5 1,-9 14 0,-3 10-731,0 12 1,-5 15 0,7 4 0,0 5-72,1 10 0,-1 5 0,5 10 0,-2-6-216,2-1 0,3 4 0,2-8 0,0-1-615,0-3 0,7-12 0,3-5 208,2-5 0,2-12 0,8-7 1,0-12 614,-1-15 0,1-19 0,0-15 0</inkml:trace>
  <inkml:trace contextRef="#ctx0" brushRef="#br0" timeOffset="5116">10017 0 7869,'3'53'0,"2"8"149,2 9 0,0 17 0,-5-36 1,-1 2-1,1 4 0,0 2 94,2 6 0,0 1 0,0-2 0,-1 0 0,-3 3 0,0-1 0,0-4 0,0 0-10,0-3 0,0 0 0,0-4 0,0-1 0,0 43 0,2-10-707,6-17 1,-6-14 473,5-20 0,5-5 0,0-9 0</inkml:trace>
  <inkml:trace contextRef="#ctx0" brushRef="#br0" timeOffset="6249">9691 1459 8182,'-3'-14'59,"-4"-1"1,5 8 390,-6-8 0,-1 8 0,-1-5-87,-2 2 0,7 1 0,-5 4-98,1-3 0,4-6 1,-7 4-89,2-2 1,0 5 0,6-8-40,-4-2 0,1 5 0,7-2-120,0-3 0,0-2 1,0-3-1,2 0-187,6 0 1,-3 8-1,9-1 1,1-2 58,-3-2 1,7 4-1,-4 3 72,4 3 0,3 1 0,-1 8 0,1 0-26,0 0 0,0 0 1,0 3-1,-1 2-344,1 2 1,7 7 0,0-4-1,-2 0-885,-3-1 1293,-2-1 0,0 1 0,-1 3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7:05.7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1 240 8040,'0'-12'462,"0"7"27,0 20 0,7 2 1,3 22-1,-1 4-324,1 6 0,5 1 0,-6-4 0,1 3-247,0 2 1,4 7 0,-4-8 0,0-1 182,-1-3 0,-1-3 0,-8 1 0,0-1-440,0 1 1,0-10 0,-3-5-836,-4-5 0,2-5 0,-7-6 1101,2-13 1,3-10 0,7-12 0,0 0 75,0 1 1,0-1 0,0 0 0,0-2 192,0-5 0,7 5 1,3-8-1,2 3 255,5 0 1,0-7 0,0 4-1,-3 1-94,3-1 0,3-4 0,1 5 0,1-1-224,0 1 1,-3-8 0,-2 5 0,-2-2-159,2 0 0,-8 9 0,-1-2 0,-4 5-387,4 2 1,-8 3 240,0 4 0,-3 5 1,-11 10 100,-3 0 0,0 10 0,0 5 0,2 4 336,-1 3 0,3 2 0,1 3 0,3 4 154,4 3 1,-5-5 0,3 5 0,2 0-99,3 0 0,2-5 1,2 4-1,3 1-327,2 0 1,10-7-1,0 2 1,7-5-369,5-2 1,8 0 0,-6-1 0,0-1-550,1-6 0,4-4 1,-7-10-1,-2 0-5,-3 0 0,-2 0 927,0 0 0,-1 0 0,1 0 0</inkml:trace>
  <inkml:trace contextRef="#ctx0" brushRef="#br0" timeOffset="450">698 894 8414,'9'-12'1309,"-6"-1"-1119,4 6 0,-2-5 0,0-10-190,2 1 0,0-1 1,-7 0-1,0 0-138,0 0 1,0 1 0,0-1 0,0 0-51,0 0 0,0 1 0,0-1 116,0 0 0,-9 8 583,-6-1 1,-4 10-1,-1 0 108,6 10 1,-3 7 0,10 10 0,2 2-312,2 5 0,3-2 0,0 7 0,0 0-205,0-1 1,10 1-1,5 5 1,4-5-367,3-3 0,-1-2 1,4-9-1,1-3-644,3-3 0,0-9 1,-7 2-1,0-4-309,0-3 0,-1-10 0,1-4 1216,0-6 0,-10-11 0,-2-3 0</inkml:trace>
  <inkml:trace contextRef="#ctx0" brushRef="#br0" timeOffset="684">1068 850 8040,'0'15'-1260,"0"-1"1625,0 3 0,0-5 1,0 3 295,0 2 0,0-5 0,-3 0 724,-4-2-1067,5 6 1,-8-16 0,10 0-273,0-12 1,0-7-1,0-5 1,0-5-239,0-8 0,0-4 0,0-2 0,3-3-418,4-5 0,-2 5 0,7-2 0,0 7-197,0 4 1,-5 11 0,8-3 806,2 4 0,2 4 0,3-1 0</inkml:trace>
  <inkml:trace contextRef="#ctx0" brushRef="#br0" timeOffset="1068">1395 828 8040,'0'22'-545,"0"-7"1,0-1-1,-3 3 545,-4 2 0,4-4 0,-4-1 0,5 3 114,2 3 1,0-6 0,-3 1 2814,-4 2-2593,5-8 1,-15-1-1,9-16-256,4-6 0,1-13 0,3-4 0,0-1-125,0 1 1,0-5-1,0 4 1,3 1 182,4-1 1,-2 1 0,7 4 0,0 1 45,0 6 0,0-2 1,5 10-1,-2 0 17,2 5 0,-5 5 0,2 4 0,3 5-102,2 8 1,3 14 0,0 7-1,-3 3-558,-4-3 1,4 5-1,-7-7 1,3 2-485,-1 1 1,-6-11-1,4 3 1,-3-4 942,-4-4 0,7 1 0,0 0 0</inkml:trace>
  <inkml:trace contextRef="#ctx0" brushRef="#br0" timeOffset="1403">1743 785 6400,'15'-3'1007,"-1"-4"1,-7 5 76,8-6 0,-3-4-580,2-2 1,3 2 0,-7-3-299,2-2 1,-7-2 0,2-3-192,-4 0 1,-1 1 0,3-1 0,2 0-87,-2 0 0,-3 0 1,-2 1 34,0-1 0,-9 10 704,-6 5 1,-4 4 0,-3 6-259,0 4 0,3 12 1,2 13-1,5 2-263,2 4 1,3-4 0,7 5 0,0 4-158,0 6 1,10 2 0,4-10 0,8-3-353,7-1 1,5-8 0,9 5 0,1-5-404,0-10 1,-3-4 0,-3-11 0,-4 4-398,-2-4 1,-3-11-1,-10-7 1162,-4-6 0,4-1 0,-7-1 0</inkml:trace>
  <inkml:trace contextRef="#ctx0" brushRef="#br0" timeOffset="1736">2026 23 8019,'12'-12'122,"0"2"0,-7 12 0,5 6 414,2 6 1,-5 15-1,8 10 1,-1 9-42,-2 10 1,15 8 0,-5 9-1,4 12-187,-10-38 1,0 1 0,-4 2 0,0 0 0,3-1 0,1 0 0,13 43-468,0-5 1,-2-4-1,-10-7 1,-5-13-895,-2-12 1,4-17 1052,-6-7 0,-1-14 0,-7-5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7:03.1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197 327 8829,'0'21'476,"2"4"0,3 4 0,2 7-171,-2 5 1,5 12 0,0 5-1,-1 5-130,1 3 1,4 1 0,-4 4 0,0-1-392,0-7 0,-3 2 0,-5-12 0,3-2-837,2-7 0,1-15-64,-8 0 0,0-17 1117,0-12 0,-10-20 0,-2-13 0</inkml:trace>
  <inkml:trace contextRef="#ctx0" brushRef="#br0" timeOffset="316">1 414 7360,'0'-22'0,"0"0"-184,0 0 0,0 1 1,0-1-1,0 0 726,0 0 0,10 3 0,4 2 0,5 5-227,3 2 0,10-4 1,2 7-1,2 2-48,0 2 0,0 6 0,8 4 1,0 7-46,-1 6 1,1 2 0,-1 2-1,-2 2-15,-4 3 0,1 8 0,-9-6 0,-4 1-115,-8-1 0,-1 8 0,-8-5 0,-3 2-174,-3 0 0,-7-7 1,-7 5-1,-12-2-132,-8-6 1,3-9-1,-7-2 1,-3-1-325,-2-2 1,5 0-1,0-7 1,-1 3-171,3-4 0,-4-1 1,9-3-1,5-3-536,7-4 1244,-3 5 0,8-27 0,-10 4 0</inkml:trace>
  <inkml:trace contextRef="#ctx0" brushRef="#br0" timeOffset="566">698 0 8091,'14'0'242,"1"0"0,-8 7 0,5 3 0,-2 5 186,-5 9 0,4 5 1,1 12-1,0 0-116,-1 5 0,1 12 1,-5 0-1,2 5-245,-2 2 0,-3 1 1,1-1-1,2 0-548,2 1 1,0-3 0,-7-8 0,0-9-337,0-7 0,0-10 0,0 5 817,0-3 0,10-2 0,2-7 0</inkml:trace>
  <inkml:trace contextRef="#ctx0" brushRef="#br0" timeOffset="966">1133 610 7879,'0'-22'154,"0"0"0,-2 10 686,-5 5 0,-5 4 0,-8 6-509,6 4 0,-3 5 0,7 12 0,0 3-136,1 2 0,1 10 1,6-5-1,-3 2-238,-2 0 0,0-2 0,7 5 0,2-5-426,5-3 1,-2-2 0,7-7-1,0-3-87,0-4 1,3-5 0,7-10 426,0 0 1,-1-10 0,-1-7 126,-6-10 0,6 3 0,-8-7 0,0 2 169,-5 0 0,3 0 0,-1 7 417,3 0 1,-4 10-337,6 5 1,-9 7 0,5 7-239,-1 7 0,-6 8 0,4 5 0,-5 4-424,-2 3 1,8 0 0,-1 2 0,-2-7-82,-3-4 0,6-4 0,-1 1 495,-2 0 0,7 0 0,0-1 0</inkml:trace>
  <inkml:trace contextRef="#ctx0" brushRef="#br0" timeOffset="1182">1547 610 8091,'-14'0'952,"-1"0"0,0 2 1,-4 5-544,5 8 1,4 4 0,8 3-1,-3 2-282,-3 5 0,1 3 0,7 7 0,0-6-457,0-1 1,10 4-1,4-7 1,6-2-591,1-3 0,1-2 920,0 0 0,9-10 0,3-3 0</inkml:trace>
  <inkml:trace contextRef="#ctx0" brushRef="#br0" timeOffset="1533">1787 849 8074,'-15'12'-218,"3"-2"183,2 0 0,3-5 610,7 9 0,2-9-455,6 2 0,4-4 1,10-3-1,-3-3-5,-5-4 0,6-5 0,-6-10 27,6 0 1,-6 1 0,-2-1 0,-2 0-43,-5 0 1,4-7 0,-1 0-1,-3 3-171,-3 1 0,-2 4 0,0-1 0,-2 0-195,-6 0 0,-4 3 0,-10 4 717,1 8 0,-1 5 0,0 4 171,0 5 1,1 13 0,-1 14 0,2 4-162,6 8 1,2 5 0,7-3 0,-2 6-493,2 1 0,5-6 1,7-1-1,10-9-624,10-10 0,7-7 0,12-8 0,4-7-828,8-4 0,-2-6 1483,2-4 0,10-15 0,9-11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7:23.6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277 64 8154,'-10'-22'-51,"-5"0"0,3 10 1,-2 5-1,-1 9 199,3 13 1,-7 21 0,4 32 0,-4 17 66,8-37 0,0 3 0,0 11 1,0 4-1,0 5 0,1 3 1,-2 7-1,2 3-43,-1 5 0,0 1 1,1-3-1,1 0 0,0 0 1,3-2-1,3-7 1,4-1-299,2-6 1,6-2 0,5-11 0,6-5 0,7-4 0,6-6 0,35 25-1042,4-22 1,11-15 728,-3-16 0,4-5 0,3-10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7:27.9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1 654 8125,'22'43'0,"-1"1"213,1 0 1,0 2 0,2 4-1,3 8 25,2 5 0,-7 3 1,-10-1-1,-3 0-654,-4 1 1,-2-1 415,-3 0 0,0 1 0,0-1 0</inkml:trace>
  <inkml:trace contextRef="#ctx0" brushRef="#br0" timeOffset="266">153 88 8125,'34'0'13,"-5"0"0,-2 0 192,2 0 0,-5 7 0,5 3 0,-5 4 351,-2 10 0,0 1 0,-3 8 0,-2 1-29,-2 0 0,-10-5 1,2 5-1,-5-2-212,-2-6 0,-9-2 0,-8-2 0,-8 0-409,-4 0 0,-9-8 0,4-2 0,-3-2-243,1-5 1,10 0-1,-3 0 1,4 2-2759,4-2 3095,-1-3 0,0 8 0,0 2 0</inkml:trace>
  <inkml:trace contextRef="#ctx0" brushRef="#br0" timeOffset="583">632 306 8125,'0'-34'499,"-9"2"1,-6 10-138,-4 1 0,-5 9 0,-3 4 1,-4 8 649,-3 8 0,0 4 0,-2 9 0,7 4-857,4 4 0,6 2 0,4 8 0,8-5-629,5-3 0,4-2 0,8-9 0,9-4-419,8-1 1,12-10 0,-1 2 0,8-5 288,5-2 1,-7-7 0,-8 0-1,0 0 514,-2-3 1,-5 5 0,-12-7 2966,-2 2-1668,-11 3 0,6 10-2067,-10 4 0,0-2 858,0 9 0,0 1 0,0 6 0</inkml:trace>
  <inkml:trace contextRef="#ctx0" brushRef="#br0" timeOffset="1181">1003 131 8130,'-22'-14'-83,"0"-1"0,8 10 0,-1-2 307,-2 5 0,5 2 12,-3 0 0,11 9 0,-4 6 0,6 4-150,2 3 1,7 7-1,3 3 1,2 1 87,5 6 0,-5-5 0,3 2 1,-1 3 52,-2 2 1,5 10 0,-10 0 0,-2-3 172,-2-2 0,-3-2 0,-3-1 0,-4 3 48,-8 5 0,-11-15 0,-6 3 0,-2-10-388,-4-7 0,4 2 0,-2-17 0,-1-2-343,3-2 0,10-6 0,12-7 1,2-9-207,6-8 0,4-9 1,7 5-1,7-3 149,6-5 0,2 5 0,2 0 0,2 3 146,3 4 0,3 3 0,-6 5 0,3 2 135,-2 2 0,5 1 1,-3-6-1,0 6-1,2 7 1,-4-5-1,9-1 1,0-1-14,-2-1 1,5 1-1,-8-8 1,3 0 117,5 1 0,-8-4 1,-2-1-1,-4-6 308,-4-2 1,-1 5 0,-6-4-1,-7-1 68,-4 0 1,-3 7 0,-3-2-1,-1 5-17,-4 2 1,-9 3-1,3 4 1,-5 8 355,-3 5 0,0 4-666,0 5 1,3 13-1,2 11 1,5 3-130,2 5 0,3-5 0,7 2 0,0 3-222,0 2 0,2 0 1,3-2-1,5-6-292,2-1 1,2 4 0,8-7-1,0-5-1026,0-7 0,7 0 1575,0-9 0,19-1 0,-2-7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7:26.62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1024 8177,'0'22'305,"0"-1"1,7 1 0,0 0-1,-2 0 122,-3 0 0,-2-1 1,3-1-1,2-3 489,2-3 1,0 1 558,-7 6-1164,0-8 0,-2-6-429,-6-14 0,6-8 0,-5-12 0,2-2-212,-2 3 0,4-6 1,-4 1-1,7-3-203,7-5 0,-2-2 1,7 0-1,0 2 227,0 3 0,1 2 0,3 0 0,-1 10 97,2 7 1,2 12 0,3-2 0,0 7 221,0 7 0,-8 8 0,1 14 0,-1 7-173,-2 5 0,5 3 0,-7-3 1,2-2-421,5-3 0,-5-9 0,0 2 580,-2-5 0,7-2 0,-5-1 0</inkml:trace>
  <inkml:trace contextRef="#ctx0" brushRef="#br0" timeOffset="249">414 1111 7604,'15'-14'587,"-1"-1"1,1 0 0,7-6-550,-1-1 0,-6 0 0,0 0 0,-1 1-80,-2-1 1,5 0 0,-7 0 0,-1 0 110,1 1 1,5-1-1,-8 0 1399,-2 0-1027,-3 1 0,-4 9 1,-6 9-223,-6 15 1,2 3 0,-3 16 0,1-2-145,2 0 0,0 8 1,7-6-1,-2 0-568,2 1 0,2-3 0,3-7 0,3-1-2970,4 1 3463,-5-10 0,27 8 0,-4-8 0</inkml:trace>
  <inkml:trace contextRef="#ctx0" brushRef="#br0" timeOffset="397">1111 632 8517,'-19'14'376,"4"1"0,-2 2 0,8 10 1,-3 4 139,-5 3 1,-3 2-1,1 8 1,2-1-509,3 1 0,1-1 1,-4-1-1,5-6-1207,3-7 0,-1-5 1199,3-2 0,-5 0 0,-10-1 0</inkml:trace>
  <inkml:trace contextRef="#ctx0" brushRef="#br0" timeOffset="581">676 588 7907,'9'12'237,"3"8"0,10-6 0,0 8 114,0 7 1,9-2 0,6 9 0,4 3-318,2 2 0,1 2 0,-1-1 0,1-4-34,-1-1 0,1-11 0,0 6 0</inkml:trace>
  <inkml:trace contextRef="#ctx0" brushRef="#br0" timeOffset="867">1547 0 8156,'12'46'191,"-2"3"0,-3 4 215,0 3 1,10 2-1,-3 7 1,3 0 47,-2 1 0,4-1 1,-7 0-1,3 1-433,-1-1 0,-9-2 1,5-3-1,-3-1-768,0 1 0,1-14 0,-8-5 747,0-7 0,-10-5 0,-2-7 0</inkml:trace>
  <inkml:trace contextRef="#ctx0" brushRef="#br0" timeOffset="1047">1220 588 8246,'15'0'0,"-1"0"417,3 0 0,5 0 0,7 0 0,7 0-325,5 0 1,13 0-1,4 0 1,5 0-1301,2 0 1208,10-9 0,2-3 0,10-10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7:25.9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523 107 8389,'-21'-22'-67,"-1"0"0,0 3 0,0 2 531,1 2 1,-1 10 0,0-2 0,0 7-52,0 7 0,1-2 0,1 10 0,3 4-127,3 8 0,2 4 1,-3 8-1,8 0-136,5 6 1,2-1 0,0 7 0,2-5-34,5-3 1,5 1 0,10-1 0,0 1 35,0 0 0,-8-1 1,-2 1-1,-2-3 25,-5-5 0,-3 3 0,-2-8 0,-2 1 43,-5-1 1,-8-9-1,-12-10 1,-4-2-130,-3-5 1,0-3-1,-2-4 1,4-8-497,1-12 1,7-2-1,-3-12 1,8-1-222,4 3 0,11-7 0,-4 7 0,6 1-48,2 4 0,10-3 0,4 3 457,5 2 0,3 13 0,0 7 0,2 4 195,5 3 1,-2 0 0,7 3-1,0 2 207,-1 2 1,4 7 0,4-6 0,-2-1 79,-3 2 1,0-6-1,8 4 1,-3-4-84,-5-3 0,3-8 1,-8-1-1,1-3-35,-1-5 1,-2-5-1,-9-5 1,-6-2 27,-7 3 1,-4 1 0,-6 1-119,-4-5 1,-12 5 0,-10-3 0,2 8-4,3 4 0,-5 11 0,0-4 0,2 6 408,3 2 0,5 2 0,2 8 0,2 9-129,-2 8 1,5 4 0,0-4-1,2 5-335,6 1 0,4 1 0,4 5 0,6-5-651,2-3 1,12 1 0,10-6 0,3 3-784,-1-2 1,0-10 0,8-5 0,-1-2 1434,1-5 0,-1-3 0,1-2 0</inkml:trace>
  <inkml:trace contextRef="#ctx0" brushRef="#br0" timeOffset="299">894 607 7997,'14'-7'-452,"1"0"815,2 2 0,2-5 1,3 1-229,0-3 1,-1-3 0,1-7-1,-3 0-35,-4 1 1,4-1 0,-4 0 0,2 0 25,-3 1 0,-2-1 0,-7 0 0,3 0-151,-4 0 0,-4 1 1,-7-1-17,-7 0 1,-6 10 0,-2 5 0,1 4-77,-1 3 0,0 0 1,0 3-1,1 4-35,-1 8 0,7 4 0,3 5 0,2 3 52,6 2 0,1 9 0,6-1 0,4 2-143,7-3 1,13 3 0,4-8-1,3 0 243,5 1 0,12 7 0,5-6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07:30.8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 0 8208,'22'44'0,"7"0"0,3 2 0,-1 7 401,1 12 1,13 5 0,-1 17 0,-21-39 0,0 1-79,1 3 1,-2 0 0,-4 2 0,-2 1-1,-2 0 1,-2 1 0,-2 1 0,-3 0-251,-2 1 1,-2 0-1,-2 4 1,-2 0-1,-3-5 1,-2-1-1,-4-1 1,-4-1-89,-5-1 1,-3-2 0,-3-5-1,-1-2 1,-4 0 0,-1-1-1,-24 29-231,1-11 0,6-10 1,12-15 245,7-7 0,9-7 0,-1-8 0,-6-4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1:40.6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1 325 7976,'0'-15'510,"0"1"0,0 11-245,0 3 0,0 10 1,0 12-1,2-1-106,5 1 0,-2 0 0,7 0 0,0-1-167,0 1 0,-4 0 1,4 0-1,-3 0-87,-4-1 0,5-6 0,0-3-23,2-2 1,-5-5 244,7-13 1,-9-11 0,3-10 0,-6 0-20,-2-3 0,0 1 1,0-5-1,0 7 37,0 4 0,2 6-159,6 5 1,-6 6 0,8 18 0,-3 12 114,0 12 1,8 7 0,-6 5 0,4 4 35,3 9 1,-3 1 0,1 1 0,3-6 77,2-2 0,3-11 0,0-13 0,0-8 416,-1-6 1,1-8 0,-2-14 0,-6-10-141,-7-10 0,3-9 1,-3-15-1,-2-4-285,-2-1 1,-3-7-1,0 5 1,0-5-520,0-2 0,0 2 1,0 2-1,0 6-653,0 1 0,0 4 0,2 8 0,3 6-771,2 7 0,10 15 1737,-2 6 0,4 16 0,3 4 0</inkml:trace>
  <inkml:trace contextRef="#ctx0" brushRef="#br0" timeOffset="316">610 651 9250,'10'-22'595,"-5"8"1,9-1-1,3 1-409,3 2 0,1-8 0,4 6 0,1-3-120,3 2 0,0-1 1,-7 8-1,0 3-155,0 3 0,-1 2 1,-1 2 69,-6 6 1,-4 6 0,-13 15 0,-4 8 122,-7 4 0,-6 2 1,-1 1-1,-1-1-27,0 1 1,8 4 0,1-2 0,1-7-128,0-5 0,7-5 0,1-7-65,8-1 0,8-8 0,13-9 0,1-6-309,3-5 1,10-10 0,-3 2 0,5-4-672,3-3 1095,-10 0 0,7-9 0,-7-3 0</inkml:trace>
  <inkml:trace contextRef="#ctx0" brushRef="#br0" timeOffset="686">1612 172 8299,'-22'0'470,"8"7"1,2 3 0,2 2-249,5 5 1,-5 12 0,1 7 0,-1 6-36,0 1 0,3 3 1,5 3-1,-3 1-241,-2-1 0,-3 4 0,5 0 0,-5 0-728,-2 1 0,5-6 1,-5-12 781,2-7 0,-7-4 0,5-4 0</inkml:trace>
  <inkml:trace contextRef="#ctx0" brushRef="#br0" timeOffset="902">1264 107 7910,'2'22'314,"3"-1"0,4 1-17,4 0 0,1 2 0,8 5 1,0 10 112,-1 9 0,8-2 0,3 7 1,2-2-124,5 0 0,-6 0 0,4-8 0,-1 1-447,-2 0 0,0-11 0,-10-4 0,0-4-864,-5-4 1,-4-6 1023,0 0 0,4-11 0,-7 6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1:38.8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44 8051,'0'-22'532,"-2"10"-79,-5 5 0,2 7 0,-7 9 0,2 13-244,5 12 0,-5 7 0,1 3 0,-1-1-184,0 1 1,1-1 0,4 3 0,-2 3-259,2 2 1,-5 2 0,0-5 0,1 1-1859,-1-8 2091,-7 2 0,5-18 0,-10 6 0</inkml:trace>
  <inkml:trace contextRef="#ctx0" brushRef="#br0" timeOffset="216">1 87 8051,'14'0'654,"1"0"1,-1 0 0,8 3-334,0 4 1,2-2-1,3 10 1,4 4-61,3 7 0,0-1 0,5 4 0,-5-3 103,-3 3 1,5-4 0,-7 6 0,-2-2-824,-3 0 0,-2 3 0,-3-6 1,-4 3-3393,-8-2 3851,-4-13 0,6 6 0,3-8 0</inkml:trace>
  <inkml:trace contextRef="#ctx0" brushRef="#br0" timeOffset="433">611 262 8051,'12'2'-161,"-3"3"331,1 2 1,-8 3-1,8-5 318,0 2 1,-5 10 0,7 0 0,0 7-494,0 5 1,-5 7 0,5-4-1,0-1-205,1 1 0,-9 4 0,6-4 0,-3-1 210,1 0 0,9-2 0,-5-7 0</inkml:trace>
  <inkml:trace contextRef="#ctx0" brushRef="#br0" timeOffset="600">894 262 8051,'0'21'121,"2"-1"1,3-3-1,2-3 140,-2 3 1,0 5-1,0 5 1,2 4-16,-2 3 0,7 0 0,0 5 0,3-3-388,-1 3 0,-7-6 0,8 1 142,2-2 0,2 6 0,3-4 0</inkml:trace>
  <inkml:trace contextRef="#ctx0" brushRef="#br0" timeOffset="816">1242 349 8027,'15'0'450,"-1"0"-20,3 0 1,2 0-1,3 0-209,0 0 1,7 0-1,0 0 1,0 0-437,3 0 1,-6 0 0,8 0 0,-2 0-1197,-6 0 1411,-2 0 0,-2-10 0,0-2 0</inkml:trace>
  <inkml:trace contextRef="#ctx0" brushRef="#br0" timeOffset="983">1482 0 8027,'0'22'-275,"0"0"0,0 0 285,0-1 1,0 11 0,0 4 0,0 5 308,0 3 0,2-1 0,3 3 0,5 3-328,2 2 1,-5-1 0,5-4 0,0 3 8,0 2 0,3 9 0,7-4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1:37.9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0 303 8190,'0'-22'-59,"0"0"0,0 0 1451,0 0-663,0 1 1,0 11-1,0 12-324,0 18 1,10 4 0,2 10-1,3 0-192,-1 0 0,1 9 1,6 10-1,1 1-430,0-1 0,0 5 0,0-5 0,-1-2 45,1-5 0,0 2 0,0-14 1,-1-2 296,1-11 0,0-8 0,-3-16 0,-2-4 131,-2-8 1,-10-14-1,4-7 1,-1-8 37,-1-6 1,0 1-1,-7-9 1,0 0-127,0 2 0,7-6 0,1 4 0,-4-5-565,-1-3 1,-3 11-1,2 6 1,3 8-623,2 5 1,1 16-1,-6 1-584,5 7 1,-2 7 1602,10 12 0,-11 6 0,6 8 0</inkml:trace>
  <inkml:trace contextRef="#ctx0" brushRef="#br0" timeOffset="350">392 303 9887,'0'21'358,"0"8"0,3 3 0,4 2-16,7 4 0,-1 4 1,1 4-1,3 4-162,2 8 0,3-7 0,0-5 0,0-9 56,-1-6 1,1-4-1,0-13 1,0-7 46,0-4 1,-3-15 0,-2-10-1,-3-12-103,3-7 0,0-5 0,-2-5 0,-6-7-74,1-5 0,-5 5 0,7 0 0,-2 0-392,-5 2 0,-1-4 1,1 9-1,3 3-1474,-4 2 0,-1 12 926,-3 5 1,0 17 0,-3 12 0,-1 14-1022,-4 13 1855,1 7 0,-3 9 0,-2 1 0</inkml:trace>
  <inkml:trace contextRef="#ctx0" brushRef="#br0" timeOffset="566">893 586 8517,'12'2'1710,"-2"5"-1440,0 8 0,-8 7 0,8 7 0,-3 7-222,0 5 0,3 5 1,-5 2-1,4 3-280,4-2 0,-9-3 1,6-5-1,-3-5 232,1-7 0,8 5 0,-3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1:43.7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22 196 7953,'-2'15'269,"-3"-1"1,-2 3 159,2 3 0,3 4 0,2 2 0,2 6-185,5 2 0,-2 2 1,10 8-1,-1-3-160,-2-5 1,8 3 0,-6-10 0,5-3-26,3-1 0,-2-11 0,-3-2-86,-3-2 0,-2-13 0,3-11 0,-8-5-109,-5-3 0,6-7 1,-1-3-1,-2-2 102,-3-4 1,-2-3-1,0-1 1,0 4-109,0 1 1,0 11 0,3-3 181,4 5 1,-5 14 0,8 10 65,0 12 1,-8 17 0,8 7 0,-3 8 28,0 7 1,8-5-1,-6 5 1,4-6 115,3-1 0,-3-3 0,1-5 1,3-9 224,2-10 0,-4-7 1,-3-13-1,0-4-65,0-7 0,-5-16 0,6-6 1,-4-7-193,-4-8 1,-3 5-1,-2-7 1,0 2-250,0 0 0,0-2 1,0 4-1,0-1-938,0 1 0,0 10 1,3 6-1,2 1-3440,2 5 4408,10 13 0,-5 4 0,10 10 0</inkml:trace>
  <inkml:trace contextRef="#ctx0" brushRef="#br0" timeOffset="467">654 719 8508,'-7'-15'709,"-1"1"0,1 7 1,7-8-280,0-2 0,3 0 0,4 0 0,5 3-193,0-3 1,10-3 0,-3-1 0,8 1-259,-1 6 0,-1 4 1,-4 10-1,1 0-155,0 0 0,0 0 1,-3 3-1,-4 6-23,-8 13 0,-2 0 0,-1 9 0,4-2-121,-3 0 1,-10 8-1,-5-8 1,-2-3 22,-5-2 0,5-2 0,-3 0 162,-2 0 0,8-8 0,-1-2 225,0-2 0,8 7 41,-5-2 1,7-3 462,7 2 1,-2-2 0,7 5 517,-2-2 0,-3-8 0,-10 5-604,-4-2 0,2 4 0,-9-6 0,-3-4-495,-2-1 0,-3-3 1,0 0-1,0 0-816,0 0 1,8-10 0,-1-2 0,1-2 802,2-1 0,-8-9 0,8-10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1:42.4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0 436 12762,'3'22'0,"1"0"192,4 0 0,1 2 0,-4 3 1,2 4-289,-2 3 1,0 2 0,0 5 0,2-2-1149,-2-3 1,0-2 1243,2 3 0,-4 4 0,6-7 0</inkml:trace>
  <inkml:trace contextRef="#ctx0" brushRef="#br0" timeOffset="267">218 458 8082,'12'-22'350,"0"8"1,-7-1-10,2-1 0,8 3 0,-6-1 0,4-1 103,3 3 0,4 0 0,2 7-107,-1-2 1,1-7 0,0 6-44,0 3 1,-8 5 0,-2 8-273,-2 6 1,-3 8-1,-7 5 1,0 4-265,0 3 0,-7-5 0,0 5 0,2 0-110,2 0 0,3-8 1,0 3 52,0-5 1,3-4 0,4-3-102,8-3 0,4-9 1,3 2-1,0-7-279,-1-7 0,8-3 679,0-4 0,10-15 0,-5 5 0</inkml:trace>
  <inkml:trace contextRef="#ctx0" brushRef="#br0" timeOffset="453">980 371 8444,'22'-10'478,"0"8"0,-1-5-307,1 4 0,0 3 1,0-2-1,2-3-216,5-2 1,-5 0 0,5 7 0,-2 0-1617,2 0 1661,-15-10 0,25-2 0,-15-10 0</inkml:trace>
  <inkml:trace contextRef="#ctx0" brushRef="#br0" timeOffset="603">1176 1 8057,'0'44'44,"0"-1"1,0 1 0,0 2 66,0 4 0,0-4 1,0 5-1,0-5 13,0-2 1,3-1-1,1-2-124,4-4 0,9 4 0,-5-7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1:47.1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56 8001,'8'-15'569,"-1"1"1642,0-1-1545,-7 3 1,0 12-1,0 17 1,0 10-240,0 9 0,-7 5 0,-3 5 0,-2 3-572,-5 1 0,5 4 1,-3-6-1,1 5-645,2 3 1,-7-8-1,6 3 1,-1-5-293,-1-2 0,3-3 1082,-2-5 0,-6-5 0,8-9 0</inkml:trace>
  <inkml:trace contextRef="#ctx0" brushRef="#br0" timeOffset="200">1 34 8136,'0'22'431,"2"2"0,3 3 0,5 4 151,2 3 1,2 2 0,8 10 0,2 3-172,5 1 1,3 11 0,7-5 0,-3 2-384,3 0 1,-1-10 0,-1 3 0,-6-5-1088,1-3 1,-8-9 1058,5-5 0,5-4 0,0-4 0</inkml:trace>
  <inkml:trace contextRef="#ctx0" brushRef="#br0" timeOffset="483">502 644 8001,'2'-22'747,"5"0"0,-2 0 0,10 1-178,2-1 1,2 0 0,3 3-142,0 4 0,7-2 0,0 10 0,-3 2 33,-2 3 1,-2 2-1,0 0-190,0 0 0,-3 10 0,-4 4-136,-8 5 0,-5 10 0,-4 0 0,-3 0-118,-2 3 1,-10-5 0,5 6 0,0 1-229,4 0 0,-1-7 0,2 2-478,2-5 0,2-9 0,6-3 9,4-3 0,12-1 0,10-11 0,0-2-366,3-2 1046,-8-10 0,17 5 0,-7-10 0</inkml:trace>
  <inkml:trace contextRef="#ctx0" brushRef="#br0" timeOffset="766">1177 426 8001,'0'-22'1009,"0"10"1,0 5-1,0 14-530,0 8 0,0 14 0,0 5 0,0 2-484,0 0 0,2 0 1,3 8-1,2 0-623,-2-1 0,5-7 1,0-2-1,-1-2 628,1-6 0,7-1 0,-5-4 0</inkml:trace>
  <inkml:trace contextRef="#ctx0" brushRef="#br0" timeOffset="967">1482 578 8518,'21'0'620,"1"0"1,0 0 0,2-2-130,5-5 1,-2 4-1,7-4 1,0 5-397,-1 2 1,-4-3-1,8-2 1,-1-2-2727,-2 2 2631,-3-7 0,1 0 0,2-10 0</inkml:trace>
  <inkml:trace contextRef="#ctx0" brushRef="#br0" timeOffset="1134">1743 230 7981,'0'32'0,"0"4"295,0 5 0,0 5 1,0 2-1,0 3 185,0-2 1,2 4-1,3-2 1,5-3-440,2-2 0,-7-5 0,5-2-41,-1-3 0,-6-9 0,6 4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1:51.8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0 393 11524,'22'0'0,"0"0"195,0 0 0,2 0 0,3 0 0,4 0 44,3 0 0,-5 0 0,5 0 0,-3 0 323,-4 0-562,-13 0 0,15-10 0,-4-2 0</inkml:trace>
  <inkml:trace contextRef="#ctx0" brushRef="#br0" timeOffset="184">153 1 7982,'0'24'-137,"0"3"311,0 2 1,0 2 0,0-2 0,0 10 683,0 9 1,7 8 0,3 9 0,2 1-318,5-1 1,-5 0-1,0 0 1,0 1-961,0-1 0,-5-9 0,6-5 1,-4-8-1029,-4-7 1447,-3 6 0,-2-18 0,0 7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1:50.1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20 284 8057,'-3'-22'919,"-4"0"0,5 8-249,-6-1 1,8 20-1,5 2-363,2 10 1,10 12 0,-5 0 0,3 1-224,-1 1 0,1-4 1,7 6-1,-1 1-194,1 0 0,-7-7 1,-1 4-1,1-2-377,-3 0 1,5 0-1,-7-7-8,2 0 0,-5-10 0,5-7 396,-2-10 0,-3-9 0,-7-16 0,0-3 167,0-1 1,0-7 0,0 7 0,0 0 240,0 5 0,2 14-150,6 8 0,-4 5 1,9 4-1,-1 5-58,0 8 1,2 11-1,8 6 1,0-1 20,0 1 1,-1-1-1,1-4 219,0 2 0,0-7 0,-1-13 175,1-6 1,-7-8 0,-3-19-1,-2-5-279,-6-8 0,-1-4 1,-3-2-1,0-3-387,0-5 0,0 3 0,-3-8 0,-1 3-819,-4 4 0,1 3 1,7 5-1,0 5-942,0 7 1,2 7 1910,6 8 0,4 4 0,10 10 0</inkml:trace>
  <inkml:trace contextRef="#ctx0" brushRef="#br0" timeOffset="401">695 393 9520,'0'14'886,"0"1"1,0 2-498,0 2 0,2 3 1,5 0-144,8-1 1,4-1 0,3-3 0,0-3-189,0 3 0,-1-7 0,1-3 0,0-4-903,0-3 1,7-3 0,0-2 458,-3-2 0,-4-10 1,-7 3-1,-8-6 318,-5-2 0,6 8 0,-1-1 580,-2-1 164,-3-4 1,-4 10 0,-3 13-270,-2 16 0,-1 5 1,8 13-1,0 1-319,0 4 0,0 1 1,0 1-1,0-1-297,0 1 1,3-1 0,2-2 0,4-4-722,3-8 1,-4-5-1,4-2 930,-3 0 0,8-10 0,-5-3 0</inkml:trace>
  <inkml:trace contextRef="#ctx0" brushRef="#br0" timeOffset="631">1675 197 8057,'9'-12'1729,"-6"4"-1274,4 16 1,-5 6-1,-4 13 1,-3 4-347,-2 3 1,-3 0-1,3 5 1,-5-3-509,0 3 1,-8 2-1,6 2 1,-5 1 398,-3 0 0,0 9 0,0 2 0</inkml:trace>
  <inkml:trace contextRef="#ctx0" brushRef="#br0" timeOffset="834">1348 66 8057,'2'12'65,"3"-2"0,5 0 318,2 4 0,-5 6 0,8 1 0,2 1 62,2 0 0,3 9 0,2 3 1,3 2-176,2 1 0,9-1 0,-4 5 0,0-2-332,-5-3 0,3-2 0,-3 5 0,-5-5-1130,-7-3 1192,2-2 0,-16 3 0,6 1 0</inkml:trace>
  <inkml:trace contextRef="#ctx0" brushRef="#br0" timeOffset="1133">1849 502 8187,'2'-22'0,"3"0"305,2 0 0,1 8 0,-6-1 295,5-2 1,5-2 0,10 0 0,0 2-266,0 2 1,2 10 0,3-4 0,2 1-68,-3 1 1,6 0 0,-3 7 0,-5 2-45,-7 6 0,0 4 0,-8 10 0,1-1-84,0 1 0,-5 7 1,-13 3-1,-4 1-144,0 6 1,-7-5 0,4 0-1,-2 0-36,3 0 1,-3-8-1,10 3 98,2-5 0,2-2 1,6-2-221,4-6 1,5-4 0,10-10 0,2 0-628,5 0 0,-2-3 0,9-1 0,3-6 789,2-2 0,2-12 0,1-10 0</inkml:trace>
  <inkml:trace contextRef="#ctx0" brushRef="#br0" timeOffset="1417">2393 458 8044,'0'-22'118,"0"1"1,0-1 284,0 0 1,7 0 0,3 3 201,2 4 0,3-2 1,7 8-239,-1-3 0,1 7 1,0-2-1,0 4-179,-1 3 1,1 3-1,0 4-129,0 7 0,-10 6 1,-5 2-1,-4 2-194,-3 5 0,0-3 0,0 8 0,-3 0-91,-4 0 1,-3-7 0,-7 4 0,5-2-36,2 0 1,1 0 0,4-7-8,-2 0 1,-1-8-1,11-2-54,4-2 0,5-3 0,10-7 1,0 0-78,0 0 399,9 0 0,3 0 0,9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1:53.8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1 8156,'-12'0'433,"3"10"-18,9 4 1,0 1 0,0 4 0,0 8-86,0 4 0,0 5 0,0 10 1,0 3-153,0 1 0,-8 9 0,1-9 0,2 1-58,3 2 0,-5-14 0,-1 2 0,3-7 29,3-7 0,-5-10-486,-1-3 1,1-11 0,7-3 0,0-12 140,0-8 0,10-2 1,4 1-1,6-1 68,2 0 0,-1 3 0,4 2 0,1 5 13,3 2 1,3 3-1,-6 7 1,3 0 211,-2 0 0,4 9 1,1 6-1,-1 4 63,1 3 0,-3 0 0,-7 0 0,-1-1-6,1 1 0,-10 0 1,-5 0-1,-4-1-91,-3 1 1,0-7 0,-3-1 0,-4 1-103,-7-3 1,-13 7 0,-4-7 0,-1 0-260,1-4 1,-6-6 0,8-2 0,3 0-242,2 0 0,2 0 0,0 0-894,0 0 1433,10-10 0,2 8 0,10-8 0</inkml:trace>
  <inkml:trace contextRef="#ctx0" brushRef="#br0" timeOffset="386">1067 741 7951,'-9'-12'1494,"9"2"0,0 10 0,12 0-1213,7 0 1,13 0 0,4 0 0,5 0-173,2 0 0,3 0 0,3 0 0,2 0-413,-3 0 0,-2 0 0,-5 0 0,-2 0-1155,-3 0 1,-16-2 1458,1-5 0,-4 4 0,5-6 0</inkml:trace>
  <inkml:trace contextRef="#ctx0" brushRef="#br0" timeOffset="619">1677 480 7951,'-15'-2'95,"1"-3"164,-3-3 0,-2 1 1,-3 7-1,0 0 354,0 0 0,-7 0 1,-2 0-1,-3 0-307,-5 0 1,-2 0 0,-2 3 0,-1 1-298,0 4 0,1 6 0,2-4 0,2 0-9,3-1 0,9 8 0,-4-5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1:56.5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676 0 8540,'-10'24'0,"-5"3"264,-4 2 0,4 12 1,1 3-1,-3 11 24,-2 8 0,-1 12 1,3 5-1,3 5-120,-3 2 1,5 5 0,0-3 0,2-6-375,5-6 1,-4 3-1,1-8 1,3-1-1224,3-4 1429,2-11 0,-10 7 0,-2-7 0</inkml:trace>
  <inkml:trace contextRef="#ctx0" brushRef="#br0" timeOffset="435">0 22 8875,'0'14'554,"0"1"1,3 2-101,4 2 1,13 10-1,11 3 1,3 2-141,5 4 0,4 1 0,6 0 0,1-3-425,-1 3 0,4-1 1,-5-1-1,-4-8-297,-5-5 408,-13-2 0,15 0 0,-7-1 0</inkml:trace>
  <inkml:trace contextRef="#ctx0" brushRef="#br0" timeOffset="920">784 697 8306,'0'-22'281,"0"0"1,3 1 283,4-1 0,-2 10 0,7 7-122,-2 10 1,4 7-1,-4 12 1,0 3-206,-1 2 1,6 9 0,-6-1 0,1 4-297,0 2 0,0-6 0,-6-1 1,4 0-417,-4-2 1,-1-2-1,-3-11 1,0 1-1600,0 0 2073,0 0 0,10-1 0,2 1 0</inkml:trace>
  <inkml:trace contextRef="#ctx0" brushRef="#br0" timeOffset="1086">1089 545 8282,'0'14'433,"0"1"-99,0 1 1,0 6 0,0 5 0,0 4 31,0 3 1,8 10 0,1 7 0,1-1-574,0 4 1,7-8 0,-5 4 206,0-4 0,7-2 0,-7-1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0.08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11742,'0'24'324,"0"5"1,2-2 0,3 9-1,2 3-453,-2 2 1,5 10-1,0 2 1,-1 0-183,1 0 0,-3 5 0,-4-7 0,1-5-2180,4-7 2491,-1-8 0,-7-9 0,0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0.3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66 0 8232,'22'0'0,"2"0"380,5 0 1,-3 12 0,11 8 0,1 9 58,4 5 0,3 12 1,6 12-1,5 5 31,0 2 1,4-2 0,-12-3 0,-4-2 14,-5 3 0,-15 4 0,-2 5 0,-13 3-326,-6-3 0,-15 5 1,-10-2-1,-14-3-551,-13-2 0,1-13 0,-8-6 0,1-10-172,-1-10 1,5-5 0,-5-5 0,3-4-335,5-8 1,2-5-1,5-4 1,4-5-1162,8-8 2059,5-4 0,12-3 0,2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0.5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85 8150,'15'2'365,"-1"6"0,-2 4 1,5 9-1,-2 1-249,2 0 0,2 0 0,3 0 0,0-1 202,0 1 0,-1-7 0,3-3 0,3-3 41,2-4 0,3-5 0,-6-7 0,1-8-103,-8-4 1,1-10 0,-13-2-1,-2-3-164,-3-5 0,-2 8 0,-2 2 0,-6 7-143,-6 7 0,-8 3 0,-5 7 0,-2-2-143,3 2 0,-6 5 0,3 7 0,3 8-906,2 4 0,4 3 1100,6 0 0,-6 0 0,8-1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0.91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45 0 8228,'-15'0'-3,"3"3"1,2 4 162,5 7 0,3 15 0,2 8 0,2 6 146,6 8 0,-4 5 0,9 9 0,-1 3-346,0 4 0,0 3 1,5 8-1,-5-4-842,-2 4 1,-1-8 0,-4-5 881,2-10 0,1-6 0,-8-11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1.56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12 107 8115,'-12'0'41,"29"0"1,17 0 74,2 0 1,15 0 0,-8 0 0,6 0-171,4 0 0,-5-2 0,8-3 0,-3-4-152,-4-4 0,-11 1 0,-4-5 1,-2 5 537,-6 3 0,-9-6 159,-2 8 0,-10 2 1,2 12-1,-5 8 16,-2 4 0,0 10 0,0 3 0,0-1-249,0 1 0,0 4 0,0-5 0,0 3-171,0 5 1,0 2 0,0 3-1,0-3-328,0-5 1,0 5-1,0-5 1,0 3-62,0-3 1,-2-7-1,-3-12-300,-2-2 1,-8-15 362,8-7 0,0-5 0,7-17 0,0 2 32,0-2 1,0 2-1,2-7 1,3 3 184,2 4 0,10 3 0,-2 5 135,4 4 0,-4 6 1,-1 9-1,3 2-135,3 5 0,1-2 0,1 10 0,0 4 25,0 8 0,7-3 1,0 5-1,-3-5 135,-2-2 0,1 0 1,1-3-1,3-5 317,-2-6 0,-3 1 1,-2-1 68,0-4 1,-3-11-1,-2-7 1,-5-6-270,-2-1 1,4-4 0,-6-4-1,-1-5-225,2 1 1,-6-9 0,4 9-1,-4-4-96,-3 1 1,0 2-1,0-2 1,-3 7-139,-4 5 0,-5 4 1,-10 6 224,0 6 1,0 11-1,1 9 1,1 12 102,6 8 0,-6 11 0,8 10 0,-2 3 11,-1 5 1,11-1 0,-4 1 0,6-3-431,2 2 0,0-7 0,5-2 0,7-5-607,10-2 1,14-10 0,0-8 0,5-9 901,3-10 0,19-4 0,4-3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2.01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608 197 8046,'0'-22'0,"0"-7"0,0 0 0,0 2 0,0 3 0,-3 5 0,-4 2 0,-7 5 277,-6 2 0,-2 3 0,-2 7 0,-2 2 350,-3 6 0,-8 4 0,6 9 0,-1 4-509,1 4 0,4-3 0,13 11 0,7-1-330,4-2 0,3 7 1,0-5-1,3 5 26,4 3 1,7-8-1,13 0 1,2 1-68,-2-3 1,4 4 0,-2-9-1,-2-2 158,-3-3 0,-2 5 0,-3 0 1,-4-2 261,-8-3 1,-7-2 0,-10-3 125,-12-4 0,-9-6 1,-13-9-1,-2-2 94,-4-5 0,1-5 0,-7-10 0,3 0-232,5 0 0,4 1 0,8-4 0,7-1-544,5-3 0,12 0 0,4 7 0,8 3-410,8 4 0,6-2 0,13 7 1,4 1 798,3-1 0,12-7 0,10 5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3.07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414 303 8046,'0'-29'86,"0"0"0,3 0 1,2 5-1,2-3 583,-2-2 1,-5 0 0,-8 7-1,-6 3 280,-6 4 1,-9-1 0,0 8 0,0 3-199,-2 3 0,-1 2 0,-6 2 0,4 8-742,2 12 0,1 2 0,4 10 0,1 0-285,6 0 0,1 0 0,12 2 0,2-7-280,3-5 0,2-2 1,2 0-233,5-1 1,5-1 0,10-3-1,0-5 478,0-2 0,-1-3 0,1-7 0,0 0 583,0 0 1,0 0 0,-1 0-1,1-3-125,0-4 0,0 5 0,-1-6 0,1 6 39,0 2 1,0 0 0,-1 0-1,1 0-395,0 0 1,-3 2-1,-2 3 1,-2 5-271,2 2 1,-8-5 0,-1 8 99,-6 2 0,5 2 0,1 3 330,-3 0 0,-5-8 1,-5 1 138,-3 2 1,-9-8 267,3-1 1,-3-8 0,0-5 188,3-3 0,9-8 0,-3 1 0,6-4-420,2-3 0,0 0 0,0 0 0,0-2-124,0-5 1,7 5 0,3-5-1,2 2-27,5-2 1,-5 12 0,3-5 0,2 6-89,2 3 1,3 4 0,-1 9 0,1 0 17,0 0 1,-3 12-1,-2 7 1,-2 10 31,2 5 1,-8-5 0,1 5-1,-3 0-3,1 0 1,-1-8-1,-7 3 1,0-4-8,0-4 0,0 1 211,0 0 1,-10-10 0,-2-7 133,0-10 1,0-9 0,7-13-1,-2-5-174,2-1 0,3 4 0,2-5 0,0 0-102,0 0 1,7 7 0,3-4 0,-1 2-151,1 0 0,7 7 1,-3 10-1,6 2 96,1 5 1,1 3 0,0 4 0,0 6 91,0 6 0,7 8 1,0 5-1,-3 2 238,-2-3 0,-2 6 1,0-3-1,0 0 115,0 2 1,-3-4 0,-5 7 0,-6-3-203,-6-4 1,-2-3-1,0-2 1,-2-3-140,-6-4 1,4-6-1,-11-9-236,-2 0 0,0-9 0,0-8 0,5-10-231,2-9 0,3-5 0,7-5 0,0 0 127,0 2 0,0-4 0,3 11 0,4-4 51,7-2 1,-1 2-1,1 4 1,3 8 90,2 5 0,3 12 1,0 5-1,0 4 186,-1 3 1,8 3-1,1 4 1,-6 10-49,-7 10 1,7-1-1,-7 10 1,0 1-97,2-3 0,-7 0 0,3-8 0,2 3 76,2-2 0,-4-3 0,-1-2 92,3 0 1,-5-10 0,3-5 708,2-5 1,-5-4-134,2-5 0,-9-8 0,5-11 1,-3-4-278,0 4 1,0-6 0,-4 1 0,2-1-276,2 1 0,0-5 0,-7 4 0,0 1-97,0-1 1,0 3-1,-2 8 1,-5-1 214,-8 0 1,3 10-1,-3 5 1,-2 9 16,-2 13 0,-3 2 0,1 21 0,-1 6-229,0 4 0,3 10 0,2-5 1,5 1-458,2-1 0,5 5 0,15-7 1,12-5-528,11-7 1,18-8-1,10-12 1,11-4-4151,15-8 5144,1-4 0,-36-7 0,2-2 0,45-6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3.64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673 140 7932,'0'-36'-19,"0"2"1,0 3 40,0 4 0,0 15 515,0 12 1,0 12 0,0 17-1,0 10-205,0 9 0,0 1 0,0 9 0,0 5-127,0 7 1,7-2 0,3 7 0,0 0-347,-1 4 1,6 9 0,-5 6 0,2 5-284,-4-49 0,1-1 0,0 48 0,1-12 1,-3-3 196,1-2 0,6-22 0,-7-7 301,-2-17 0,-2-22 0,-6-15 583,-4-16 0,-5-12 1,-10-13-1,0 0 97,0 1 0,1-1 1,-1 1-1,0-1-558,0 1 0,-9-1 0,-5 3 0,-6 5-213,-1 7 0,-8 4 0,-2 6 0,-3 5 213,-4 6 0,4 6 0,0 4 0,6 6-354,8 6 1,9 8-1,13 4 1,6 6-430,6 2 0,11-8 1,9 3-1,12-2-615,8 2 0,4-12 0,7 2 0,1-7 1202,0-7 0,9-2 0,2-3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4.01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322 458 8154,'12'-44'0,"-2"1"314,0-1 0,-8 8 0,5 2 0,-4 2 318,-3 6 1,-3 2 0,-4 4 0,-10 6-139,-9 6 1,1-1-1,-6 1 1,2 4-48,0 1 1,-7 13 0,7 4 0,0 6-397,-3 2 1,15 7-1,-2 0 1,4 0-375,3 2 1,7-7 0,1 5-21,8-4 0,8-6 1,13-2-1,1-5 73,3-2 1,10-1-1,-3-4 1,5 2 198,3-2 0,0 0 0,-1 0 1,1 5 263,-1 2 0,1-7 1,-1 4-1,1 1 248,-1 4 1,-6-1 0,-3-1 0,-3 0 619,-4 0 1,-3-5 223,-2 8-823,-10-11 1,-12 4-1,-15-16-547,-4-6 0,7-5 0,4-6 1,6-4-408,2-7 1,0-5 0,2-3 0,6-2-28,6-4 0,15 4 0,10-5 0,7 7-234,5 8 0,9 4 0,-2 11 753,5-1 0,22 0 0,4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4.44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393 42 8033,'-24'-7'379,"-5"-1"1,5-1-1,-5 4 1,4-2 284,4 2 0,-1 12 0,-2 8 0,-3 6 205,-2 8 0,-7 5 0,7 7 1,2-2-389,3-3 0,12 1 0,4 6 0,6-2-759,2-4 0,10-6 1,7-12-1,9-4-400,11-8 0,4-4 0,2-6 0,1-4-543,-1-8 0,1-4 1221,-1-3 0,1-9 0,0-3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4.66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8193,'0'25'747,"0"4"1,0 9-211,0 11 1,2 6 0,3 13 0,5 2-91,2 3 1,3 7 0,6-5 0,-1 0-321,-6 0 0,3-3 1,-7-9-1,-1-7-1720,1-12 0,0-11 1593,-3-11 0,5-19 0,10-6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4.83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8033,'12'21'0,"-5"1"0,-4 10 0,-1 4 0,3 7 450,2 8 1,10 15 0,-5 13-1,3 6 473,-1 2 1,-2 8 0,5-1-1,-2-2-1203,2-3 1,2-4 0,3-5 279,0-7 0,-1-6 0,1-1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5.82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 63 8053,'-15'-14'395,"1"-1"1,9 8 751,-2-7-897,4 9 1,3-2 0,0 14 0,0 10 40,0 9 1,0 11 0,0 13 0,0 9-152,0 3 0,7 4 1,3-3-1,2-3-79,5-2 0,3-12 1,4 0-1,5-10-283,7-4 1,5-13 0,3-11-1,-1-8 222,1-8 0,9-13 0,3-13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6.33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 0 8227,'-2'29'31,"-5"0"1,4 3 0,-4-3 0,5 7 198,2 5 1,0 10 0,0 2 0,0 3-75,0 4 1,0 3 0,0 5 0,0 2-364,0 3 1,0-3 0,0-10 0,0-4-382,0-3 0,0-4 1,0-13 587,0-7 0,-10-15 0,-2-4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6.91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17 218 8205,'-12'3'583,"7"2"-559,10 2 1,10 0 0,14-7 0,7-2-16,5-5 1,10-6-1,2-8 1,3-1 121,4 0 1,1-2 0,-3-3-1,-5-2 51,1 3 0,-11 4 0,1 7 1,-13 8 40,-7 5 0,-2 4 0,-3 5 0,-4 8 27,-8 4 1,-4 10-1,-3 3 1,0 2-107,0 4 1,7 1 0,0 0-1,-2-3-140,-3 3 0,-2 2 0,0 2 1,-2 1-111,-5 0 1,4-1-1,-6-2 1,1-2-199,1-3 0,-7-2 0,6 2 1,1-7-342,-3-4 634,8-13 1,-8-15 0,10-16-1,3-10-17,4-5 0,-2 7 0,9-2 0,3 3 45,3-3 1,1 7 0,1-2 0,0 7-22,0 0 0,7 0 1,0 2-1,-3 6-90,-1-1 1,4 8-1,0-6 1,-3 4-67,-2-4 0,-2 6 0,2-5 0,3 2 118,2-2 0,-7 2 0,-8-7 0,3 0-29,3-1 1,-6-1-1,-2-8 1,-2 0 160,-5 1 0,-3 6 0,-4 1 1,-5-1-96,-8 3 1,-4-5-1,-3 10 1,0 2 277,0 2 0,1 3 0,-1 0 0,0 0 123,0 0 1,0 10 0,1 5-1,1 6 81,6 8 1,-3-2-1,10 7 1,2 0-459,2 0 0,6 2 0,4 5 0,8-2-660,4-3 0,15-7 0,7 5 0,10-2 641,4-6 0,3-2 0,8-2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7.19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174 22 8155,'-14'-7'218,"-1"0"1,1-1 0,-8 8 230,0 0 0,3 3 0,2 4 0,5 8-130,2 4 0,-4 10 1,6 3-1,3-1-194,3 0 1,2-2 0,0-7 0,2-2-84,6-6 0,4 3 0,12-10 0,3-2-398,2-2 1,0-6-1,-7-4-172,-1-8 1,-1-4-1,-6-3 1,-7 0-96,-4 1 0,4-1 0,0-2 0,-2-3 623,-2-2 0,-3 0 0,0 7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7.37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46 8251,'0'-21'537,"0"-1"1,3 19 0,2 13 0,2 14-215,-2 13 1,5 4 0,-3 5-1,0 5-110,3 7 0,-5 12 1,7 2-1,0 1-225,0 2 1,-5-5 0,5 10 0,-2 2-433,-5 3 1,-3-8 0,-2-4 0,0-10-1364,0-12 0,-2-5 1807,-6-25 0,-4-13 0,-9-20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8.16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85 390 8146,'-21'-7'0,"-1"0"0,2-3 266,6 3 0,7-3 0,16-7 0,11 2-91,6-1 0,13-4 1,-3-2-1,8 1-388,7-1 1,-5-2 0,5-3 0,-6-2 59,-1 2 0,-8 3 0,-2 2 0,-2 1 366,-6-1 0,-2 10 50,-2 4 1,-2 8 0,-6 8 0,-4 9-145,-1 9 0,-6 8 0,7 10 0,-3-1-46,0 1 1,8-1 0,-6-1-1,1-4-122,0-1 0,4 6 0,-4 8 1,0-3-82,-1-2 0,-2-2 0,-7-1 1,0 1 178,0-1 1,0-9 0,0-5 0,-2-7 704,-5-7 1,2-8-1,-7-14-359,2-8 1,3-7-1,7-4 1,0-6-218,0-2 0,0 5 0,2-4 0,3 1-65,2 5 0,10 3 1,-5 2-1,3 3-199,0 5 1,-8 4-1,7 10-82,3 0 0,3 2 0,-1 8 0,-2 9-11,-3 8 0,1 9 1,7-4-1,-3-1-85,-4 1 0,4-1 1,-5-4-1,6 2-9,2-3 0,-1-4 0,1-5 1,0-5-122,0-2 1,7-3-1,0-9 248,-3-6 1,-4 4 0,-5-11 0,-5-2 121,-2-2 1,4-3 0,-6 0 0,-4 0 85,-1 1 0,-3-1 1,0 0-1,0 0 213,0 1 0,0-1 1,0 0-1,0 0 204,0 0 0,0-7 0,0 0 513,0 3 0,-10 4-564,-4 7 0,-6 6 1,1 11-1,2 3-380,3 2 1,9 10 0,-5 0 0,3 7-347,-1 5 1,1 0-1,7-7 1,3 0-122,4 0 1,-2 2 0,9 3 0,3 2 183,3-3 1,-4-2 0,4-2-1,4 0 266,0 0 1,0 0 0,-2-1 0,-2 1 233,-6 0 1,5 0 0,-6-1 1379,-1 1-1162,7-10 0,-17-4 0,6-16 0,-6-6-315,-2-6 0,0-4 0,0-5 0,3-7-81,4-5 1,5-3 0,10 1 0,2 2-566,5 4 0,5-9 0,9 8 0,3-1-421,5-2 0,12 9 0,14 1 0,3 2 899,3 0 0,6 0 0,-12 7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8.51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7997,'7'36'-802,"0"1"1,-2 4 798,-3 7 1,8 3-1,2 12 1,3 7 345,-1 5 1,-2 2 0,5 6 0,-2-6-160,2-2 1,-5-2-1,0-8 1,0 0-546,0 1 1,-7-3-1,2-3 1,-4-2-654,-3 3 1014,0-8 0,-10-10 0,-2-11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8.76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0 371 7997,'15'-51'0,"-3"-2"0,0-3-401,0-4 0,5 16 1,10 8-1,2 9 370,-3 6 1,-1 9 0,-4 4-1,1 6 50,0 2 0,-3 10 0,-2 4 0,-2 5 317,2 3 0,-5 7 0,0 0 0,-3-2-8,-4-3 1,-2 5 0,-3 0-1,0-2-125,0-3 1,-3-2 0,-4 0 0,-7-1-319,-6 1 0,-2 0 0,1 0 0,-1-3-353,0-4 0,0 4 1,1-5-1,-1 3-178,0-2 0,7-5 646,1-10 0,9-10 0,-5-12 0,10-12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8.98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7997,'14'0'-475,"1"0"1,-8 0-1,5 2 1,-2 5 748,-6 8 0,1 7 0,0 7 0,2 5 44,-2 0 1,7 4 0,3-9 0,4-2 128,3-3 1,2-2-1,3-3 1,2-4-100,-3-8 1,6-5 0,-3-4 0,-5-5-160,-7-8 1,0-4 0,-10-5 0,-4-3-143,-8-2 1,0-2 0,-10 6 0,-4 1-457,-8 5 0,3 2 1,-5-2-1,5 2-573,2 2 0,1 10 0,-1-2-1085,0 5 2067,10 2 0,2 0 0,10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9.31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368 197 7997,'0'-32'-236,"-9"8"0,-4-5 1,-1 5-58,-1 2 0,3 0 0,-5 3 0,3 4 611,-3 8 1,-2 5-1,-3 2-64,0 0 1,3 9 0,2 6 0,5 4-127,2 3 0,3 2 0,7 3 1,0 4-109,0 3 1,0-7 0,0 2 0,2-3 141,5 3 0,-2-4 0,7 4 0,0-5-103,1-2 1,-9-1 0,4 1 0,-6 0 10,-2 0 1,0 0 0,-2-1-79,-6 1 1,-4 0 0,-10-3 0,1-4-156,-1-8 0,0-2 0,0 0-344,1 2 1,6-9-1,3-13 1,2-7 506,5-7 0,13 5 0,4-27 0,10 5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9.42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23 7997,'21'-12'-535,"1"4"1,-7 6 0,-1 2 508,3 0 0,3 2 1,1 3-1,-1 5 22,-6 2 1,6 2 0,-6 8 0,5 0-7,3 0 0,-7 0 1,-3-1-1,0 1-189,0 0 0,-5-8 199,8 1 0,-10-1 0,4 8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9.54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44 261 7997,'-8'-29'0,"1"-2"-401,2-3 0,-4 7 1,1-2-1,4 5 401,1 2 0,3 8 0,0-1 0,0 11 0,19-16 0,6 8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09.82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66 30 8081,'0'-15'-514,"0"1"1,0 14-1,0 7 1,0 22 472,0 17 0,7 10 0,0 12 1,-2 4 238,-3 8 1,1 14 0,-1-43 0,1 0 0,0 2-1,1 0-293,-1 2 1,-1-1-1,-1 0 1,0-1-1,-2-2 1,0-1-1,-4 47-46,-2 0 0,-10-27 0,5-7 1,-3-19 140,0-15 0,1-24 0,-8-8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10.06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22 8081,'22'-3'-416,"-1"-4"0,4 5 1,1-6-1,3 6 450,-2 2 0,0 0 0,-1 2 0,3 6 518,-2 6 0,4 15 0,-2 8 1,-2 4 21,-3 2 1,-2 3-1,-3 3 1,-2 4-470,-2 3 0,-8-8 0,5 3 0,-2-5-745,-5-3 0,-3-9 0,-2-5 1,0-5-836,0-2 1475,0-10 0,-10-2 0,-2-10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10.21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1 261 8081,'0'-36'-367,"0"2"0,0 0-163,0 1 0,0 6 1015,0-2 0,0 5-719,0 2 0,2 10 1,5 5-485,8 4 718,4 3 0,3 10 0,0 2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10.6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349 44 8081,'-2'-19'-257,"-6"5"0,-4 4 0,-9 10 0,-1 2 1108,0 6 0,-7 4 1,-2 12-1,-3 5-482,-5 7 1,8 5 0,1 1-1,6-4-803,3-1 1,8-8-1,6 4 109,5-1 0,4-13 0,8-12 0,9-4-178,8-3 0,2 0 0,-5 0 1,3 0 91,2 0 0,0 0 0,-8 0 920,1 0 1,0 0-1,0 0 523,0 0 1,-1 0-663,1 0 1,-7 7 0,-3 3-148,-3 2 1,1-7-106,-3 2 1,-4-2-78,4 2 1,-5-7-239,-2 0 0,0-10 1,0-14-1,0-2-105,0-3 0,0-3 0,3 6 1,2-6 72,2-2 0,10 8 0,-3-3 0,6 4 32,2 4 1,-8 6 0,1 3 0,2 2 76,2 5 0,-5 13 0,1 6 0,2 6-178,2 1 0,3 8 1,0 3-1,0-1 298,-1 1 0,1-3 0,10 2 0,1 3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10.94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218 175 8053,'-3'-29'-363,"-1"-3"1,-4 1 158,3-1 1,-4 11 0,-1 8 911,-2 4 0,5 2 1,-5 9-393,2 5 1,3 15-1,7 14 1,0 5-154,0 3 0,0 2 1,0 5-1,0 7 142,0 5 1,7-5 0,3-3 0,2-1 118,5-6 1,0-2-1,0-2 1,-5-3 568,-3-5 1,6-5 0,-8-9-535,-2 0 1,-12-10 0,-8-5 0,-7-7-959,-7-7 0,3-5 0,-8-10 1,2 0-888,6 1 0,2-1 1386,2 0 0,10 0 0,2 1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11.07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 1 10374,'-22'0'0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17.5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1266 8132,'-21'0'1678,"8"-3"-1533,6-4 0,5 2 1,4-9 61,5-3 1,6-3 0,8-1-1,1-1-6,0 0 0,0 0 0,-1-2 0,1-2-191,0-4 0,-7 1 0,-3 8 0,0-1-94,0 0 0,-7 0 0,2 1 77,-5-1 0,-4 7 0,-5 3-50,-8 3 0,-4 1 0,-3 8 0,0 0 518,0 0 1,1 12-1,-1 8 1,3 9 10,4 5 1,-4-1-1,7 6 1,-1-3-428,6 3 0,5-5 0,2 0 0,0-3-219,0-4 1,2-3 0,5-4 0,8-3-620,4-3 0,3-7 1,0 5-1,2-2-300,5-5 0,-2-3 0,4-4 463,-7-5 0,3 2 0,-15-10 630,0-2 0,5 5 0,-7 0 0,2 2 0,-7 1 0,2 2 0,5-6 0,0-8 0</inkml:trace>
  <inkml:trace contextRef="#ctx0" brushRef="#br0" timeOffset="268">349 1179 8132,'0'21'-456,"0"1"860,0-10 0,0-4 0,0-16-104,0-6 1,0 2 0,0-3 0,-2-2 162,-5-2 0,4 4 0,-4 1 0,4-3-139,3-2 0,3-3 0,2 0-77,2 0 1,10 0 0,-3 3-256,6 5 1,2 4 0,-1 10-1,1 0-191,0 0 0,0 2 0,-1 6 0,1 6-255,0 5 1,-3 10-1,-2 3 1,-5-1-294,-2 1 1,5 4 0,-8-4-1,0-1 747,3 1 0,-8-3 0,8-8 0</inkml:trace>
  <inkml:trace contextRef="#ctx0" brushRef="#br0" timeOffset="636">894 961 8205,'0'-22'0,"0"0"575,0 1 0,-10 1 1,-5 6 194,-4 6 0,-3 6 0,1 4-463,-1 6 0,7 11 0,3 13 0,2 1-171,6 6 0,1 0 0,3 0 0,0-6-170,0-1 0,10 4 0,2-7 1,2-2-322,1-3 1,2-12 0,10-5 0,2-4-368,-3-3 0,1-3 0,-1-6 0,3-11 280,-2-6 1,-3-15-1,-4-1 1,-3-6 315,-3 0 0,-7-6 0,5 1 0,-2 0 200,-5 0 0,-3-13 0,-2 6 1,0-3-95,0-7 0,-2 5 1,-3-11-1,-5 1-142,-2-4 1,5 6 0,-7 8-1,-1 11 209,3 9 0,2 23 1,10 19 357,0 28 0,0 20 1,0 28-1,0 9 2,0 10 0,0 7 1,1-44-1,1-1 0,0 1 1,1-1-171,-1 1 1,3-1 0,3 3-1,1 0 1,-2-2 0,0-1-509,2-4 1,2-1 0,10 43 0,1-5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16.5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315 0 8337,'0'15'488,"0"2"1,0 7-332,0 10 1,7 17-1,1 7 1,-1 7 449,3 7 1,-8 6 0,8 9 0,-3 0-609,0 0 1,0 5 0,-7-2 0,3-8-753,4-5 1,-4-14-1,4-12 753,-5-5 0,-2-22 0,0-4 0</inkml:trace>
  <inkml:trace contextRef="#ctx0" brushRef="#br0" timeOffset="597">10 610 8202,'-9'12'640,"9"-5"0,9-4 0,15-3 0,3 0-647,2 0 1,0-3 0,-5-4 0,3-8-17,2-4 0,7-3 1,-7 1-1,-2-1-209,-3 0 0,-2 0 0,0 0 1,-1 3 46,1 5 0,0-3 350,0 9 0,-3 4 0,-4 11 0,-6 7 78,1 6 1,-8 4-1,8 5 1,-3 5 14,1 0 1,-1 7 0,-5-7 0,3 2-57,2 0 0,1-2 0,-8 5 0,0-5-111,0-3 1,0-2 0,0-5 0,-3 3-170,-4 2 1,2-2 0,-7-10 0,0-5-229,0-3 1,5-1 148,-8-8 1,10-3 0,-2-4 0,5-8 86,2-4 0,2-3 0,3 1 0,4-1 143,4 0 1,1 3 0,8 2-1,0 5 83,-1 2 1,1 3 0,0 7-1,0 0-122,0 0 1,2 9 0,2 6 0,6 4-237,2 3 1,-8 0-1,6 0 1,-3-1-115,0 1 1,0-10-1,-5-2 300,5 0 0,-5-10 0,5 0 153,-4-13 1,-13-8 0,-5-6 0,-5-2 28,-2 2 1,0 3-1,0 0 1,0-3-186,0-2 1,-9 0 0,-6 8 0,-2-1 52,3 0 0,-6 3 0,6 4 371,-6 8 1,-1 7 0,1 10-182,6 11 0,4 8 0,10 10 0,0-3-474,0 3 1,10 2-1,4 0 1,8-4-1865,7-8 2114,-5 5 0,27-10 0,-5 7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15.4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44 690 8173,'0'22'0,"0"9"0,0 6 491,0 4 0,0 10 0,0 0 0,0-3-28,0-2 1,0 0-1,0 0 1,0 0-181,0-5 0,0-12 1,0 0-1,0-5 414,0-2-675,0-10 1,0-12 0,-2-17 0,-3-9-457,-2-11 1,0-4-1,7-5 1,-3-5 203,-4-7 1,4-7 0,-4-5 0,5-5-35,2-3 0,0-2 0,0-7 0,0 0-79,0 0 1,2 0-1,5 2 1,8 5 398,4 8 1,3 26 0,0 17 0,0 22 302,-1 19 0,9 22 1,-1 26-1,-3 8-54,-2 4 0,-2 11 1,0-6-1,0 3-47,-1 0 0,-6-10 1,0 5-1,1-2-596,4-1 0,-6 1 0,-2-10 1,-2-5-1719,-5-7 2056,-3-15 0,8 5 0,2-7 0</inkml:trace>
  <inkml:trace contextRef="#ctx0" brushRef="#br0" timeOffset="167">44 690 8173,'22'0'877,"0"0"-272,0 0 0,2 0 0,3 0 0,4 0-648,3 0 1,2 3-1,8 1 1,-1 6-2243,1 2 2285,-1-7 0,1 14 0,-1-6 0</inkml:trace>
  <inkml:trace contextRef="#ctx0" brushRef="#br0" timeOffset="434">1003 80 8109,'0'25'543,"0"1"-107,0 3 0,7 17 0,0 0 0,-2 8-46,-3 6 0,-2 3 1,0 5-1,0 2-439,0 2 0,0 8 0,0-7 0,0-3-869,0-2 0,0-13 0,0-6 918,0-10 0,0-8 0,0-9 0</inkml:trace>
  <inkml:trace contextRef="#ctx0" brushRef="#br0" timeOffset="633">589 647 8135,'2'12'2570,"5"-3"-2153,8 1 1,14-7 0,7 6-1,5-2-356,3 1 1,7-1 0,2-7 0,3 0-1755,4 0 1693,-7 0 0,10 0 0,-7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19.1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284 0 8047,'-10'32'99,"-2"-8"1,-3 8 0,3-8 248,3 5 0,-6-3 0,5 11 0,-2 1-367,-5 4 1,-2-1-1,-3-3 1,-2-4-76,-5-2 0,5-6 94,-5-11 0,14-5 0,6-10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24.0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327 932 7909,'-7'-22'-6,"0"1"0,-10 6 1,2 3 589,-4 2 0,5 3 1,-1 7-1,-2 2-150,-2 6 0,-3 4 0,0 10 0,0 2-27,1 5 0,-1-3 0,0 11 1,3-1-384,4-2 0,-2-3 0,10-9 0,2 0-814,3 0 0,4-1 209,5 1 1,6-10 0,8-4 0,1-6-464,0-2 0,0-7 1,-1-3 1043,1-2 0,0-12 0,0-10 0</inkml:trace>
  <inkml:trace contextRef="#ctx0" brushRef="#br0" timeOffset="698">219 1041 8143,'-8'22'0,"-1"-1"102,-3 1 0,4 0 0,-4 0 0,0-3 265,0-4 1,5 4 0,-5-4-1,0 4 129,-1 3 0,9-8 0,-6-2 278,0-2 1,-2 5-335,-10-8 0,8 0-326,-1-7 1,10-2 0,-2-6 0,5-6-96,2-6 0,0-1 1,0-3-1,2-3-84,5-2 0,3-10 0,7 3 0,-2-5-231,2-3 1,2 3-1,3 2 1,-1 5 92,1 3 1,0-5 0,0 7-1,0 4 194,-1 9 0,-6 6 0,-1 12 0,1 6 37,-3 6 0,0 15 0,-7 7 0,5 6-107,2 1 1,-7 1-1,4-1 1,-2 1-181,1-1 1,6-6 0,-6-4 0,-1-1-427,2-5 0,-6-11 566,4-1 1,-4-13 0,-3-2 201,0-12 0,0-7 0,0-5 0,0-5 169,0-8 0,0 4 1,2-1-1,3 0-61,2 0 1,8 0 0,-6-2 0,3 7-146,5 5 0,-5 2 0,3 2 0,2 3-32,2 3 1,1 12 0,-3 2 0,-5 12 52,-3 7 0,8 5 0,-5 5 1,0 7-64,-4 6 0,1-6 1,-1 0-1,-4 3 54,-1 2 1,-3-7 0,0-3 0,0-2 56,0 0 1,0 0 0,0-7 0,-3 0-77,-4 0 0,-2-8 0,-8-2 1,2-2 136,-2-5 1,7-5 0,1-7 0,2-8-81,-1-4 1,1-13 0,7-4 0,2-5-62,6-3 1,-3-6 0,9-1 0,5 0 56,8-2 0,-3 7 0,5-3 0,-2 11 110,2 9 1,-5 7-1,5 7 1,-5 8-254,-2 5 1,0 14 0,-3 10 0,-2 11-409,-2 9 1,-10 1 0,4 1-1,-2-1-345,1 1 0,-1-8 0,-7 0 0,0 1-872,0-4 0,0-1 1676,0-10 0,10-1 0,2 1 0</inkml:trace>
  <inkml:trace contextRef="#ctx0" brushRef="#br0" timeOffset="932">1177 1041 8094,'7'-22'149,"0"0"0,0 1 0,-7-1 0,0 0 636,0 0 1,0 8 0,-2 2 139,-5 2 0,-8 3 0,-11 7 0,-3 2-465,2 5 1,0 6-1,1 11 1,-3 2-466,2 3 0,10 3 0,5-6 1,2 3-322,6-2 0,1-3 1,3-2-244,0 0 1,10 0 0,4-3 172,6-5 0,2 3 0,-1-9 0,1-3 190,0-3 1,0-2 0,-1 0 0,4 0-269,4 0 1,-5 0-1,5-2 474,-5-6 0,8-14 0,1-11 0</inkml:trace>
  <inkml:trace contextRef="#ctx0" brushRef="#br0" timeOffset="1149">1503 344 8064,'0'-72'-516,"0"-1"1,8 3 0,-1 14 902,-2 13 1,0 18 0,-1 21 0,4 11 141,-3 15 0,-3 11 0,-2 21 0,0 11-20,0 12 0,0 8 0,0 2 1,0 0-182,0 0 1,0-2 0,0-3 0,0-2-308,0 2 0,0 1 0,0-1 1,0-5-661,0-2 1,0 0-1,0-9 1,0-8-1068,0-17 0,-2-22 1706,-6-11 0,6-16 0,-8-4 0</inkml:trace>
  <inkml:trace contextRef="#ctx0" brushRef="#br0" timeOffset="1551">1198 605 8064,'-19'-14'1447,"5"-1"0,9 11-1075,19-4 0,1 3 0,16 1 0,1-4-351,4 4 0,12 1 0,6 3 0,1 0-117,6 0 1,-6 0-1,1 0 1,0 3-28,-1 4 1,-6 5 0,2 10 0,-8 2 371,-7 5 1,-4 5 0,-13 9-1,-4 1 28,-8-1 0,-5-6 0,-2-1 1,0 0 90,0-2 1,-7 5 0,-2-10 0,-4-2-133,-4-3 0,5-3 1,-2 1-540,-3 0 0,5-10 227,-3-5 1,10-7-1,-2-7 1,5-10 63,2-9 0,7 1 0,3-6 0,2 2 267,5 0 1,-5 0 0,2 7 142,3 0 0,0 8 1,0 2-1,-2 2-403,2 5 0,2 5 0,3 5 0,0 5-333,-1 2 1,1 10 0,0 7 0,-3 0-455,-4 2 1,4-7 0,-7 5-1,3-5-2743,-1-2 3535,-9-10 0,5 8 0,-10-8 0</inkml:trace>
  <inkml:trace contextRef="#ctx0" brushRef="#br0" timeOffset="1682">2070 801 8064,'-8'-43'0,"-1"2"453,-3 4 1,7 6 0,-5 9 1427,0 0-2205,8 10 0,-5 3-229,14 9 1,5 2 552,10 5 0,0 5 0,-1 10 0</inkml:trace>
  <inkml:trace contextRef="#ctx0" brushRef="#br0" timeOffset="1883">2701 562 8059,'12'-22'95,"5"8"0,-7 1 416,2 4 1,-7 4 0,2 12 273,-5 8 1,-2 11 0,-2 6-1,-3 4-246,-2 10 1,-3-2-1,5 6 1,-4-1-564,-3 2 1,7-5 0,-5 4 0,0-4-590,-4-2 0,2-1 1,0-1-1,0-6-638,-1-7 0,1-12 1251,-2-3 0,-5-9 0,6 5 0</inkml:trace>
  <inkml:trace contextRef="#ctx0" brushRef="#br0" timeOffset="2051">2440 649 8059,'9'-19'419,"6"4"0,4 8 1,6 14-1,4 10 136,7 10 0,5 9 0,3 12 0,1 6 87,6 1 0,5-6 0,7 1 0,-3-4-1290,-2-2 1,0-8 0,5-4 0,-7-6 647,-12-6 0,-11-23 0,-11 1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23.0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44 806 8057,'14'8'-312,"-2"1"488,-2 3 0,-3-4 295,-7 6 0,0-7 103,0 8 0,-2-10-204,-5 2 0,-5-14 0,-8-8-125,6-4 1,-3-10-1,10-3 1,2-1-50,2-6 1,3 5 0,0-2 0,3-1 13,4 3 1,5-4 0,10 11 50,0 8 1,2 7 0,2 14 0,3 8-169,-2 12 1,-3 9-1,-2 13 1,0 2-599,0 4 1,-1-4 0,1 5 0,0-5-1291,0-2 0,-8-3 1795,1-5 0,-1 5 0,8-7 0</inkml:trace>
  <inkml:trace contextRef="#ctx0" brushRef="#br0" timeOffset="582">479 480 8057,'-21'0'510,"6"0"1,3 2 0,0 5-56,0 8 1,7 4-1,-2 3 1,4 2-186,3 5 0,0 5 0,3 10 1,4-1-269,7 1 1,8-10 0,5-5 0,4-5 140,3-2 1,-5-10-1,5-5 1,0-5-126,0-2 1,-8-2-1,4-5 1,-9-8-168,-6-4 0,-3-10 0,-7-3 1,2-1 103,-2-6 1,-3 0 0,-2 0 0,0 6 7,0 1 0,0-4 0,0 7 0,0 2 157,0 3 1,-7 9 94,0 1 1,-1 21 0,8 5-1,0 12 0,0 15 0,0-3 0,0 6-70,0 1 0,8 8 0,1-3 0,4-4-166,3-5 1,4-6-1,4 6 1,3-7-12,2-8 0,0 0 0,-8-17 1,1-2-201,0-2 1,0-20 0,0-8 0,-1-6 123,1-8 0,-7-2 0,-3-2 0,0 1 169,0 6 1,-7-5 0,2 2 0,-2-4-11,2-1 1,-4-2 0,4 17 0,-5 3 318,-2 1-227,0 4 0,0 11 0,0 12 0,3 15 8,4 10 0,-2 12 0,7-3 1,0 5 85,0 3 1,3-3 0,6-3-1,1-4-50,0-2 1,7-10-1,2-10 1,1-3 82,-1-4 0,6-7 1,-6-10-1,0-15-121,1-12 1,-3-2 0,-7-17-1,0-2-327,-1-3 0,-9 5 1,-4 0-1,-6-1-537,-2 4 1,0 4 0,0 12-1,0 5-1672,0 3 1,0 2 2386,0 7 0,-10 0 0,-2 1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20.6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281 903 7997,'0'-22'188,"-3"2"1,-1 4 0,-6 1 195,-2-2 0,-3-2 0,-6-1 99,-1 6 1,0 4 0,0 10-47,0 0 1,3 10 0,5 4-397,6 6 0,6 1 1,2 4-1,0 4-48,0 7 0,2 5 0,6 3 0,6-1-64,5 1 1,3-1-1,-2 3 1,-4 3-8,-1 2 0,0 7 1,4-5-1,-5 2 141,-6 6 1,-6-5 0,-2-1-1,-2-1 247,-6-6 1,-4-9 0,-9-6 0,-4-1-58,-4-5 1,5-11 0,-5-3 0,5-4-234,2-4 1,3-12-1,2-10 1,5-7-204,2-5 0,5-10 1,10 3-1,5-5 9,2-3 1,10 8 0,9-1 0,3-1-80,5-3 0,-6-3 1,4 3-1,1 2-24,4 3 0,-1 2 0,-3-5 0,-1 3 128,1-3 0,1 1 0,-3-1 0,-4 5 198,-1 3 1,-14-6 0,3 8 0,-8 3 89,-7 1 1,-3 11-1,-2-1 1,-2 1 123,-6 2 1,4 2 0,-11 8 435,-2-6 0,-2 6-74,-3-5 0,0 7 0,3 7-78,4 7 0,6 6 1,9 2-1,0-1-319,0 1 1,0 2 0,0 3 0,0 2-422,0-2 1,0-3-1,2-2 1,5-1-760,8 1 1,4-3 0,3-4 0,2-8-1163,5-4 1,-2-6 2113,9-4 0,0-24 0,8-15 0</inkml:trace>
  <inkml:trace contextRef="#ctx0" brushRef="#br0" timeOffset="183">999 10 8072,'-7'-10'772,"0"10"0,-3 19 0,5 23 0,-2 11-288,2 12 1,3 8 0,2-1 0,0 8-181,0 5 1,2-3 0,3 0-1,2 1-769,-2-8 1,5-5 0,-3-7 0,-2-3-806,-3-2 0,-2-19 1270,0-3 0,0-9 0,0-5 0</inkml:trace>
  <inkml:trace contextRef="#ctx0" brushRef="#br0" timeOffset="332">542 685 7997,'0'12'2041,"3"-2"1,4-10-1869,7 0 0,13 0 0,7 0 1,7 0-393,12 0 0,8 0 0,6-3 219,6-4 0,-5-5 0,7-10 0</inkml:trace>
  <inkml:trace contextRef="#ctx0" brushRef="#br0" timeOffset="732">2197 140 8058,'12'32'-421,"-2"-6"1,-8 11 0,3 4 983,2 7 0,3 1 0,-5 9 0,2 5-142,-2 7 1,0-2-1,0 7 1,2-3-505,-2 1 0,-3-1 1,-2-4-1,0 2-517,0 3 0,-9-10 0,-4-15 1,-1-9 599,-1-10 0,1-15 0,-8-4 0</inkml:trace>
  <inkml:trace contextRef="#ctx0" brushRef="#br0" timeOffset="1201">1740 358 8462,'-15'7'0,"3"3"709,3 2 0,1 3 0,11 7 0,4-1-397,7 1 0,16 2 0,8 3 0,8-1-260,5-6 1,17-1-1,-3-12 1,5-2-26,5-2 1,-5-13 0,8-7 0,-3-7-321,-5-5 1,-12-7 0,-7 4 0,-8-2-47,-6-4 0,-6 6 1,-11 3-1,-6 5 347,-7 2 441,-4 0 1,-6 15 0,-4 12 0,-5 17 36,0 9 1,-7 13-1,6 9 1,-1 0-54,-1 0 1,11 5 0,-6-4-1,3-1-366,-1 0 1,1 5 0,7-7 0,0-3-289,0-2 0,0-4 0,0-6 1,3-7-642,4-5 0,-2-9 444,9-1 1,-2-19 0,5-2 133,-2-10 0,-10-7 0,2-3 1,-5-2 59,-2 3 0,7-1 0,1 0 0,-1-4-52,3-3 0,-5 7 1,7-2-1,0 5 163,0 2 0,-5 3 0,5 2 417,-2 3 1,7 11-1,-5 3-101,0 12 1,5 10 0,-10 5 0,0 4-295,3 3 1,-7 0-1,4 5 1,-2-6-340,2-1 1,-5 4 0,6-7 429,-6-2 0,8-3 0,2-2 0</inkml:trace>
  <inkml:trace contextRef="#ctx0" brushRef="#br0" timeOffset="1367">2959 685 8218,'15'0'822,"-1"0"0,-2 10 1,5 6-1,-5 11-565,-2 9 1,7 5 0,-2 3 0,2 0-585,-3-1 1,5 1-1,-4-1 1,2-2 326,-3-4 0,6-6 0,-8-9 0</inkml:trace>
  <inkml:trace contextRef="#ctx0" brushRef="#br0" timeOffset="1466">3090 532 7671,'-19'-21'-497,"4"-1"0,-2-7 1,7 0 830,-2 2-334,8 13 0,-16-6 0,8 8 0</inkml:trace>
  <inkml:trace contextRef="#ctx0" brushRef="#br0" timeOffset="1801">4005 619 8510,'-25'0'0,"-4"0"1103,-7 0 1,2 3 0,0 2 0,0 4-356,1 4 0,6 1 0,-4 10 0,4 3-595,5 2 1,-2 10-1,17-3 1,2 5-312,2 3 0,13-1 0,5 1 0,4-1 163,3 1 0,-3-8 0,-2 0 0,-5 1 202,-2-3 1,-3-1 0,-9-6 0,-8 0 499,-12-8 1,-9 3 0,-15-8 0,-5 3-308,-7-2 0,-5-6 1,0-9-1,3 0-1026,1 0 0,11 0 0,0 0-1970,9 0 1,17-9 2595,15-6 0,14-4 0,5-3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19.7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109 414 8034,'-10'-20'205,"-4"6"0,-6-5 0,-1 6 424,-1 1 0,10 5 1,4 14-297,6 8 1,2 4 0,0 5 0,0 5 14,0 8 1,2-3-1,3 2 1,5 3-293,2 2 1,3-5 0,6-2 0,1 0-109,0 0 1,0-8 0,2 1 0,3-10-303,2-10 1,0-4 0,-8-3 0,-1-3-36,-6-4 0,6-5 0,-8-12 1,2-5 98,1-8 1,-10 3 0,2-2 0,-5 0 228,-2 2 1,0 0 0,0 7 882,0-2-549,0 10 0,0 19 0,0 17 0,0 10 130,0 9 0,0-2 0,0 0 1,0 0-132,0-1 0,3-8 1,4-1-1,7-10 80,6-4 1,-6-3 0,1-9 0,2-5-78,2-8 1,3-12-1,0-4 1,-3-3-169,-4-5 0,2-9 0,-8-3 1,1 0-408,0-2 0,-3 7 0,-7-5 1,2 5-834,5 3 0,-4-1 0,4 3 0,-4 5-749,-3 7 0,7 12 1882,0 2 0,10 1 0,-5-8 0</inkml:trace>
  <inkml:trace contextRef="#ctx0" brushRef="#br0" timeOffset="284">675 610 8034,'0'31'-140,"3"-4"1,1 7 0,6-5 369,2-10 0,-5 3 0,8-10 0,2 0 14,2-5 1,-4-4-1,-1-3 1,3-3 153,3-4 1,1-12 0,-1-10-1,-3 2-132,-3 3 1,-7 0 0,6-3 0,-4-2-117,-4 2 0,-3 3 0,-2 2 0,0 1-156,0-1 1,0 7 0,-2 1 0,-5-1-142,-8 3 0,3 0 0,-2 7 0,-3-2 75,-3 2 1,-1 3 0,-1 4 0,2 5 206,6 8 1,-5 7 0,6 4 0,1 6 57,5 2 1,5 2 0,2 8 0,0-1-492,0 1 1,12-1 0,10-2 0,11-4-1084,9-8 0,4 0 1381,4-7 0,16 4 0,11-14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28.6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44 8286,'-12'2'1088,"5"6"-712,4 6 1,6 5 0,4 6 0,5 1-160,0 3 1,15 8-1,-5-6 1,2 0-486,0 1 0,5 4 0,3-7 1,-1-5-376,0-7 0,-2 0 0,-7-9 1,0-4 642,0-1 0,9-3 0,3 0 0</inkml:trace>
  <inkml:trace contextRef="#ctx0" brushRef="#br0" timeOffset="183">436 0 8070,'0'22'-116,"0"0"1,0 7 0,0 2-1,0 3 508,0 5 1,-3 2 0,-1 5-1,-4 5 39,4 7 1,-6 2 0,3 1 0,-1-3-283,-1 2 0,6-4 0,-4 0 0,5-3-476,2-5 1,0-9-1,0-5 1,0-3-1416,0-4 1742,9-3 0,-6-12 0,6-2 0</inkml:trace>
  <inkml:trace contextRef="#ctx0" brushRef="#br0" timeOffset="417">719 479 8070,'-12'10'130,"2"2"0,10 10 1,0 0 299,0 0 1,0 7-1,0 2 1,0 3 1,0 5 0,0-6 0,0 1 1,0 0-610,0 0 1,3-7 0,1 2 0,6-5-1835,2-2 2011,-7-1 0,14-8 0,-6-4 0</inkml:trace>
  <inkml:trace contextRef="#ctx0" brushRef="#br0" timeOffset="686">980 523 8070,'22'-22'-1020,"0"3"1438,0 4 0,-8-2 0,1 10 0,2 2 156,2 3 0,3 2 1,0 0-182,-1 0 1,-1 10-1,-6 4 1,-7 8-31,-4 7 0,-3-3 1,-3 11-1,-4 1 2,-7 4 0,-3-6 0,0-2 0,2 0 75,-2 0 0,8-8 1,1 3-301,6-5 1,4-12-1,6-4 1,6-6-231,6-2 1,11-2 0,5-6-1,5-8-1486,3-11 0,7 10 0,-3-5 1576,-7 3 0,13-10 0,-9-5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27.0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61 8458,'0'-22'1189,"0"7"-860,0 1 0,3 9 0,4 0 146,7 10 0,6 7 0,2 10 0,-1 2-84,1 5 0,7-2 1,3 9-1,-1 0-600,1-2 1,-3 7 0,-8-7 0,1 3-544,0-1 0,0-7 1,-1 5-1,-1-3 752,-6-4 0,6-3 0,-8-2 0</inkml:trace>
  <inkml:trace contextRef="#ctx0" brushRef="#br0" timeOffset="200">501 61 8835,'-12'29'645,"5"2"1,4 3-275,3 5 1,0 12 0,0 7 0,0 5-179,0 2 0,0 0 1,0 1-1,0-1-314,0 0 0,0-2 0,3-5 0,2-7-422,2-5 0,0-5 0,-7-5 543,0-7 0,10-14 0,2-5 0</inkml:trace>
  <inkml:trace contextRef="#ctx0" brushRef="#br0" timeOffset="452">806 366 8096,'12'2'361,"-5"5"264,-4 8 1,-3 4 0,0 5 0,0 5 53,0 8 0,0 6 0,0 6 0,2 4-188,5 3 0,-4-1 0,7 3 1,-3-5-393,0 1 1,8-8 0,-6 4 0,1-6-1398,0-8 0,4-4 1298,-7-10 0,10-1 0,-5 1 0</inkml:trace>
  <inkml:trace contextRef="#ctx0" brushRef="#br0" timeOffset="719">1089 562 10036,'0'21'564,"0"1"0,0 0 1,0 2-1,0 3-37,0 2 1,7 9 0,1-1-1,-4 4-384,-1 2 0,4 1 0,0 0 0,1-1-1431,1 1 0,-6-8 1288,4 0 0,5-9 0,0 4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38.2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44 109 7914,'-2'-12'644,"-5"5"0,2 5 0,-7 4 94,2 5 0,3 5 0,7 10 0,2 2-223,6 6 0,4 1 0,12 8 0,2-3-443,3 3 0,10-5 0,-3-1 1,6-1-642,1-6 0,-2-4 0,-2-5 1,-3-5-1303,3-2 0,-8-3 1871,-2-7 0,5-19 0,0-5 0</inkml:trace>
  <inkml:trace contextRef="#ctx0" brushRef="#br0" timeOffset="183">480 1 7809,'-10'21'88,"8"1"1,-5 2 0,4 5 491,3 8 0,-2 6 0,-3 10 0,-2 10-17,2 8 1,2 11-1,3-2 1,0 7-59,0 7 1,0-4 0,0 4 0,0-7-746,0-7 0,0-5 0,0-12 1,0-7-2660,0-13 2899,0-9 0,0-22 0,0-2 0</inkml:trace>
  <inkml:trace contextRef="#ctx0" brushRef="#br0" timeOffset="633">676 632 6715,'0'-14'538,"2"2"0,6-1-373,6 1 0,-2 0 0,5-5 0,5 5-98,5 3 1,2-6 0,-8 8 0,1 2 115,0 2 0,0 3 0,-3 3 215,-4 4 0,1 5 1,-8 12-1,-6 3 135,-7 2 0,0 7 1,-9-7-1,-3 0-3,-2 3 1,-1-8-1,3 8-200,3-1 1,2-7 0,-5 5-51,2-5 0,13-4-698,2-6 1,2-4 0,13-10 0,2 0-728,2 0 1,10-10 0,0-4-1,0-6 1145,3-1 0,-8-11 0,7-2 0</inkml:trace>
  <inkml:trace contextRef="#ctx0" brushRef="#br0" timeOffset="966">1242 393 7314,'-22'0'410,"10"0"1,3-3 0,11-2-1,5-2-300,8 2 1,4 3 0,3 2 0,0 0 134,-1 0 0,1 0 0,-2 2 0,-4 5 71,-1 8 0,-8 2 1,5 0-1,-2-3-38,-5 3 0,-3 10 1,-4 2-1,-5 0-241,-8 2 0,3-6 0,-3 4 0,1-5-626,2-2 1,-5-8 0,10 1-388,2 2 0,2-5 686,3 2 1,10-6-1,5 6 627,4 3 0,0 2 0,-2 3 1001,-2 0 0,-10 0 0,2-1-774,-5 1 1,-9 0 0,-5-3 0,-5-2-840,-7-2 1,-5-3 0,2 2 0,-2-6-1692,3-6 0,1-2 1966,4 0 0,-11 10 0,-2 2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37.1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10574,'8'22'669,"1"-1"1,3 4-498,5 4 1,3-5-1,2 5 1,-1-5-671,1-2 0,7 0 1,3-1 497,1 1 0,-6 0 0,5 0 0</inkml:trace>
  <inkml:trace contextRef="#ctx0" brushRef="#br0" timeOffset="200">414 88 7941,'-19'22'807,"2"2"1,5 3-342,2 2 0,3 17 0,7-1 0,0 6-127,0 3 0,0 6 0,0-2 0,0 5-348,0 2 1,0-2 0,0-2 0,0-6-423,0-1 1,0 1-1,0-9 1,0-7-1411,0-5 1841,0-5 0,0-7 0,0-1 0</inkml:trace>
  <inkml:trace contextRef="#ctx0" brushRef="#br0" timeOffset="482">567 567 7941,'19'-15'50,"-2"1"1,-3-3 234,3-2 1,-5-1 0,3 3 0,2 3 299,2-3 1,3 7 0,0 3 1358,0 5-1456,-1 2 0,-1 9 0,-6 6 0,-6 7-121,-6 7 0,-9-5 1,-3 5-1,-2-3-129,-5 3 1,7-4 0,1 4 0,1-5-303,1-2 1,0-1 0,7 1-1,0 0-429,0 0 1,0-8 0,2-2 0,6-2-701,6-5 1,5-3 0,6-4-1,1-5 1193,3-8 0,10-14 0,-5-5 0</inkml:trace>
  <inkml:trace contextRef="#ctx0" brushRef="#br0" timeOffset="750">1089 415 7941,'0'-22'19,"0"0"-80,0 0 1,3 0 0,4 3 355,7 5 1,-1-3 0,1 9 0,3 4 248,2 1 0,3 3 0,0 0-155,0 0 1,-3 3-1,-2 4 1,-5 7 17,-2 6 0,-3 9 0,-7 2 1,0 1-215,0-1 0,-7 5 0,-3-4 0,0-1-142,1 1 1,-6 4 0,8-7-1,0-5 40,-3-7 0,8 3-10,-6-6 1,8 3 0,8-2-309,6-8 0,5-5 1,6-2-1,1 0-230,3 0 0,8 0 1,-6 0 456,3 0 0,2-9 0,8-4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36.0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8796,'0'22'0,"0"0"139,0-1 1,10 8 0,4 3-1,8 2 208,7 4 1,5 4 0,9-1 0,1-5-787,0-7 0,-1-5 0,1-2 439,-1 0 0,1-10 0,-1-2 0</inkml:trace>
  <inkml:trace contextRef="#ctx0" brushRef="#br0" timeOffset="200">457 22 8030,'-14'14'0,"2"1"0,0 4 402,0 8 0,7 7 0,-3 9 0,6 3 224,2 5 1,0 14 0,0 13-1,-2 2-418,-6-1 1,6-8 0,-5 4 0,4-3-543,3 1 0,0-1 0,0-9 0,0-5 334,0-7 0,0-5 0,0-2 0</inkml:trace>
  <inkml:trace contextRef="#ctx0" brushRef="#br0" timeOffset="500">566 653 8030,'10'-21'0,"4"-1"463,6 0 1,2 0 0,2 3-1,2 2-66,3 2 0,3 3 0,-6-2 0,3 7-5,-2 4 1,-3 3 0,-2 0-209,0 0 0,-8 10 0,-2 4 0,-2 8 63,-5 7 1,-12-2 0,-8 7 0,-4 0-31,-3-1 1,0 1-1,1 3 1,-1-6 13,0 0 0,3-6 0,2 1 0,5-6-164,2-6 0,3-7-118,7 8 0,2-13 0,5 1-805,8-8 0,7-12 0,4 2 0,3-4 856,-2-3 0,7-9 0,0-3 0</inkml:trace>
  <inkml:trace contextRef="#ctx0" brushRef="#br0" timeOffset="633">1111 414 8030,'0'22'219,"0"-1"1,0 4 0,0 1 30,0 3 1,0 7 0,0-4 0,0 2-415,0 5 1,7 2 0,3 2 163,2 1 0,2-1 0,8 1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34.6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23 153 8522,'-8'-22'1861,"1"0"-1384,0 1 0,9 11 0,6 10-14,6 12 1,6 15 0,1 4-1,3 1-168,6-1 1,-6 5 0,7-4 0,-2 2-735,0 4 0,3-4 1,-6 0-1,3 0-1374,-2 0 0,4-8 1813,-2 4 0,0-6 0,-7-2 0</inkml:trace>
  <inkml:trace contextRef="#ctx0" brushRef="#br0" timeOffset="216">545 1 7967,'-2'14'0,"-3"1"0,-2 4 465,2 8 0,-5 2 0,3 12 1,0 7 167,-3 5 0,8 5 1,-6 8-1,6 1-256,2 6 1,-7-5-1,0 4 1,2-4-446,2-3 1,3-6 0,0-4 0,0-2-695,0-4 0,0-6 1,0-6 761,0-8 0,-9-15 0,-4-4 0</inkml:trace>
  <inkml:trace contextRef="#ctx0" brushRef="#br0" timeOffset="416">676 567 7986,'0'22'260,"0"-1"1,0 1 0,0 0 0,2 0 311,6-1 0,-6 4 0,5 1 0,-4 6-469,-3 2 0,2-8 1,3 3-1,2-2-1104,-2 2 0,0-12 1001,2 5 0,5-6 0,10 6 0</inkml:trace>
  <inkml:trace contextRef="#ctx0" brushRef="#br0" timeOffset="800">894 589 7986,'12'-22'0,"0"2"0,-5 3 0,5 3 321,0-3 0,8 0 0,-6 0 0,6 5 136,1 2 0,1 3 1,0 7-1,0 0-200,0 0 0,-1 2 1,1 8-220,0 12 1,-10 0 0,-5 9 0,-4-2-39,-3 0 0,-8 8 0,-1-8 0,-1-3-356,0-2 1,-4-2 0,4-2 0,0-4-466,1-1 0,-6-8 113,8 8 1,2-10 530,12 2 0,6-12 0,8-2 397,1 2 0,0 2 1,0 6-1,-3 4 551,-4 8 0,1 6 0,-8 6 0,-3 5-79,-3 1 0,-2 1 1,-2 5-1,-6-3-35,-6 3 1,-8 2 0,-5 0 0,-4-4-740,-3-8 0,0-5 0,-5-5-129,3-4 1,10-8 210,-3-14 0,4-15 0,4-12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44.1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714 85 8083,'-22'-22'-81,"-7"1"0,0 1 0,3 6 61,1 6 1,1 18 0,-2 14 0,-6 20 350,-2 19 1,-2 24 0,14-33 0,0 3-1,-1 7 1,0 3-139,-2 6 1,0 4 0,6-14 0,1 4-1,-1 1 1,-2 7 0,0 1 0,0 1-1,1 4 1,0 1 0,2 1-196,0 4 0,1 1 1,1 1-1,3 4 1,2 0-1,1 2 1,4-20-1,0 1 1,1 1-1,1 0 1,0 1-1,2 2 1,1-1-1,0 1 119,1 1 0,1 1 0,0 0 0,2-1 0,1 2 1,2 0-1,0-1 0,2-1 0,2-3 0,0-1 1,2-1-1,0 1 0,0-1 0,2 0 0,-1-1 1,1 0-67,4 22 1,0-1-1,2-1 1,0-2 0,2-1-1,-1-1 1,-3-8-1,0-1 1,1-3 0,0-5-1,1-3 1,-1 0-216,10 26 0,0-3 1,3-6-1,2-2 1,3-2-1,1-1 1,-1-5-1,1-1-323,-1-6 1,1-2 0,-1-7-1,1-3 1,-3-7 0,0-2-1,1 1 1,1-1-1254,-3 0 0,2 0 1740,3 3 0,-1 0 0,-5-8 0,0 0 0,0 2 0,-1 0 0,-4-2 0,-1-1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42.5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5967 9221,'3'24'752,"4"5"1,-2-2 0,9 9 0,3 3-449,3 2 1,11 0 0,3-2 0,2-5-550,1-3 0,-1-9 1,7-10-1,1-2-374,-1-5 1,-6-3 0,-3-4-1,-3-6-170,-4-6 1,-6-5-1,-6-3 1,-8-2 788,-4-5 0,-3 4 0,0-6 0,0 2-251,0 0 1,-8-7-1,-1 4 1,-3 1 503,-5-1 1,0 3-1,0 7 1,2 3 736,-2 4 1,-2 6 0,0 14-276,4 9 1,-2 10 0,8 22-1,-1 5-193,0 7 0,3 8 1,7 6-1,-2 8-181,-6 5 1,6 2 0,-5 2 0,4 3-654,3 3 0,0-45 0,0 1 0,0 41 0,0-7-534,0-10 1,0-12-1,0-12 846,0-15 0,0-10 0,0-4 0</inkml:trace>
  <inkml:trace contextRef="#ctx0" brushRef="#br0" timeOffset="432">545 6577 8405,'0'-22'596,"0"0"0,2 1 0,5-1-209,8 0 1,-3 7-1,3 1 1,4-1-62,7 3 0,-1-5 0,4 10 0,-5 2-379,-2 3 0,-8 4 0,-2 6-69,-2 6 1,-3 13 0,-7 2 0,-2-3-112,-5-1 0,2 4 0,-7 0 0,0-3-115,-1-2 1,9-9 0,-4-1 0,3 1-214,-2-3 1,5 0 279,-5-5 992,4-4 0,13 7 998,4-10 0,-2 2-1092,3 5 0,-3 5 0,5 10 0,-5 0-418,-2 0 0,-3 7 0,-5 0 0,3-3-151,3-2 1,-1-2-1,-10 0 1,-4-3-275,-7-4 1,-1 4-1,-4-7 1,-5 0-835,-1-4 0,1-6 0,2-2 0,1 0-2231,-1 0 3291,0 0 0,0-10 0,0-2 0</inkml:trace>
  <inkml:trace contextRef="#ctx0" brushRef="#br0" timeOffset="851">1002 6555 7931,'-12'-14'2547,"2"1"-1030,1 4 1,6-1-1119,-4 3 1,7-5-403,7-10 1,-2 10 0,9 5 0,1 2-19,-3-2 0,7 4 0,-4-4 80,4 4 0,-7 6 1,-2 4-1,-3 8 155,1 4 1,-1 3 0,-5 2 0,3 3-42,2 2 0,1 7 1,-8-5-1,0 1-109,0-1 1,0-2 0,0-7 0,0 0-565,0 0 1,0-1 439,0 1 1,0-7 328,0-1 1,0-7 0,2 8 280,5 2 0,-4-5 0,4 3 115,-5 1 1,-2 4-1,0 2-457,0-1 0,-2-6 0,-5-3 0,-8 0-995,-4 0 1,-3-7 0,-2 5-1,-3-3-3680,-2 0 4467,0 0 0,7-7 0,1 0 0</inkml:trace>
  <inkml:trace contextRef="#ctx0" brushRef="#br0" timeOffset="2198">1546 0 8042,'22'25'67,"0"4"0,9 17 0,8 21 0,-15-23 0,1 2 121,3 9 0,2 4 1,1 6-1,0 5 1,4 14-1,-2 4 0,-10-24 1,0 1-1,-1 2 22,0 5 1,0 1-1,-1 2 1,3 5-1,-1 2 1,-2 0 0,-2 4-1,-2 0 1,0 1-1,1 4 1,-1 1-1,-1 1-272,-4-20 0,0 2 1,-1-1-1,0 2 1,1 3-1,-1 0 1,0 1-1,-1 1 1,-3 2-1,-1 1 1,-2-1-1,0 1 1,0-1-1,-1 0 1,-1 0-1,-1 0 178,0-1 0,-1 0 0,-1 1 0,-1-1 0,-2-1 0,-1 0 1,-1 0-1,-1 0 0,-1 0 0,-2-1 0,0 1 0,-1-1 0,0-2 1,-1 0-1,0 0 0,-1 0 101,-1-3 1,0 1 0,-1-2 0,0 1 0,-6 22-1,-1-1 1,-1-1 0,1-8 0,-2-1 0,0 0-1,0-1 1,0-1 0,0 1-91,0-2 1,1-1 0,-1-1-1,0-4 1,-1-2 0,-1-1-1,2-3 1,0-1 0,0-1 0,1-3-1,0-2 1,1 0-286,-8 23 0,0-3 0,-1-8 0,1-4 1,5-8-1,-1-2 0,2-8 0,0-2-785,1-5 0,0-4 0,-11 10 0,5-12 943,5-19 0,19-12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41.0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44 110 7919,'-19'2'935,"4"5"1,6 5 0,9 13 0,2 4-445,5 7 0,5 5 0,10 3 0,2-1-696,5 1 1,5-3-1,10-5 1,-1-7-1646,1-5 1850,0-12 0,-1-2 0,1-10 0</inkml:trace>
  <inkml:trace contextRef="#ctx0" brushRef="#br0" timeOffset="183">523 1 8079,'-14'21'304,"-1"1"1,3 10 0,-5 6 0,3 11 156,-3 9 1,5 7 0,-3 5-1,1 5-68,2 3 0,-5-6 1,9 6-1,1-1-252,-3 1 0,8-8 1,-5 2-1,4-6-1009,3-8 0,0 2 1,0-9 867,0-3 0,-9-2 0,-3-2 0</inkml:trace>
  <inkml:trace contextRef="#ctx0" brushRef="#br0" timeOffset="599">502 785 7955,'0'-22'12,"0"0"0,2 0 0,3 1 0,4 1 550,4 6 1,1-6-1,10 6 1,3-6-105,2-1 1,7 9 0,-7 4 0,0 6-313,3 2 1,-8 0 0,3 2 0,-10 8-40,-10 12 1,-5 2 0,-2 12 0,-2 3-107,-5 2 1,-6 0 0,-8-2 0,-1-3-129,0 3 0,0-8 0,1-2 0,1-4-1045,6-4 686,-6-9 0,18-4 384,-5-16 0,14-1 0,7-8 463,6 2 1,2 11-1,-1-4 393,1 6 0,-7 9 0,-3 3 0,-3 2-166,-4 5 0,-2 2 1,-3 3-1,0 0-222,0-1 1,-3 4 0,-4-1 0,-5 0-242,0-5 0,-8-4 1,6 2-1416,-5-3 0,-3-9 0,2 0-3331,6-10 4621,-5 3 0,16-27 0,-7 5 0</inkml:trace>
  <inkml:trace contextRef="#ctx0" brushRef="#br0" timeOffset="866">850 763 7955,'22'-22'-151,"0"0"0,-1 3 1,1 2-1,0 5 675,0 2 1,-1 1-1,1 4 1,0-3 186,0 4 1,0 1 0,-1 6-284,1 4 1,-3 5 0,-4 10 0,-5 0-114,-1-1 1,-6 3 0,2 3-1,-10 5 2,-10 1 0,-4-4 0,-3 5 1,-2-2-171,-5-6 0,5 6 0,-5-3 0,7-2-244,7-3 0,-4-5 0,7-2-119,0-2 0,4-11 0,16 4 282,6-6 0,8-9 0,7-3 0,7-2-293,6-5 1,1-2-1,1-3 1,2 3-77,4 4 303,-13-4 0,23 7 0,-14-10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39.9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9009,'0'22'931,"2"0"1,5 2-645,8 5 1,7 2-1,4 8 1,6-5-321,2-3 0,4 6 1,11-11-1,1-4-628,-1-5 1,-3-12-1,-3 2 661,1-5 0,0-2 0,-1 0 0</inkml:trace>
  <inkml:trace contextRef="#ctx0" brushRef="#br0" timeOffset="158">523 152 8194,'-14'10'0,"-1"5"379,-2 4 1,5 5-1,0 5 1,0 10 254,0 9 1,7 1 0,-5 6 0,3 1-353,0 0 1,-3 2 0,5 5-1,-2-3-455,2-2 1,3-9-1,2 1 1,0-4-1510,0-2 1682,0-10 0,10 7 0,2-7 0</inkml:trace>
  <inkml:trace contextRef="#ctx0" brushRef="#br0" timeOffset="558">676 697 8046,'12'-10'385,"-2"-4"1,-1-3 48,6 2 0,-3-4 0,5 4 1,5-2-205,4 3 1,3-3-1,-7 10 1,0 2-123,-1 2 1,1 3-1,0 0 1,-3 3-80,-4 4 1,-5 5-1,-10 12 1,0 3-11,0 2 0,-10 7 0,-5-7 1,-4 0-313,-3 3 1,3-8 0,2 5-312,2-5 1,3-2 292,-2 0 1,7-10 0,14-5 457,7-4 0,6-1 0,1 3 300,1 2 1,0 8-1,-3-6 1,-2 3 359,-2 5 1,-10-5 0,2 3 0,-5 4-197,-2 8 1,0-3 0,0 5 0,-2-5-563,-5-2 0,-3 0 1,-7 0-1,3-3-949,-3-4 1,0-3-1,0-7-202,2 2 1,3-2 1101,-2-13 0,4-13 0,10-13 0</inkml:trace>
  <inkml:trace contextRef="#ctx0" brushRef="#br0" timeOffset="709">1155 719 8046,'12'9'-216,"7"-4"1,-4 10 723,4 2 0,0 4 1,-2 6-1,-4 4-14,-4 3 0,6 5 1,-8 9-1,-2 3-428,-3-2 1,-2-3 0,0-3 0,0 3-866,0 5 1,0-15 798,0 1 0,0-1 0,0-2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50.0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501 132 8075,'-9'-25'116,"-6"-4"1,-4 5 0,-3-2-1,0 9 605,1 9 1,-4 6 0,-4 4 0,-7 6-159,-5 6 0,5 15 0,-1 10 1,1 7-297,2 5 1,-5 7-1,10-5 1,5 0-324,7 0 0,8-9 1,11-10-1,5-3-422,8-4 0,14-13 1,7-6-1,5-8-31,3-8 1,2-11 0,2-12-1,0-1 148,-6 1 0,1-8 0,-9 5 0,2-2 259,1 0 0,-11 2 0,1-3 0,-8 8 901,-4 5 0,-10 10 63,2-1 1,-5 30 0,-2 6-1,0 18-480,0 12 1,0 5 0,0 6 0,0-1-1003,0-3 0,10-10 0,7 3 0,10-7-1540,9-8 0,5-14 2160,2-15 0,11-4 0,1-3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48.1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415 486 8062,'-22'-2'0,"0"-3"151,0-2 1,0 0-1,-2 7 1,-2 0 431,-3 0 1,0 5 0,4 7 0,-1 12-50,-3 7 0,-8 13 0,8 9 0,5 3-352,7 4 0,0 3 0,10 2 1,2 1-498,3-1 1,4-9-1,6-5 1,8-8-122,11-7 1,0 1 0,9-13 0,3-7-1162,2-5 0,-5-5 1597,0-7 0,10-9 0,10-4 0</inkml:trace>
  <inkml:trace contextRef="#ctx0" brushRef="#br0" timeOffset="234">654 944 8062,'12'-34'0,"-5"5"0,-4 5 227,-3 2 1,0 0 0,0 0-1,-3 3 257,-4 4 0,-5 3 1,-10 8-1,1-4 148,-1 3 1,-7 3 0,0 4 0,2 6-148,3 6 1,2 13-1,0 2 1,1-3-403,-1-1 0,10 4 0,4 0 0,6-3-440,2-1 1,2-11 0,6-2-1,6 0-115,6 0 1,4-7-1,2 5 1,6-3 45,2 0 1,-8 1 0,6-6-1,-3 3 14,0 2 1,0 3 0,-7-5-255,-1 2 0,1 0 666,0-7 0,0 10 0,0 2 0</inkml:trace>
  <inkml:trace contextRef="#ctx0" brushRef="#br0" timeOffset="483">850 160 8062,'22'-22'985,"-8"12"-520,1 10 1,-10 15 0,2 19 0,-5 12 43,-2 7 1,3 5-1,2 7 1,2 3-8,-2 5 0,4 2 0,1 7 1,2-5-551,5-2 1,-5 5 0,0-7 0,0-5-995,1-8 0,-9-16 0,6-18-60,0-9 1,-8-10-1,5-14 1102,-4-7 0,7-15 0,2-5 0</inkml:trace>
  <inkml:trace contextRef="#ctx0" brushRef="#br0" timeOffset="1331">1003 51 8062,'12'-22'53,"0"8"161,-5-1 1,-5 20 0,8 5-1,-3 16 259,1 18 1,-1 2 0,-7 12 0,2 5 60,6 7 0,-6-2 0,8 7 0,-3-3-236,0 1 0,8 7 1,-6-8-1,3-2-501,5-2 1,-7-12 0,0-5 0,-3-8-1065,0-6 1,3-6 246,-3-9 0,-2-13 0,7-9 0,0-12 1020,0-7 0,-4-3 0,4 0-79,-3 1 1,6-1 0,-5 3 110,2 4 0,-5 3 402,7 5 0,-6 4 0,4-6 0,0 1 377,0 1 1,3-10-1,6 3-340,1-6 0,0-2 1,-3 1-1,-2-1-259,-2 0 0,-1-7 1,8 0-1,-3 0 2,-4-2 1,2 6-1,-8-4 1,1 5 165,0 2 0,-3 1-104,-7-1 1,-10 10 0,-4 4 0,-8 11 197,-7 11 0,5 3 0,-5 22 0,2 5-275,-2 4 1,7 3 0,-2-5 0,7 2-675,0 3 0,8-7 0,1-8 0,6 0 46,2-2 1,0 5 0,5-10 0,7-3-748,10-1 1,7-13-1,0-5 1,7-5 334,5-2 0,0 0 0,-2 0 0,-3 0 497,3 0 1,2-2 0,3-5 0,-1-5 343,1-1 0,-3-6 0,-2 7 0,-3-3 0,3 1 0,-8-1 0,1-6 0,-6-1 459,-4 0 0,9-7 0,-14 0 0,-2 0 421,-3-2 0,-5 6 0,-7-6 0,-2 2-198,-5 0 0,-6-7 0,-11 7 0,-2 2-36,-3 3 0,-8 4 0,8 6 1,3 7-267,2 4 0,2 3 0,0 5 0,-2 7-381,-5 10 1,12 14 0,-5 0 0,5 8-259,5 7 1,2-3 0,10 5 0,0-4-287,0-8 0,3-5 0,4 3 0,7-8-47,6-6 1,9-8 0,2-17-1,1 0 317,-1 0 0,1-13 0,-6-8 1,3-11 107,-2-2 0,-10-7 0,-3 3 1,1-6 317,-3 0 1,-2-4 0,-10 12 0,0-5 114,0-3 0,0-4 0,0 2 0,0 5-73,0-1 0,-8 9 0,1-1 1,0 5 85,-3 9 1,8 11-226,-5 16 1,4 5 0,6 12 0,4 5-266,7 7 0,6 6 0,1 4 1,1 2-321,0 3 1,0 0 0,0-8 0,-1 1 530,1-1 0,10 10 0,1 3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47.2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109 327 8310,'-2'22'515,"-6"-1"0,6 11 1,-3 2-1,7 2-43,6 0 1,6 1 0,-4 6 0,2 1-266,5-1 0,2-2 1,1-4-1,-3-8-645,-3-5 1,-2-2 0,5-3-1686,-2-4 2123,-11-6 0,16-9 0,-8 0 0</inkml:trace>
  <inkml:trace contextRef="#ctx0" brushRef="#br0" timeOffset="114">87 66 8067,'-22'-10'-190,"1"0"118,-1-4 72,10-6 0,2 18 0,10-8 0</inkml:trace>
  <inkml:trace contextRef="#ctx0" brushRef="#br0" timeOffset="432">719 240 8367,'-22'0'373,"0"0"0,0 0 0,1 0 0,-1 0 158,0 0 1,8 0 0,1 2 0,1 5-361,0 8 1,7 4 0,-2 3 0,5 2-245,2 5 0,2-2 0,5 7 1,8 0-5,4 0 1,3-5 0,0 5 0,2-3-35,5-4 0,-7 4 0,2-2 166,-7-2 0,-5-3 374,3-2 0,-8-8 0,-14-2-612,-8-2 0,-4-3 0,-3-7 0,0-2-1449,0-5 1632,10 4 0,-7-16 0,7 7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45.8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436 487 8067,'10'22'-125,"-8"-1"1,6 4-1,-3 1 438,2 3 0,-2 10 0,7-3 0,0 5-52,0 3 0,-5-1 0,5 1 0,0 0-362,0-1 0,-4 1 1,4-1-1,0 1-1037,0-1 1138,-7-9 0,5 7 0,-10-7 0</inkml:trace>
  <inkml:trace contextRef="#ctx0" brushRef="#br0" timeOffset="546">1 138 8593,'22'3'0,"2"2"234,5 2 0,5 0 1,12-4-1,2 1-209,3 4 1,9-3 0,-2-10 0,5-5 28,3-2 0,-11-3 0,-4-6 0,-5 1-180,-2 6 1,-11-6-1,-3 6-634,-6-6 1037,-12-1 0,-2 13 47,-10 16 1,0 6 0,0 23 0,0 1 72,0 3 0,0 10 0,0 0 0,2 0 17,5 2 1,-2-5-1,7 8 1,0-3-191,0-4 1,-4 4 0,4-2 0,-3-3-144,-4-2 1,0-10 0,0-2 0,2-2-631,-2-6 1,-3-1 158,-2-4 1,0-11 0,0-10 204,0-12 1,0-7 0,0-3 0,3-2-44,4-5 0,-5 2 0,8-9 1,0-1 99,4 3 1,-2 3 0,3 9 178,2 0 0,2 10 0,3 5 120,0 5 1,-3 7-1,-2 7 1,-5 12 40,-2 7 1,4 6 0,-4 6 0,0 1-300,-1-1 0,6 1 1,-8-3-1,0-2-515,3-3 1,-7-9-1,4 2 1,-5-5-822,-2-2 0,3-10 1423,4-5 0,-5-5 0,8-2 0</inkml:trace>
  <inkml:trace contextRef="#ctx0" brushRef="#br0" timeOffset="666">1329 726 8054,'0'-21'814,"10"8"-252,4 6 1,-4 14-1,0 8 1,-3 4-336,0 3 0,8 2 1,-6 3-1,1 2-541,0-2 1,4-10-1,-4-3 314,2 3 0,3 2 0,6 3 0</inkml:trace>
  <inkml:trace contextRef="#ctx0" brushRef="#br0" timeOffset="783">1351 356 8067,'-12'-10'-682,"-5"6"682,10-11 0,-10 1 0,5-8 0</inkml:trace>
  <inkml:trace contextRef="#ctx0" brushRef="#br0" timeOffset="1066">1786 334 7953,'-14'0'499,"-1"0"1,3 10 0,-2 7-67,7 10 1,-3-3 0,3 7-1,2 1-25,2 4 1,6 5-1,2 3 1,4 2-123,3 4 0,0-4 0,3 5 0,-8-5 73,-4-2 0,-3-8 1,-3-2-1,-6-3 83,-13-4 0,-2-10 0,-13-5 0,-1-2-859,-4-5 0,1-3 1,3-2-1,4-2-608,2-6 1,6-4-1,11-10 1,8 1-264,4-1 0,6 0 1,7 0 1287,11 1 0,11-1 0,11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52.85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453 262 8332,'0'-9'885,"0"9"1,7 12 0,3 19 0,-1 10-314,1 8 0,7 11 0,-3-2 0,3 5-321,-2 2 0,4 1 1,-7-1-1,3 0-469,-1 1 0,-6-11 0,4-4 0,-3-7-1319,-4-8 0,-2-5 1537,-3-9 0,0-10 0,0-2 0</inkml:trace>
  <inkml:trace contextRef="#ctx0" brushRef="#br0" timeOffset="217">17 328 8171,'-7'-22'261,"0"0"0,4 7 1,18 3-1,14 0 205,10 0 0,14-2 0,5-8 1,7 2 65,8 6 1,11-5 0,11 7 0,-1-1-533,3 6 0,-10 5 0,3 2 0,-13 0-630,-9 0 0,-10 9 0,-22 6 0,-9 4-186,-10 3 1,-8 0 815,-9 0 0,-9 9 0,-3 3 0</inkml:trace>
  <inkml:trace contextRef="#ctx0" brushRef="#br0" timeOffset="400">126 763 8171,'22'0'170,"2"0"204,5 0 1,-2 0-1,9 0 1,5 0-215,8 0 0,-1-2 0,10-3 0,2-2-210,3 2 1,0 2 0,-2 3 49,-3 0 0,-10-9 0,6-4 0</inkml:trace>
  <inkml:trace contextRef="#ctx0" brushRef="#br0" timeOffset="784">997 959 8321,'22'0'-284,"0"-2"1,-1-3 569,1-2 0,0-10 0,0 2 1,0-4-46,-1-3 1,-1 0-1,-3 0 1,-5 1-93,-3-1 0,-1 0 0,-8 0 0,0 0-351,0 1 1,-3 1-1,-4 3 1,-7 5 43,-6 3 0,-2-6 0,1 5 0,-1 1 176,0-1 0,0-4 0,0 6 0,1 3 292,-1 3 0,7 2 0,1 2 0,-3 6-85,-2 6 1,4 6 0,3 1 0,0 4-70,0 4 0,7-3 0,-2 11 0,4-1-554,3-2 1,3 12 0,4-8 0,7 1-551,6 2 1,4-9-1,3-1 948,2 1 0,9-8 0,-4 7 0</inkml:trace>
  <inkml:trace contextRef="#ctx0" brushRef="#br0" timeOffset="1017">1563 872 8219,'15'-22'197,"-3"0"0,-2 1 155,-6-1 1,-1 7 0,-6 3 0,-4 3-5,-7 4 1,-8 2 0,-7 3 0,-5 0 239,0 0 1,-7 8 0,5 1-1,-3 3 70,3 5 1,-3 3-1,10-1 1,2-2-753,3-3 0,5-6 0,4 6-516,8 3 0,7-7 1,7-3 45,8-5 0,4 1 1,3 2-1,0 2 163,-1-2 0,1 5 0,0-1 0,0 3 338,0 5 1,-8-5 0,1 3 0,2-1-331,2-2 0,0 8 0,-2-8 393,-2 0 0,-1 7 0,8-7 0</inkml:trace>
  <inkml:trace contextRef="#ctx0" brushRef="#br0" timeOffset="1294">1694 1 8803,'7'22'644,"1"2"1,-4 5-390,-1 7 0,-1 17 0,3 13 0,5 11 63,2 8 1,-5 2 0,5-2 0,0-3 228,0-2 0,-7-3 0,2 3 0,-2-10-1753,3-9 0,-6-11 0,8-13 1206,-1-8 0,-6-15 0,6-4 0</inkml:trace>
  <inkml:trace contextRef="#ctx0" brushRef="#br0" timeOffset="1501">1302 502 8112,'-12'-10'524,"5"8"0,14-6 0,10 6 309,9 2 0,8 2 0,10 3 0,-1 2-525,1-2 0,7 5 0,2-3 0,0-2-359,1-2 0,4 4 0,-5 0 0,0-2-1452,0-3 0,-9-2 1503,-8 0 0,0 0 0,8 0 0</inkml:trace>
  <inkml:trace contextRef="#ctx0" brushRef="#br0" timeOffset="1833">2108 436 8112,'-10'12'399,"5"8"0,-7-6 1,2 6 202,6 2 1,-6 2 0,3 2 0,2 6-30,2 2 0,13-8 1,5 6-1,4-3-256,3 0 1,2 0-1,3-10 1,2-2-207,-3-2 0,1-11 1,-1 4-514,3-6 1,1-4 121,-9-6 0,-9-4 1,-4-9-1,-6-4 190,-2-4 0,-2 5 0,-3-5 0,-5 3-29,-2-4 0,5 6 0,-5-7 1,2 2-476,5 0 0,3 0 1,2 7-3323,0 0 3916,0 0 0,19 1 0,5-1 0</inkml:trace>
  <inkml:trace contextRef="#ctx0" brushRef="#br0" timeOffset="2084">2456 850 8112,'-9'12'332,"6"0"-27,-4-4 1216,-5-6-986,9 8 1,-6-13-194,9-4 0,0-5 0,2-10 1,3-2-31,2-5 0,3 2 0,-5-9 0,4-3-708,3-2 1,-4-2-1,6-1 1,3 1-603,3-1 0,1 3 998,1 5 0,10-6 0,1 9 0</inkml:trace>
  <inkml:trace contextRef="#ctx0" brushRef="#br0" timeOffset="2383">2674 850 8112,'10'22'-43,"-6"-3"1,9-2 0,-1-5 46,0-2 1,2-3 0,8-7 0,0-2 72,0-5 1,-1 2 0,-1-10 0,-3-2-10,-3-2 1,1-10-1,4 0 1,-2 2 64,-2 3 0,-8 2 0,5 0 1,-2 1-7,-6-1 1,1 0 0,0 0-1,2 1-140,-2-1 1,-5 7 0,-7 1 0,-8-1-63,-4 3 0,-3 3 0,0 9 0,-2 0 530,-5 0 1,5 16 0,-5 6 0,5 5 129,2 4 1,10-4 0,5 7 0,4 0-102,3 0 0,3-5 0,6 4 0,16 1-776,16 0 0,12-7 0,15-1 0,4-6 292,8-6 0,14-9 0,6 5 0</inkml:trace>
  <inkml:trace contextRef="#ctx0" brushRef="#br0" timeOffset="3114">3763 828 8162,'0'12'2131,"0"-2"-1899,0-10 1,2-10-84,5-4 1,-2-5 0,7-3 0,-2-2-79,-5-5 1,0 4 0,0-6 0,4-1-158,3-4 1,-4 2 0,4 0 0,0 3 129,0 4 1,0 3 0,5 5-93,-3 4 0,-1 8 0,1 14 1,-4 10 235,-1 10 0,-4-1 0,7 11 0,-2 1-68,-5 4 0,5-6 0,-3 0 0,-2 0-238,-3-2 0,5-2 0,1-10 0,-4-1-477,-1 1 736,-3-10 0,0-4 0,0-16 1,0-6 183,0-6 1,0-9 0,2-2 0,3-3-13,2-5 1,3-4-1,-3-6 1,8-1-350,4 1 0,3 10 0,0 6 0,0-1-160,-1 0 0,1 17 0,0 2 79,0 11 0,-3 6 0,-2 5 0,-5 8 169,-2 4 1,-3 13-1,-5 1 1,3 4 105,2-1 0,1-9 0,-8 2 0,0-5-55,0-2 0,0-1 1,0 1-1,-3-2 18,-4-6 1,2 3 15,-9-10 0,6 0 0,-4-9 1,3-5-52,4-8 1,2-4 0,3-3-1,0-2-61,0-5 0,0 2 0,3-7 0,2 1 27,2-1 1,7 7 0,-4-2 0,2 7-289,5 8 0,-5-3 0,3 10 134,2 2 0,0 14 0,0 11 0,-3 9-509,3 5 1,-5 2 0,0 8-1,0-3-1247,0-5 1,3 5 1857,7-5 0,-1-4 0,1-1 0</inkml:trace>
  <inkml:trace contextRef="#ctx0" brushRef="#br0" timeOffset="3381">4939 545 8522,'0'-31'375,"0"7"1,-3-5-1,-2 4 180,-2 4 1,-10-1-1,3 2 1,-6 6 747,-1 7 1,-8 4-1,0 3 1,2 0-412,3 0 0,2 10 0,3 4 0,2 6-1143,2 2 0,10 2 0,-2 2-26,5 3 1,11 1 0,6-11 0,4-2-241,3-3 0,7-9 0,0 2 0,-2-4-118,-3-3 0,-2 7 0,-1 0 1,1-2 729,0-2 1,-8-3 0,1 0-256,2 0 0,-5 0-817,3 0 1,-8-8 976,7 1 0,1-10 0,7 5 0</inkml:trace>
  <inkml:trace contextRef="#ctx0" brushRef="#br0" timeOffset="3715">5287 284 8345,'0'22'376,"0"-8"0,0 3 0,0 7 329,0 10 1,10 10-1,2 7 1,2 9-101,1 10 0,-1 10 0,8 12 1,-12-43-1,0 1-415,-3 4 1,0-1-1,5 44 1,-9-44-1,-1 0 1,5 46-758,-2-7 1,-2-10 0,-3-7 0,-3-9-157,-4-18 0,2-14 0,-9-19-445,-3-8 1,4-14 0,-1-8 0,-1-7 814,3-7 1,-7-5 0,4-9 0,-4-3 352,-3-5 0,8 0 0,-1-12 0,-2-9 0,-2-11 0,0-1 0,10 34 0,1-2 0,1 0 0,2 0 0,-1-1 0,2 0 0,0-6 0,1-1 0,3 0 0,0-1 0</inkml:trace>
  <inkml:trace contextRef="#ctx0" brushRef="#br0" timeOffset="3865">5265 219 8107,'44'-44'0,"-1"3"179,1 5 1,0 7 0,-1 17 0,1 12 578,-1 12 1,1 17 0,-3 7 0,-5 5 88,-7 3 1,-5 2 0,-4 4 0,-3 6 27,-3 0 0,-11 4 0,-3-9 1,-15-3-335,-11-2 1,-11-9 0,-11-3 0,-5-3-420,-3-4 0,-2-10 0,-7-5 1,-1-3-954,1-4 1,12-2 0,7-6 0,9-4 830,6-8 0,2-14 0,7-5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3:03.3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1457 8222,'0'-22'0,"0"1"0,0-4 0,0-1-389,0-3 0,0-3 0,0 6 0,0-6 487,0-2 1,0 5 0,2-5 0,5 1 96,8-1 0,-3 7 1,2-2 96,3 5 1,3 12 0,-1 9-99,-4 15 1,1 13 0,-6 18 0,0 1 9,0-1 1,-1 8 0,-4 0 0,2-3-198,-2-2 1,5-5-1,-3-2 1,-2-5-159,-3-3 1,6-2 0,-1-7 19,-2 0 0,0-10 0,-1-7 0,4-10 242,-4-9 1,1-15-1,0-8 1,5-4 72,2-2 0,-5-3 0,5-3 0,0-2-109,0 3 1,3 2 0,4 2 0,-2 3-178,-2 5 0,-1 5 0,8 9 0,0 2 35,0 6 1,-3 7 0,-2 14 0,-5 10 132,-2 9 1,4 6 0,-7 7 0,-2-3 256,-2 3 1,4-1-1,0 1 1,-2-5 44,-2-3 1,-3 1 0,0-6-272,0 4 0,-8-1 0,-1-10-84,-4-5 1,6-4 0,-5-12 42,2-6 1,3-11-1,7-12 1,0-1 78,0 1 0,0-8 0,3 3 0,4-5-189,7-3 0,-2 3 1,3 2-1,2 5-141,2 3 1,3 9-1,0 10 1,0 2-157,-1 5 1,1 15 0,0 12-110,0 12 1,-10 0 0,-2 2 0,-3 3 459,0 2 0,10 2 0,-5 1 0</inkml:trace>
  <inkml:trace contextRef="#ctx0" brushRef="#br0" timeOffset="234">1133 1152 8217,'-7'-22'191,"-1"1"0,-9 6 0,3 3 0,-5 2 733,-3 6 1,-2 1 0,-3 3 0,-2 3-141,2 4 0,-4 7 0,2 13 1,2 4-509,3 3 1,12-5 0,5 5-1,4-2-507,3-6 1,0-2 0,3-4 0,6-6-139,13-6 1,0-6 0,9-2 0,-2 0-563,0 0 0,3 0 1,-5 0-18,2 0 1,0 0-1,-8 0-778,1 0 1726,-10 10 0,8-8 0,-8 8 0</inkml:trace>
  <inkml:trace contextRef="#ctx0" brushRef="#br0" timeOffset="484">1351 1043 8217,'9'22'109,"-4"0"1,7 2 0,-2 5 338,-5 7 0,5 8 0,-1 7 0,1 9 166,0 10 1,4 10 0,-7 12-1,-2 5-399,-2 2 0,-3-48 0,0 0 0,0 2 0,0 0 1,0-1-1,0-2-209,0 44 1,0-7 0,-3-4 0,-2-6-755,-2-2 0,-10-12 0,3-15 0,-3-9-652,2-10 1,-2-17 0,8-12 1399,-4-12 0,-1-27 0,-8-7 0</inkml:trace>
  <inkml:trace contextRef="#ctx0" brushRef="#br0" timeOffset="686">1394 1043 8106,'24'-9'0,"3"-3"275,2-1 0,3 4 0,-3 11 0,4 5 404,1 8 0,-2 14 0,-10 5 0,-1 2-105,1 0 0,-10 1 1,-5 6-1,-4 1-250,-3-1 0,-5-6 0,-7-3 1,-12-3-377,-8-4 1,3-3 0,-7-2 0,-3-1-256,-2 1 0,0-7 0,2-3 0,5-3-648,3-4 1,-5 0 0,7 0 954,2 2 0,-7 1 0,0-8 0</inkml:trace>
  <inkml:trace contextRef="#ctx0" brushRef="#br0" timeOffset="1171">2831 782 8126,'-21'-34'6,"-3"5"0,-3 5 117,-2 2 1,0 0 0,7 3 0,0 4 452,1 8 1,-4 5-1,-1 4 1,-3 5-306,2 8 0,13 12 0,6 4 0,6 3-206,2 5 0,2 4 0,8 6 1,9 1-63,8-1 1,12-10 0,-5-3 0,2 3 193,0 2 1,-2 0 0,2-2 0,-7-3 147,-5 3 1,-2-1 0,-2 1 0,-6-5 9,-7-3 0,-7-2 1,-7-7-1,-7 0-130,-6 0 0,-14-10 0,-7-5 1,-7-5-418,-1-2 0,-4-2 1,2-5-1,3-10-442,2-10 0,12 1 0,5-11 0,5 1-371,2 2 1,10-9-1,5 1 1,4-6-3,3 0 0,3-8 0,4-2 1007,8-5 0,4-12 0,3-2 0</inkml:trace>
  <inkml:trace contextRef="#ctx0" brushRef="#br0" timeOffset="1486">2744 20 8027,'34'-12'-68,"-5"4"1,-5 8 290,-2 8 0,0 14 1,0 14-1,0 7 136,-1 8 1,1 5-1,0 12 1,0 4 109,-1 8 0,-1 2 1,-3 1-1,-3-4-215,3 4 0,-5-1 0,0 0 0,-2-4-265,-5-3 1,-3-3 0,-4-6 0,-3-1-136,-2 0 1,-8-12-1,6-7 1,-1-9-950,0-6 0,1-4 673,1-13 1,6-14-1,-5-14 1,7-8 202,7-7 1,-2 2-1,7-7 1,0 3 241,0 4 1,3 3-1,6 2 122,1 1 0,0 9 0,0 4 0,-1 6 55,1 2 1,0 0-1,0 2-429,0 6 0,-1 4 0,1 9 0,0-1 229,0-6 0,-1 15 0,1-4 0</inkml:trace>
  <inkml:trace contextRef="#ctx0" brushRef="#br0" timeOffset="1736">3811 1218 8126,'0'-37'110,"0"3"1,0 3 700,0 4 0,0-4 0,-2 4-23,-5 8 0,-13 7 1,-11 12-1,-3 0-96,-5 0 1,5 12 0,1 7-1,-1 10-481,0 5 0,7-5 0,1 5 0,9 0-411,9 0 0,6-8 0,2 3 0,0-4-359,0-4 0,10-6 1,4-3-1,6-2 122,1-5 1,1-1 0,2 1 0,3 3 446,2-4 0,-5-1 0,-4-3 0,4 0-33,0 0 0,-7 7 0,-3 0 0,3-2-716,3-2 1,1-3 0,1 0-1,0 0-1831,0 0 2570,-10 0 0,7 0 0,-7 0 0</inkml:trace>
  <inkml:trace contextRef="#ctx0" brushRef="#br0" timeOffset="2279">3899 1239 8126,'9'-12'382,"-4"5"0,7 14 165,-2 8 1,-3 4 0,-4 3 0,1 0-44,4-1 1,-1-6-1,-7-1 1,0 3 536,0 3 0,7-6-65,0 1 0,1-6-668,-8-1 1,0-11 0,0-21 0,0-2-569,0-4 0,9-8 0,3-1 0,3-9-470,-1-10 1,3 2-1,10 0 1,2 1-403,-2-1 1,-3 8 0,-2-1 0,-1 10-836,1 10 1943,0 15 1,-10 21 0,-5 17 0,-7 8 29,-7 7 0,-5 2 0,-7 2 0,2 1 555,2-1 1,10-2 0,-4-2-1,1-5-59,1-2 0,0-3 0,7-8 0,2-1-254,6-6 0,-4 3 1,11-10-1,2-2-114,2-2 1,3-6 0,2-2-1,3-7-83,2-7 1,0 2-1,-7-12 1,-1 5-53,1 2 0,-2-7 1,-4 0-1,-3 2 88,-4 3 1,-1 2 0,-6 1 0,3-1 363,2 0 1,-2 10 261,-12 5 1,-5 4-1,-10 8 1,0 7-307,0 10 0,-7 14 1,0 3-1,5 7-368,7 5 0,0 0 0,10-8 1,2 1-452,3-1 1,14-9-1,9-5 1,13-7-1248,7-8 0,13-6 0,4-16 1,5-9 1658,2-9 0,10-8 0,2-10 0</inkml:trace>
  <inkml:trace contextRef="#ctx0" brushRef="#br0" timeOffset="2434">5009 826 8126,'-10'-22'85,"-4"0"1,-5 3 330,-3 4 1,0-2 0,0 10-1,0 2-90,1 3 0,6 11 0,3 8 0,2 10 36,6 9 0,1 8 0,3 7 0,3 7 226,4 5 0,0 2 0,12 0 0,8-2-41,5-5 0,-3-5 1,7-9-1,0 0 699,-2-1 0,-3-9-965,-9-5 1,-12-14 0,-12-8-20,-18-5 1,-2-4 0,-7-5-263,5-8 0,-7-4 0,-3-3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3:01.7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272 0 8087,'12'32'0,"-5"4"349,-4 5 0,-1 12 0,5 5 0,8 8-22,4 6 0,3 6 1,-3 6-1,-2-4-316,-2-7 0,-1 2 0,6-3 0,-3-4-512,-3-7 1,-2-3 0,3-12 500,-8-5 0,5-2 0,0 4 0</inkml:trace>
  <inkml:trace contextRef="#ctx0" brushRef="#br0" timeOffset="466">11 501 7973,'-10'2'-355,"12"3"1,18 3 626,14-4 1,-1-1 0,6-6-1,5-4-48,4-7 0,13-6 0,-6-2 0,1-2-240,-5-5 1,-5 3-1,-3-8 1,1 2 165,-1 6 0,-9 11 298,-5 8 0,-12 17 1,-5 11-1,-2 13 120,-5 7 0,0 10 1,-1 0-1,4 0-400,-3 2 1,4-7 0,1 5 0,2-5-351,5-3 0,-5 1 1,3-3-1,2-2-264,2-3 0,-5-9 0,1-1 1,-1-6-3364,-1-6 3231,6-9 0,-14-5 0,7-15 543,-3-4 0,-1-3 1,-8 1-1,0-1 17,0 0 0,0 0 0,0 0 1,0 1 745,0-1 1,0 0 1440,0 0 0,9 10-1667,6 5 1,2 7 0,0 7-1,-3 10-516,3 10 0,3-1 0,-1 8 0,-2 0-650,-3 0 1,-1-7 0,3 4 0,-3-2 663,-4 0 0,8 0 0,-5-7 0</inkml:trace>
  <inkml:trace contextRef="#ctx0" brushRef="#br0" timeOffset="582">1099 675 8087,'-14'-55'-181,"-1"4"0,1 5 0,-5 5 1,4 2 1044,8 3 0,4 9-1932,3-2 1068,0 14 0,0 6 0,0 9 0</inkml:trace>
  <inkml:trace contextRef="#ctx0" brushRef="#br0" timeOffset="867">1448 523 8087,'-3'-22'0,"-4"0"0,-7 3 788,-6 4 1,-1 6 0,-1 9 0,0 0-114,0 0 1,-7 5-1,0 7 1,2 12-468,3 7 0,10 6 0,2 6 0,2 3-18,5 5 0,10-5 0,5 5 0,4-5-18,10-3 0,1 1 0,8-3 1,1-2-115,0-3 0,-7-9 1,-1 2-1,-9-5 210,-9-2 1,-6-1-670,-2 1 1,-10-3-1,-4-4 1,-5-5-1536,-3-1 0,-7-6 1936,0 4 0,0 5 0,7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2:58.6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196 1162 8156,'-10'12'361,"8"8"1,-5-6 0,4 5 335,3 3 1,-2 2-1,-3 5 1,-2 8-332,2 4 1,3 0 0,2-5 0,0-4 152,0-1 0,-3-7-291,-4 5 0,2-16-491,-10-13 0,8-13 1,-5-16-1,2-7-112,6-5 1,-6-5-1,0-5 1,1-7 38,-1-5 0,-5 5 0,6 0 0,-1 0-23,0 2 0,3-2 1,7 15-1,0 9 328,0 7 0,12 15 1,8 5-1,9 9 243,4 13 1,1 9-1,5 22 0,-3 2 137,3 3 1,0 10 0,-1-6 0,-1 1 151,1-5 0,1-13 0,0-4 0,-3-5 23,3-9 1,-8-8 0,-2-12 0,-4-3-12,-4-4 1,-6-12-1,-3-13 1,-2-2-514,-6-4 1,-1-3-1,-6-5 1,-1-3-511,-4-2 0,-6 8 0,7 7 0,-1-1-710,-1 3 1,4-7-1,-7 7 1,2 1-704,5 4 0,3 12 1923,2 2 0,0 1 0,0-8 0</inkml:trace>
  <inkml:trace contextRef="#ctx0" brushRef="#br0" timeOffset="200">697 1097 8156,'0'22'263,"0"-1"0,0 1 194,0 0 1,0 2 0,0 3 0,0 2 123,0-3 1,0-1 0,0-4 0,2 1-146,6 0 1,-4-3 0,11-4 0,2-8-220,2-5 1,1-4 0,-3-3-1,-3-5-548,3-2 0,-7-5 1,-1-9-1,-1-3-532,-1 2 0,0-4 0,-7 2 1,0 2 862,0 3 0,-10-8 0,-2-1 0</inkml:trace>
  <inkml:trace contextRef="#ctx0" brushRef="#br0" timeOffset="367">1045 356 8156,'12'15'271,"-2"-1"352,0 3 1,-8 12 0,5 8-1,-2 6-27,3 8 1,-4 7 0,9 12 0,-4 3-317,-4-3 1,7 5 0,0-2 0,0-6-417,-4-6 0,1-1 0,1-9 0,0-2-864,-1-3 1,-1-5 999,-8-5 0,-10-5 0,-2-9 0</inkml:trace>
  <inkml:trace contextRef="#ctx0" brushRef="#br0" timeOffset="619">871 835 8352,'19'-14'0,"-2"2"224,-2 2 0,-1 3 0,8 7 0,0 0 82,0 0 0,2 0 1,3 2-1,4 6 279,3 6 0,-5-2 0,5 3 1,0 2-62,0 2 1,-5 10 0,4 0 0,-1 0-53,-5 3 0,-3-8 0,-2 7 1,-3-2-721,-5 0 1,3 0-1,-7-7 1,0 0-1552,-1 0 1,-1-1 407,-8 1 1,-3-2 1390,-4-6 0,-5-4 0,-10-10 0</inkml:trace>
  <inkml:trace contextRef="#ctx0" brushRef="#br0" timeOffset="734">1350 944 8156,'0'-34'-198,"0"5"1,-7-2 0,0-1 681,2-1 0,2 6 1,3-2-1365,0 5 880,0 12 0,10-8 0,2 8 0</inkml:trace>
  <inkml:trace contextRef="#ctx0" brushRef="#br0" timeOffset="986">1764 748 8156,'-22'-12'207,"0"5"0,1 5 0,-1 2 0,0 2 1252,0 5 1,-2 13-1,-3 11 1,-2 3-511,3 5 1,4 2 0,5 2 0,5 3-809,2 5 0,3-5 0,10 5 0,4-8-410,7-6 1,15-6 0,8-9 0,1-3-589,-1-4 0,4-5 1,-5-10-1,5-3-946,3-4 0,-1 2 0,-2-10 1803,-4-1 0,4-4 0,-7-2 0</inkml:trace>
  <inkml:trace contextRef="#ctx0" brushRef="#br0" timeOffset="1318">1960 1184 8156,'0'14'228,"0"1"0,0-8 1008,0 8-798,0-1 0,2-2-427,6-4 0,-4-8 0,11-8 0,2-4-44,2 0 0,-4-7 0,-1 4 0,1-4 9,-3-3 1,5 0 0,-7 1 0,-1-1 175,1 0 0,-3 0 1,-7 0-1,0 1-97,0-1 0,0 0 0,0 0 0,-2 1-64,-6-1 0,-4 2 1,-9 3-1,-1 5 18,0 3 0,0 1 1,0 8-1,-2 5 507,-5 10 0,5 2 0,-5 21 0,7 6 152,8 4 1,4 10 0,10-4-1,2 1-424,6 6 0,6 2 0,18 0 0,11-5-748,13-7 0,9-15 0,8-10 0,7-9 504,4-9 0,3-16 0,1-4 0</inkml:trace>
  <inkml:trace contextRef="#ctx0" brushRef="#br0" timeOffset="1720">3463 51 8192,'0'25'31,"0"1"1,0 8 120,0 7 1,9 10 0,6 19 0,4 8 746,3 6 1,-8-1-1,1 11 1,-1-4-631,-2-3 1,5-7 0,-9-3-1,-1-4-639,3-11 0,-8 1 0,5-9 0,-4-1-511,-3 0 0,0-2 881,0-8 0,-10-9 0,-2-2 0</inkml:trace>
  <inkml:trace contextRef="#ctx0" brushRef="#br0" timeOffset="2350">3071 618 8181,'-32'0'-115,"8"0"0,-3 2 187,10 5 1,10-2-1,14 10 1,10-1 548,10-2 1,7 5 0,9-9 0,3-4-413,5-1 1,-3-3-1,11 0 1,1-3-172,3-4 0,-5-12 1,-2-13-1,-1 1-66,1-1 0,-15-4 1,0 5-1,-7-1-10,-7 1 0,-5 2 0,-6 9 306,-1 6 0,-10 7 1,2 14-50,-5 7 0,-2 15 0,0 10 0,0 7-108,0 5 1,0 2-1,0-5 1,0 6-75,0 1 1,3-6 0,2 4-1,2-2-186,-2 0 1,-3-1 0,-2-6-1,0-3 50,0-5 0,0 6 1,0-9-1,-2-1-40,-5-10 0,2-3 122,-10-12 1,10-2-1,-2-12 0,5-8 45,2-4 1,0-5 0,0-3 0,2 1 150,5 6 1,-2-2 0,10 8-176,2-5 0,2-1 0,3 6 0,0 6-209,-1 6 1,4 2 0,1 2 0,3 3-120,-2 2 1,-3 10 0,0-2 0,3 2-87,2-3 1,0 3 0,-7-7-1,-1 0 134,1-1 0,0-1 0,0-8 0,0-3 366,-1-4 0,-6 2 0,-1-9 0,1-3 462,-3-3 1,-2 6 0,-10-1 113,0-2 0,0-2 1,-3 0-172,-4 4 1,-5 5 0,-10 10 0,0 0 365,1 0 1,1 3 0,3 2 0,5 4-328,3 3 0,-6 3 1,8 7-1,2 0-555,2-1 0,6 1 0,4 0 0,8 0-277,4-1 0,5-1 0,3-6 0,4-4-698,3 0 1,-5-8-1,5 5 1,0-7-1162,0-7 1,-8-7 2156,3-15 0,-4-5 0,-4-10 0</inkml:trace>
  <inkml:trace contextRef="#ctx0" brushRef="#br0" timeOffset="2550">4617 73 8097,'0'-22'194,"0"1"0,7 6 188,0 1 0,8 21 1,-8 10-1,0 22 152,3 16 1,-5 11-1,7 6 1,0 8-86,0 5 1,3 9 0,6 3-1,1 0-572,0-1 0,-3-1 0,-2-11 1,-5-4-634,-2-7 1,4-8 0,-6-9-1,-3-13-2617,-3-11 3373,-2-18 0,-10-23 0,-2-15 0</inkml:trace>
  <inkml:trace contextRef="#ctx0" brushRef="#br0" timeOffset="2716">4377 574 10171,'10'12'-57,"7"-2"706,9 0 0,1-1 0,9 8 0,3-2-446,2 2 0,12-5 0,5 0 0,5-2-2260,3-6 2057,-11-1 0,8 6 0,-7 4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3:12.2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66 8097,'-10'-12'848,"8"3"0,-5 9 0,16 0-1109,13 0 1,0 0 0,7 0 260,-5 0 0,8 0 0,2 0 0</inkml:trace>
  <inkml:trace contextRef="#ctx0" brushRef="#br0" timeOffset="116">543 45 8097,'24'-8'-25,"3"1"1,2 2 159,-3 3 1,-2 2 0,1 0 0,1 0 963,3 0 0,-7 0 772,-7 0-1871,-11 0 0,-13-10 0,-16-2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3:11.8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8189,'12'14'314,"-4"1"0,-6 2 1,-2 12-1,3 10 514,4 9 1,-2 17 0,7 18 0,0 9-373,-6-42 1,0 1 0,6 48 0,-3-48-1,-1 0 1,4 48-207,-2-7 1,-1 0-1,-4-19 1,3-3-845,-4-2 0,-1-15 1,-3-10-1,-3-11-2117,-4-8 2711,5-12 0,-18 7 0,8-6 0</inkml:trace>
  <inkml:trace contextRef="#ctx0" brushRef="#br0" timeOffset="215">327 219 8189,'15'9'1018,"-3"8"-307,-3 10 0,6 7 0,-5 12 0,2 5-277,5 7 0,0 7 0,-1 5 1,-1 3-341,2-3 0,-5-2 0,3-3 0,-1 0 9,-2 1 1,-2-1 0,-8-2 0,3-3-3030,2-2 2926,1-9 0,-18 4 0,-2-9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3:09.0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44 782 8077,'-7'-22'0,"-3"2"555,-2 6-31,7-5 0,-5 33 1,10 3-1,3 15-82,4 14 0,-2-1 1,10 14-1,1 1-160,4 3 0,2 0 0,-1-3 1,1-4-227,0-3 1,0-4-1,2-11 1,2-6 87,4-8 0,-1 0 0,-8-17-47,1-2 0,-3-14 0,-4-11 1,-5-9-157,-1-5 0,-6 5 1,4-7-1,-5-3 91,-2-2 1,3-10 0,2 1 0,2 1-32,-2 3 1,-3 3 0,-2-1 0,0 1-386,0-1 0,7 0 0,3 1 0,0 2-368,0 4 1,-1 6 0,-4 9-1,5 3-243,2 4 0,-5 6 0,5 11-90,-2 5 1085,-3 5 0,3 10 0,2 0 0</inkml:trace>
  <inkml:trace contextRef="#ctx0" brushRef="#br0" timeOffset="350">458 956 8062,'-7'-22'-4,"-3"3"0,0 2 208,0 2 0,1 8 229,2-8 1,2 13 0,-7 2 0,2 12 62,5 8 1,3 9 0,2 2 0,0 3-66,0 5 0,7 2 0,3 0 1,2-2-62,5-3 1,-5-10 0,2 6 0,3-3-86,3 0 0,1-10 1,1-9-1,0-3-32,0 1 1,-1-4 0,1-13 0,0-13-251,0-12 0,-3-9 0,-2-6 0,-2-4-457,2-3 1,-5 1-1,2-6 1,1 3-455,-3-2 1,7 6 0,-7 3 0,3 6-385,-1 1 0,-7 3 1292,8 5 0,0-6 0,6 9 0</inkml:trace>
  <inkml:trace contextRef="#ctx0" brushRef="#br0" timeOffset="669">980 1239 8062,'8'22'-305,"-1"-1"1,3-8 0,-3-6 653,7-5 0,6-4 1,2-5-1,-3-10-76,-5-10 0,6 0 1,-6-9-1,6-3 88,1-2 1,-1-2-1,-3-1 1,-3 3-171,3 5 1,-7-5 0,-3 7 0,-5 0-166,-2 5 0,0 5 0,-2 2-141,-5 0 1,-5 3 0,-10 4 0,0 8 137,0 5 0,8 4 1,-1 5-1,1 8-42,2 4 1,-5 13 0,10 4 0,2 5 559,2 3 0,3 6 1,0 1-1,0-2-249,0-4 1,3-1 0,4 0 0,7-3-1213,6-5 1,2 0-1,2-11 1,2-9-2053,3-3 2972,0-6 0,3-7 0,2 0 0</inkml:trace>
  <inkml:trace contextRef="#ctx0" brushRef="#br0" timeOffset="833">1655 869 8062,'-9'22'658,"6"-1"0,-4 1 1,5 2-39,2 5 1,0 5-1,0 7 1,2-2-618,5-3 1,3 1 0,7 4 0,-2-5-729,1-7 0,-3-5 1,1-2 724,3 0 0,2-10 0,3-2 0</inkml:trace>
  <inkml:trace contextRef="#ctx0" brushRef="#br0" timeOffset="950">1590 411 7840,'-10'-12'-278,"8"3"0,-17 9 1,7 0-1</inkml:trace>
  <inkml:trace contextRef="#ctx0" brushRef="#br0" timeOffset="1402">2309 869 8010,'-22'-22'347,"0"0"0,0 0 0,1 3 306,-1 5 1,-2 1 0,-5 9 0,-5-4-141,0 3 1,-7 3-1,7 2 1,0 0 12,5 0 0,-2 7-684,1 1 1,11 9-279,12-3 0,14-2 1,8 3-1,4 2 81,3 2 0,9 3 1,6 0-1,1 2 405,-1 5 0,1 7 0,-6 15 0,-1 7 468,1 5 1,-3 9 0,-10 6-1,-2 7-153,-3 11 0,-11-44 0,-1 0 0,2 2 0,0-1 0,-4-1 0,0 0-255,-3-1 1,-2-1-1,-7 42 1,-10 3-1,1-13-199,-1-17 1,3-14 0,2-31 0,2-6-224,-2-7 1,7-16 0,3-13 0,5-14-1038,2-13 0,0 1 1,0-10 1348,0-3 0,9-11 0,4-6 0</inkml:trace>
  <inkml:trace contextRef="#ctx0" brushRef="#br0" timeOffset="1750">2592 150 8769,'0'22'415,"0"2"0,0 5-140,0 7 0,7 8 0,0 7 1,-2 7 177,-2 5 1,-3 0 0,2 0 0,3-3-298,2 1 1,0 6 0,-7-11-1,0 0-229,0-6 1,0-6 0,0-8 0,0-4-92,0-1 1,0-14 86,0 5 0,-7-17 0,-3-5 103,-2-12 1,8-8 0,-4-2 0,6 1 8,2-1 0,0-7 0,2 0 26,6 2 0,-4 5 0,11 8 103,2 7 0,2 4 1,3 3-1,0 3-139,0 4 1,-1 15-1,1 14 1,-3 5-276,-4 3 1,2-1-1,-7-2 1,-1-2-1397,1-3 0,0-9 1646,-3 2 0,5-5 0,10-2 0</inkml:trace>
  <inkml:trace contextRef="#ctx0" brushRef="#br0" timeOffset="1968">2919 542 8101,'12'-75'-56,"-3"-5"1,-9-9-1,3 4-55,4 15 1,3 12 0,7 19 0,-3 10 533,3 15 0,-5 11 1,3 13-1,-1 12 73,-2 11 1,5 18 0,-10 7 0,1 5-149,1 3 0,-6 6 0,6 1 0,-1-3-155,-1-2 1,0-3 0,-4-2 0,2-3-349,2-2 0,2-7 0,-4 2 0,3-4-1871,-4-8 0,-4-14 2026,-7-6 0,-5-9 0,-10-12 0</inkml:trace>
  <inkml:trace contextRef="#ctx0" brushRef="#br0" timeOffset="2352">2831 586 8101,'-7'-34'528,"0"5"3,2 5 0,7 4 1,11 3-702,8 3 0,13 9 1,-2-2-1,2 4-254,4 3 0,3 0 0,5 3 1,3 1-235,2 4 0,7-1 353,-8-7 0,11 0 284,-3 0 1,-5 0-1,-2 0 1,-5 0 207,-2 0 0,-8-7 0,-2-3 0,-5-2 213,-10-5 0,-7 5 0,-12-3 286,0-2 0,-9 1 1,-6 1-1,-4 8-75,-3 4 0,0 3 1,0 0-1,1 3-409,-1 4 0,2 8 0,6 11 0,7 6-137,4 1 0,3 4 1,0 4-1,5-2 161,10-3 0,-1 3 1,18 9-1,-3 3-14,0-3 1,7-9-1,-7-3 1,-2 3 301,-3 2 0,-5-7 0,-4-3 0,-11-2 19,-8 0 0,-11 0 0,-16-7 0,-13-2-624,-12-6 0,-9 3 1,-5-10-1,-3-2-479,3-2 0,12-3 0,10 0 0,9 0-1526,10 0 1,5-8-1,4-1 2096,6-3 0,14-13 0,12-9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3:07.3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65 8021,'0'22'135,"0"0"0,2 9 0,3 8 0,5 10 526,2 9 1,-5 7 0,5 8 0,0 4-292,1 0 1,-6 8-1,5-8 1,-2 1-613,-6-5 1,-1-6 0,-3-4-1,0-5-464,0-7 1,-3-15 0,-4-9-447,-7-10 1152,-6-7 0,-2-30 0,1-4 0</inkml:trace>
  <inkml:trace contextRef="#ctx0" brushRef="#br0" timeOffset="484">1 697 8049,'19'-2'0,"-2"-3"177,-3-3 0,1-1 0,7 4 1,-1-5 247,1-2 1,7 5 0,3-8 0,-1 1-163,1 2 0,4-8 0,-5 8 0,3-2-19,5-1 0,-5 3 0,2-2 0,0 6-215,-2 6 1,0 2 0,-7 2-1,4 6-105,3 6 0,-7 13 0,2 4 1,-5 3 108,-2 5 1,-5 0 0,0-1 0,2-4-131,-2-2 1,-7 4 0,2-7 0,-3-2-26,-4-3 0,5-3-67,-3 1 1,-2-2-1,-10-3-25,-2-3 1,-3-9 291,3 2 1,5-7 252,-6-7 1,8 2 0,8-9-159,6-3 1,5-3-1,3-2 1,0 1-64,0-1 1,0 0-1,-1-2 1,1-3-129,0-2 1,-8 0-1,1 7 1,-1 1-98,-1-1 1,-1 0 0,-8 0 0,4 1-42,-3-1 1,-3 7 198,-2 1 1,-10 9 0,-4 0 0,-6 10 455,-1 9 1,1 8 0,3 7 0,3 8 229,-3 4 0,0 0 0,2-2 1,8-3-943,5 3 0,2-6 1,2 1-1,5-2-655,8-6 0,14-9 1,7-5-1,8-2 868,7-5 0,4-12 0,11-5 0</inkml:trace>
  <inkml:trace contextRef="#ctx0" brushRef="#br0" timeOffset="1066">589 0 8478,'12'12'512,"-5"10"0,-5 12 1,1 17-1,2 9-75,2 10 0,0 8 1,-4 9-1,1 0-258,4 0 0,9-7 0,-5-3 0,2-4-833,1-10 1,-1-8 653,8-11 0,9 0 0,3-1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13:06.6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259 784 7997,'-12'-22'368,"-7"10"1,4 5 210,-4 4 1,-3 6-1,0 4 1,1 8-132,-1 4 1,0 5 0,3 3 0,2 4-270,2 3 1,8-7-1,-5 2 1,2-5-533,5-2 1,5-8 0,8-2-112,6-2 0,6-3 0,1-9 0,1-5 78,0-8 1,0-4 0,-1-3 0,1 0 629,0 0 0,-8 8 1,1 2 290,2 2 1,2-4 0,3 6-11,0 4 0,0 1 0,-1 6 0,1 4-738,0 7 0,0-2 1,-1 3-1,4-1-855,4-1 0,-5 4 1068,5-10 0,5 10 0,0-5 0</inkml:trace>
  <inkml:trace contextRef="#ctx0" brushRef="#br0" timeOffset="233">695 44 9964,'12'31'0,"-2"8"659,-1 9 1,-4 10 0,10 15 0,2 9-365,2 10 0,-5 0 0,-6-42 0,-1-1 0,10 46-541,2-11 0,-4-6 1,-3-15-1,-2-5-584,-6-8 0,8-16 830,3-12 0,-5-19 0,-1-16 0</inkml:trace>
  <inkml:trace contextRef="#ctx0" brushRef="#br0" timeOffset="400">1152 0 8020,'0'53'0,"0"5"60,0 5 1,0 5-1,3 2 1,4 5 339,7 3 1,-2-6 0,3 6 0,4-3-278,8-5 1,0-5 0,6-7-124,-1-7 0,7 5 0,-6-1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5:43.7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20 8021,'-10'-12'519,"-4"5"1,4 7-1,3 9 1,5 13 94,2 12 0,0 7 0,0 5 1,0 5-255,0 7 1,0 5-1,0 2 1,0 1-742,0-1 1,0 7 0,0 1 380,0-3 0,0-2 0,0-3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5:44.8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64 175 8450,'-15'-7'523,"0"0"1,8-1 210,-7 8 1,9-2-388,-2-5 1,14-6-1,7-8-132,6-1 0,4 7 0,3 1 0,4-1-169,3 3 1,0-5 0,4 10 0,-4 2 19,-2 3 0,-3 2 0,-7 2 0,-1 5 7,1 8 1,-2 7 0,-6 7 0,-7 5-69,-4 0 1,-3 7 0,-3-7 0,-4 2-80,-7 0 0,-8-2 0,-5 5 0,-2-5-241,2-3 0,3-2 0,3-10-492,-1-4 372,0-5 1,20-13-1,9-2 1,10-2 317,5 2 1,-1 3 0,3 2 0,3 0 430,2 0 0,0 0 1,-9 2-1,-4 6 220,-1 6 1,-10 13 0,2 4-1,-4 1 34,-3-1 0,-3 8 0,-4-5 0,-10 2-227,-10 0 0,1-7 1,-11 3-1,1-6-426,2-6 0,-5-6 0,8 1 1,0-8-598,-1-5 1,6-11-1,9-6 1,4-4-461,4-3 0,-6-7 1142,8 0 0,0 0 0,7 7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5:45.9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153 132 8080,'-22'0'-177,"8"0"0,-1 0 1024,-2 0 1,7-3-503,3-4 0,5 2 0,2-9-155,0-3 0,7 5 0,3-1 0,2 1 0,5 0 0,2 7 0,3-4 1,2 1-26,5 1 1,-12 0 0,5 9-1,-3 3 67,0 2 1,3 10 0,-2-2-135,-6 4 1,-4 5 0,-10 3 0,0 5-149,0 1 1,-3-4 0,-4 8-1,-7 1-222,-6 4 0,-4 8 0,-3 1 0,-4-2-133,-3-3 0,5-3 1,-5 1-1,3-3 59,4-5 0,3-7 1,5-12 189,4-2 0,5-13 0,13-2 232,4-12 0,5-5 1,12 0-1,3 5 170,2 2 1,7 3 0,-4 7-1,2 0-241,4 0 1,-4 0 0,0 2 0,0 3-456,0 2 0,-5 10 450,7-2 0,0 4 0,8 3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5:46.4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0 175 8055,'0'-12'601,"3"-5"-19,4 10 1,5-8 0,10 8 0,2 0-204,5-3 0,8 7 0,11-6 0,5 2-118,3-1 0,2-9 0,7 5 1,-2 0-896,-5 5 1,-5-3 0,-11 3 0,-6 2-1971,-7 3 2604,-5 2 0,-12 0 0,-2 0 0</inkml:trace>
  <inkml:trace contextRef="#ctx0" brushRef="#br0" timeOffset="333">284 110 8055,'-34'2'68,"5"5"1,-3-2 0,1 10 511,-3 2 1,7-1 0,-2 1 0,7-2 30,8 2 1,-3-5 0,10 3-350,2 1 1,2-3 0,6 1-356,4 3 1,5-7-1,12-1 1,3-1-34,2-1 0,10 0 0,-5-4 1,4 1-105,6 4 0,-5 1 0,11-4 0,-4 5 253,-2 2 0,0 2 1,-3 8-1,-3 0 419,-1 0 1,-11 9 0,1 3 0,-8 5-32,-4 4 0,-13-4 0,-2 12 0,-14-5 268,-13-3 0,-7 1 1,-12-3-1,-2-2-424,-3-3 1,0-12 0,8-2 0,2-12-796,4-8 1,6-2-1,9-2 1,3-5-3718,4-8 4257,5-14 0,10 5 0,0-8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5:52.4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349 110 8038,'0'-15'0,"0"1"0,0-3 747,0-3 1,0 6-281,0-1 0,-2 10 0,-5-2 1,-8 5-187,-4 2 0,-3 17 1,0 7-1,-2 10-86,-5 12 1,5 0 0,-5 14 0,7 6-409,7 4 1,-1 10 0,8-5 0,3 0-181,3 0 0,12-5 1,4-12-1,8-10 76,7-9 1,5-10-1,9-15 1,1-6 421,0-6 1,-8-12-1,-2-6 1,-5-9 162,-10-4 1,0 0 0,-11 5 0,-3-3-29,-3-2 1,-4 3-1,-8 9 1,-9 5-393,-8 2 0,-12 3 0,3 7 0,-5 0-302,-3 0 1,1 0 0,2 0-1,2 2-587,3 6 1,9 4 1040,-2 9 0,5 11 0,2 2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5:52.9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 7994,'-14'0'1299,"2"2"-860,2 5 1,3-2 0,7 12 0,0 7 0,0 10 0,0 7 0,0 5 0,0 5-357,0 7 0,7 5 0,0 5 0,-2 2-574,-2 3 0,4-1 1,0-6-1,0-4 491,3-4 0,2-4 0,10-11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5:53.5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1 175 9939,'2'-20'1013,"5"3"-865,8 3 0,-3 7 1,0-8-1,0 1-167,0 2 1,3-5 0,7 7-1,-1 0 86,1 1 1,0-6 0,0 8-1,2 2-65,5 3 1,-5 4-1,5 5 1,-5 10 414,-2 10 0,0 7 0,-3 12 1,-2 4 20,-2 9 0,-8 6 1,5 7-1,-2 6-375,-5-1 1,-3 13 0,-2-10-1,0-5-343,0-5 1,0-7-1,3-3 1,1-4-365,4-3 1,-1-12 0,-5-12-1,3-5-3019,2-2 3663,1 0 0,-8-10 0,0-2 0</inkml:trace>
  <inkml:trace contextRef="#ctx0" brushRef="#br0" timeOffset="198">197 806 8060,'-22'0'1167,"7"0"-583,1 0 0,12 0 0,2 0 0,12 0-270,7 0 1,5 0 0,5 0 0,8 0-142,4 0 0,9 0 0,4 0 0,-1-2 66,0-5 1,5 4 0,-5-6 0,1 1 400,-1 1-640,-2 0 0,-8-3 0,1-2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5:51.6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196 66 8118,'-7'-15'496,"0"1"1,-8 7 0,5-6-164,-2 4 1,5 2 0,-7 7 69,-3 0 1,5 7 0,-1 5-1,1 5-162,0 7 1,5 5 0,-5-2 0,0 4-195,0 3 1,7 2 0,-2 8-1,4-1-199,3 1 1,0 0-1,0-3 1,3-5-104,4-7 1,7-5 0,13-2-1,4-3-51,3-4 0,-5-5 1,8-10-1,1 0-498,3 0 0,-4-10 1,-3-5 803,-3-4 0,8-3 0,-5 0 0</inkml:trace>
  <inkml:trace contextRef="#ctx0" brushRef="#br0" timeOffset="166">457 1 8118,'0'21'397,"0"1"1,-7 2-1,0 5 1,2 8-72,3 4 0,2 12 1,0 5-1,0 7-63,0 8 1,0-5 0,2 2 0,5-7-447,8-5 1,-3 0-1,3 5 183,1-5 0,4 5 0,2-8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5:56.5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0 240 8396,'0'-22'502,"0"8"1,3-1-197,4-2 0,5-2 0,10-3 1,2 3 120,5 4 1,-2-4-1,9 4 1,3-2-175,2 3 0,2-3 0,1 10 0,0 2-160,-1 2 0,-9 3 0,-5 3 0,-7 4-58,-8 7 0,-4 13 1,-10 5-1,-2 1-42,-6 6 0,-6-3 1,-13 6-1,-4 4-245,-3 0 1,-2 2-1,-8 0 1,3 3-65,5-3 0,-3-2 0,10-2 0,2-3-246,3-5 544,12-4 1,14-20-1,20-5 1,12-7 15,7-7 0,3-3 0,2-7 1,2 5-199,3 3 1,2 1-1,-5 6 1,6-3-2013,1-2 2212,3 0 0,-2 7 0,-3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5:57.1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286 305 8144,'-22'-9'-121,"8"4"0,-1-10 774,-2-2 0,8-2 0,2-3-334,4 0 1,6 1 0,4-1 0,7 0-170,6 0 0,9 1 0,0 1 1,0 3-143,2 3 0,-4 7 0,7-6 0,-3 4 97,-4 4 1,-3 3 0,-5 4 0,-2 5 40,-2 8 1,-10 6 0,2 9-1,-10 8-76,-11 11 0,-3-1 1,-19 8-1,-3-1-97,-2 1 0,-10 2 0,-2 7 1,0 1-157,-1-1 0,-4-7 1,10-5-1,7-7-351,9-12 612,8-7 1,22-27 0,11-15-1,16-14 223,11-5 0,5 3 0,0 12 1,-2 2 62,-3 2 0,0 8 1,6-5-1,-4 2-504,-1 5 0,-11 5 1,6 7-1,-3 6-676,0-1 0,-7 7 1,-8-4 815,3 4 0,2 12 0,3 3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5:55.7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436 85 8241,'-22'-12'81,"1"-5"0,-1 7 492,0-2 1,0 7 1456,0-2-751,10-5-986,3 10 1,16-6-1,5 13 1,5 2-165,7-2 0,5-2 0,0-3 0,8 2-551,4 5 1,5-4 0,2 4 0,3-5-389,-3-2 0,-2 0 1,-5 0-1,-2 0 810,-3 0 0,1 0 0,6 0 0</inkml:trace>
  <inkml:trace contextRef="#ctx0" brushRef="#br0" timeOffset="267">327 128 8198,'-41'34'70,"2"-5"0,3-4 252,-3-4 0,1 8 0,1 0 0,8-2-79,5-3 1,5-2 0,4 0 0,8 0-60,5-1 1,11-6 0,8-1 0,10 3-56,9 3 1,5-6 0,3-2 0,-1 0 20,1 0 1,7 1-1,0 4 1,-3-3-118,-2 3 0,-10-5 0,-2 3 1,-5 2 57,-10 2 0,1 10 0,-15 0 0,-8 0-18,-9 2 1,-19-4-1,-10 7 1,-8 0-341,1 0 0,-5-8 0,-1 3 0,1-4-370,0-4 1,4-9 0,13-4 636,7-6 0,5-12 0,2-2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5:59.0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327 306 8196,'0'-15'179,"0"1"1,0 6 761,0-6 0,-2 9-235,-5-2 0,4 2-494,-4-2 1,5 2-1,4-7 1,5 0-174,8 0 0,4-3 0,3-7 0,2 1-74,5-1 0,5 0 0,10 0 0,-1 3-30,1 4 0,-1-2 1,-2 10-1,-2 2 42,-3 3 1,-19 19 0,0 7-1,-7 7 5,-3 8 0,-12 10 1,-14 4-1,-10 0 20,-5 0 0,-2 5 0,-8-7 0,3-2-294,5-4 1,-3-3 0,10-6 0,2-9-142,3-11 0,15 1 0,9-9 176,12-3 1,9-13-1,8-4 1,8-2 123,4-1 1,0 10-1,-2-2 1,-3 5 483,3 2 1,-5 0-1,-1 0 228,-1 0 1,-5 17-1,-13 4 1,-9 4-70,-10-1 1,-17 7 0,-14 5 0,-8 6-56,-6 1 0,-8-7 0,-13-2 1,-1 0-363,2 0 1,2-10 0,3 0 0,2-9-769,5-5 1,4-3 0,13-7 0,5-3-2469,7-4 3143,14-5 0,6-19 0,9-3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6:00.7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349 262 8121,'-15'-12'852,"1"5"-485,-3 4 1,-3 3 0,-1 3-1,-1 4-334,0 8 1,0 6 0,1 8 0,1 8 126,6 4 1,-3 2 0,10 1 0,2 0-134,2-1 0,13 1 0,7-3 0,7-7-72,5-13 0,10-8 0,0-16 0,7-4 155,4-8 0,1-14 0,-7-7 1,-1-8 1,1-6 1,-1 1 0,-2-9-1,-4-2-174,-8-3 1,-7 5-1,-8 2 1,-7 5-16,-4 10 0,-13 2 1,-7 15-1,-9 7-155,-11 5 0,-14 5 0,-7 7 0,-2 0-126,2 0 1,-5 12 0,5 7 0,-5 10-528,-2 5 1,11-7 884,11 2 0,-1 5 0,10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6:01.1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0 9446,'-12'12'1129,"5"10"1,4 14-568,3 13 1,0 16 0,0 15 0,3 5-216,4 2 0,-5 0 1,5-2-1,-4-6-227,-3-6 0,7-8 0,0-9 0,1-12-702,1-13 1,-4-16-1,10-8 582,2-5 0,2-11 0,3-4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6:02.7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284 371 8046,'2'-22'0,"5"0"121,-4-9 0,16 7 0,-4-8 109,4 1 0,10 4 1,2-7-1,3 3 65,5 4 1,-5 3 0,2 2 0,0 3-67,-2 4 0,5 6 0,-10 9 0,-2 0-215,-3 0 0,-5 2 0,-2 5 0,-5 10-191,-2 10 0,-3 0 1,-7 9-1,0 3-99,0 2 1,-2 12-1,-3 5 1,-5 7-180,-2 8 1,0-5-1,-5 7 1,3-3 169,-3 1 0,5-3 0,0-14 0,2-13 164,5-11 0,3-8 274,2-2 0,2-27 0,3-12 0,2-12 206,-2-10 0,-3 1 0,-2-1 0,0 3-95,0-3 1,-12 0 0,-7 3 0,-10 7-267,-5 5 0,-5 4 0,-9 6 0,-5 4-243,-3 0 1,-2 8 0,-5-5-1,3 7 61,1 7 0,11-5 0,2 8 0,12-3-249,12 1 433,15-1 0,-2-7 0,9 0 0</inkml:trace>
  <inkml:trace contextRef="#ctx0" brushRef="#br0" timeOffset="1380">741 415 7522,'0'14'342,"0"1"0,0-8 1,-3 5-1,-1 0-151,-4 0 1,-9 3-1,3 9-69,-5 5 1,4-5-1,1 5 1,-3-5 32,-3-2 1,6 7-1,-1 3 1,-2-1-16,-2 1 0,4-3 0,1-5 0,-1 2 20,3 3 1,3 0 0,6-7-87,-4 0 1,4 0-1,-4 0 1,5-1 33,2 1 0,7-7 0,3-1-127,2 3 0,0 2 1,5 1-1,-5-3-5,-2-3 1,7-9 0,-5 5 0,2-3 6,1 0 0,-8 1 0,8-8 18,1 0 1,4 0 0,2-3 52,-1-4 0,-1 2 0,-3-10 0,-5-1 6,-3-4 1,6 6 0,-8-1 0,-2-2 5,-3-2 0,-2-3 0,0 0 0,0 1 74,0-1 0,0 0 1,0 0-116,0 0 1,-7 1-1,-2-1 1,-4 0-180,-4 0 0,-2 8 0,0-1 1,2-2-421,2-2 0,1 0 0,-6 2 1,4 2 573,1-2 0,0-2 0,-6-3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6:05.2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654 1 8257,'-29'2'4,"-2"6"1,-3 4 65,-5 0 1,6 7 0,-1-4 0,2 6-120,6 8 1,1 5-1,4 12 1,-1 5 172,0 7 0,0 15 0,0 9 0,1 10-37,10-42 0,0 2 1,0 6-1,0 2 1,0 6-1,0 1 1,0 7-1,1 2-26,-1 5 1,0 3 0,0 12 0,0 4 0,4-32 0,1 2 0,0 0 0,0 3 0,0 0 0,1 1-173,0 4 1,0 1 0,0 1 0,1 5 0,0 1 0,0 2 0,-1 7 0,-1 1-1,0 1 1,3-22 0,0 2 0,0-1 0,0 1 166,0 2 0,1 0 1,0 0-1,-1 1 1,1 2-1,0 0 1,0 1-1,1-1 1,1-2-1,0 0 1,0 0-1,0-1 0,0 2 1,0-1-1,0 1 1,0-1 25,0 0 1,0 0 0,0 0 0,0 0 0,1 1 0,-1 0-1,1 0 1,0 0 0,-1-4 0,2 0 0,-1 0 0,0-1 0,2 22-1,0-2 1,1 0-17,0-2 0,0-1 0,0-1 0,1-3 0,-1 0 0,2-1 0,0-2 0,2-1 0,-1 0 0,1-2 1,-1-1-1,0 0-74,0-3 0,0 0 0,1-2 1,0-5-1,0 0 0,0-3 1,5 22-1,1-3 0,1-4 1,1-1-95,1-6 1,0-2 0,0-4-1,2-4 1,3-8 0,2-4-1,0-7 1,1-2-378,26 32 1,9-20 0,-2-8 0,5-6 478,2-8 0,-4-7 0,-1-9 0,1 1 0,-3 6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6:03.1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458 8176 8842,'-10'-22'681,"-4"1"0,-8 9 0,-4 4 0,-6 6-31,-2 2 1,-2 10-1,-8 4 1,1 8-241,-1 7 1,3-2 0,5 6 0,7-1-555,5-6 0,12-1 1,4-4-1,6 1-421,2 0 1,5-3-1,7-4 1,12-8 295,7-4 1,-2-6 0,8-4 0,1-8-267,4-4 0,1-3 0,-2-2 0,-2 0 357,-3 2 1,-2-2-1,5 14 1,-5 1 911,-3-1 0,1 5 1,-6 15-1,3 11-209,-2 13 1,-3 10 0,-2 9 0,-3 10-390,-4 7 1,2 12-1,-8-4 1,1 2-1059,0 0 0,-3-8 0,-7 3 922,0-7 0,0 2 0,0-14 0</inkml:trace>
  <inkml:trace contextRef="#ctx0" brushRef="#br0" timeOffset="2897">1721 228 8207,'10'-44'-7,"2"1"0,2 2-16,1 4 0,-8 8 0,8 15 0,-1 4-5,-2 0 1,5 10-1,-7 0 1,0 13 208,-1 6 1,8 12 0,-2 6 0,4 9 189,3 12 0,2 2 1,3 22-1,4 8-262,-14-41 0,0 1 0,1 8 0,0 3 0,4 4 0,0 3 1,0 8-1,-1 3-62,1 8 0,0 5 0,-5-24 0,0 2 1,0 2-1,0 7 0,0 2 0,0 1 0,-1 3 1,-1 1-1,0 0-206,-2 1 0,0 1 0,-1 0 0,0 2 0,-2 0 0,0 1 0,-2 5 0,-1 0 0,0 0 0,-1 2 0,1 1 0,-1-1 221,-2-22 0,0 0 1,-1 0-1,0-1 1,1 22-1,0 0 1,-2-1-1,-2 3 1,0-1-1,-2 0 1,-1-3-1,0 0 1,-1-1 16,-2-2 1,-2 0-1,0-1 1,1 2 0,-1 0-1,-1 0 1,-2 2-1,-2 0 1,1 0 0,-1 0-1,0-1 1,0 0 10,0-2 0,-1-1 0,0 0 0,-1 1 0,0 0 0,-1 0 0,0-1 0,-1 1 0,-1 0 0,-1 3 0,-1 0 0,-1 1 31,4-22 1,0 1 0,-1 0 0,-1-2 0,-5 19 0,-1-2 0,-1-1 0,-1 4 0,0-1 0,-1-1 0,2-2 0,-1-1 0,0-1 14,0 0 0,0-1 1,-1 0-1,0-1 1,0 0-1,-1-1 0,1-1 1,0-1-1,0 0 1,0-3-1,1 1 0,-1-2-144,2-3 1,-1-1 0,1 0 0,0-6 0,0 0 0,0-1 0,-1-1 0,-1 1 0,1-2 0,0-1 0,1-2 0,-1 1-180,-1-1 0,0-1 0,2 0 0,-9 24 0,2-1 0,1-8 0,1-2 0,3-6 0,0-3-235,4-5 1,0-1 0,2-7 0,1 0 0,2-3 0,1-1 0,-8 39-2864,9-17 3285,-3-12 0,11-22 0,-6 1 0,5-1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6:54.17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22 131 8145,'12'-22'270,"-2"0"0,-3 0 1055,1 1-70,-1-1-831,-7 10 0,0 12 0,-3 14 0,-1 8-116,-4 7 0,-1-2 1,4 7-1,-2 0-62,2-1 1,-5 1 0,3 5 0,2-3-263,3 3 1,2-5-1,0 0 1,0-3-93,0-4 0,2-3 0,5-5 0,8-2-11,4-2 0,3-10 1,2 2-1,5-5-300,7-2 0,-2-7 0,3-3 1,1-2-1537,3-5 1955,-7-2 0,7-3 0,-7 0 0</inkml:trace>
  <inkml:trace contextRef="#ctx0" brushRef="#br0" timeOffset="185">501 0 8517,'-7'22'0,"-3"0"698,-2-1 0,8 1 0,-6 2 0,3 6-219,-1 6 1,1 7 0,7 8 0,0 5-103,0-1 0,3 8 1,1-5-1,6 5-486,2 3 1,3-8 0,4-3 0,-2-1-1681,-3-6 0,-1-2 1789,1-2 0,5-1 0,-6 1 0</inkml:trace>
  <inkml:trace contextRef="#ctx0" brushRef="#br0" timeOffset="434">1351 87 8030,'0'15'1822,"0"-1"-1433,0 3 1,-3 10 0,-2 4 0,-2 3-181,2 5 0,-4 4 0,-1 6 1,-2 2-398,-5-3 0,5 5 1,-3-2-1,1-3-633,2-2 1,-8-9 820,6-1 0,-5 0 0,-3 8 0</inkml:trace>
  <inkml:trace contextRef="#ctx0" brushRef="#br0" timeOffset="634">1089 153 8030,'22'9'174,"0"-4"0,2 10 0,3 2 335,2 2 0,10 5 1,-3 5-1,3 7-36,-3 6 0,5 1 1,-5 1-1,5-1-451,3 1 0,-8-8 1,-2-2-1,0-3-1786,0-4 0,-8 4 1764,3-1 0,-4-1 0,-4-8 0</inkml:trace>
  <inkml:trace contextRef="#ctx0" brushRef="#br0" timeOffset="1000">1786 109 8030,'0'-22'1059,"0"0"18,0 1 1,0 11 0,0 10-469,0 12 1,10 10 0,4 5-1,6 4-371,2 3 1,-1 0 0,4 4 0,1-4-220,3-2 1,7-1 0,-4-4 0,2 2-321,5-3 1,-1-9 0,1-4 0,-3-4-286,3-4 0,-5-3 0,0-4 0,-5-5 61,-10-8 1,0-11 0,-11-6 0,-3-2 231,-3-4 1,-2-4 0,0 1 0,-2 3 176,-6 1 1,-4 3-1,-10 1 1,1 8 253,-1 8 0,7 13 1,1-1-1,-1 10 468,3 9 0,0 18 0,7 11 0,-2 13-33,2 7 0,5 9 0,5 3 0,5 3-458,2 4 1,5 3-1,9-1 1,6-4-116,2-7 0,2-5 0,8-3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8:41.6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17 741 8100,'-12'-10'1251,"7"8"1,17-5 0,12 4-785,8 3 1,7 0 0,11 0 0,8 0-202,5 0 1,12 0 0,5 0-1,5 0-374,2 0 0,-2 0 1,-3 0-1,-5 0-421,-2 0 0,-14 0 0,-18 0 0,-11 0-2442,-8 0 2971,-12 0 0,-2-9 0,-10-3 0</inkml:trace>
  <inkml:trace contextRef="#ctx0" brushRef="#br0" timeOffset="200">278 458 7977,'-17'0'466,"10"0"1,26 0 0,25 0 450,2 0 1,7 0-1,0-2 1,3-3-720,5-3 0,9 1 0,5 5 0,0-3-359,0-2 0,-3-3 0,-6 5 0,-3-2-691,-5 2 0,-8 3 0,-13 2 852,-8 0 0,-5 9 0,-2 3 0</inkml:trace>
  <inkml:trace contextRef="#ctx0" brushRef="#br0" timeOffset="668">1149 327 8255,'3'-12'1064,"4"5"1,-5 7-744,6 7 1,-6 5-1,1 10-120,4 0 0,-5-8 0,5 1-157,-4 2 1,-3-5 0,2 0-17,6-2 1,-6-5 0,5-13-226,-4-6 0,-3-6 0,0-1 1,0-4 12,0-4 0,0 3 1,0-8-1,0 0-17,0 0 0,0 0 0,0-4 0,0 4-84,0 2 0,0 3 1,2 10 236,5 4 1,5 6 0,10 11 0,0 5 161,0 8 0,7 14 1,2 7-1,3 5 208,5 3 0,2 7 0,3 0 0,-1-3 145,1-2 0,-1-5 0,1-5 0,-1-4 364,1-1 0,-10-14-428,-5 5 1,-17-5-1,-12 5-259,-12-1 0,-27 11 0,-14 4 1,-15 8-196,-12 7 1,-2 4 0,41-24 0,2 1 0,-31 29-173,9-3 0,1 0 0,12 5 0,9-8-2826,15-11 3049,12-1 0,21-18 0,3 6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8:55.3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1246 8160,'0'15'-1,"0"-1"1,-3-1 1024,-4 1-885,4-4 1,-9-18 0,7-1-1,-2-6-23,2-9 0,3 0 0,2-12 0,0-3-69,0-2 0,0-3 0,0-2 1,0-2-147,0-3 1,7-2 0,3 7 0,0 0 117,-1 5 0,8 12 1,-2 2-1,4 10-5,3 10 0,-3 7 0,-2 10 1,-2 11 38,2 13 1,2 15 0,3 4-1,-3 2-104,-4 6 1,2 2 0,-8 2 0,1-2-187,0-5 1,4-5 0,-7-11 8,-2-6 1,0-7 395,2-15 0,-4-21 0,4-17 1,-5-5 108,-2-3 1,0-6 0,0 1 0,0-4-121,0-2 1,0-1 0,0 1 0,3-1-225,4 1 1,-2 1-1,9 6 1,1 7-80,-3 5 0,7 4 1,-4 8 99,4 12 1,-4 10-1,-1 14 1,1 5 46,-3 8 1,5 1 0,-7 1 0,-1 0 12,1 7 1,-3-10 0,-7 8 0,3-6-197,4-4 0,-5 5 0,6-8-144,-6 3 0,-2-7 0,-2-1 191,-6-9 1,3-7 0,-7-12 0,3-6 136,4-6 0,2-8 0,3-7 0,0-10 269,0-9 0,0 0 0,0-8 1,3 3 109,4 4 1,5-2 0,8 5 0,-4 8-32,-1 4 0,-1 5 1,11 7-1,1 3-210,3 4 1,0 8-1,-7 14 1,2 8-196,5 4 0,-4 13 0,1 1 1,-6 4-560,-6-1 1,-2 0-1,5 8 1,-5-1-1947,-2 1 2560,-3-1 0,3 1 0,2 0 0</inkml:trace>
  <inkml:trace contextRef="#ctx0" brushRef="#br0" timeOffset="302">1308 876 7813,'-20'-14'317,"6"-1"0,-6 3 0,6-2 1,-6 6 736,-1 6 0,-1 7 0,-2 7 1,-3 10-352,-2 2 1,0 2-1,7 1 1,3 4-771,4 3 1,-2-5-1,10 5 1,2-2-543,3-6 0,4-2 0,6-4-69,6-6 0,5-4 1,3-10-1,0 0-141,0 0 1,0-7 0,-1-3 0,1-2 628,0-5 0,-3 5 1,-2 0 1190,-2 2 0,-1 3-95,8 7 1,-7 2 0,-3 6-445,-3 6 0,6 5 0,-8 3 0,0 0-1057,3 0 1,-8 0-1,8-1 595,0 1 0,2 0 0,10 0 0</inkml:trace>
  <inkml:trace contextRef="#ctx0" brushRef="#br0" timeOffset="549">1874 658 8137,'22'0'1865,"-8"0"-1355,1 0 0,-11 13 1,4 6-1,-8 10-86,-8 5 1,4 9 0,-9 11 0,1-1-529,0 0 1,-2 5-1,-6-5 1,3 1-469,3-1 1,-1-5-1,-6-9 1,-1-8-389,0-6 1,8-9 0,-1-16-1,-2-2 960,-2-5 0,-3-15 0,0-12 0</inkml:trace>
  <inkml:trace contextRef="#ctx0" brushRef="#br0" timeOffset="683">1482 658 7836,'0'-21'0,"0"-1"-714,0 0 1,2 3 1323,5 4 0,6 15 0,11 17 0,5 12 175,7 15 1,5 2-1,5 14 1,5 6-390,7 4 0,5 2 0,2-9 0,1-5-1427,-1-7 1,0-5 0,1-2 1030,-1-1 0,0-9 0,1-3 0</inkml:trace>
  <inkml:trace contextRef="#ctx0" brushRef="#br0" timeOffset="1152">3115 1007 8330,'15'31'0,"-3"6"566,-3 4 0,8 12 1,-2 5-1,4 7-191,3 8 0,-8 14 1,-6-37-1,-1 2 0,0 1 1,0 0-192,0 1 0,-1 1 0,0-1 0,0 1 0,-4-1 0,0 1 0,2-2 0,0 0-191,-2-2 0,1 0 0,1 1 0,1 0 0,2 40 0,-2-7-382,-2-10 1,-3-10 0,0-9-1214,0-13 1,0-24 1601,0-26 0,0-24 0,0-25 0</inkml:trace>
  <inkml:trace contextRef="#ctx0" brushRef="#br0" timeOffset="1401">2984 833 8207,'15'-32'152,"-1"-4"1,8 4 0,7 6 0,0 6 411,3 6 1,2 9 0,9-2-1,1 7 21,-1 7 0,-7-2 0,1 9 0,-1 3-216,-2 3 0,5 9 0,-10 0 0,-5 0-2,-7 2 1,-7-4 0,-10 9 0,-3 3-335,-4 2 1,-5-5 0,-12-2 0,-3 0-488,-2 0 0,-10-5 0,3 5 0,-3-3-229,3-4 1,-3-10-1,8-5 1,2 0-2653,4 0 3335,-1-7 0,23-5 0,-6-12 0</inkml:trace>
  <inkml:trace contextRef="#ctx0" brushRef="#br0" timeOffset="1652">3594 898 8207,'22'10'347,"0"4"0,-10 6 1,-5 1-1,-5 3 174,-2 6 1,0 3-1,0 9 1,0-4-126,0-1 0,3-4 0,2 6 0,4-5-56,3-3 0,10-11 0,10-13 0,-1-5 88,1-2 1,6-9 0,-1-8 0,4-12-105,2-15 1,-9 1-1,-5-8 1,-7 5-619,-8 2 0,-4 8 0,-12 2 0,-6 3-265,-6 4 0,-13 3 0,-4 5 1,-1 2-172,1 2 1,-5 10 0,7-2 0,0 5-731,-3 2 0,15 0 1460,-5 0 0,6 0 0,-6 0 0</inkml:trace>
  <inkml:trace contextRef="#ctx0" brushRef="#br0" timeOffset="1934">4160 854 8207,'15'-19'1305,"-1"5"27,-9-6 0,2 20-967,-14 0 1,2 20 0,-9 16 0,-1 5-227,3 3 1,-5 6 0,10 1 0,2-2-45,3-4 0,2-1 0,2 0 0,5-3 138,8-5 0,4-7 1,5-14-1,3-8 35,2-5 1,7-14-1,-7-7 1,-2-10-288,-3-5 1,-12-2-1,-4-8 1,-6 0-353,-2 1 1,-10 2 0,-7 5 0,-9 6-537,-11 6 0,-4 3 0,0-1 1,3 2 906,1 6 0,11-5 0,-6 6 0</inkml:trace>
  <inkml:trace contextRef="#ctx0" brushRef="#br0" timeOffset="2435">4269 1442 8105,'15'0'486,"-1"-2"1,1-5-22,-3-8 0,14-14 1,-4-7-1,2-8-17,1-7 0,6-4 0,5-13 0,5-2-325,3-3 1,-10-7 0,-5 8 0,-5 2-195,-2 2 1,-3 3-1,-4 2 1,-8 5-238,-5 7 0,-2 2 1,0-1-1,0-6-145,0 0 0,-9 3 0,-6 10 0,-4 1 367,-3 6 1,0 0 0,1 12 212,-1 4 0,0 25 0,3 10 1,2 16-117,2 10 0,8 12 1,-5 6-1,2 6 152,5 7 0,3 6 1,2 9-1,2 3-413,6 4 0,4 3 0,-2-46 0,1-1 0,14 47-253,-11-48 1,1-1-1,11 29 1,11-4-1,-1-17 288,-2-11 1,7-18-1,-7-8 1,0-6 220,-5-9 1,-8-11-1,-6-7 1,-8-6 158,-4-2 0,-3 1 0,0-1 0,2 0 565,5 0 1,-4 1-1,4-1 222,-5 0 0,1 10-678,4 5 1,5 4 0,8 6-642,-6 4 1,5-2 0,-6 9-1,1 3 367,1 3 0,-11 1 0,6 1 0</inkml:trace>
  <inkml:trace contextRef="#ctx0" brushRef="#br0" timeOffset="2601">4944 658 7990,'0'-12'-376,"0"3"0</inkml:trace>
  <inkml:trace contextRef="#ctx0" brushRef="#br0" timeOffset="2951">5402 1312 8084,'0'21'99,"0"1"1,-3 0 482,-4 0 0,4-8 132,-4 1 1,-5-10-361,-2 2 1,4-7-1,3-10-298,4-12 1,-4 1 0,0-8 0,2 2-186,2-2 1,6 2-1,2-6 1,4-1-187,3 0 0,-4 5 0,6-5 0,3 2 169,3 6 0,-6 4 1,1 8-1,1 4 101,4 0 0,2 8 1,-1-3-1,1 10-65,0 9 0,2 8 0,3 5 0,2 4 110,-3 3 0,-1 2 0,-4 8 0</inkml:trace>
  <inkml:trace contextRef="#ctx0" brushRef="#br0" timeOffset="3549">5946 1029 8129,'0'-15'538,"0"1"168,0-3 1,-3 0 0,-4 0-154,-7 2 1,-6 10 0,-4-2 0,-2 5 51,-3 2 0,-10 7 0,3 3 1,-3 2-445,3 5 1,4 2-1,10 3 1,0-3-486,1-4 0,9 4-143,4-4 1,16 2 0,6-1 0,8-3 238,7-4 0,5 8 0,9 0 0,3 7 346,5 5 0,-5 10 1,5-3-1,-5 8 479,-3 7 1,1-3 0,0 10 0,-3 3 63,-5 2 1,-14 4 0,-15 3 0,-5 3-203,-2-3 1,-19 0 0,-12-2 0,-13 0-297,-7-5 1,-9-5-1,-1 0 1,-6-10-420,-6-9 0,0-7 0,8-13 0,2-5-301,5-6 0,15-8 0,13-10 0,6-12-538,3-12 1,8-9 0,9-6-1,11-4 741,15-2 1,9-4-1,13-3 1,2 1 550,4 3 1,8 7 0,15-7 0,-32 28 0,3 0 71,4-2 0,3 1 1,8-2-1,3 0 1,11-1-1,4 1 1,5-3-1,3 1-101,-23 11 1,1 0 0,1 0 0,3-1-1,2 1 1,0 0 0,4 2 0,1 0 0,-1 1-1,0 0 1,0 0 0,-1 0-334,-2 1 0,0 1 0,-2 0 0,29-8 0,-3 1 0,-3 4 0,-2 0 0,-3 0 0,-1 1 165,-1-1 0,-1 0 0,-1-3 0,-2-1 0,1 1 0,-2-1 0,-6 2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8:53.6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107 219 8169,'0'-22'88,"0"7"1,0 1 0,0-3 229,0-2 0,9-3 1,6 0-102,4 0 0,-4 8 0,-1-1 1,3 1-49,3 2 0,1 2 0,1 10 1,0 0-59,0 0 1,0 0 0,-3 2 0,-5 6-148,-6 6 0,-6 13 0,-2 4 0,0 3-220,0 5 1,-10 12 0,-7 4-1,-7 3-82,-5 0 0,-7 0 1,4 8-1,1-3 285,0-5 1,-6 2 0,8-11 0,3-8 236,1-10 0,11-9 0,2-5 81,2-3 0,5-11 1,13-1 25,6-7 0,13-9 0,4 4 1,1 1-348,-1-1 0,8 0 0,-3 5 0,5-4 56,3-3 0,-1-3 0,1-7 0</inkml:trace>
  <inkml:trace contextRef="#ctx0" brushRef="#br0" timeOffset="301">1261 66 8079,'14'0'445,"1"0"0,-10 3 28,2 4 0,-5 5 0,-2 10 0,-2 0-119,-5-1 1,-3 8 0,-7 3 0,3 4-223,-3 10 1,-3-2 0,-1 9 0,-4-2-303,-4-1 0,5 1 1,-5-7-1,5-1-731,2 1 1,0-3 900,1-5 0,-1-4 0,0-10 0</inkml:trace>
  <inkml:trace contextRef="#ctx0" brushRef="#br0" timeOffset="500">869 175 8079,'14'0'-147,"-1"2"1,-1 3 547,0 3 0,2 9 1,8-3-1,0 5 43,0 3 1,9 10-1,5 4 1,5 5-423,3 3 1,-8 2 0,1 2-1,1 3-994,3-3 0,1-2 972,-6-2 0,5-1 0,-7 1 0</inkml:trace>
  <inkml:trace contextRef="#ctx0" brushRef="#br0" timeOffset="851">1871 284 7993,'9'-32'108,"6"6"1,11-8 0,6 0 528,2 0 0,-5 8 1,7-3-1,3 4-152,2 4 1,0 9 0,-2 4 0,-5 6-32,-3 2 0,1 0 0,-8 5 0,-2 7-293,-10 10 1,0 7-1,-5-3 1,-5 6-160,-6 2 0,-8 2 0,-10 7 0,0 1-373,0-1 0,-7 1 0,-2 0 0,-1-1 54,1 1 0,2-1 1,7 1-1,0-1-267,0 1 1,8-13 0,2-6 544,2-8 1,15-13 0,14 1-1,13-12-311,9-15 0,-2 0 0,14-7 0,0 5-398,5 2 1,3 3 747,-3 4 0,5-4 0,-8 7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9:00.1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632 175 8117,'7'-22'0,"1"1"48,-3-1 1,-3 0 0,-2 0 91,0 0 0,-2 8 1,-6 2-1,-6 2 86,-6 5 1,6 3 0,-1 2 0,-2 0-32,-2 0 0,-3 2 1,1 3-1,-1 5-149,0 2 0,0 10 0,0 9 0,1 1 7,-1-1 0,-7 15 1,0-2-1,2 4-7,3 5 0,2 3 1,0 9-1,1 3 85,-1 5 0,0-3 1,0 7-1,1 1-1,-1-1 1,7 5-1,3 8 1,0 2-13,0 0 1,7-5 0,1-37-1,1 1 1,1 2 0,1 1-43,2 3 1,-2 0-1,-2-1 1,-1 1 0,0 5-1,1 0 1,0 0 0,1 2-86,1-1 0,0 2 0,1 1 0,0 1 0,0-1 0,0 1 0,0 0 0,0-1 11,0-1 1,0-2 0,0-3-1,0-1 1,0 1 0,0 1-1,0-1 1,0 1 45,-1 0 1,2-1 0,3-7 0,1 0-1,2 2 1,1-1 0,1-1 0,1 1 86,1-1 0,0 0 1,0 2-1,0 1 1,1 1-1,0 0 0,1 1 1,1 0 62,0-1 0,1 0 1,0-1-1,1-1 1,-3-1-1,1-1 1,1 0-1,1 0 25,1 2 0,0-1 0,12 40 0,-12-44 0,0 0 0,17 37 33,0-7 1,2-8 0,5 3-1,-2-5-90,-3-7 0,-2-12 1,2 0-1,-4-5-267,-1-3 0,-7-2 0,5-4 1,-7-8-531,-7-5 0,2-2 0,-8-3-1554,3-4 0,-7-8 2185,3-14 0,-6-5 0,-2-10 0</inkml:trace>
  <inkml:trace contextRef="#ctx0" brushRef="#br0" timeOffset="1719">1677 415 8154,'0'-15'78,"0"1"0,-2 2 0,-3-5 0,-4 4 567,-4 4 1,6 2-1,-7 9-278,-3 5 0,-3 8 0,-4 14 0,-2 7-204,-3 5 1,-1 5 0,6 5 0,0 7-127,2 5 1,-2 2 0,14-2-1,1-2-249,-1-3 1,5-5 0,12 0 0,8-14 46,4-12 0,13-3 0,4-17 1,3-5 105,-3-6 0,5-11 1,-7-12-1,0-4 121,-5-3 1,-5 0 0,-4-4-1,-6 4 79,-7 2 0,-7 3 1,-7 7-1,-10 3-298,-9 5 1,-8 4 0,-10 10 0,1 2-46,-1 6 0,-7 4 0,0 9 0,3 1-207,2 0 0,12 0 409,5 0 0,5 9 0,2 3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9:03.5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153 262 8063,'-21'-12'-80,"-1"-5"0,0 10 0,0 0 335,1-3 1,6 7 0,3-6-75,2-1 1,3 5-107,7-9 0,10 2 0,4-5 1,8 2-92,7-2 1,-2 5-1,6-2 1,1-3 45,0-3 0,0 6 1,5 2-1,-3 2 43,3 5 0,-5 3 0,0 2 1,-3 0 124,-4 0 1,-3 5 0,-2 7 0,-1 12 22,1 7 0,-7 6 0,-3 6 1,0 3-77,0 5 0,-7-5 0,5 7 0,-3-2-156,0 0 0,0 9 0,-7-4 0,0 0-406,0-6 0,0-4 1,0-2-1,0-3-764,0-5 0,0 3 1181,0-10 0,0 0 0,0-7 0</inkml:trace>
  <inkml:trace contextRef="#ctx0" brushRef="#br0" timeOffset="201">349 632 9371,'22'0'201,"0"0"0,2 0 0,5 0 0,7 0-111,6 0 0,8-2 0,4-3 0,1-5-152,6-2 1,-6 0 0,1-5 61,-3 3 0,-2-1 0,-7-7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9:05.2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1 131 8068,'12'-3'-1671,"-2"-1"2594,-1-4 1,-4 1 0,10 7-374,2 0 0,2 0 0,5 0 0,3 0-318,2 0 1,10 0 0,-3-2-1,5-3-543,3-2 0,-3-3 0,-3 5 1,-1-5-371,1-2 1,-6 7-1,-6-4 681,-9-1 0,3 8 0,-8-8 0</inkml:trace>
  <inkml:trace contextRef="#ctx0" brushRef="#br0" timeOffset="367">306 0 8068,'-15'8'114,"3"1"376,2 3 0,-6-4-135,1 6 1,-4-2 0,-1 5 0,3-2-1,3 2 1,7-1-1,-5 1 1,-1-2-174,1 2 0,5 2 0,-5 3 1,0 0-123,0 0 0,7-1 0,-2 1-344,4 0 1,3-8 0,3 1 16,4 2 0,-2-7 0,9-3 0,3-5 100,3-2 0,9 0 1,0 0-1,-3 0 259,-2 0 1,-2 3-1,0 1 1,0 6 227,0 2 1,-1-4-1,1 4 1,-3 0 160,-4 0 1,-5 2-1,-10 8-220,0 0 1,-3 0 0,-6-1-1,-11 1-265,-6 0 0,-11-7 1,6-3-1,-3 0-268,-5 0 0,8-7 0,-1 2 0,3-5-1055,0-2 1,0 0 1326,7 0 0,1-9 0,-1-3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9:08.0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1 8124,'22'0'-16,"0"0"1,-1 4 0,4 13 0,1 22 263,3 22 0,-9-12 0,-1 6 0,-1 10 0,0 5 0,3 8 0,-1 4-102,2 7 0,0 3 1,-8-26-1,0 0 1,-1 1-1,0 1 0,-1 1 1,-1-1-1,0 1 1,-2-1-1,0 1-140,0-1 1,0 1 0,-2 0-1,-2 1 1,-2 0 0,1 0 0,-1 0-1,-1-1 1,0 0 0,-1 1 0,-1-1-1,-1 0 160,0 0 0,-2-1 0,0 1 0,-3 1 0,-1 0 0,-2-2 0,-9 27 0,-3-1 0,-1 2 0,-2 1-66,8-31 0,-1-1 0,-1 0 1,-10 31-1,-2 0 0,4-4 1,-1-1-1,1-4 0,-1-2-254,0-2 0,1-1 0,0-2 1,1-1-1,3-3 0,0-2 0,1-1 1,-1 0-258,0-3 1,0-2 0,5-10-1,0-3 1,2-4 0,1-3 410,-10 37 0,7-12 0,0-15 0,0-7 0,3-5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9:06.5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368 82 8011,'20'-9'-116,"-6"-6"0,-4-4 745,-10-3 1,-10 10 0,-4 7 0,-8 10 10,-7 10 0,-5 6 1,-9 8-1,-1 8-162,0 4 1,11-5 0,4 0-1,4 3-413,4 2 0,-1 0 0,2-4 0,6-8-342,7-5 0,14-12 1,7-5-1,8-4-90,7-3 1,5-10-1,10-7 1,-3-7-40,-5-5 1,5-7-1,-7 7 1,0 4 439,-5 8 0,-5 8 192,-2 9 1,-3 5 0,-4 7-1,-8 12 34,-4 7 1,4 6 0,0 6 0,-2 1-543,-3-1 0,1-6 0,2-1 0,2 0-1750,-2-2 2032,-3-3 0,8 1 0,2 2 0</inkml:trace>
  <inkml:trace contextRef="#ctx0" brushRef="#br0" timeOffset="1016">477 213 8050,'12'0'-130,"-2"3"485,-10 4 0,0 5 1,0 10-1,0-1 119,0 1 1,0 10-1,2 4 1,3 5 34,3 3 1,-1 9 0,-7 5 0,0 5-158,0 2 0,0 5 1,0-2-1,0-5-120,0 0 0,0-3 0,0-4 0,0-10-88,0-7 0,0-13 0,0 3-1726,0-4-112,0-13 0,0-5 1694,0-14 0,0-5 0,0-10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49:14.61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66 436 8277,'-22'0'74,"10"-10"0,2-2 0,3-3 313,0 1 1,-1 7 0,8-8 0,3 0 94,4 3 1,5-9 0,12 1 0,5-6-302,8-1 0,-3 3 1,2 2-1,3 0-23,2 1 0,2 6 0,1 3 0,-1 2-79,1 5 1,-10 3-1,-5 4 1,-5 6-44,-2 6 0,-3 15 0,-4 7 0,-10 8-70,-10 7 1,-7 0 0,-13 9 0,-1 3-137,-3-2 0,-10 6 0,3 3 1,-5-2 81,-3 0 1,10-20-1,5 6 1,5-16 77,2-6 0,8-10 58,-1-8 0,13-12 0,2-2 0,12-12-120,7-7 1,5-3 0,3 0 0,4 1-276,3-1 0,-5 0 0,8 3 0,1 2-360,4 2 0,-1 1 707,-5-8 0,15 0 0,-5 0 0</inkml:trace>
  <inkml:trace contextRef="#ctx0" brushRef="#br0" timeOffset="183">1503 65 11109,'-15'10'0,"1"7"349,-3 10 0,5-1 0,-3 11 0,-2 4-492,-2 7 0,0-2 1,2 7-1,2-2-233,-2 0 0,5 0 376,-2-8 0,-1 1 0,-7-1 0</inkml:trace>
  <inkml:trace contextRef="#ctx0" brushRef="#br0" timeOffset="400">1067 153 8154,'0'-34'103,"3"2"0,2 10 0,4 3 499,4 5 0,1 4 0,8 10 0,0 2-75,-1 6 1,4 4-1,1 12 1,3 5-191,-2 7 1,7 3 0,2 2-1,5 0-239,3 5 0,-8 2 0,0-4 0,1 0-670,-4-1 0,6 3 0,-7 0 1,-1 0 571,1-5 0,6-2 0,-4 4 0</inkml:trace>
  <inkml:trace contextRef="#ctx0" brushRef="#br0" timeOffset="949">1982 240 8154,'0'-15'-108,"0"1"0,0 6 816,0-6 1,0-1-1,3-4-209,4 4 0,-2-4 1,9 5-174,3-6 1,-5 6-1,3-1 1,4 1-98,8 2 0,-3-5 1,5 9-1,-3 3-70,4 3 0,-6 2 0,5 0 0,-5 0-88,-2 0 1,-8 10-1,-2 4 1,-2 8-43,-5 7 0,-3-2 0,-2 9 0,-2 3-105,-5 2 0,-5-5 0,-13 0 1,-1 3-102,-3 2 1,0 10-1,7-3 1,2-4-216,6-5 1,4-13-1,13 3 466,4-4 0,7-13 0,16-5 0,6-5 38,5-2 1,12-7 0,5-3 0,5-2-175,3-5 0,-8 5 0,0-2 62,2-3 0,3-3 0,2-1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1:39.185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328 1 8183,'-37'0'0,"3"2"455,3 5 0,2 5 0,7 13 0,-2 1-24,-5 3 1,5 12 0,-5 3-1,4 12 140,4 7 1,9 2-1,4 0 1,6 1-415,2-1 1,2-7 0,6 0 0,8 0-513,11-2 0,7-5 0,7-15 0,-2-10-494,-3-9 1,0-7-1,8-10 1,0-2 77,-1-6 1,-9-4-1,-3-9 1,-2-1 770,0 0 0,-2-7 0,-10 0 0,-5 0-229,-2-3 0,4 6 0,-6-8 0,-4 0 458,-1 0 1,-3 8 0,0-6-1,0 3 626,0 0 0,0 0 1,-3 7 14,-4 0 1,-5 3 0,-7 7-599,4 12 1,-2 2-1,10 15 1,2 5-107,3 5 0,2 11 0,0-1 0,0 1-203,0-1 0,9 4 1,6-7-1,4 0-280,3-5 0,2-15 0,3-7 0,4-4 124,3-3 1,-5-5 0,5-7 0,-2-12 173,-6-8 0,-4 3 1,-5-5-1,-5 3 32,-2 4 0,-5 6 0,-13 4 1,-6 4-150,-6 4 1,-1-1 0,-1 5 0,0-2-861,0 2 1,0 0-1110,1-2 2105,9 5 0,-8-18 0,8 8 0</inkml:trace>
  <inkml:trace contextRef="#ctx0" brushRef="#br0" timeOffset="565">1003 349 8177,'2'19'-207,"3"-2"1,2-2 603,-2 2 0,0 2 0,0 3 1,4 0 78,3 0 1,-7 7 0,5 0 0,-3 0-135,0 2 0,3-7 0,-5 8 0,2-3-135,-2 0 0,-3 0 0,-2-7 0,0-1 142,0 1-342,0-10 0,-2-4 1,-3-18-1,-2-9-203,2-8 1,3-12 0,-1 3-1,-2-5 49,-2-3 0,0 1 0,7 2 0,0 4 186,0 8 0,7 5 0,3 5 262,2 4 0,2 8 0,8 14-207,0 8 1,0 14 0,-3 7-1,-2 5-991,-2 3 1,-1-3 896,8-5 0,0 5 0,-1-7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1:40.783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0 593 8426,'3'17'1275,"4"2"1,7 8-844,6 4 1,1-2 0,1 10 0,0 5-306,0 4 1,0 10 0,-1-7 0,1-3 48,0-2 0,-8-12 0,-2-5 0,1-7 181,-1-7 0,-5-8 1,5-14-1,-2-10-108,-5-10 1,-3-7 0,-2-9 0,2-1-328,6 0 0,-6-4 1,5 2-1,-4 5-615,-3 0 1,7 7 0,0 0 0,1 3-201,1 4 0,-4 3 0,7 2 0,0 0 29,0 0 0,3 10 0,7 5 178,-1 5 0,1 2 729,0 0 1,-10 2 275,-5 5 0,-4 5 0,-3 10 0,0 0 320,0 0 0,-8 0 0,-1 2 0,-1 2-119,0 3 1,1 10-1,4-3 1,-2 6-254,2 1 1,2 1-1,3-3 1,0-2-204,0-3 0,0-10 0,3 3 0,4-7 94,8-7 1,-3-6 0,2-11 0,3-5-35,3-8 0,-6-4 0,-2-5 0,0-3-37,0-2 0,-7-7 0,2 7 1,-4 2-105,-3 3 0,-3 9 1,-4 3-590,-7 3 1,2-1 0,-3 5-805,-2-2 1,5 0-1037,-3 7 2446,11 0 0,-6 9 0,10 3 0</inkml:trace>
  <inkml:trace contextRef="#ctx0" brushRef="#br0" timeOffset="249">675 288 8165,'0'-53'-574,"0"7"0,0-5 0,0 5 1249,0 3 0,7 16-178,1 5 0,6 25 1,-7 6-1,1 15-48,1 13 1,-6 6 0,7 6 0,-3 4-66,0 3 1,3 9 0,-5 8 0,2-1-293,-2 3 0,4-7 0,1 7 1,0 0-503,-1 5 1,6-13-1,-5-4 1,2-7-719,5-8 1,-5-11 0,2-11-622,3-9 1749,3-7 0,-8-10 0,-3 0 0</inkml:trace>
  <inkml:trace contextRef="#ctx0" brushRef="#br0" timeOffset="602">958 724 8165,'0'-15'-18,"3"3"271,4 2 0,-5 6 64,6 11 1,1 12 0,-1 13 0,-1 1-12,3 6 0,-1-5 0,8 2 0,-2 3-221,2 2 1,2-7-1,3-5 1,-1-5-14,1-2 1,0-7-1,0-3 1,0-5-150,-1-9 1,-1-8 0,-3-12 0,-3-2 49,3-5 1,-7 2-1,-3-7 1,-5 0 35,-2 1 0,0 4 1,0-5-1,0 2-36,0 6 0,-2 1 1,-3 4-24,-2-1 180,-10 10 1,15 12 0,-6 17 0,6 7 57,2 5 0,0 10 0,0-3 0,0 3-206,0-3 1,0 3 0,0-8 0,2 1-444,6-1 0,1-2 0,8-7 0,-2-3-851,2-4 1,-5-6 1311,2-9 0,10 0 0,10 0 0</inkml:trace>
  <inkml:trace contextRef="#ctx0" brushRef="#br0" timeOffset="783">1503 332 9500,'0'21'305,"0"1"0,7 2 1,3 5-1,2 5-273,5 0 0,-5 10 1,2-3-1,1 10-315,-3 4 283,7 3 0,-7 17 0,10 3 0</inkml:trace>
  <inkml:trace contextRef="#ctx0" brushRef="#br0" timeOffset="1069">1307 593 7935,'14'7'-253,"1"1"0,-8-1 0,8-7 0,1 0 432,4 0 1,2 0-1,-1 0 1,4 0 437,4 0 1,-5 0-1,7 0 1,-2 0-358,0 0 1,8 0 0,-8 2 0,0 3-113,2 2 0,-7 8 0,3-6 0,-8 4 40,-4 4 1,-1 2-1,6 5 1,-3 3-81,-3 2 0,-7 9 0,6-4 0,-1 3-297,0-1 1,-7-7-1,4 5 1,-2-3-1008,1-4 0,1-3 1196,-1-2 0,-6-10 0,8-2 0</inkml:trace>
  <inkml:trace contextRef="#ctx0" brushRef="#br0" timeOffset="1219">1851 441 8500,'-12'-13'186,"2"4"1,10 9 0</inkml:trace>
  <inkml:trace contextRef="#ctx0" brushRef="#br0" timeOffset="1767">2308 637 7951,'-14'7'372,"-1"0"0,8 3 0,-7-3 187,-3 8 0,5 4 0,-1 3 0,1-1-76,0 1 0,7 2 1,-2 3-1,5 2-266,2-2 0,0-3 1,2-5-371,5-4 1,6 2 0,8-10-49,1-2 1,0-12 0,0-8-1,-3-4-90,-4-3 0,1 0 1,-6 0 163,2 1 1,0-1 0,5 2-26,-2 6 0,-8 4 219,8 10 1,-1 10-1,5 4 85,-4 6 1,2 4 0,-7 3 0,-1 2-27,1-3 0,4 6 1,-6-3-1,-3-3 47,-3-1 1,5-4 0,0 1 0,-2 0-264,-2 0 2,-3-10 0,0-5 1,0-14-1,0-10-167,0-10 1,0-4 0,0-8 0,0 3 149,0-3 1,0 8 0,0-1 0,2 3 125,5 0 0,-2 2 0,10 10 0,2 5 115,2 3 0,5 1 0,3 11 0,2 4-212,-2 8 1,-1 6-1,1 6 1,2 4-780,-3 3 0,-4 0 855,-7 3 0,4 13 0,-7-4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1:43.902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88 1189 8129,'-22'0'-390,"8"2"0,-1 3 301,-2 2 0,7-2 1,3-12 296,5-8 1,2-7 0,0-4 0,0-6-221,0-1 0,9-6 0,3-10 0,3-1 74,0 1 0,-1 6 1,8 6-1,0 8 40,-1 5 0,-6 5 0,-1 4 0,3 10-5,3 10 1,-6 7 0,-2 13-1,0 4-22,1 7 1,-6 5 0,5 3-1,-2 2-124,-6 4 0,6-4 0,-3 5 0,1-7-51,1-8 0,-6-5 0,4-9 157,-5 0 1,-2-5 17,0-10 0,0-16 0,-2-23-26,-5-2 1,4-2 0,-6-8-1,1 1-43,1-1 0,0-7 0,7 1 0,2 1-80,5 3 0,-2 10 0,10 2 0,-1 3 63,-2 4 1,8 12 0,-6 8 0,6 5 20,1 2 1,-6 9 0,-1 6-1,3 7 52,3 7 0,-6-5 1,1 7-1,-1 1-9,-2 4 0,-2-2 1,-7 0-1,1 0-53,4 0 0,-1-5 0,-7 5 0,0-3 9,0-4 0,-3-6 1,-1-4-1,-6-4 67,-2-4 1,5-2-1,-5-9 1,2-5-79,5-8 1,0-7 0,0-4 0,-2-6 1,2-1 0,5-4 0,5-4 0,5 2 13,2 3 0,0 9 0,5-2 1,-3 5 11,3 2 0,3 8 0,1 2 1,1 2-59,0 5 1,7 10 0,0 5-1,-2 2-354,-3 5 0,-2 5 0,-1 4 0,1 6 387,0 2 0,0 2 0,0 7 0</inkml:trace>
  <inkml:trace contextRef="#ctx0" brushRef="#br0" timeOffset="331">1090 797 8579,'-10'-22'916,"-2"10"1,-10 5-394,0 4 1,8 6 0,2 4-1,-1 7-239,1 6 1,5 4 0,-5 3 0,2 4-360,6 3 0,1-5 0,3 5 1,0-3-390,0-4 1,0 4-1,0-2 1,3-2-434,4-3 0,2-9 1,8-3-392,-2-3 0,-8-1 1288,8-8 0,-10-10 0,4-5 0,-2-6-46,1-8 0,-1 2 1,-7-7-1,0 3 176,0 4 1,0 3 0,0 2 828,0 0 0,0 8-582,0-1 1,2 10-1,3 1 1,5 8-173,2 11 1,-5 7-1,8 4 1,2 6-887,2 2 0,3 0 681,0 2 0,-1 5 0,1-7 0</inkml:trace>
  <inkml:trace contextRef="#ctx0" brushRef="#br0" timeOffset="947">1482 710 8016,'0'14'-240,"0"1"1,0 2 462,0 2 1,-8 5 0,1 3 0,2 4-252,3 3 0,-1 2 1,-2 8-1,-2-1-294,2 1 0,-4 0 1,1-3 321,4-5 0,-9 5 0,1-7 0</inkml:trace>
  <inkml:trace contextRef="#ctx0" brushRef="#br0" timeOffset="1130">1264 710 8016,'14'2'755,"1"5"-422,2 8 0,2 11 0,3 6 0,0 2-272,-1 4 1,8 4-1,3 1 1,-1 1-62,1-1 0,7 1 0,-6-1 0</inkml:trace>
  <inkml:trace contextRef="#ctx0" brushRef="#br0" timeOffset="1564">2374 818 8036,'-9'22'11,"6"2"1,-4 3 0,5 5 492,2 1 0,0 4 0,0 9 0,2 7-111,5 12 0,3 1 0,7 9 0,-5 0-755,-2 4 1,4 1-1,-4 3 1,0-1-506,-1-7 1,-2-15 866,-7-9 0,0-5 0,0-2 0</inkml:trace>
  <inkml:trace contextRef="#ctx0" brushRef="#br0" timeOffset="1816">2135 710 8036,'9'-13'-32,"4"-3"1,8 8 0,1 3 607,0 3 1,0 2-1,-1 0 1,4 0-130,4 0 0,-3 10 1,8 2-1,-2 2-92,-6 1 0,-2 2 1,-4 9-1,-3 3-314,-3-2 1,-9 0 0,2-1 0,-7 6-384,-7 2 0,-5-5 1,-12 7-1,-3 0-374,-2-2 1,-2 5 0,4-10 0,-2-3-1956,2-1 2671,3-13 0,2-3 0,1-9 0</inkml:trace>
  <inkml:trace contextRef="#ctx0" brushRef="#br0" timeOffset="2083">2614 710 8036,'0'21'-300,"0"1"0,0 2 448,0 5 1,0 5 0,0 10 0,2-1 326,6 1 1,-4-1 0,11-1 0,2-6-95,2-7 0,3 0 0,2-7 0,3-8-36,2-2 0,7-12 0,-7-2 0,-2-15-61,-3-10 0,-2-9 0,-3 5 0,-4-1-228,-8 1 0,-5-6 0,-4 8 0,-5 0-149,-8-2 0,-4 7 0,-3-5-1657,0 4 1307,0 4 1,1 1 0,1 3 0,3 5-1,3 0-2509,-3 0 2952,-2 7 0,-3 5 0,0 12 0</inkml:trace>
  <inkml:trace contextRef="#ctx0" brushRef="#br0" timeOffset="2366">2962 818 8036,'15'-21'15,"-1"-1"1,1 0 343,-3 0 0,5 8 462,-10-1 0,8 13-509,-8 2 1,0 12-1,-7 17 1,0 7-126,0 5 0,-7 3 0,0 0 0,2-3-121,2-5 0,3 5 0,3-7 0,2 0-102,2-5 0,3-7 0,-3-8 112,7-7 0,6-7 0,2-7 0,-3-10 90,-5-9 1,3-8 0,-9-10 0,-4 1-2,-1-1 1,-3 3 0,0 2 0,-3 5-329,-4 3 0,-3 2 0,-6 10 0,1 2-1217,-2 2 0,-2 10-1156,-3-2 2536,10 5 0,-7 2 0,6 0 0</inkml:trace>
  <inkml:trace contextRef="#ctx0" brushRef="#br0" timeOffset="2832">3289 1232 8361,'0'-22'381,"0"1"0,0-1 0,0 0 1,2-2 153,6-5 1,4 0 0,7-12 0,-2-8-165,-2-4 0,-1 0 0,8-10 0,0-2-186,-1 4 0,-9-4 1,-2 7-1,-3-5-138,1-3 0,-3 11 0,-13 4 0,-4 5-203,0 3 0,-15-3 1,6 0-1,-4 2-407,1 10 0,2 8 0,1 6 318,-1 6 1,7 14 0,3 19-1,3 12 50,4 13 1,2 14-1,3 0 1,0 5 3,0 2 0,8 8 1,1 2-1,3 5-259,5 9 0,3-4 0,1 2 1,1-12 58,0-7 1,7-5-1,0-5 1,0-12 386,3-15 1,-8-4 0,5-20 236,-5-2 0,-5-12 1,-2-8-1,-5-4 11,-2-3 1,0-7 0,-5 0 0,4 5 381,3 7 1,-4 0-388,6 10 1,-2 2-1,5 12-68,-2 8 1,-8 11 0,5 3 0,0 0-389,0 3 1,-4-8 0,4 5 0,0-5 216,0-2 0,2-10 0,8-2 0</inkml:trace>
  <inkml:trace contextRef="#ctx0" brushRef="#br0" timeOffset="2966">3703 731 8036,'0'-21'-269,"-3"-1"0,-2 0-358,-2 0 0,0 8 887,7-1-260,0 10 0,10-4 0,2 9 0</inkml:trace>
  <inkml:trace contextRef="#ctx0" brushRef="#br0" timeOffset="3349">4051 1210 8040,'-14'8'255,"-1"-1"1,8 0 293,-8-7 0,3-2 1,-2-5-320,6-8 1,6-4 0,2-3 0,0-2-193,0-5 0,7 2 1,3-7-1,2 0 29,5 0 0,-5 8 0,3-3 0,2 7-100,2 7 0,3-1 0,-1 8 1,1 3 103,0 3 1,-7 14 0,-1 7-1,3 11-178,2 3 1,1 4-1,-3 6 1,-5-2-188,-3-4 0,8 4 0,-5-7 1,1 0 293,-6-5 0,5-5 0,0-2 0</inkml:trace>
  <inkml:trace contextRef="#ctx0" brushRef="#br0" timeOffset="3947">4683 818 8023,'-22'-12'271,"0"5"0,0 5 35,1 2 1,-1 9-121,0 6 0,3 4-265,4 3 0,5-7-127,10-1 0,3-9 0,4 2 0,8-4-25,4-3 0,3 0 1,2 0-1,3 0-41,2 0 1,7 2 0,-5 5 0,1 8 173,-1 4 0,6 5 0,-8 5 0,-5 8 621,-7 4 1,-8 19 0,-9 8 0,-4 9-35,-11 13 0,4-42 1,-5 1-1,-7 5 1,-4 1-1,-2-1 1,0 1-186,-2 0 0,-1-2 0,-2-2 0,0-2 0,0-4 0,0-1 0,1-5 0,-2-3-128,-28 22 1,15-21 0,5-18 0,13-19-94,14-19 0,6-13 0,12-14 1,6-2-182,6-3 1,18-10 0,11 1 0,13-8 59,7-4 0,-28 31 0,2 2 0,1 2 1,2 1-1,0 1 0,2 0 301,1 0 0,3 2 0,10 0 0,2 1 0,4-1 0,2 1 0,7-1 0,3 0-358,4 0 0,1 1 0,5 4 1,-1 3-1,-2 1 0,-2 2 0,-1 3 1,-1 1-394,-3 2 1,0 1 0,-6 1-1,-1 1 1,-9 5 0,-2 2 0,38-1 487,-16 4 0,-18 3 0,-16 0 0,-15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4:21.4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 7432,'0'31'-1,"-7"-6"0,0 6 0,2-2 785,2 0 1,-4 10 0,0-3 0,2 5-636,3 3 1,2-8-1,0 0-149,0 3 0,0 12 0,0 5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4:22.4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22 196 7919,'-12'-9'412,"2"4"594,10-10 1,0 1-620,0-8 1,10 0 0,5 3 0,4 2-133,3 2 1,7 8-1,2-5 1,1 0-25,-1 0 0,1 7 0,-6-2 0,3 4-43,-2 3 1,-3 0-1,-2 0 1,0 3-139,-1 4 1,-6 5 0,-3 12-157,-2 5 1,-6-2-1,-11 7 1,-7 0-148,-6-1 1,-1 4-1,-1 6 1,0 1 40,0-1 1,-7-9 0,3-5 0,4-4 165,5-4 0,12 1 101,-2 0 0,7-10 1,7-5-1,8-4-412,4-3 1,12-8 0,6-1 0,4-1-320,2 0 1,1 3 0,-1 7 675,1 0 0,0-10 0,-1-2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4:23.3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44 175 6424,'-14'0'5201,"-1"0"-4571,10-10 1,-4-2-453,9-9 0,2-1 0,5 2 0,8 4-63,4 1 1,-2 3 0,2-5 0,6 5-65,-1 2 1,0 3 0,-2 7 0,0 0-191,-1 0 0,1 0 0,-3 2 0,-4 8-34,-8 12 0,-4 0 0,-3 9 0,0-2 31,0 0 1,-3 7-1,-4-4 1,-8-1-141,-4 1 1,0-3 0,2-7-1,5-1-1470,2 1 1207,-7-10 0,17-2 0,0-10 0,12 0 252,8 0 1,1 0 0,1 0 331,0 0 1,0 2 0,-1 6 366,1 6 1,-10 8 0,-4 4-1,-6 4 328,-2-4 0,-2-2 1,-3-2-1,-5 2-215,-2 5 1,-5-12-1,-10 5 1,-2-5-465,3-5 1,-6 0 0,3-7 0,3 2-2391,1-2 2335,13-2 0,-7-13 0,7-2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4:25.5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349 109 8034,'0'-22'360,"0"0"1,0 1 310,0-1 0,-9 10 0,-6 4-157,-4 6 1,2 4-1,-3 8 1,-4 12-321,0 12 0,-7 7 1,2 5-1,2 5-200,3 7 0,4 5 1,3 4-1,5 4-171,3 1 0,1-2 1,8-9-1,3-6-112,4-1 1,12-13 0,11-15-1,-1-9 215,2-9 0,0-6 1,6-4-1,-6-8 176,1-12 1,-15-2 0,4-10 0,-4 0-10,-5 0 1,-2 8 0,-10-3 0,-2 5-154,-6 2 0,-4 2 0,-9 3 0,-4 5-330,-4 3 1,-2 1 0,-8 11 0,5 4-83,3 8 1,-5 4 0,6 3-1,6 0 472,7-1 0,-2 11 0,7 2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4:23.8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131 828 8042,'-19'2'1171,"4"5"1,8 8-539,5 4 0,2 3 0,2 0 1,5-1-568,8 1 0,12 0 0,4 0 0,3-3-345,5-4 0,-5 2 0,2-8 1,0 1-969,-2 0 0,5-3 1247,-10-7 0,9-10 0,-4-2 0</inkml:trace>
  <inkml:trace contextRef="#ctx0" brushRef="#br0" timeOffset="134">502 675 8042,'-8'-14'225,"1"-1"1,-7 13-1,6 4 1,3 17 477,3 15 0,2 10 0,0 7 1,0 7-445,0 5 1,7 4 0,3 6 0,0 4-1000,-1 1 1,8 11 739,-2-9 0,4 10 0,3-13 0</inkml:trace>
  <inkml:trace contextRef="#ctx0" brushRef="#br0" timeOffset="2980">1 2722 8046,'7'-22'409,"0"1"10,-2-1 0,7 0 1,0 0-1,3 0 12,-1 1 1,1-1 0,7-2-1,-1-3 48,1-2 1,7 0 0,0 10 0,0 2-135,3 2 1,-8 3 0,7-2-316,1 6 1,-8 6 0,5 2 0,-7 2-144,-8 6 0,-4 11 1,-10 12-1,0 3-220,0 5 1,0 12-1,-2 7 1,-6 7-52,-6 8 1,-3-5 0,0 7-1,5-3 172,2 1 0,-4-3 1,6-10-1,4-6 410,1-8 0,6-8 0,4-18 0,7-6 29,6-7 0,-6-7 0,1-7 1,2-10 142,2-9 1,-7-6-1,-5-7 1,-4 3-196,-3-3 1,0-2 0,-3 0 0,-4 2-487,-7 3 0,-8 10 0,-5-6 1,-4 3-345,-3 0 1,7 0 0,-4 7 0,2 0 654,0 1 0,-10-1 0,5 0 0</inkml:trace>
  <inkml:trace contextRef="#ctx0" brushRef="#br0" timeOffset="5301">153 4508 7977,'0'22'138,"3"-1"1,1 4 0,4 1 696,-4 3 1,-1 12 0,-1 0 0,3 10-341,2 5 0,3 0 0,-5 4 0,5-2-696,2 3 0,-5-8 1,5 0-1,0-5-1370,0-4 1,-4-5 1570,6-17 0,1-1 0,6 1 0</inkml:trace>
  <inkml:trace contextRef="#ctx0" brushRef="#br0" timeOffset="5566">502 4617 7977,'12'-22'70,"-3"0"0,-1 0 203,-1 1 1,10-1-1,-5 0 1,2 3 285,1 4 1,7-2 0,7 8 0,-3-1-322,-1 0 0,-1 3 0,2 9-141,3 6 0,-2-1 0,-10 12 0,-5 5 16,-2 1 1,-3 8 0,-9 4 0,-6 4-92,-6 2 1,-6 8-1,-1 0 1,-1-3-118,0-2 1,8-4 0,1-6-1,4-7-189,4-5 0,5-5 1,7-4-186,8-8 1,14-14 0,9-10 0,11-10-353,9-9 0,-2-5 1,-1 0 820,-2 5 0,8-15 0,-5 5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4:24.7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1548 2091 11321,'29'-3'293,"1"-1"1,-4-4-732,-2 3 1,8-4 0,4-1 0,3 0-2113,-3 1 2550,-4-8 0,-1 5 0,3-10 0</inkml:trace>
  <inkml:trace contextRef="#ctx0" brushRef="#br0" timeOffset="200">1636 2113 8031,'-15'7'0,"3"3"330,2 2 0,-4 2 0,6 8 202,4 0 1,1 2 0,6 2-1,4 4-202,7-4 1,6 6-1,4-3 1,3-3 36,2-2 1,2-2-1,-4 2 1,2 1-40,-3-4 0,-4 6 0,-7-12 0,-6 4-439,1 3 0,-8-1 0,3 1-624,-10 0 0,-9-8 1,-13-1-1,-2-4-2842,3-4 3577,1-2 0,-6-13 0,-3-2 0</inkml:trace>
  <inkml:trace contextRef="#ctx0" brushRef="#br0" timeOffset="333">1548 2113 8031,'13'-10'912,"6"0"1,-5-7-323,6 3 0,2 9 0,2-2 0,5 4-284,7 3 1,5-7 0,3 0-1,-1 2-655,1 2 1,-1 3 0,1 0 348,0 0 0,-1-9 0,1-3 0</inkml:trace>
  <inkml:trace contextRef="#ctx0" brushRef="#br0" timeOffset="2833">1788 4421 7423,'12'-34'-242,"-2"3"0,-10 9 0,0 0 1323,0 0 1,0 0 0,0 1 0,-3 1-413,-4 6 1,-5-3 0,-10 10 0,0 2 9,1 2 0,-8 3 0,-3 0 1,1 3-298,-1 4 0,-6 12 1,4 13-1,0 2-349,5 4 0,5 4 1,4-1-1,3-3-684,3-1 1,9-3 0,0 2 128,10-7 0,7-15 1,12-6-1,3-6-203,2-2 1,7-10 0,-4-7 0,1-7 322,6-5 1,-7-2 0,-3 4-1,-5-2 274,-2 3 1,-1-1-1,1 0 1,-2-2 289,-6 3 0,3 9 0,-7 2 556,2-2 1,-7 12-142,2 13 1,-5 6 0,-2 25 0,3 4-113,4 6 1,-5 11 0,6-2 0,-3 5-628,2 3 1,-2-1 0,7 0-1,0-2-696,0-5 0,-5-4 1,8-11-1,2-4 858,2-10 0,3 0 0,0-17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4:28.5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22 211 8049,'-9'12'911,"6"0"0,-4-4-445,5 6 0,2-2 0,0 5 1,0 5-120,0 5 1,0 11-1,0-1 1,0 4-263,0 2 0,7 3 0,3 3 0,2 1-526,5-1 1,-5-3-1,0-5 1,0-5-1415,0-7 0,-5-7 1855,8-7 0,-10-6 0,4-9 0</inkml:trace>
  <inkml:trace contextRef="#ctx0" brushRef="#br0" timeOffset="184">240 81 7812,'12'-22'180,"-4"0"1,-4 7 535,4 1 1,4 9-1,10 3-214,-1 14 1,-6 5-1,-1 19 1,1 3-234,-3 2 1,5 5 0,-7 2 0,2 3-709,5-3 0,-5 6 1,0-3-1,0-3-2113,0-2 2552,-7-3 0,14 11 0,-7 1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4:27.8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0 8033,'0'15'688,"-3"-3"1,-2 0-104,-2 0 0,0 10 0,7 9 0,0 1-375,0-1 1,0 8-1,0 0 1,0 7-449,0 5 1,7-1-1,3-6 1,-1 0-730,1-1 1,5 1-1,-6-3 967,3-5 0,3 5 0,7-7 0</inkml:trace>
  <inkml:trace contextRef="#ctx0" brushRef="#br0" timeOffset="268">284 240 8033,'12'2'478,"-5"6"1,-4-3 0,-3 9 0,0 5-133,0 8 1,0-3-1,2 8 1,3-3-213,2 0 1,10 7 0,-2-7 0,6-5 20,8-7 1,-2-7 0,9-10 0,3-3-11,2-4 0,-7-15 1,-5-14-1,-5-5-179,-2-3 0,-10 1 1,-5-1-1,-4 3-42,-3 5 0,-3-3 0,-6 10 0,-11 3-126,-6 1 0,-13 13 1,5 5-1,-2 5-118,0 2 1,7 2-1,-5 5 1,2 8-166,6 4 1,9 3 0,5 0 484,2-1 0,3 11 0,7 2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4:26.1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66 109 8029,'-10'-12'465,"5"2"409,-9 10 0,2-2 889,-3-6-1333,5 6 0,13-10-368,4 5 1,5 2-1,10-7 1,2 2 77,5 5 1,-5-4 0,5 1 0,-2 3 48,2 3 1,-5 2 0,5 2-1,-4 6 118,-4 6 0,4 6 0,-1 4 0,0 5-204,-5 7 0,-2 12 0,5 6 0,-3 1-450,-4 6 0,2-5 0,-10-1 1,0 1-559,3-1 0,-8-13 0,6-1 905,-6-7 0,-2-5 0,0-8 0</inkml:trace>
  <inkml:trace contextRef="#ctx0" brushRef="#br0" timeOffset="167">131 436 7202,'0'12'1184,"3"0"1,4-7-1,10 2-1001,9-2 0,8-3 0,12-2 1,3 0-407,1 0 1,13 0 0,0 0 222,7 0 0,3-10 0,-8-2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4:32.6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13 8020,'0'-12'1261,"0"26"0,0 18-751,0 4 1,0 3-1,0 4 1,0 3-615,0 5 0,0-5 0,0 7 0,2-2-870,6 0 1,-6-3 0,5-9 973,-4-3 0,7 10 0,2 10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4:35.8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544 676 7070,'-21'0'181,"-1"0"1,0 0 0,-2 0 779,-5 0 0,5 0 0,-5 0 1,4 2-633,4 5 0,1 5 1,6 10-309,7 0 1,4 0-290,3-1 1,10-8 0,4-6 0,6-5 66,1-2 1,1-7 0,0-3 0,-3-2 72,-4-5 0,4-2 0,-7-3 120,0 0 1,5 1 0,-9-1 0,-4 0-673,-1 0 1,4 1 129,0-1 0,3 2 0,-5 3 186,2 3 0,0 12 350,-7 2 0,-2 2 1,-3 12-1,-2 3 85,2 3 1,0-6 0,0 1 775,-2 2-328,0 2 0,9-9-183,6-10 0,-4-10 0,11-12 0,-1 1 46,-1-1 0,6-10 0,-5-4 1,6-5-135,2-3 1,-1-7 0,1 1-1,-3 1-104,-4 3 1,2 3 0,-10-3-1,0 0-411,3 2 22,-7 6 1,6 38 0,-9 14 0,0 20 159,0 14 1,0 8 0,0 14 0,0 5 139,0 5 0,0 17 1,0-5-1,0-42 1,0 1-83,0 4 1,0 2 0,1 7-1,1 2 1,0 0 0,0-1 0,3 1-1,0 1-269,1 0 0,0-1 0,-2-9 0,-1-3 0,4-3 0,1-2 0,9 30 209,2-20 0,3-18 0,0-32 371,0-16 0,-10-5 0,-5-19 1,-7-1-81,-7-4 1,-5-5 0,-10-5 0,-2-3-153,-5-2 1,-8 3 0,-13 9 0,-9 6-705,-3 1 1,-21-4-1,-4 9 1,0 5 622,5 5 0,7 13 0,12-4 1,7 8 697,13 8 0,11 4 0,18 9 1,6 1 245,6 0 1,21-3 0,13-4-1,16-8-879,18-4 1,18-6-1,-33 0 1,2-1-1,3-3 1,0-3-1478,2-3 0,0-1 1164,0 4 0,0-4 1,1-10-1,0-3 1,2 4-1,-1 0 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4:36.3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23 415 8009,'-3'-15'0,"-1"1"0,-4-3 510,3-3 0,3 6 0,4-1 0,3-2-89,3-2 1,16 4 0,-3 1-1,6-3-27,5-2 1,1-1 0,11 3 0,0 5-73,-1 3 1,1 1-1,-1 8 1,-2 0-313,-4 0 1,1 0 0,-11 3 0,-5 4-143,-5 8 0,-12 4 0,-1 5 0,-8 3-311,-11 2 0,-12 9 1,-4-1-1,-3 4 35,-5 2 1,-2 1 0,-2 0 0,-1-3 164,1-5 1,9-5 0,5-9 0,4-2 560,4-6 1,11-4-123,10-10 1,12-8 0,15-1 0,4-3-218,3-5 0,2 5 1,10 0-1,3-1-360,1 1 1,1 8-1,-7-4 1,-1 3 380,1-2 0,0 5 0,-1-8 0</inkml:trace>
  <inkml:trace contextRef="#ctx0" brushRef="#br0" timeOffset="218">1438 110 7566,'0'-12'1505,"-2"4"0,-3 16-1195,-2 6 1,-10 8 0,2 5 0,-4 4-273,-3 3 0,0 2 0,1 8 1,-1-1-532,0 1 1,-7-1-1,0 1 1,0-3 492,-3-5 0,8 6 0,-7-9 0</inkml:trace>
  <inkml:trace contextRef="#ctx0" brushRef="#br0" timeOffset="386">1090 1 8158,'14'10'612,"1"4"0,-1 5 0,8 6 0,2 4-434,5 7 1,5-2-1,10 2 1,-1 3-513,1 2 0,-1 3 1,-1-1 333,-6 1 0,5-10 0,-7-3 0</inkml:trace>
  <inkml:trace contextRef="#ctx0" brushRef="#br0" timeOffset="753">1787 219 8048,'21'-22'0,"1"0"230,0 0 0,0 1 1,2 1-1,3 3 187,2 3 1,0 6 0,-8-4 0,1 3 18,0 4 0,0 2 0,0 6 0,-1 4-216,1 8 0,-10-3 1,-5 5-1,-4 4-336,-3 6 1,0 9 0,-3-4 0,-4 2 91,-7 4 0,-6-4 1,-1 3-1,-4 1-210,-4 3 1,12-7-1,-4-5 1,4-4 513,5-4 0,2-6 211,10-1 0,10-11 0,6-3 0,11-12-189,9-8 1,13-1 0,4-1 0,0 0-645,0 0 1,6 0 0,-9 1 0,-1 1-969,-3 6 0,-5-3 1310,-5 10 0,5-10 0,-7 5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4:33.2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1 479 8058,'0'-31'98,"0"7"0,0-5 357,0 5 0,2 11 0,3 9 0,2 8 40,-2 11 0,0 14 0,0 7 0,2 5-268,-2 3 1,-3 2 0,-2 2 0,0 3-274,0-2 0,8-3 1,-1-3-1,-2 1-71,-3-1 1,-2 1 0,0-3-1,0-2-382,0-3 0,0-7 1,0 5 130,0-3 0,0-14 627,0-17 0,3-10 0,1-11 0,6-3-55,2-6 1,3-3 0,7-11 0,-1 0 19,1 1 0,0-1 0,-3 3 0,1 0-292,1-2 0,-11 11 0,12-9 0,-5 7-141,-5 7 0,5 3 296,-10 3 1,0 11 0,-9 12 417,-5 18 0,2 4 1,-7 12-1,0 3 75,0 2 0,4 5 1,-4 0-1,2 0-196,6-5 0,1-2 0,3 2 0,3-2-870,4-3 0,-2-10 0,9 1 1,3-8-579,3-4 1,4-10-1,2 2 1,3-5-822,-2-2 1,-3 0 1884,-2 0 0,0-9 0,0-3 0</inkml:trace>
  <inkml:trace contextRef="#ctx0" brushRef="#br0" timeOffset="350">567 1089 8058,'10'12'349,"-5"5"4,9-10 0,1 1-9,6-8 1,-6 0 0,-1-3 0,1-4-28,-3-7 0,7-6 0,-4-2 0,2 1-216,-3-1 1,3 0 0,-7-2 0,0-3-63,-1-2 0,1 7 0,-5 8 0,2-3-157,-2-2 0,-3-3 0,-2 0-2,0 0 0,-9 3 425,-6 4 0,-4 6 0,-3 11 110,0 5 0,8 13 0,2 9 0,2 0-225,5 2 0,0-7 0,0 8 1,-2-3-391,2 0 1,3 0 0,4-7-1,3 0-646,2-1 1,10 1-1,-4 0 1,1-3-445,1-4 0,-1-3 1290,8-5 0,9-4 0,3 6 0</inkml:trace>
  <inkml:trace contextRef="#ctx0" brushRef="#br0" timeOffset="818">1090 937 7670,'0'34'-392,"0"-5"1,0-5 0,0-2 1371,0-1 1,2 1 0,3 0-71,2 0 1,0-8-199,-7 1 0,8-8 346,-1 8-755,0-11 1,-14-4 0,0-14-127,2-6 1,2-9 0,3-2 0,0-3-132,0-5 0,0 1 0,3-1 0,2 3-213,2-3 0,10 0 0,-5 1 0,3 4-710,-1 2 0,1 3 0,6 10-157,1 4 0,0 6 0,0 11 1034,-1 5 0,1 5 0,0 10 0</inkml:trace>
  <inkml:trace contextRef="#ctx0" brushRef="#br0" timeOffset="1285">1525 937 7987,'0'21'-352,"0"1"0,0 0 99,0 0 1,-2 0 1428,-5-1 0,2-9-691,-10-4 0,8-6 0,-5-4-316,2-6 1,3-4 0,7-9 0,0-1-107,0 0 1,2-2 0,3-3 0,5-2 92,2 3 0,0 1 0,5 4 1,-2 1 191,1 6 0,-3-3 0,1 10 95,3 2 0,2 5 0,1 9 1,-3 11-312,-3 6 0,-9 13 0,5 0 1,-3 7-651,0 5 0,0-1 1,-4-6-1,2-1 518,2 1 0,10 0 0,-5-1 0</inkml:trace>
  <inkml:trace contextRef="#ctx0" brushRef="#br0" timeOffset="1635">1852 1024 8192,'-15'7'864,"1"0"0,9 3-151,-2-3 0,7-4-577,7 4 0,5-5 0,10-4 1,0-5-139,-1-8 0,1-2 1,0-2-1,0 0-249,0-6 0,-1-1 1,1 4-1,-3 0-37,-4 0 0,2 8 0,-7-1 0,-1-2 179,1-2 1,-3-3-1,-7 1 340,0-1 1,-2 10 0,-5 4-1,-8 6 634,-4 2 1,-3 0 0,0 2-375,0 6 0,1 4 0,1 12 0,3 5-219,3 7 0,2 5 0,-3 5 0,8 3-180,4 2 1,3 7 0,3-5 0,4 0-549,8 0 1,4-12 0,3-11 0,0-9-448,-1-6 1,8-6 0,0-11 0,-2-8-692,-3-11 1594,-2-11 0,0-21 0,0-3 0</inkml:trace>
  <inkml:trace contextRef="#ctx0" brushRef="#br0" timeOffset="1802">2222 0 7987,'0'44'259,"0"-1"1,0 8-1,3 5 1,1 4 502,4 8 0,1 10 0,-4-3 1,5 2-595,2 5 0,-5-4 0,8 2 0,-1-1-741,-2-1 1,8-6 572,-6-14 0,6 5 0,1-7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4:31.8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1 281 8094,'21'-9'-31,"-6"-3"0,-1-13 0,3-1 285,3-3 0,2-3 0,-1 6 0,1-3 120,0 2 1,0 5 0,-3 5 0,-2 5-37,-3 2 1,-9 6 0,5 11 0,-3 7-126,1 6 1,-1 14 0,-10 7-1,-1 7-143,-4 1 1,-6 6 0,6 3-1,1 5-327,-2 2 1,6 3 0,-4 2 0,4 1-337,3-9 0,0 1 0,0-12 1,3-7 197,4-13 1,-2-4-1,9-20 1,1-4 448,-3-8 0,7-7 0,-6-13 0,1-4-1,1-7 0,-8-5 0,5-3 0,-2 1 95,-6-1 0,1 1 0,0-1 0,2-2-255,-2-5 1,0 8 0,0-3-1,2 10-14,-2 4 0,5 3 325,-3 7 1,0 13 0,-4 11 0,1 15-61,4 10 1,-1 14-1,-7 0 1,0 7-7,0 1 0,0 6 0,0 1 1,2 2-454,6 0 0,-4-10 1,11 3-1,2-5 315,2-2 0,3-10 0,0-3 0</inkml:trace>
  <inkml:trace contextRef="#ctx0" brushRef="#br0" timeOffset="484">850 434 7856,'-10'-12'-63,"-2"-5"0,-7 7 1285,4-2 1,-4 7-847,4-2 1,6 14 0,1 10 0,6 7-262,2 5 1,0 12 0,0 1-1,2 8-109,6 6 1,-3-5-1,7 4 1,0 1-149,0 0 0,-5-5 0,5 4 0,-2-2 203,-5-4 0,-3-6 1,-2-4-1,0-5 41,0-3 1,-10-9 0,-4-10 0,-5-2 11,-3-5 0,0-3 0,0-4 0,1-5-78,-1-8 0,7-12 1,3-2-1,2 3-120,6 2 0,1-5 0,6-1 0,4 4-206,7 2 0,6 2 0,2 0 1,-1 3 82,1 4 1,7-2 0,0 10 0,0 0 140,3-3 1,-8 8 0,7-8-1,-2 3 282,0 0 1,3-3 0,-6 5 0,3-5 36,-2-2 1,5-2 0,-3-6-1,-3 1-161,-2-3 0,-9 5 1,-3-12-1,-2 5-145,-5 2 0,-3 0 0,-2 1-6,0-1 0,-10 7 0,-4 3 1,-6 3 42,-1 4 1,-1 2-1,0 3 1,0 3 165,0 4 0,1 5 0,1 10 0,3 2 143,3 5 1,9-2 0,-2 9 0,4 0-140,3-2 1,0 5-1,3-8 1,6 1-482,13-1 1,10-2 0,14-7 0,4-3-2565,9-4 2891,3-5 0,23-20 0,5-2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5:32.7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347 0 8197,'-44'75'-77,"1"5"1,17-33 0,1 3 0,0 5-1,2 4 1,0 8 0,2 4 27,0 9 1,3 4 0,5 11-1,2 4 1,2-26 0,1 2-1,1 2 1,1 5 0,1 2 0,1 2-37,1 5 1,-1 3 0,2 1-1,0-20 1,0 1 0,1 1-1,1 0 1,0 4 0,1 0-1,1 1 1,0 1 0,0 3 0,1 2-1,0 0 1,1 1 165,0 2 0,1 1 1,1 1-1,-2 1 0,0 3 1,-1 1-1,0 0 1,2 1-1,1-1 0,0 0 1,2 0-1,-2 0 1,0-5-1,-1 0 0,0-1 1,1 0 37,0-3 1,-1-1-1,1-1 1,1 0-1,1-6 1,1 0-1,1-1 1,0 0-1,-1-4 1,0-1 0,1 0-1,0-1 1,5 19-1,1-1 1,2-2-84,0-4 0,2-3 0,0 0 1,-2-4-1,0-1 0,1-3 1,9 23-1,0-5 0,0-2 1,0-2-176,0-8 0,-1-3 1,-3-6-1,1-3 0,0-11 1,1-3-1,-4-7 0,1-4-748,21 26 0,7-7 0,0-12 887,-3-3 0,-4-2 0,6-2 0,11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5:31.6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8026,'0'33'175,"0"9"0,0-6 0,0 5 267,0 3 0,0 16 0,0 5 0,0 3-101,0 0 1,2-3 0,3 3 0,2 0-916,-2-3 1,5-2 0,-1-17 573,3-3 0,3 6 0,7-15 0</inkml:trace>
  <inkml:trace contextRef="#ctx0" brushRef="#br0" timeOffset="266">501 175 8026,'-21'12'442,"-1"7"0,0-2 1,0 10-83,1 9 1,1 8 0,3 6 0,3 6-44,-3 0 1,7 14 0,3-7 0,4-3-195,3-6 1,3-9-1,7-3 1,9-8-40,7-13 0,4-9 1,-9-14-1,3-8 148,6-11 0,-6-9 0,5-8 0,-7 1-54,-8-1 0,-4-1 0,-10 0 1,0 3-269,0-3 1,-3 8-1,-4 4 1,-7 8-392,-6 4 0,-4 3 1,-3-2 480,-2 6 0,-9 6 0,4 2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5:30.2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88 8329,'9'-13'1003,"-4"13"0,7 17 1,0 10-593,0 9 1,-7 5-1,5 5 1,-3 3-369,0 2 0,3 2 0,-5-5 0,2 3-943,-2-3 0,5-2 1,-1-4 899,3-6 0,3-5 0,7-9 0</inkml:trace>
  <inkml:trace contextRef="#ctx0" brushRef="#br0" timeOffset="282">262 131 9177,'2'-19'826,"6"2"-541,6 2 0,5 10 0,3-4 1,0 1-175,0 1 0,0-7 0,-1 6 1,1 1-726,0-2 1,0 6-1,-1-4-772,1 4 1,0 3 1385,0 0 0,-10 10 0,-2 2 0</inkml:trace>
  <inkml:trace contextRef="#ctx0" brushRef="#br0" timeOffset="750">414 109 8002,'-7'15'56,"0"-1"0,-3-9 1,5 5 1012,-2 0 1,-3 2-288,3 9 1,5 1-619,-6 0 1,6-8 17,2 1 0,2-3-163,6 3 0,4-6 0,10-9-60,-1 0 0,1 0 0,0 3 0,0 2 179,-1 2 1,1 2 0,0-1-1,2 6 201,5 6 1,-12-3-1,5 2 1,-5 5 58,-5 0 1,-2 8-1,-10-1 1,0 3-40,0 5 0,-10-5 0,-5 0 0,-6-1-591,-8 1 1,4-7 0,-4 0 0,5-8-1059,2-5 1,1-9-1,-1 3 1290,0-6 0,0-12 0,1-2 0</inkml:trace>
  <inkml:trace contextRef="#ctx0" brushRef="#br0" timeOffset="949">589 66 8002,'12'-3'819,"-3"-2"-661,1-2 1,2 0-476,10 7 0,0 0 317,-1 0 0,11 0 0,2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5:29.4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11834,'0'36'0,"0"1"345,0 1 1,0 3 0,0 5-1,0 3-250,0 2 0,7 7 1,1-5-1,-4 3-683,-1 4 1,-1-4 0,3-1 0,2-4 587,-2-10 0,7 3 0,0-10 0</inkml:trace>
  <inkml:trace contextRef="#ctx0" brushRef="#br0" timeOffset="334">218 88 8368,'12'3'1276,"-2"4"-1043,-1 7 1,-4 6 0,10 1 0,2 1-225,2 0 1,3 0 0,0 0-1,-1-1-344,1 1 0,2-3 0,3-2 1,2-5-8,-2-2 0,-3-3 1,-2-9-1,-1-3-19,1-2 1,-7-17 0,-3-1-1,-3-4 240,-4-2 0,-2-5 0,-3 4 0,0 1 394,0-1 1,0 3 0,-3 8 403,-4-1 0,2 10 0,-7 7-305,2 10 0,3 16 0,7 16 1,0 6-209,0 8 0,0 5 1,0 9-1,0 3-496,0 4 1,0 1 0,0 9 331,0 1 0,0 6 0,0-12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5:28.5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76 8158,'0'-13'0,"-7"-6"1065,-1 5 1,-1 1-389,1-1 0,6 12 0,-5 2-238,4 12 0,3 9 0,0 8 0,0 8-249,0 4 1,0 5 0,0 5 0,3 7-440,4 5 1,-5 2 0,6-2 0,-6-3-215,-2-2 1,7-7-1,1 2 1,-4-4-2000,-1-8 2462,6-12 0,4 2 0,8-9 0</inkml:trace>
  <inkml:trace contextRef="#ctx0" brushRef="#br0" timeOffset="483">392 337 8158,'0'-15'60,"0"1"115,0-3 1,0-2-1,3-3 1,1 0-121,4 0 1,9 8 0,-5-1-1,2-2-52,1-2 0,-1 4 0,8 3-30,0 3 1,0 1 0,-3 11 41,-5 4 0,-4 8 1,-10 14-1,0 7-76,0 5 1,0-5 0,-2 1 0,-3 1-124,-2 3 0,-3-4 0,5-3 0,-2-3 86,2-4 1,3-3 0,2-2-85,0-1 1,9-6 0,6-3 223,4-2 0,3-3 1,0-7 545,0 0 1,-3 2-233,-5 6 1,-6 1 0,-16 8 0,-6-2-226,-5 2 1,-6 2 0,-1 3-1,-6 0-507,-2-1 1,8 1 375,-3 0 0,-5 0 0,0-1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5:33.4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85 8087,'0'-22'-375,"0"1"1,3 1-1,4 6 713,8 6 0,6 30 1,6 24-1,4 32-134,-14-28 1,0 4-1,5 13 1,0 4-1,3 11 1,1 5-1,-9-22 1,0 2 0,-1 2-98,3 8 0,-1 3 1,-1 2-1,-2 11 0,-1 2 1,0 3-1,-2-19 1,0 2-1,-1 1 0,0 0 1,-1 3-1,-1 1 1,0 0-1,0 1-250,-1 0 0,0 2 0,-1-1 0,1 1 1,0 3-1,-1 0 0,0 0 0,0 0 1,-1-4-1,-1-1 0,1 1 0,-1 0 1,0 0-1,0 1 0,0 0 0,-1 0 216,0 1 0,0-1 0,-1 1 0,1-1 0,0 3 0,1-1 0,-1 1 0,0-1 0,-2-3 0,0-1 0,0 0 1,-1-1-1,0-2 0,0-1 0,-1-1 0,0 1-16,0-2 0,-1 0 0,0-1 0,-2-1 0,0 22 0,-2-3 0,-1 1 1,-2 0-1,-2 0 0,-1-2 0,-1-4 0,-1-1 0,-1-1 9,-1-5 0,-1-1 0,-1-2 0,1-5 1,0-2-1,-1-2 0,0-8 0,-2-2 1,0-1-1,-9 27 0,0-3-108,0-5 0,0-2 0,4-9 0,0-2 0,-1-7 1,-1-3-1,3-9 0,0-3-1945,-20 30 0,6-26 1987,1-7 0,5-20 0,2 5 0,9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5:48.0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521 1075 8224,'-22'-7'0,"0"-3"217,0-2 0,-2 7 1,-5-2-1,-5 4 138,0 3 0,-7 3 0,5 7 1,-5 9-51,-3 7 1,3 4-1,2-6 1,8 2-151,7 3 1,-1-7 0,18-7-213,2 2 0,13-8 1,8 1-1,11-3-96,9 0 0,8 3 1,4-5-1,3 5 160,-2 2 0,-3 5 0,-3 12 1,1 7 250,-1 5 0,-9 10 1,-5 2-1,-7 5 53,-8 10 0,-4 7 0,-12 12 0,-8-2 203,-12-5 1,-9 2 0,-15-9 0,-3-8-154,-1-12 1,-1-12 0,7-21-1,3-6-525,5-7 0,4-14 1,13-10-1,4-9-682,8-11 0,5-6 0,2-6 0,2-4-2574,5-3 3420,-4 8 0,26-25 0,-5 6 0</inkml:trace>
  <inkml:trace contextRef="#ctx0" brushRef="#br0" timeOffset="150">695 1140 8175,'0'15'392,"0"-1"-90,0 3 0,7 3 0,0 1 0,0 1-146,3 0 0,-5-3 0,10-2 0,1-2-828,4 2 1,2 2 671,-1 3 0,11 0 0,2-1 0</inkml:trace>
  <inkml:trace contextRef="#ctx0" brushRef="#br0" timeOffset="299">782 639 8175,'-3'-19'-279,"-4"5"0,5-6 1,-6 6 278,6-6 0,2 8 0,10-7 0,2 7 0</inkml:trace>
  <inkml:trace contextRef="#ctx0" brushRef="#br0" timeOffset="566">1174 835 8327,'7'32'57,"0"4"0,10 5 1,-2 5-1,2 3 442,-3 1 1,6 1-1,-6-7 1,3-3 98,-2-5 0,1 3 1,-6-12-1,0-6 1057,0-4-1273,-3-12 0,-7 2 0,0-14 0,0-10-347,0-9 1,0-6 0,0-7-1,2 3-508,5-3 0,-4-9 1,7-5-1,-3 0-833,0-1 1,8 4-1,-6 6 1,3 0 1305,5 1 0,3-10 0,1-3 0</inkml:trace>
  <inkml:trace contextRef="#ctx0" brushRef="#br0" timeOffset="849">1609 1053 8177,'-7'44'0,"0"-1"0,2 1-53,3-1 1,2-9 446,0-5 1,2-7-1,5-7-95,8-8 0,4-14 0,3-8 0,0-7-68,-1-7 1,1 3 0,0-8 0,-3 0-70,-4 0 1,4 0-1,-4-5 1,2 6-185,-3 1 0,3-4 1,-10 7-1,-2 0-347,-2-3 1,-3 8 0,0-5 146,0 5 0,-3 12 1,-4 5-1,-8 7 439,-4 7 0,-3 15 0,1 16 0,1 8 203,6 5 0,-3 7 0,9-5 0,4 1 57,1-1 1,13 5-1,7-7 1,9-5-714,11-8 1,16-9 0,12-14-1,10-8 236,3-4 0,16-23 0,-4-4 0</inkml:trace>
  <inkml:trace contextRef="#ctx0" brushRef="#br0" timeOffset="1514">2284 814 8118,'-9'12'38,"6"0"0,-4-5 0,5 8 271,2 4 0,0 12 1,0 6-1,2 6-24,5 8 0,-2-3 0,10 8 0,-1 0-62,-2-1 1,5-4 0,-7 5 0,0-3-127,-1-4 0,-2-13 0,-7-7-282,0-5 0,0-14 124,0-10 0,0-10 0,0-12 0,0-2-138,0-5 0,0-5 0,0-7 0,3 2-26,4 3 0,-2 0 0,10-8 1,1 1 74,4-1 1,4 3 0,3 5 0,2 9 185,-3 10 1,1 7 0,0 10 0,2 0 126,-3 0 0,-2 20 1,-4 9-1,-3 10-258,-3 4 0,-7 1 0,6 2 0,-4 0 95,-4-3 0,7 15 0,0-12 0</inkml:trace>
  <inkml:trace contextRef="#ctx0" brushRef="#br0" timeOffset="2064">3395 30 8183,'0'-22'703,"0"15"0,0 14 0,2 20-400,6 11 0,-3 15 0,9 6 0,1 3-88,-3 4 0,5 2 0,-10 2 1,0 5 28,3 2 0,-8 3 1,5 5-1,-4-5-537,-3-8 1,-3-4-1,-1-8 1,-6-9-1824,-2-15 1646,7-9 1,-5-17-1,10-10 1,0-12 117,0-8 1,3-9 0,4 0 0,8 0 287,4-2 0,10 7 0,0-3 0,-2 8 302,-3 4 1,0 10 0,3 0 113,2 10 0,0 2 0,-10 13 1,-2 6 402,-3 6 0,-9-3 0,3 7 1,-6 3-91,-2 2 1,-12 3-1,-7-1 1,-11-2-232,-3-4 1,-4 4-1,-6-7 1,-1-3-372,1-9 1,2 0-1,2-10 1,3 0-590,-3-5 1,7-5 0,6-4-749,9-5 1,7-5 0,13-10 1273,4 0 0,15-9 0,11-3 0</inkml:trace>
  <inkml:trace contextRef="#ctx0" brushRef="#br0" timeOffset="2514">4005 1053 8179,'0'-14'383,"0"-1"-49,0 10-246,0-4 0,2 9 1,3 2-1,5 5 112,2 8 0,-5 7 0,5 7 0,0 7 109,0 5 0,-7 10 0,5 2 0,-3 3-125,0 4 1,1-2-1,-8 5 1,0 3-61,0-6 0,-10 3 0,-5-10 0,-4 0-243,-3 1 1,1-13 0,-1-12 0,0-5-43,0-2 1,0-10 0,1-5-1,1-7-62,6-7 0,4-5 1,10-12-1,0-3 123,0-2 1,10-7 0,7 4-1,9-2 243,11-4 0,6-4 0,8-1 0,12-1 134,14 1 1,-32 21-1,2 0 1,11 0-1,3 1 1,4-2 0,3 0-217,6-3 1,2 1-1,5 3 1,2 0-1,6-1 1,1 0-1,0 4 1,0 2-647,-4 1 0,-1 1 1,-3 0-1,-2 3 585,-7 4 0,0 2 0,1-3 0,-1 1 0,-4 3 0,0 2 0,0 0 0,0-1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5:55.7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75 8075,'0'-22'-1244,"0"0"1627,0 1 1,7 11-1,1 12 1,-1 18 367,3 14 0,-8 26 1,8 10-1,-3 8-214,0 2 1,8-1-1,-8 11 1,0 4-355,-2-43 1,0 0 0,-3 48-1,6 0 1,-6-2-314,-2-5 1,0-12-1,-2-10 1,-3-9-24,-2-11 1,-8-21 0,5-9-154,-2-8 1,0-10 0,-5-14 0,5-10-53,2-2 1,3-10 0,7-4 0,3-8 97,4-5 1,0 0 0,12 8 0,6-1 176,-1 0 1,7 11 0,1 6 0,-1 8-80,1 4 1,-1 10 0,-4 0 0,2 13 687,-3 13 0,-1 13 0,-6 17 0,-2 5 162,-3-1 0,-9 8 0,0-5 1,-10 5 13,-9 3 0,-13-8 1,-4-3-1,-3-4-289,-5-10 1,-9-4-1,-3-11 1,0 3-232,-2-2 0,7-13 1,-5-6-1,8-6-665,6-2 0,3-2 0,10-6 0,2-9-1115,10-9 1598,7 2 0,25-18 0,4 9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5:52.7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567 501 8041,'-10'-46'-75,"-2"-5"1,-10 17 0,1 3 184,-1 9 1,0 10-1,0 17 1,1 9 293,-1 15 1,-10 22-1,-4 17 1,-5 17-139,19-37 0,0 3 0,0 11 0,1 4 0,-2 9 0,2 3 0,0 10 0,1 5-116,7-25 0,1 1 0,1 2 0,-1 9 0,2 2 0,0 1 0,3 3 0,1 2 0,0 1 0,0 7 0,2 2 0,0 1-218,1-21 0,1 0 0,1 1 0,-1 1 0,1 0 1,0 2-1,1-1 0,0 0 0,0-3 0,1 0 1,1-1-1,0 0 0,1 17 0,1-1 0,1-2 124,1-6 1,1-2 0,2-2-1,1-6 1,3-2 0,0-1-1,-1-4 1,0-1 0,0-1-1,8 28 1,1-2-247,0-7 0,2-3 0,-1-9 1,2-5-1,-1-12 0,2-4 0,1-3 1,1-3-2255,29 36 2444,2-17 0,5-11 0,-5-11 0,-5 1 0</inkml:trace>
  <inkml:trace contextRef="#ctx0" brushRef="#br0" timeOffset="337">1177 675 8111,'0'15'303,"0"-1"1,0 3 235,0 3 1,0 13-1,0 11 1,2 12 49,5 7 0,-2 12 1,7 4-1,0 4-475,1-3 1,-6 9 0,5-9 0,0-5-2220,0-5 2105,-7-5 0,24-9 0,-5-3 0</inkml:trace>
  <inkml:trace contextRef="#ctx0" brushRef="#br0" timeOffset="770">3180 980 8079,'-22'0'580,"1"0"0,-1 0-378,0 0 0,8 12 0,-1 10 0,1 12 106,1 7 0,4 5 1,9 7-1,0 10-204,0 7 0,2 3 0,5-8 0,8-2-10,4-5 0,10-14 0,3-18 1,2-9 38,4-9 0,1-11 0,0-9 0,-3-15 164,3-11 0,0-3 0,-3-15 0,-7 0 34,-5 1 1,-12-1 0,-5-2 0,-4 7-239,-3 5 0,-20 10 1,-11 2-1,-15 5-679,-12 10 1,-17 6 0,-10 13 0,-9 3-932,-5 4 1,9 13 0,3 11 1516,12 3 0,7 2 0,3 8 0</inkml:trace>
  <inkml:trace contextRef="#ctx0" brushRef="#br0" timeOffset="1189">1612 3114 8013,'-34'34'9,"5"-2"0,5-1 301,2 5 0,10 8 0,5 4 0,5 3 101,2-3 0,0-2 1,2-2-1,5-3-182,8-5 0,14-14 1,5-15-1,2-4 23,0-3 1,1-19 0,6-11 0,-2-8-82,-4-6 1,1-7-1,-6-4 1,-1-3-245,1-3 0,-13-7 0,-9 13 1,-3-1-192,0 5 0,-2 5 1,-15 5-1,-9 5-218,-8 7 0,-14 5 0,0 4 0,-7 6 61,-1 7 0,3 4 1,5 3-1,5 0 76,7 0 0,7 10 1,8 4-1,6 6 345,6 1 0,2 1 0,0 0 0</inkml:trace>
  <inkml:trace contextRef="#ctx0" brushRef="#br0" timeOffset="1422">3050 2635 8013,'12'22'338,"-5"0"0,5 9 0,0 5 1,3 10 132,-1 13 0,-2 1 0,3 22 0,-8 5-278,-5 5 1,6 3-1,-1-8 1,-2-3-870,-3-4 0,-2 3 332,0-11 0,0 1 1,0-8-1</inkml:trace>
  <inkml:trace contextRef="#ctx0" brushRef="#br0" timeOffset="1789">4247 0 8159,'12'44'148,"8"2"0,-6 7 0,8 15-7,7 16 1,-16-35 0,1 2-1,2 6 1,2 2 0,-2 3 0,-1 2 61,-1 2 1,-1 3 0,-1 6-1,0 3 1,-1 5 0,0 3 0,-1 4-1,-1 1-285,-1 7 1,-2 0 0,0 0-1,-2 0 1,-3-29 0,-1-1-1,-1 1 1,1-1 0,-1 0 0,0-1 108,-1 1 0,0 0 0,-2-1 0,-1 2 0,-2-1 0,-2-1 0,-8 29 1,-3-1-1,0-3 0,-1 0 71,0-4 1,-1-2-1,0-6 1,0 0-1,1-1 1,1-1 0,0-4-1,1 0 48,1-4 0,0-3 1,1-7-1,0-3 1,-2-5-1,-1 0 1,-13 40-757,1-15 0,3-17-1335,7-9 1945,10-24 0,2-8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5:51.5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1 710 8160,'0'24'145,"0"5"1,0-5 0,0 5 0,0-2 195,0 2 1,7-5 0,3 8 0,-1-1 4,1 5 1,7-2-1,-5 0 1,2 0-261,1 0 1,-1-5 0,8 2 0,0-4 144,0-8 0,0-11 1,-1-4-1,4-11 124,4-15 0,-3-11 0,10-18 1,3-10-25,2-9 1,5-3 0,3-11 0,-24 40 0,1 1-20,22-40 1,-9-4-1,-6 10 1,1-3-409,0 0 0,-14 12 0,1 1 0,-4 9-817,-5 4 1,5 13 0,-9 12-3038,-4 5 3950,9 12 0,-11 22 0,8 14 0</inkml:trace>
  <inkml:trace contextRef="#ctx0" brushRef="#br0" timeOffset="317">501 579 8089,'0'22'104,"0"2"0,0 3 0,3 4 131,4 3 1,-2 2 0,7 8 0,0 2 10,0 5 1,3 2 0,9 7-1,3-1 154,2 1 1,0 3-1,-8 0 1,1-5-318,0-7 1,0-15 0,0-9 144,-1-10 1,-6-10 0,-3-17 0,-2-12 204,-6-11 0,9-21 0,-1-9 0,2-9-13,1-6 0,-1-1 0,8-9 0,0-1-187,0-5 1,-1 11 0,1-4 0,0 2-301,0 1 1,-1 4 0,1 5-1,0 7-752,0 13 0,0 11 0,-3 13 0,-2 11-695,-3 8 0,-6 7 0,4 15 1514,-3 12 0,-1 19 0,-8 14 0</inkml:trace>
  <inkml:trace contextRef="#ctx0" brushRef="#br0" timeOffset="553">1612 1494 8028,'15'7'406,"-1"0"265,3-2 1,2-2 0,3-3 0,0 2-616,0 5 0,2-4 0,3 4 0,4-5-459,3-2 0,2 0 1,8 0 402,-1 0 0,1-9 0,-1-3 0</inkml:trace>
  <inkml:trace contextRef="#ctx0" brushRef="#br0" timeOffset="651">1873 1233 8028,'-65'12'80,"2"-5"0,5-2 348,7 2 0,15-5 1,7 6-429,5-6 0,2-2 0,0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5:58.5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0 784 9613,'10'-21'190,"5"-1"1,11 2 0,6 3-430,2 3 0,-1-1 0,6-6 0,-3-1-69,3 0 0,-5 0 1,2 1-1,1-1 308,-3 0 0,7 0 0,-7 0 0</inkml:trace>
  <inkml:trace contextRef="#ctx0" brushRef="#br0" timeOffset="351">175 175 7370,'0'-49'0,"0"8"360,0 7 0,0 5 352,0 7 1,0 22 0,2 15 0,5 19-174,8 14 0,-3 8 1,2 9-1,3 0 63,3 1 0,-6 9 0,1 5 0,2 7-368,2 7 1,-4-2 0,-9-42-1,0 2 1,-1 0 0,-1 0-456,-1 1 1,-1 0-1,0 2 1,-1-1-1,-1-2 1,0 0 0,0 45-768,0-10 0,-10-7 1,-2 0-1,-3-8-237,1-4 1,9-20 1224,-2-4 0,-5-15 0,0 2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6:01.3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458 748 7908,'-9'-44'0,"-6"1"248,-4-1 0,-3 1 1,0 1-1,0 6 521,1 7 1,-4 12 0,-1 5 0,-3 2-227,2 6 1,-4 13-1,2 13 1,0 12-145,-3 7 1,10 5-1,-2 5 1,7 7-160,0 5 1,8 5 0,1-1-1,6-1-226,2-11 0,2-6 1,6-8-1,6-5 189,6-7 0,1-14 0,3-10 0,3-10-412,2-10 1,7-14-1,-4-7 1,-1-8-694,1-7 0,-3 3 0,-10-8 0,-2 1 599,-2-1 1,-3 8 0,2-5 0,-6-1 172,-6-4 1,-2 0 0,0-5 0,-2-5-51,-6 1 0,-4 1 0,-7 6 0,2 4 207,2 3 0,8 12 98,-7 12 1,11 19-1,1 17 1,9 20-294,5 12 0,0 12 0,5 2 1,-2 2-62,2 6 0,0-5 0,-1 2 1,-1 0-86,2-3 0,-5 8 0,3-7 0,1 0 32,4-6 0,-6-6 0,1-8 0,2-7 482,2-4 1,3-13-1,0-5 367,-1-5 1,1-2 0,-2-2 0,-3-3-250,-3-2 1,-7 0 0,8 7-1,2 0-73,2 0 1,3 2-1,0 5-70,-1 8 0,1 11 0,0 6 1,-3-1 29,-4 1 0,4-3 0,-4-8 0,4-1 351,3-6 1,0-4-1,-1-10 1,1-2 21,0-6 0,-7-13 0,-1-16 0,1-6-399,-3-8 1,-3 5-1,-9-5 1,-2 3-10,-5-3 1,-5 12-1,-13-2 1,-4 10-136,-7 11 1,-8 1-1,-4 12 1,-3 2-1244,3 2 0,4 13 1,6 7 1207,1 10 0,11-3 0,-6 7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6:06.2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42 415 7949,'-22'-10'949,"10"5"-264,4-9 1,16 6 0,6-4-1,8 3-260,7 4 0,3-5 1,6 3-1,-1 2-25,1 2 0,1 3 1,0 0-1,-3 0-183,3 0 0,-8 8 0,-2 1 1,-7 4-112,-8 3 1,-4 11-1,-10 5 1,-2 1-65,-6 6 1,-6 2 0,-15 3-1,-7-1-96,-6 1 1,-1-1 0,2 1 0,2-3 148,3-5 1,9 3 0,-2-12 0,7-5 231,8-6 1,7-11-629,14 3 1,12-8-1,13-8 1,2-6-979,4-6 0,11-4 0,1-2 1,-1-3-1310,-3 2 2588,7-7 0,3 0 0,9-9 0</inkml:trace>
  <inkml:trace contextRef="#ctx0" brushRef="#br0" timeOffset="150">1043 327 7949,'22'-21'131,"0"-1"0,-3 7 0,-2 3 727,-2 3 0,-10 4 1,2 12-1,-5 8-168,-2 4 0,-2 10 1,-5 2-1,-6 3-336,1 5 0,-7 2 1,7 3-1,-3-1-569,1 1 0,-1-1 0,-6-2 0,1-2-796,6-2 1,-6-11 1010,6 3 0,-6-5 0,-1-2 0</inkml:trace>
  <inkml:trace contextRef="#ctx0" brushRef="#br0" timeOffset="333">782 197 7949,'7'22'333,"1"-1"0,6 1 1,-4 0-1,2 0 282,5-1 1,2 4-1,3 1 1,0 6-135,-1 2 0,4-5 1,1 5-1,6-1-436,2 1 0,-1-7 0,6 2 0,-3-5-1079,3-2 0,-5 0 1034,2-1 0,-9-8 0,4-4 0</inkml:trace>
  <inkml:trace contextRef="#ctx0" brushRef="#br0" timeOffset="633">1414 415 7949,'9'-32'477,"-4"6"1,10-8 0,2 0-82,2 0 0,5 5 0,5-5 0,7 0 403,6 0 1,3 8-1,4-3 1,2 4 112,-3 4 0,-2 9 0,-2 4 1,-1 6-296,1 2 1,-13 10 0,-7 4 0,-9 8-467,-5 7 0,-3 5 0,-10 9 1,-6 3-59,-13 5 0,-2-3 0,-10 11 1,0 1 7,0 3 1,10-7 0,0-6 0,9-6-48,6-8 1,1 3 0,8-10 0,5-5-183,10-7 1,4-7-1,22-13 1,10-4-850,9-7 1,1-15-1,12-8 1,-6-6-220,-1-8 0,-1 5 1,-2-5 1195,-5 5 0,-5-7 0,-9-3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6:03.2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1154 8080,'0'22'12,"8"0"1,1 2-1,3 5 231,5 8 0,3 6 1,4 8-1,2 7 601,3 5 1,0 12 0,-7 5 0,2 4-501,5 4 0,-12-1 0,5 0 0,-5 0-1008,-5 0 0,-2-2 0,-10-3 664,0-2 0,0 0 0,0 7 0</inkml:trace>
  <inkml:trace contextRef="#ctx0" brushRef="#br0" timeOffset="266">88 1111 8009,'31'-7'777,"3"-3"-245,0-2 0,0 7 1,-7-2-1,4 4-213,3 3 1,-7 3 0,4 2-1,-2 4 124,0 3 1,-2 3 0,-13 7-1,-6 2-321,-6 5 1,-2-5 0,0 8-1,-5-3-440,-9 0 1,-3 7-1,-20-5 1,-1 3-299,-3 5 1,-10-5 0,2 0-1,6-3-349,4-4 1,5-10 0,-2-5 964,7-2 0,5-3 0,2-7 0</inkml:trace>
  <inkml:trace contextRef="#ctx0" brushRef="#br0" timeOffset="516">458 1133 8106,'15'21'0,"-3"1"300,-2 0 1,4 0-1,-7 0 1,1 2 261,1 5 0,-4-3 0,10 8 0,-1 0-84,-2 0 0,8 0 0,-4 2 0,9-9-110,4-10 0,2 0 0,-4-10 0,2-2 215,-3-3 1,-1-14 0,-6-7 0,-2-10-330,-3-5 0,-9-7 0,3-5 1,-8 5-510,-8-1 1,3 1 0,-9-2 0,-5 2-278,-8 4 0,3 6 0,-5 7 1,5 0-560,2 2 1,0-5-1,0 15-249,0 0 0,8 2 504,-1 10 1,11 10 0,-4 4 835,6 6 0,12 2 0,2-1 0</inkml:trace>
  <inkml:trace contextRef="#ctx0" brushRef="#br0" timeOffset="767">785 1154 8009,'24'0'-362,"3"-2"541,2-5 1,0 2 0,-7-10 675,-1-2 1,-9 5 186,-4-2 1,-8 11-639,-8 3 0,4 10 0,-9 14 1,1 5-128,0 8 1,7 1 0,-2 4 0,5-4-14,2 1 1,2 7 0,5-12 0,8 0-18,4-5 1,6-8 0,1-6 0,3-8-67,-2-4 0,4-6 0,-2-6 0,-2-11-371,-3-6 0,-5-11 0,-4 6 0,-8-3-244,-4-5 0,-3 1 0,-3-1 0,-4 5-149,-8 2 0,-4 1 1,-3 4-1,1-2-994,-1 3 0,0 2 1577,0 2 0,0 0 0,1 0 0</inkml:trace>
  <inkml:trace contextRef="#ctx0" brushRef="#br0" timeOffset="1414">1329 1459 7975,'-14'0'32,"2"-2"1,2-5 321,5-8 0,3-4 0,4-3 0,5-2 422,8-5 0,4-8 0,5-13 1,6-8-393,6-5 1,-2-3-1,2 1 1,0 0-310,-2-1 1,-2 1 0,-11 0-1,-1 2-329,-6 5 0,-4-3 0,-10 8 0,-2-3-646,-6-4 0,3 7 1,-9-1-1,-3 4 200,-2-1 0,-10-5 1,2 10-1,5 10 704,5 9 0,3 10 1,-6 22 120,6 10 1,-3 11 0,10 25 0,2 7 191,2 5 1,3 12-1,0 3 1,0 4-110,0 5 1,0-2-1,0-35 1,0 1-1,3 48-431,4-7 1,-2 0-1,12-19 1,5-5-38,4-8 0,6-2 0,-6-17 1,6-14 164,2-15 1,-5-10 0,5-2 0,-3-2 97,-4-5 0,-3-5 0,-2-10 240,-1 0 0,1 0 216,0 1 1,-8 8-694,1 6 0,-8 5 234,8 2 0,-1 0 0,8 0 0</inkml:trace>
  <inkml:trace contextRef="#ctx0" brushRef="#br0" timeOffset="1664">1917 937 8496,'-9'-12'831,"6"2"1,-7 12-1,10 6 1,3 6-360,4 5 0,-2 6 0,10 1 1,1 6-362,4 2 0,-1-1 1,-2 6-1,-2-5-723,2-2 1,-5 4 0,0-7-1,0-3-2295,0-1 2907,-7-4 0,14-8 0,-7-4 0</inkml:trace>
  <inkml:trace contextRef="#ctx0" brushRef="#br0" timeOffset="2098">1983 806 7949,'-8'-22'383,"1"0"0,-7 8 0,6-1-355,3-1 1,5-4-280,8-2 0,4 8 1,10 2-1,-1 2-169,1 5 0,-7 3 0,-1 2 0,3 0 420,2 0 0,-4 10 0,-1 4 0,1 5 34,-3 3 0,7 7 0,-6 3 0,1 2 249,1 4 0,-1 3 0,8 3 0,-3-1 292,-4 1 1,4 0 0,-4-3-1,2-3-82,-3-1 1,3-3 0,-10 2 0,-2-7 130,-2-5 1,-3-2-353,0 0 1,-10-10 0,-5-5-175,-4-5 1,0-6 0,2-8 0,2-10-252,-2-2 0,8-8 0,1 1 0,6-1-32,2 1 0,2-6 0,3 8 0,5 3 431,2 2 1,2 2-1,8 2 1,0 4-70,0 1 0,9 10 0,3-2 0,2 4-33,1 3 0,-1 10 1,5 5-1,-2 6-461,-3 8 0,-9-2 1,-1 9-1,-6 1-244,-6-3 1,-9 7 0,2-7 0,-4 2-1418,-3 0 1978,0-9 0,-10 4 0,-2-9 0</inkml:trace>
  <inkml:trace contextRef="#ctx0" brushRef="#br0" timeOffset="2550">3028 1046 7981,'-10'-44'186,"-2"3"1,-7 2-1,2 5 1783,2 3 1,8 2-762,-8 7 1,8 10-903,-7 5 0,9 14 0,-2 7 0,4 8-226,3 7 1,10 8-1,4 11 1,6 5 23,2 3 1,2-5 0,2 4 0,6 1-182,2 0 1,-5-6-1,5 8 1,-1 1 4,1-4 0,-7 8 1,0-5-1,-11 5 275,-8 2 1,-8-2 0,-10-2 0,-12-6-242,-12-1 1,-19-6 0,-10-12-1,-7-7-25,0-4 0,2-13 0,3-5 0,0-7 69,-1-7 0,18-8 0,9-14 1,12-7-206,15-5 0,8-5 0,6-3 0,5-1-88,8 1 0,14 3 0,7 5 1,8 2-164,6 3 0,6 2 0,12-2 0,2 4 179,3 1 1,19 4-1,-46 11 1,2-2-1,3 2 1,2 1-148,1 1 0,1 1 157,-1 2 1,1-2 0,4-2 0,0-1 0,2-1-1,-1 0 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6:02.3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1 710 8078,'14'0'189,"-2"2"-147,-2 5 0,0-4 0,-6 7 1206,4-1-909,-1-6 1,-7-3 0,0-15 0,0-4-213,0-3 1,0-9-1,0-6 1,0-4-214,0-2 1,0-3 0,0-3 0,2-2-28,6 3 0,-6-3 0,5 5 0,-4 7-71,-3 6 0,7 11 0,3 10 1,-1 4 112,1 11 0,7 7 1,-5 14-1,3 5 207,-1 7 0,1 5 0,4 3 0,-2-1-216,-3 1 0,1-1 0,4 1 0,-2-3-125,-2-5 0,-8 3 0,5-10 0,0-5 85,0-7 266,-7-7 1,5-20-1,-10-7 1,0-9 37,0-11 0,0 4 1,0-4-1,0-1-76,0-4 0,2 1 0,6 3 1,4 4 6,0 2 0,7-4 1,-4 7 49,4 2 1,3 13-22,0 7 1,-3 14 0,-2 5 0,-5 5-52,-2 5 1,4-5 0,-7 12 0,1-5-139,1-2 1,-6 2 0,4 2 0,-2 3-107,2-2 0,-5-3 0,6-2-469,-6 0 0,1-3-222,4-4 868,-5-6 1,8-11 0,-10-5 0,0-8-34,0-4 1,7-3 0,3 3 0,2 2-20,5 2 0,-5 3 0,3-5 1,1 5-40,4 2 1,2 1 0,-1 4 0,1-2-313,0 2 1,0 2-1,-1 3 377,1 0 0,10 10 0,2 2 0</inkml:trace>
  <inkml:trace contextRef="#ctx0" brushRef="#br0" timeOffset="233">1394 209 8078,'-9'-12'436,"4"2"1,-10 10 0,-2 0 582,-2 0 0,5 3 1,-3 4-1,-5 5-87,-5 0 1,5 15 0,8-6 0,-3 6-392,-2 4 1,-1-4 0,6 7 0,6 0-676,6 0 1,2-5 0,0 5 0,2-3-336,6-4 0,4-3 0,10-5 0,-1-2-186,1-2 0,2-10 0,3 2 0,2-5-153,-2-2 0,-10 0 0,-3 0 137,3 0 0,0-2 0,0-3 671,-3-2 0,1-10 0,7 5 0</inkml:trace>
  <inkml:trace contextRef="#ctx0" brushRef="#br0" timeOffset="418">1982 35 8410,'0'-22'1186,"0"10"0,0 12 0,0 17 1,0 7-1084,0 5 1,0 10 0,0-3 0,0 5-504,0 3 1,-7-1 0,-3 3 399,-2 5 0,-2-5 0,-8 7 0</inkml:trace>
  <inkml:trace contextRef="#ctx0" brushRef="#br0" timeOffset="600">1612 78 8406,'10'12'462,"-5"8"0,7-6 0,0 6-117,0 1 0,5 11 0,12 7 1,7 6-387,5 6 0,5 3 0,3-6 0,4 0 41,3-7 0,2 3 0,7-10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5:59.7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187 867 8092,'-29'14'38,"0"1"1,2-1 192,3-2 0,2 5 0,3-7 0,2 0 1260,2-1-1084,10-1 0,5-18 0,15-5 0,7-6-78,7-9 1,5-3 0,12-11 0,2 1-163,3-1 1,9 0 0,-4 1 0,2-1 35,0 1 1,-7-1 0,5 3 0,-1 2-197,1 3 1,-15 9-1,0-2 1,-7 8-1428,-7 6 1,-15 5-1961,-12 10 3380,-10 10 0,-21 12 0,-3 12 0</inkml:trace>
  <inkml:trace contextRef="#ctx0" brushRef="#br0" timeOffset="833">905 39 7998,'12'-14'102,"-2"1"214,0 4 1,-1 6-1,8 18 361,-2 14 0,-10 12 1,4 10-1,-1 9-133,-1 11 0,3-1 0,-6 10 0,4 4-368,-3 8 0,-3 0 0,-2-41 0,0 0 0,0 0 0,0-1-195,0 50 0,-2-1 0,-6-10 0,-4-2-162,0-9 1,-7-20 0,7-15-1,-3-11-3,1-8 0,9-14 0,-2-10 172,4-12 0,3-10 0,0-5 0,0-7-70,0-7 1,3 3 0,1-13 0,6 2 159,2-1 0,3 4 1,6-3-1,1 11-272,0 8 0,0 4 0,0 2 0,-1-1-450,1 6 0,-7 12 1,-1 2-1,3 10 644,2 9 0,-4 8 1,-3 7-1,-2 10 96,-5 9 0,4-2 0,-2 7 0,-2-2-65,-2 0 1,-3-2 0,2-11 0,3-4 85,2-2 1,3-6 0,-5-9 0,4-5 97,4-2 0,-6-5 0,7-13 1,3-8 37,3-11 0,1-7 0,-1-10 0,-1-1-82,3-6 1,-12 5 0,11-5 0,-1 5-120,-1 2 0,-4 1 0,-3-1 0,-3 3-310,-4 5 1,-2-3 0,-3 10-1,-3 2 195,-4 3 1,2 12 0,-9 5 576,-3 5 0,0 6 0,0 8 0,2 13-111,-2 6 1,8-2 0,-1 7 0,3 3-163,-1 2 0,1 0 0,7-2 0,0-5-467,0-3 1,0 6 0,3-8 0,4-3-700,7-1 1,-2-4 0,3-1-1,2-3 30,2-3 0,3-9 0,0 2 0,0-4 12,-1-3 1,1 0 751,0 0 0,-3 2 0,-2 3 369,-2 2 1,-10 3 1593,2-3 213,-5 5-1611,-2 10 0,-7-12 0,0-10 0,2-12-196,2-8 0,3-2 1,0-2-1,0-2-252,0-3 0,0-10 0,0 3 0,0-6 12,0-1 0,10 7 0,5 2 0,4 2 82,3 6 1,0 9 0,-1 5 0,4 2-87,4 5 0,-5 15 0,5 9 0,-5 13-447,-2 9 0,-3-3 0,-2 13 0,-5-5 453,-2-2 0,7 9 0,-5 3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6:07.9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22 8349,'0'-12'1604,"0"2"0,0 13 0,0 7-1107,0 11 0,0 1 0,0 10 1,2-1-564,5 5 0,5 13 0,10 2 0,2-3-595,5-2 1,5-5-1,10-5 661,-1-7 0,1-4 0,0-4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6:24.5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240 75 8241,'7'-22'945,"0"1"1,1 6-197,-8 0 1,0 13-1,2 4-234,5 18 1,-4 11 0,4 15 0,-7 3-390,-7 1 1,2 11 0,-10-3-1,-1 5-555,-4 2 1,-2-7 0,-2 0 0,-2 3-729,-3 2 1,0-8 1156,7-4 0,-10-5 0,-2-2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1:56:25.1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162 642 8304,'-19'-2'2073,"5"-6"-1581,4 6 1,12-8 0,6 10-242,6 0 1,5 8 0,6-1 0,1 0-393,3 3 0,10-8 0,-5 8 1,0-3-421,-5 0 0,2 8 0,-2-8 0,-2-2-1016,-3-2 1577,-2-3 0,0 9 0,-1 3 0</inkml:trace>
  <inkml:trace contextRef="#ctx0" brushRef="#br0" timeOffset="200">97 316 8200,'-24'0'0,"0"-3"1025,2-4-700,-5 4 1,27-6 0,0 9-177,12 0 1,8 0 0,4 2-1,3 3-223,2 2 1,7 3 0,-5-5 0,3 2-200,5-2 1,0 0 0,-1 0 0,-4 2-1488,-2-2 1760,6-3 0,-4 8 0,10 2 0</inkml:trace>
  <inkml:trace contextRef="#ctx0" brushRef="#br0" timeOffset="483">990 163 8200,'14'-22'0,"-1"1"307,-4-1 0,6 0 0,-6 0 1026,4 0 0,-9 8-863,4-1 0,-6 13 0,-2 2 0,-2 12-276,-6 7 1,-1 13 0,-6 4-1,6 5-63,-1 3 0,7 2 0,-4 2 0,5 3-159,2-3 0,9-2 1,6-2-1,4-3-54,3-5 0,10-7 0,4-14 0,7-8 396,8-4 0,-2-15 1,6-10-1,-2-12-42,-4-7 0,-13-3 1,-7 1-1,-7-1-115,-8 1 0,-4-1 0,-12 0 0,-8 3-206,-12 5 0,-2 5 1,-15 11-1,-4 3-467,-6 3 1,-1 9 0,6-2 0,3 4-2994,5 3 3509,4 0 0,10 0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DA3B47-7988-294A-BA01-5C6EF8280F0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016164-AC5B-EE47-BAE1-07B08B8D4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684B7F-8A3A-374E-AE4F-60BE2802338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00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1FCF3-D222-8251-550E-341E95064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1FA313-4F2F-8E33-706A-D9D80B966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5E344-42EA-7A5E-C8DC-F025A830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93C-FBDF-2B43-A1AD-55EE4BB714E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6033F-9F8B-9D1D-032F-E855E23A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4E809-8B6D-08E8-6768-E0F0FD23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F6C7-3452-E644-989F-35B17ECC6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3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A46B7-0E2E-BD56-8B14-5F6A75FE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763E1-D541-36B8-0AFB-C47BAC283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CDBD8-2747-FBC4-4A61-71FD89B0F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93C-FBDF-2B43-A1AD-55EE4BB714E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04C7D-C78B-77F8-367A-FEB003FF6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CDFC0-93B0-C908-B243-D6AFA12EC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F6C7-3452-E644-989F-35B17ECC6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1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6DA3-5EA7-73C2-6770-20CD229BF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4624B-C00C-BAE1-3582-659C7426D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50DFA-FEEE-9F1F-2C78-E24DAA970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93C-FBDF-2B43-A1AD-55EE4BB714E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993F1-9862-3599-0BD8-282235C31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95477-1A83-3A50-71C0-9E6FF06C5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F6C7-3452-E644-989F-35B17ECC6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24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3A8C6-1621-5F3D-A3D9-85F454B12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7D0D4-E93C-6438-1468-7ECBDD3A3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4DDC1-E72B-1590-8D3D-7A3232A2D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A1FB9C-CD03-D923-13A7-1CC5EEABC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93C-FBDF-2B43-A1AD-55EE4BB714E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700B7-053C-43D2-6643-8D0EA32C4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A85A2-CA03-C638-AF27-18EE9CA1D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F6C7-3452-E644-989F-35B17ECC6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7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96B56-42B8-3ED7-760C-A94BEF51A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83EC3-42D2-3559-F6A1-2BD67BE2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5F612B-9187-4247-165C-11B7B3BC8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BA912-7B41-2C84-B2E4-CE1247FA9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5B0D1-1186-7401-32A3-2FCC4BCCF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0A2D7C-763E-9155-9DDF-4658C4D7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93C-FBDF-2B43-A1AD-55EE4BB714E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C83C4E-BBEE-5B38-2113-641D5F518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9B391D-1BDA-DA8C-1000-7021CF5EC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F6C7-3452-E644-989F-35B17ECC6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69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FB8D1-FAFC-A5EC-B593-5FABEBC13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95148-C9F7-48CC-94D9-4BC9F3FFB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93C-FBDF-2B43-A1AD-55EE4BB714E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F9E98-4F27-AB7F-F707-DE5D4F1B6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7C780-75C4-AED7-A7BF-37743143B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F6C7-3452-E644-989F-35B17ECC6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50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3E3113-4A43-5C73-B991-BF1A0AEE7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93C-FBDF-2B43-A1AD-55EE4BB714E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57FDA0-6B0E-0A0B-DDA1-0EBF6645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A21E6-8764-0DA7-F362-1B980A0BB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F6C7-3452-E644-989F-35B17ECC6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76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153BD-AA99-2242-6B86-5BD93D4EF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F3F44-6DCF-C57A-2FCB-52244EB6B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EB4BF-F4DE-AB44-7759-8C2BAB03A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A4FF4-C426-E1C3-C2B1-73F3369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93C-FBDF-2B43-A1AD-55EE4BB714E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22F88-6C3B-B67F-9BE6-6C48E30F4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46FED-42B3-DA04-AD86-04E94A7B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F6C7-3452-E644-989F-35B17ECC6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61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70EB8-3619-0FBD-8677-B78500930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63F95E-B980-CD7E-7945-D9B8B3944E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DC6FB-AB79-9131-5386-CD3BEF637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A6A88-9326-BFB3-46D0-B8473E03F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93C-FBDF-2B43-A1AD-55EE4BB714E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4ACA8-8D21-5736-B72A-700D9EE7B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AAF83-64D9-9C64-9659-716603FFE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F6C7-3452-E644-989F-35B17ECC6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66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12BDA-F279-FFD4-C8F3-24E078ED2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F8D25-9BBA-FCEF-58AF-50A3159B7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8F9B7-E048-BC0E-46B2-D5075D86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93C-FBDF-2B43-A1AD-55EE4BB714E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D95AD-05FE-F892-FBE0-07F4FB035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A432D-5FCB-E0B1-D3F3-1AE2B207E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F6C7-3452-E644-989F-35B17ECC6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197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D0993F-EC7C-CE8E-2D5E-AE359AF0BB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B2409-8E7B-3352-FC6B-4EE9EFEFA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ECBA9-7FA4-6EC3-B4B8-FC95D2C0F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C393C-FBDF-2B43-A1AD-55EE4BB714E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9EA32-4231-6DC6-A026-C8B54C632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11524-2A84-1901-EB29-9871397D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F6C7-3452-E644-989F-35B17ECC6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73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2FA455-CA68-7799-1D35-BB89F94A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DFE6D-5D03-F0DE-78A5-D5C2819D3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C497B-1FAA-05BA-84EB-3E9EBF2B3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C393C-FBDF-2B43-A1AD-55EE4BB714E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27E78-0417-9B1D-343C-1757B6C73B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70DA4-C08E-B19B-6B39-572F4AB14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67F6C7-3452-E644-989F-35B17ECC6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864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6" Type="http://schemas.openxmlformats.org/officeDocument/2006/relationships/customXml" Target="../ink/ink8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28" Type="http://schemas.openxmlformats.org/officeDocument/2006/relationships/customXml" Target="../ink/ink64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18" Type="http://schemas.openxmlformats.org/officeDocument/2006/relationships/customXml" Target="../ink/ink59.xml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6.png"/><Relationship Id="rId21" Type="http://schemas.openxmlformats.org/officeDocument/2006/relationships/image" Target="../media/image78.png"/><Relationship Id="rId42" Type="http://schemas.openxmlformats.org/officeDocument/2006/relationships/customXml" Target="../ink/ink89.xml"/><Relationship Id="rId63" Type="http://schemas.openxmlformats.org/officeDocument/2006/relationships/image" Target="../media/image99.png"/><Relationship Id="rId84" Type="http://schemas.openxmlformats.org/officeDocument/2006/relationships/customXml" Target="../ink/ink110.xml"/><Relationship Id="rId138" Type="http://schemas.openxmlformats.org/officeDocument/2006/relationships/customXml" Target="../ink/ink137.xml"/><Relationship Id="rId159" Type="http://schemas.openxmlformats.org/officeDocument/2006/relationships/image" Target="../media/image147.png"/><Relationship Id="rId170" Type="http://schemas.openxmlformats.org/officeDocument/2006/relationships/customXml" Target="../ink/ink153.xml"/><Relationship Id="rId107" Type="http://schemas.openxmlformats.org/officeDocument/2006/relationships/image" Target="../media/image121.png"/><Relationship Id="rId11" Type="http://schemas.openxmlformats.org/officeDocument/2006/relationships/image" Target="../media/image73.png"/><Relationship Id="rId32" Type="http://schemas.openxmlformats.org/officeDocument/2006/relationships/customXml" Target="../ink/ink84.xml"/><Relationship Id="rId53" Type="http://schemas.openxmlformats.org/officeDocument/2006/relationships/image" Target="../media/image94.png"/><Relationship Id="rId74" Type="http://schemas.openxmlformats.org/officeDocument/2006/relationships/customXml" Target="../ink/ink105.xml"/><Relationship Id="rId128" Type="http://schemas.openxmlformats.org/officeDocument/2006/relationships/customXml" Target="../ink/ink132.xml"/><Relationship Id="rId149" Type="http://schemas.openxmlformats.org/officeDocument/2006/relationships/image" Target="../media/image142.png"/><Relationship Id="rId5" Type="http://schemas.openxmlformats.org/officeDocument/2006/relationships/image" Target="../media/image70.png"/><Relationship Id="rId95" Type="http://schemas.openxmlformats.org/officeDocument/2006/relationships/image" Target="../media/image115.png"/><Relationship Id="rId160" Type="http://schemas.openxmlformats.org/officeDocument/2006/relationships/customXml" Target="../ink/ink148.xml"/><Relationship Id="rId181" Type="http://schemas.openxmlformats.org/officeDocument/2006/relationships/image" Target="../media/image158.png"/><Relationship Id="rId22" Type="http://schemas.openxmlformats.org/officeDocument/2006/relationships/customXml" Target="../ink/ink79.xml"/><Relationship Id="rId43" Type="http://schemas.openxmlformats.org/officeDocument/2006/relationships/image" Target="../media/image89.png"/><Relationship Id="rId64" Type="http://schemas.openxmlformats.org/officeDocument/2006/relationships/customXml" Target="../ink/ink100.xml"/><Relationship Id="rId118" Type="http://schemas.openxmlformats.org/officeDocument/2006/relationships/customXml" Target="../ink/ink127.xml"/><Relationship Id="rId139" Type="http://schemas.openxmlformats.org/officeDocument/2006/relationships/image" Target="../media/image137.png"/><Relationship Id="rId85" Type="http://schemas.openxmlformats.org/officeDocument/2006/relationships/image" Target="../media/image110.png"/><Relationship Id="rId150" Type="http://schemas.openxmlformats.org/officeDocument/2006/relationships/customXml" Target="../ink/ink143.xml"/><Relationship Id="rId171" Type="http://schemas.openxmlformats.org/officeDocument/2006/relationships/image" Target="../media/image153.png"/><Relationship Id="rId12" Type="http://schemas.openxmlformats.org/officeDocument/2006/relationships/customXml" Target="../ink/ink74.xml"/><Relationship Id="rId33" Type="http://schemas.openxmlformats.org/officeDocument/2006/relationships/image" Target="../media/image84.png"/><Relationship Id="rId108" Type="http://schemas.openxmlformats.org/officeDocument/2006/relationships/customXml" Target="../ink/ink122.xml"/><Relationship Id="rId129" Type="http://schemas.openxmlformats.org/officeDocument/2006/relationships/image" Target="../media/image132.png"/><Relationship Id="rId54" Type="http://schemas.openxmlformats.org/officeDocument/2006/relationships/customXml" Target="../ink/ink95.xml"/><Relationship Id="rId75" Type="http://schemas.openxmlformats.org/officeDocument/2006/relationships/image" Target="../media/image105.png"/><Relationship Id="rId96" Type="http://schemas.openxmlformats.org/officeDocument/2006/relationships/customXml" Target="../ink/ink116.xml"/><Relationship Id="rId140" Type="http://schemas.openxmlformats.org/officeDocument/2006/relationships/customXml" Target="../ink/ink138.xml"/><Relationship Id="rId161" Type="http://schemas.openxmlformats.org/officeDocument/2006/relationships/image" Target="../media/image148.png"/><Relationship Id="rId182" Type="http://schemas.openxmlformats.org/officeDocument/2006/relationships/customXml" Target="../ink/ink159.xml"/><Relationship Id="rId6" Type="http://schemas.openxmlformats.org/officeDocument/2006/relationships/customXml" Target="../ink/ink71.xml"/><Relationship Id="rId23" Type="http://schemas.openxmlformats.org/officeDocument/2006/relationships/image" Target="../media/image79.png"/><Relationship Id="rId119" Type="http://schemas.openxmlformats.org/officeDocument/2006/relationships/image" Target="../media/image127.png"/><Relationship Id="rId44" Type="http://schemas.openxmlformats.org/officeDocument/2006/relationships/customXml" Target="../ink/ink90.xml"/><Relationship Id="rId65" Type="http://schemas.openxmlformats.org/officeDocument/2006/relationships/image" Target="../media/image100.png"/><Relationship Id="rId86" Type="http://schemas.openxmlformats.org/officeDocument/2006/relationships/customXml" Target="../ink/ink111.xml"/><Relationship Id="rId130" Type="http://schemas.openxmlformats.org/officeDocument/2006/relationships/customXml" Target="../ink/ink133.xml"/><Relationship Id="rId151" Type="http://schemas.openxmlformats.org/officeDocument/2006/relationships/image" Target="../media/image143.png"/><Relationship Id="rId172" Type="http://schemas.openxmlformats.org/officeDocument/2006/relationships/customXml" Target="../ink/ink154.xml"/><Relationship Id="rId13" Type="http://schemas.openxmlformats.org/officeDocument/2006/relationships/image" Target="../media/image74.png"/><Relationship Id="rId18" Type="http://schemas.openxmlformats.org/officeDocument/2006/relationships/customXml" Target="../ink/ink77.xml"/><Relationship Id="rId39" Type="http://schemas.openxmlformats.org/officeDocument/2006/relationships/image" Target="../media/image87.png"/><Relationship Id="rId109" Type="http://schemas.openxmlformats.org/officeDocument/2006/relationships/image" Target="../media/image122.png"/><Relationship Id="rId34" Type="http://schemas.openxmlformats.org/officeDocument/2006/relationships/customXml" Target="../ink/ink85.xml"/><Relationship Id="rId50" Type="http://schemas.openxmlformats.org/officeDocument/2006/relationships/customXml" Target="../ink/ink93.xml"/><Relationship Id="rId55" Type="http://schemas.openxmlformats.org/officeDocument/2006/relationships/image" Target="../media/image95.png"/><Relationship Id="rId76" Type="http://schemas.openxmlformats.org/officeDocument/2006/relationships/customXml" Target="../ink/ink106.xml"/><Relationship Id="rId97" Type="http://schemas.openxmlformats.org/officeDocument/2006/relationships/image" Target="../media/image116.png"/><Relationship Id="rId104" Type="http://schemas.openxmlformats.org/officeDocument/2006/relationships/customXml" Target="../ink/ink120.xml"/><Relationship Id="rId120" Type="http://schemas.openxmlformats.org/officeDocument/2006/relationships/customXml" Target="../ink/ink128.xml"/><Relationship Id="rId125" Type="http://schemas.openxmlformats.org/officeDocument/2006/relationships/image" Target="../media/image130.png"/><Relationship Id="rId141" Type="http://schemas.openxmlformats.org/officeDocument/2006/relationships/image" Target="../media/image138.png"/><Relationship Id="rId146" Type="http://schemas.openxmlformats.org/officeDocument/2006/relationships/customXml" Target="../ink/ink141.xml"/><Relationship Id="rId167" Type="http://schemas.openxmlformats.org/officeDocument/2006/relationships/image" Target="../media/image151.png"/><Relationship Id="rId7" Type="http://schemas.openxmlformats.org/officeDocument/2006/relationships/image" Target="../media/image71.png"/><Relationship Id="rId71" Type="http://schemas.openxmlformats.org/officeDocument/2006/relationships/image" Target="../media/image103.png"/><Relationship Id="rId92" Type="http://schemas.openxmlformats.org/officeDocument/2006/relationships/customXml" Target="../ink/ink114.xml"/><Relationship Id="rId162" Type="http://schemas.openxmlformats.org/officeDocument/2006/relationships/customXml" Target="../ink/ink149.xml"/><Relationship Id="rId183" Type="http://schemas.openxmlformats.org/officeDocument/2006/relationships/image" Target="../media/image159.png"/><Relationship Id="rId2" Type="http://schemas.openxmlformats.org/officeDocument/2006/relationships/customXml" Target="../ink/ink69.xml"/><Relationship Id="rId29" Type="http://schemas.openxmlformats.org/officeDocument/2006/relationships/image" Target="../media/image82.png"/><Relationship Id="rId24" Type="http://schemas.openxmlformats.org/officeDocument/2006/relationships/customXml" Target="../ink/ink80.xml"/><Relationship Id="rId40" Type="http://schemas.openxmlformats.org/officeDocument/2006/relationships/customXml" Target="../ink/ink88.xml"/><Relationship Id="rId45" Type="http://schemas.openxmlformats.org/officeDocument/2006/relationships/image" Target="../media/image90.png"/><Relationship Id="rId66" Type="http://schemas.openxmlformats.org/officeDocument/2006/relationships/customXml" Target="../ink/ink101.xml"/><Relationship Id="rId87" Type="http://schemas.openxmlformats.org/officeDocument/2006/relationships/image" Target="../media/image111.png"/><Relationship Id="rId110" Type="http://schemas.openxmlformats.org/officeDocument/2006/relationships/customXml" Target="../ink/ink123.xml"/><Relationship Id="rId115" Type="http://schemas.openxmlformats.org/officeDocument/2006/relationships/image" Target="../media/image125.png"/><Relationship Id="rId131" Type="http://schemas.openxmlformats.org/officeDocument/2006/relationships/image" Target="../media/image133.png"/><Relationship Id="rId136" Type="http://schemas.openxmlformats.org/officeDocument/2006/relationships/customXml" Target="../ink/ink136.xml"/><Relationship Id="rId157" Type="http://schemas.openxmlformats.org/officeDocument/2006/relationships/image" Target="../media/image146.png"/><Relationship Id="rId178" Type="http://schemas.openxmlformats.org/officeDocument/2006/relationships/customXml" Target="../ink/ink157.xml"/><Relationship Id="rId61" Type="http://schemas.openxmlformats.org/officeDocument/2006/relationships/image" Target="../media/image98.png"/><Relationship Id="rId82" Type="http://schemas.openxmlformats.org/officeDocument/2006/relationships/customXml" Target="../ink/ink109.xml"/><Relationship Id="rId152" Type="http://schemas.openxmlformats.org/officeDocument/2006/relationships/customXml" Target="../ink/ink144.xml"/><Relationship Id="rId173" Type="http://schemas.openxmlformats.org/officeDocument/2006/relationships/image" Target="../media/image154.png"/><Relationship Id="rId19" Type="http://schemas.openxmlformats.org/officeDocument/2006/relationships/image" Target="../media/image77.png"/><Relationship Id="rId14" Type="http://schemas.openxmlformats.org/officeDocument/2006/relationships/customXml" Target="../ink/ink75.xml"/><Relationship Id="rId30" Type="http://schemas.openxmlformats.org/officeDocument/2006/relationships/customXml" Target="../ink/ink83.xml"/><Relationship Id="rId35" Type="http://schemas.openxmlformats.org/officeDocument/2006/relationships/image" Target="../media/image85.png"/><Relationship Id="rId56" Type="http://schemas.openxmlformats.org/officeDocument/2006/relationships/customXml" Target="../ink/ink96.xml"/><Relationship Id="rId77" Type="http://schemas.openxmlformats.org/officeDocument/2006/relationships/image" Target="../media/image106.png"/><Relationship Id="rId100" Type="http://schemas.openxmlformats.org/officeDocument/2006/relationships/customXml" Target="../ink/ink118.xml"/><Relationship Id="rId105" Type="http://schemas.openxmlformats.org/officeDocument/2006/relationships/image" Target="../media/image120.png"/><Relationship Id="rId126" Type="http://schemas.openxmlformats.org/officeDocument/2006/relationships/customXml" Target="../ink/ink131.xml"/><Relationship Id="rId147" Type="http://schemas.openxmlformats.org/officeDocument/2006/relationships/image" Target="../media/image141.png"/><Relationship Id="rId168" Type="http://schemas.openxmlformats.org/officeDocument/2006/relationships/customXml" Target="../ink/ink152.xml"/><Relationship Id="rId8" Type="http://schemas.openxmlformats.org/officeDocument/2006/relationships/customXml" Target="../ink/ink72.xml"/><Relationship Id="rId51" Type="http://schemas.openxmlformats.org/officeDocument/2006/relationships/image" Target="../media/image93.png"/><Relationship Id="rId72" Type="http://schemas.openxmlformats.org/officeDocument/2006/relationships/customXml" Target="../ink/ink104.xml"/><Relationship Id="rId93" Type="http://schemas.openxmlformats.org/officeDocument/2006/relationships/image" Target="../media/image114.png"/><Relationship Id="rId98" Type="http://schemas.openxmlformats.org/officeDocument/2006/relationships/customXml" Target="../ink/ink117.xml"/><Relationship Id="rId121" Type="http://schemas.openxmlformats.org/officeDocument/2006/relationships/image" Target="../media/image128.png"/><Relationship Id="rId142" Type="http://schemas.openxmlformats.org/officeDocument/2006/relationships/customXml" Target="../ink/ink139.xml"/><Relationship Id="rId163" Type="http://schemas.openxmlformats.org/officeDocument/2006/relationships/image" Target="../media/image149.png"/><Relationship Id="rId184" Type="http://schemas.openxmlformats.org/officeDocument/2006/relationships/customXml" Target="../ink/ink160.xml"/><Relationship Id="rId3" Type="http://schemas.openxmlformats.org/officeDocument/2006/relationships/image" Target="../media/image69.png"/><Relationship Id="rId25" Type="http://schemas.openxmlformats.org/officeDocument/2006/relationships/image" Target="../media/image80.png"/><Relationship Id="rId46" Type="http://schemas.openxmlformats.org/officeDocument/2006/relationships/customXml" Target="../ink/ink91.xml"/><Relationship Id="rId67" Type="http://schemas.openxmlformats.org/officeDocument/2006/relationships/image" Target="../media/image101.png"/><Relationship Id="rId116" Type="http://schemas.openxmlformats.org/officeDocument/2006/relationships/customXml" Target="../ink/ink126.xml"/><Relationship Id="rId137" Type="http://schemas.openxmlformats.org/officeDocument/2006/relationships/image" Target="../media/image136.png"/><Relationship Id="rId158" Type="http://schemas.openxmlformats.org/officeDocument/2006/relationships/customXml" Target="../ink/ink147.xml"/><Relationship Id="rId20" Type="http://schemas.openxmlformats.org/officeDocument/2006/relationships/customXml" Target="../ink/ink78.xml"/><Relationship Id="rId41" Type="http://schemas.openxmlformats.org/officeDocument/2006/relationships/image" Target="../media/image88.png"/><Relationship Id="rId62" Type="http://schemas.openxmlformats.org/officeDocument/2006/relationships/customXml" Target="../ink/ink99.xml"/><Relationship Id="rId83" Type="http://schemas.openxmlformats.org/officeDocument/2006/relationships/image" Target="../media/image109.png"/><Relationship Id="rId88" Type="http://schemas.openxmlformats.org/officeDocument/2006/relationships/customXml" Target="../ink/ink112.xml"/><Relationship Id="rId111" Type="http://schemas.openxmlformats.org/officeDocument/2006/relationships/image" Target="../media/image123.png"/><Relationship Id="rId132" Type="http://schemas.openxmlformats.org/officeDocument/2006/relationships/customXml" Target="../ink/ink134.xml"/><Relationship Id="rId153" Type="http://schemas.openxmlformats.org/officeDocument/2006/relationships/image" Target="../media/image144.png"/><Relationship Id="rId174" Type="http://schemas.openxmlformats.org/officeDocument/2006/relationships/customXml" Target="../ink/ink155.xml"/><Relationship Id="rId179" Type="http://schemas.openxmlformats.org/officeDocument/2006/relationships/image" Target="../media/image157.png"/><Relationship Id="rId15" Type="http://schemas.openxmlformats.org/officeDocument/2006/relationships/image" Target="../media/image75.png"/><Relationship Id="rId36" Type="http://schemas.openxmlformats.org/officeDocument/2006/relationships/customXml" Target="../ink/ink86.xml"/><Relationship Id="rId57" Type="http://schemas.openxmlformats.org/officeDocument/2006/relationships/image" Target="../media/image96.png"/><Relationship Id="rId106" Type="http://schemas.openxmlformats.org/officeDocument/2006/relationships/customXml" Target="../ink/ink121.xml"/><Relationship Id="rId127" Type="http://schemas.openxmlformats.org/officeDocument/2006/relationships/image" Target="../media/image131.png"/><Relationship Id="rId10" Type="http://schemas.openxmlformats.org/officeDocument/2006/relationships/customXml" Target="../ink/ink73.xml"/><Relationship Id="rId31" Type="http://schemas.openxmlformats.org/officeDocument/2006/relationships/image" Target="../media/image83.png"/><Relationship Id="rId52" Type="http://schemas.openxmlformats.org/officeDocument/2006/relationships/customXml" Target="../ink/ink94.xml"/><Relationship Id="rId73" Type="http://schemas.openxmlformats.org/officeDocument/2006/relationships/image" Target="../media/image104.png"/><Relationship Id="rId78" Type="http://schemas.openxmlformats.org/officeDocument/2006/relationships/customXml" Target="../ink/ink107.xml"/><Relationship Id="rId94" Type="http://schemas.openxmlformats.org/officeDocument/2006/relationships/customXml" Target="../ink/ink115.xml"/><Relationship Id="rId99" Type="http://schemas.openxmlformats.org/officeDocument/2006/relationships/image" Target="../media/image117.png"/><Relationship Id="rId101" Type="http://schemas.openxmlformats.org/officeDocument/2006/relationships/image" Target="../media/image118.png"/><Relationship Id="rId122" Type="http://schemas.openxmlformats.org/officeDocument/2006/relationships/customXml" Target="../ink/ink129.xml"/><Relationship Id="rId143" Type="http://schemas.openxmlformats.org/officeDocument/2006/relationships/image" Target="../media/image139.png"/><Relationship Id="rId148" Type="http://schemas.openxmlformats.org/officeDocument/2006/relationships/customXml" Target="../ink/ink142.xml"/><Relationship Id="rId164" Type="http://schemas.openxmlformats.org/officeDocument/2006/relationships/customXml" Target="../ink/ink150.xml"/><Relationship Id="rId169" Type="http://schemas.openxmlformats.org/officeDocument/2006/relationships/image" Target="../media/image152.png"/><Relationship Id="rId185" Type="http://schemas.openxmlformats.org/officeDocument/2006/relationships/image" Target="../media/image160.png"/><Relationship Id="rId4" Type="http://schemas.openxmlformats.org/officeDocument/2006/relationships/customXml" Target="../ink/ink70.xml"/><Relationship Id="rId9" Type="http://schemas.openxmlformats.org/officeDocument/2006/relationships/image" Target="../media/image72.png"/><Relationship Id="rId180" Type="http://schemas.openxmlformats.org/officeDocument/2006/relationships/customXml" Target="../ink/ink158.xml"/><Relationship Id="rId26" Type="http://schemas.openxmlformats.org/officeDocument/2006/relationships/customXml" Target="../ink/ink81.xml"/><Relationship Id="rId47" Type="http://schemas.openxmlformats.org/officeDocument/2006/relationships/image" Target="../media/image91.png"/><Relationship Id="rId68" Type="http://schemas.openxmlformats.org/officeDocument/2006/relationships/customXml" Target="../ink/ink102.xml"/><Relationship Id="rId89" Type="http://schemas.openxmlformats.org/officeDocument/2006/relationships/image" Target="../media/image112.png"/><Relationship Id="rId112" Type="http://schemas.openxmlformats.org/officeDocument/2006/relationships/customXml" Target="../ink/ink124.xml"/><Relationship Id="rId133" Type="http://schemas.openxmlformats.org/officeDocument/2006/relationships/image" Target="../media/image134.png"/><Relationship Id="rId154" Type="http://schemas.openxmlformats.org/officeDocument/2006/relationships/customXml" Target="../ink/ink145.xml"/><Relationship Id="rId175" Type="http://schemas.openxmlformats.org/officeDocument/2006/relationships/image" Target="../media/image155.png"/><Relationship Id="rId16" Type="http://schemas.openxmlformats.org/officeDocument/2006/relationships/customXml" Target="../ink/ink76.xml"/><Relationship Id="rId37" Type="http://schemas.openxmlformats.org/officeDocument/2006/relationships/image" Target="../media/image86.png"/><Relationship Id="rId58" Type="http://schemas.openxmlformats.org/officeDocument/2006/relationships/customXml" Target="../ink/ink97.xml"/><Relationship Id="rId79" Type="http://schemas.openxmlformats.org/officeDocument/2006/relationships/image" Target="../media/image107.png"/><Relationship Id="rId102" Type="http://schemas.openxmlformats.org/officeDocument/2006/relationships/customXml" Target="../ink/ink119.xml"/><Relationship Id="rId123" Type="http://schemas.openxmlformats.org/officeDocument/2006/relationships/image" Target="../media/image129.png"/><Relationship Id="rId144" Type="http://schemas.openxmlformats.org/officeDocument/2006/relationships/customXml" Target="../ink/ink140.xml"/><Relationship Id="rId90" Type="http://schemas.openxmlformats.org/officeDocument/2006/relationships/customXml" Target="../ink/ink113.xml"/><Relationship Id="rId165" Type="http://schemas.openxmlformats.org/officeDocument/2006/relationships/image" Target="../media/image150.png"/><Relationship Id="rId186" Type="http://schemas.openxmlformats.org/officeDocument/2006/relationships/customXml" Target="../ink/ink161.xml"/><Relationship Id="rId27" Type="http://schemas.openxmlformats.org/officeDocument/2006/relationships/image" Target="../media/image81.png"/><Relationship Id="rId48" Type="http://schemas.openxmlformats.org/officeDocument/2006/relationships/customXml" Target="../ink/ink92.xml"/><Relationship Id="rId69" Type="http://schemas.openxmlformats.org/officeDocument/2006/relationships/image" Target="../media/image102.png"/><Relationship Id="rId113" Type="http://schemas.openxmlformats.org/officeDocument/2006/relationships/image" Target="../media/image124.png"/><Relationship Id="rId134" Type="http://schemas.openxmlformats.org/officeDocument/2006/relationships/customXml" Target="../ink/ink135.xml"/><Relationship Id="rId80" Type="http://schemas.openxmlformats.org/officeDocument/2006/relationships/customXml" Target="../ink/ink108.xml"/><Relationship Id="rId155" Type="http://schemas.openxmlformats.org/officeDocument/2006/relationships/image" Target="../media/image145.png"/><Relationship Id="rId176" Type="http://schemas.openxmlformats.org/officeDocument/2006/relationships/customXml" Target="../ink/ink156.xml"/><Relationship Id="rId17" Type="http://schemas.openxmlformats.org/officeDocument/2006/relationships/image" Target="../media/image76.png"/><Relationship Id="rId38" Type="http://schemas.openxmlformats.org/officeDocument/2006/relationships/customXml" Target="../ink/ink87.xml"/><Relationship Id="rId59" Type="http://schemas.openxmlformats.org/officeDocument/2006/relationships/image" Target="../media/image97.png"/><Relationship Id="rId103" Type="http://schemas.openxmlformats.org/officeDocument/2006/relationships/image" Target="../media/image119.png"/><Relationship Id="rId124" Type="http://schemas.openxmlformats.org/officeDocument/2006/relationships/customXml" Target="../ink/ink130.xml"/><Relationship Id="rId70" Type="http://schemas.openxmlformats.org/officeDocument/2006/relationships/customXml" Target="../ink/ink103.xml"/><Relationship Id="rId91" Type="http://schemas.openxmlformats.org/officeDocument/2006/relationships/image" Target="../media/image113.png"/><Relationship Id="rId145" Type="http://schemas.openxmlformats.org/officeDocument/2006/relationships/image" Target="../media/image140.png"/><Relationship Id="rId166" Type="http://schemas.openxmlformats.org/officeDocument/2006/relationships/customXml" Target="../ink/ink151.xml"/><Relationship Id="rId187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82.xml"/><Relationship Id="rId49" Type="http://schemas.openxmlformats.org/officeDocument/2006/relationships/image" Target="../media/image92.png"/><Relationship Id="rId114" Type="http://schemas.openxmlformats.org/officeDocument/2006/relationships/customXml" Target="../ink/ink125.xml"/><Relationship Id="rId60" Type="http://schemas.openxmlformats.org/officeDocument/2006/relationships/customXml" Target="../ink/ink98.xml"/><Relationship Id="rId81" Type="http://schemas.openxmlformats.org/officeDocument/2006/relationships/image" Target="../media/image108.png"/><Relationship Id="rId135" Type="http://schemas.openxmlformats.org/officeDocument/2006/relationships/image" Target="../media/image135.png"/><Relationship Id="rId156" Type="http://schemas.openxmlformats.org/officeDocument/2006/relationships/customXml" Target="../ink/ink146.xml"/><Relationship Id="rId177" Type="http://schemas.openxmlformats.org/officeDocument/2006/relationships/image" Target="../media/image156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7.png"/><Relationship Id="rId18" Type="http://schemas.openxmlformats.org/officeDocument/2006/relationships/customXml" Target="../ink/ink170.xml"/><Relationship Id="rId26" Type="http://schemas.openxmlformats.org/officeDocument/2006/relationships/customXml" Target="../ink/ink174.xml"/><Relationship Id="rId39" Type="http://schemas.openxmlformats.org/officeDocument/2006/relationships/image" Target="../media/image180.png"/><Relationship Id="rId21" Type="http://schemas.openxmlformats.org/officeDocument/2006/relationships/image" Target="../media/image171.png"/><Relationship Id="rId34" Type="http://schemas.openxmlformats.org/officeDocument/2006/relationships/customXml" Target="../ink/ink178.xml"/><Relationship Id="rId7" Type="http://schemas.openxmlformats.org/officeDocument/2006/relationships/image" Target="../media/image164.png"/><Relationship Id="rId2" Type="http://schemas.openxmlformats.org/officeDocument/2006/relationships/customXml" Target="../ink/ink162.xml"/><Relationship Id="rId16" Type="http://schemas.openxmlformats.org/officeDocument/2006/relationships/customXml" Target="../ink/ink169.xml"/><Relationship Id="rId20" Type="http://schemas.openxmlformats.org/officeDocument/2006/relationships/customXml" Target="../ink/ink171.xml"/><Relationship Id="rId29" Type="http://schemas.openxmlformats.org/officeDocument/2006/relationships/image" Target="../media/image175.png"/><Relationship Id="rId41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4.xml"/><Relationship Id="rId11" Type="http://schemas.openxmlformats.org/officeDocument/2006/relationships/image" Target="../media/image166.png"/><Relationship Id="rId24" Type="http://schemas.openxmlformats.org/officeDocument/2006/relationships/customXml" Target="../ink/ink173.xml"/><Relationship Id="rId32" Type="http://schemas.openxmlformats.org/officeDocument/2006/relationships/customXml" Target="../ink/ink177.xml"/><Relationship Id="rId37" Type="http://schemas.openxmlformats.org/officeDocument/2006/relationships/image" Target="../media/image179.png"/><Relationship Id="rId40" Type="http://schemas.openxmlformats.org/officeDocument/2006/relationships/customXml" Target="../ink/ink181.xml"/><Relationship Id="rId5" Type="http://schemas.openxmlformats.org/officeDocument/2006/relationships/image" Target="../media/image163.png"/><Relationship Id="rId15" Type="http://schemas.openxmlformats.org/officeDocument/2006/relationships/image" Target="../media/image168.png"/><Relationship Id="rId23" Type="http://schemas.openxmlformats.org/officeDocument/2006/relationships/image" Target="../media/image172.png"/><Relationship Id="rId28" Type="http://schemas.openxmlformats.org/officeDocument/2006/relationships/customXml" Target="../ink/ink175.xml"/><Relationship Id="rId36" Type="http://schemas.openxmlformats.org/officeDocument/2006/relationships/customXml" Target="../ink/ink179.xml"/><Relationship Id="rId10" Type="http://schemas.openxmlformats.org/officeDocument/2006/relationships/customXml" Target="../ink/ink166.xml"/><Relationship Id="rId19" Type="http://schemas.openxmlformats.org/officeDocument/2006/relationships/image" Target="../media/image170.png"/><Relationship Id="rId31" Type="http://schemas.openxmlformats.org/officeDocument/2006/relationships/image" Target="../media/image176.png"/><Relationship Id="rId4" Type="http://schemas.openxmlformats.org/officeDocument/2006/relationships/customXml" Target="../ink/ink163.xml"/><Relationship Id="rId9" Type="http://schemas.openxmlformats.org/officeDocument/2006/relationships/image" Target="../media/image165.png"/><Relationship Id="rId14" Type="http://schemas.openxmlformats.org/officeDocument/2006/relationships/customXml" Target="../ink/ink168.xml"/><Relationship Id="rId22" Type="http://schemas.openxmlformats.org/officeDocument/2006/relationships/customXml" Target="../ink/ink172.xml"/><Relationship Id="rId27" Type="http://schemas.openxmlformats.org/officeDocument/2006/relationships/image" Target="../media/image174.png"/><Relationship Id="rId30" Type="http://schemas.openxmlformats.org/officeDocument/2006/relationships/customXml" Target="../ink/ink176.xml"/><Relationship Id="rId35" Type="http://schemas.openxmlformats.org/officeDocument/2006/relationships/image" Target="../media/image178.png"/><Relationship Id="rId8" Type="http://schemas.openxmlformats.org/officeDocument/2006/relationships/customXml" Target="../ink/ink165.xml"/><Relationship Id="rId3" Type="http://schemas.openxmlformats.org/officeDocument/2006/relationships/image" Target="../media/image162.png"/><Relationship Id="rId12" Type="http://schemas.openxmlformats.org/officeDocument/2006/relationships/customXml" Target="../ink/ink167.xml"/><Relationship Id="rId17" Type="http://schemas.openxmlformats.org/officeDocument/2006/relationships/image" Target="../media/image169.png"/><Relationship Id="rId25" Type="http://schemas.openxmlformats.org/officeDocument/2006/relationships/image" Target="../media/image173.png"/><Relationship Id="rId33" Type="http://schemas.openxmlformats.org/officeDocument/2006/relationships/image" Target="../media/image177.png"/><Relationship Id="rId38" Type="http://schemas.openxmlformats.org/officeDocument/2006/relationships/customXml" Target="../ink/ink180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7.png"/><Relationship Id="rId18" Type="http://schemas.openxmlformats.org/officeDocument/2006/relationships/customXml" Target="../ink/ink190.xml"/><Relationship Id="rId26" Type="http://schemas.openxmlformats.org/officeDocument/2006/relationships/customXml" Target="../ink/ink194.xml"/><Relationship Id="rId39" Type="http://schemas.openxmlformats.org/officeDocument/2006/relationships/image" Target="../media/image200.png"/><Relationship Id="rId21" Type="http://schemas.openxmlformats.org/officeDocument/2006/relationships/image" Target="../media/image191.png"/><Relationship Id="rId34" Type="http://schemas.openxmlformats.org/officeDocument/2006/relationships/customXml" Target="../ink/ink198.xml"/><Relationship Id="rId42" Type="http://schemas.openxmlformats.org/officeDocument/2006/relationships/customXml" Target="../ink/ink202.xml"/><Relationship Id="rId47" Type="http://schemas.openxmlformats.org/officeDocument/2006/relationships/image" Target="../media/image204.png"/><Relationship Id="rId50" Type="http://schemas.openxmlformats.org/officeDocument/2006/relationships/customXml" Target="../ink/ink206.xml"/><Relationship Id="rId55" Type="http://schemas.openxmlformats.org/officeDocument/2006/relationships/image" Target="../media/image208.png"/><Relationship Id="rId63" Type="http://schemas.openxmlformats.org/officeDocument/2006/relationships/image" Target="../media/image212.png"/><Relationship Id="rId7" Type="http://schemas.openxmlformats.org/officeDocument/2006/relationships/image" Target="../media/image184.png"/><Relationship Id="rId2" Type="http://schemas.openxmlformats.org/officeDocument/2006/relationships/customXml" Target="../ink/ink182.xml"/><Relationship Id="rId16" Type="http://schemas.openxmlformats.org/officeDocument/2006/relationships/customXml" Target="../ink/ink189.xml"/><Relationship Id="rId29" Type="http://schemas.openxmlformats.org/officeDocument/2006/relationships/image" Target="../media/image195.png"/><Relationship Id="rId11" Type="http://schemas.openxmlformats.org/officeDocument/2006/relationships/image" Target="../media/image186.png"/><Relationship Id="rId24" Type="http://schemas.openxmlformats.org/officeDocument/2006/relationships/customXml" Target="../ink/ink193.xml"/><Relationship Id="rId32" Type="http://schemas.openxmlformats.org/officeDocument/2006/relationships/customXml" Target="../ink/ink197.xml"/><Relationship Id="rId37" Type="http://schemas.openxmlformats.org/officeDocument/2006/relationships/image" Target="../media/image199.png"/><Relationship Id="rId40" Type="http://schemas.openxmlformats.org/officeDocument/2006/relationships/customXml" Target="../ink/ink201.xml"/><Relationship Id="rId45" Type="http://schemas.openxmlformats.org/officeDocument/2006/relationships/image" Target="../media/image203.png"/><Relationship Id="rId53" Type="http://schemas.openxmlformats.org/officeDocument/2006/relationships/image" Target="../media/image207.png"/><Relationship Id="rId58" Type="http://schemas.openxmlformats.org/officeDocument/2006/relationships/customXml" Target="../ink/ink210.xml"/><Relationship Id="rId5" Type="http://schemas.openxmlformats.org/officeDocument/2006/relationships/image" Target="../media/image183.png"/><Relationship Id="rId61" Type="http://schemas.openxmlformats.org/officeDocument/2006/relationships/image" Target="../media/image211.png"/><Relationship Id="rId19" Type="http://schemas.openxmlformats.org/officeDocument/2006/relationships/image" Target="../media/image190.png"/><Relationship Id="rId14" Type="http://schemas.openxmlformats.org/officeDocument/2006/relationships/customXml" Target="../ink/ink188.xml"/><Relationship Id="rId22" Type="http://schemas.openxmlformats.org/officeDocument/2006/relationships/customXml" Target="../ink/ink192.xml"/><Relationship Id="rId27" Type="http://schemas.openxmlformats.org/officeDocument/2006/relationships/image" Target="../media/image194.png"/><Relationship Id="rId30" Type="http://schemas.openxmlformats.org/officeDocument/2006/relationships/customXml" Target="../ink/ink196.xml"/><Relationship Id="rId35" Type="http://schemas.openxmlformats.org/officeDocument/2006/relationships/image" Target="../media/image198.png"/><Relationship Id="rId43" Type="http://schemas.openxmlformats.org/officeDocument/2006/relationships/image" Target="../media/image202.png"/><Relationship Id="rId48" Type="http://schemas.openxmlformats.org/officeDocument/2006/relationships/customXml" Target="../ink/ink205.xml"/><Relationship Id="rId56" Type="http://schemas.openxmlformats.org/officeDocument/2006/relationships/customXml" Target="../ink/ink209.xml"/><Relationship Id="rId8" Type="http://schemas.openxmlformats.org/officeDocument/2006/relationships/customXml" Target="../ink/ink185.xml"/><Relationship Id="rId51" Type="http://schemas.openxmlformats.org/officeDocument/2006/relationships/image" Target="../media/image206.png"/><Relationship Id="rId3" Type="http://schemas.openxmlformats.org/officeDocument/2006/relationships/image" Target="../media/image182.png"/><Relationship Id="rId12" Type="http://schemas.openxmlformats.org/officeDocument/2006/relationships/customXml" Target="../ink/ink187.xml"/><Relationship Id="rId17" Type="http://schemas.openxmlformats.org/officeDocument/2006/relationships/image" Target="../media/image189.png"/><Relationship Id="rId25" Type="http://schemas.openxmlformats.org/officeDocument/2006/relationships/image" Target="../media/image193.png"/><Relationship Id="rId33" Type="http://schemas.openxmlformats.org/officeDocument/2006/relationships/image" Target="../media/image197.png"/><Relationship Id="rId38" Type="http://schemas.openxmlformats.org/officeDocument/2006/relationships/customXml" Target="../ink/ink200.xml"/><Relationship Id="rId46" Type="http://schemas.openxmlformats.org/officeDocument/2006/relationships/customXml" Target="../ink/ink204.xml"/><Relationship Id="rId59" Type="http://schemas.openxmlformats.org/officeDocument/2006/relationships/image" Target="../media/image210.png"/><Relationship Id="rId20" Type="http://schemas.openxmlformats.org/officeDocument/2006/relationships/customXml" Target="../ink/ink191.xml"/><Relationship Id="rId41" Type="http://schemas.openxmlformats.org/officeDocument/2006/relationships/image" Target="../media/image201.png"/><Relationship Id="rId54" Type="http://schemas.openxmlformats.org/officeDocument/2006/relationships/customXml" Target="../ink/ink208.xml"/><Relationship Id="rId62" Type="http://schemas.openxmlformats.org/officeDocument/2006/relationships/customXml" Target="../ink/ink2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4.xml"/><Relationship Id="rId15" Type="http://schemas.openxmlformats.org/officeDocument/2006/relationships/image" Target="../media/image188.png"/><Relationship Id="rId23" Type="http://schemas.openxmlformats.org/officeDocument/2006/relationships/image" Target="../media/image192.png"/><Relationship Id="rId28" Type="http://schemas.openxmlformats.org/officeDocument/2006/relationships/customXml" Target="../ink/ink195.xml"/><Relationship Id="rId36" Type="http://schemas.openxmlformats.org/officeDocument/2006/relationships/customXml" Target="../ink/ink199.xml"/><Relationship Id="rId49" Type="http://schemas.openxmlformats.org/officeDocument/2006/relationships/image" Target="../media/image205.png"/><Relationship Id="rId57" Type="http://schemas.openxmlformats.org/officeDocument/2006/relationships/image" Target="../media/image209.png"/><Relationship Id="rId10" Type="http://schemas.openxmlformats.org/officeDocument/2006/relationships/customXml" Target="../ink/ink186.xml"/><Relationship Id="rId31" Type="http://schemas.openxmlformats.org/officeDocument/2006/relationships/image" Target="../media/image196.png"/><Relationship Id="rId44" Type="http://schemas.openxmlformats.org/officeDocument/2006/relationships/customXml" Target="../ink/ink203.xml"/><Relationship Id="rId52" Type="http://schemas.openxmlformats.org/officeDocument/2006/relationships/customXml" Target="../ink/ink207.xml"/><Relationship Id="rId60" Type="http://schemas.openxmlformats.org/officeDocument/2006/relationships/customXml" Target="../ink/ink211.xml"/><Relationship Id="rId4" Type="http://schemas.openxmlformats.org/officeDocument/2006/relationships/customXml" Target="../ink/ink183.xml"/><Relationship Id="rId9" Type="http://schemas.openxmlformats.org/officeDocument/2006/relationships/image" Target="../media/image185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5.xml"/><Relationship Id="rId117" Type="http://schemas.openxmlformats.org/officeDocument/2006/relationships/image" Target="../media/image270.png"/><Relationship Id="rId21" Type="http://schemas.openxmlformats.org/officeDocument/2006/relationships/image" Target="../media/image222.png"/><Relationship Id="rId42" Type="http://schemas.openxmlformats.org/officeDocument/2006/relationships/customXml" Target="../ink/ink233.xml"/><Relationship Id="rId47" Type="http://schemas.openxmlformats.org/officeDocument/2006/relationships/image" Target="../media/image235.png"/><Relationship Id="rId63" Type="http://schemas.openxmlformats.org/officeDocument/2006/relationships/image" Target="../media/image243.png"/><Relationship Id="rId68" Type="http://schemas.openxmlformats.org/officeDocument/2006/relationships/customXml" Target="../ink/ink246.xml"/><Relationship Id="rId84" Type="http://schemas.openxmlformats.org/officeDocument/2006/relationships/customXml" Target="../ink/ink254.xml"/><Relationship Id="rId89" Type="http://schemas.openxmlformats.org/officeDocument/2006/relationships/image" Target="../media/image256.png"/><Relationship Id="rId112" Type="http://schemas.openxmlformats.org/officeDocument/2006/relationships/customXml" Target="../ink/ink268.xml"/><Relationship Id="rId16" Type="http://schemas.openxmlformats.org/officeDocument/2006/relationships/customXml" Target="../ink/ink220.xml"/><Relationship Id="rId107" Type="http://schemas.openxmlformats.org/officeDocument/2006/relationships/image" Target="../media/image265.png"/><Relationship Id="rId11" Type="http://schemas.openxmlformats.org/officeDocument/2006/relationships/image" Target="../media/image217.png"/><Relationship Id="rId32" Type="http://schemas.openxmlformats.org/officeDocument/2006/relationships/customXml" Target="../ink/ink228.xml"/><Relationship Id="rId37" Type="http://schemas.openxmlformats.org/officeDocument/2006/relationships/image" Target="../media/image230.png"/><Relationship Id="rId53" Type="http://schemas.openxmlformats.org/officeDocument/2006/relationships/image" Target="../media/image238.png"/><Relationship Id="rId58" Type="http://schemas.openxmlformats.org/officeDocument/2006/relationships/customXml" Target="../ink/ink241.xml"/><Relationship Id="rId74" Type="http://schemas.openxmlformats.org/officeDocument/2006/relationships/customXml" Target="../ink/ink249.xml"/><Relationship Id="rId79" Type="http://schemas.openxmlformats.org/officeDocument/2006/relationships/image" Target="../media/image251.png"/><Relationship Id="rId102" Type="http://schemas.openxmlformats.org/officeDocument/2006/relationships/customXml" Target="../ink/ink263.xml"/><Relationship Id="rId5" Type="http://schemas.openxmlformats.org/officeDocument/2006/relationships/image" Target="../media/image214.png"/><Relationship Id="rId90" Type="http://schemas.openxmlformats.org/officeDocument/2006/relationships/customXml" Target="../ink/ink257.xml"/><Relationship Id="rId95" Type="http://schemas.openxmlformats.org/officeDocument/2006/relationships/image" Target="../media/image259.png"/><Relationship Id="rId22" Type="http://schemas.openxmlformats.org/officeDocument/2006/relationships/customXml" Target="../ink/ink223.xml"/><Relationship Id="rId27" Type="http://schemas.openxmlformats.org/officeDocument/2006/relationships/image" Target="../media/image225.png"/><Relationship Id="rId43" Type="http://schemas.openxmlformats.org/officeDocument/2006/relationships/image" Target="../media/image233.png"/><Relationship Id="rId48" Type="http://schemas.openxmlformats.org/officeDocument/2006/relationships/customXml" Target="../ink/ink236.xml"/><Relationship Id="rId64" Type="http://schemas.openxmlformats.org/officeDocument/2006/relationships/customXml" Target="../ink/ink244.xml"/><Relationship Id="rId69" Type="http://schemas.openxmlformats.org/officeDocument/2006/relationships/image" Target="../media/image246.png"/><Relationship Id="rId113" Type="http://schemas.openxmlformats.org/officeDocument/2006/relationships/image" Target="../media/image268.png"/><Relationship Id="rId118" Type="http://schemas.openxmlformats.org/officeDocument/2006/relationships/customXml" Target="../ink/ink271.xml"/><Relationship Id="rId80" Type="http://schemas.openxmlformats.org/officeDocument/2006/relationships/customXml" Target="../ink/ink252.xml"/><Relationship Id="rId85" Type="http://schemas.openxmlformats.org/officeDocument/2006/relationships/image" Target="../media/image254.png"/><Relationship Id="rId12" Type="http://schemas.openxmlformats.org/officeDocument/2006/relationships/customXml" Target="../ink/ink218.xml"/><Relationship Id="rId17" Type="http://schemas.openxmlformats.org/officeDocument/2006/relationships/image" Target="../media/image220.png"/><Relationship Id="rId33" Type="http://schemas.openxmlformats.org/officeDocument/2006/relationships/image" Target="../media/image228.png"/><Relationship Id="rId38" Type="http://schemas.openxmlformats.org/officeDocument/2006/relationships/customXml" Target="../ink/ink231.xml"/><Relationship Id="rId59" Type="http://schemas.openxmlformats.org/officeDocument/2006/relationships/image" Target="../media/image241.png"/><Relationship Id="rId103" Type="http://schemas.openxmlformats.org/officeDocument/2006/relationships/image" Target="../media/image263.png"/><Relationship Id="rId108" Type="http://schemas.openxmlformats.org/officeDocument/2006/relationships/customXml" Target="../ink/ink266.xml"/><Relationship Id="rId54" Type="http://schemas.openxmlformats.org/officeDocument/2006/relationships/customXml" Target="../ink/ink239.xml"/><Relationship Id="rId70" Type="http://schemas.openxmlformats.org/officeDocument/2006/relationships/customXml" Target="../ink/ink247.xml"/><Relationship Id="rId75" Type="http://schemas.openxmlformats.org/officeDocument/2006/relationships/image" Target="../media/image249.png"/><Relationship Id="rId91" Type="http://schemas.openxmlformats.org/officeDocument/2006/relationships/image" Target="../media/image257.png"/><Relationship Id="rId96" Type="http://schemas.openxmlformats.org/officeDocument/2006/relationships/customXml" Target="../ink/ink26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5.xml"/><Relationship Id="rId23" Type="http://schemas.openxmlformats.org/officeDocument/2006/relationships/image" Target="../media/image223.png"/><Relationship Id="rId28" Type="http://schemas.openxmlformats.org/officeDocument/2006/relationships/customXml" Target="../ink/ink226.xml"/><Relationship Id="rId49" Type="http://schemas.openxmlformats.org/officeDocument/2006/relationships/image" Target="../media/image236.png"/><Relationship Id="rId114" Type="http://schemas.openxmlformats.org/officeDocument/2006/relationships/customXml" Target="../ink/ink269.xml"/><Relationship Id="rId119" Type="http://schemas.openxmlformats.org/officeDocument/2006/relationships/image" Target="../media/image271.png"/><Relationship Id="rId10" Type="http://schemas.openxmlformats.org/officeDocument/2006/relationships/customXml" Target="../ink/ink217.xml"/><Relationship Id="rId31" Type="http://schemas.openxmlformats.org/officeDocument/2006/relationships/image" Target="../media/image227.png"/><Relationship Id="rId44" Type="http://schemas.openxmlformats.org/officeDocument/2006/relationships/customXml" Target="../ink/ink234.xml"/><Relationship Id="rId52" Type="http://schemas.openxmlformats.org/officeDocument/2006/relationships/customXml" Target="../ink/ink238.xml"/><Relationship Id="rId60" Type="http://schemas.openxmlformats.org/officeDocument/2006/relationships/customXml" Target="../ink/ink242.xml"/><Relationship Id="rId65" Type="http://schemas.openxmlformats.org/officeDocument/2006/relationships/image" Target="../media/image244.png"/><Relationship Id="rId73" Type="http://schemas.openxmlformats.org/officeDocument/2006/relationships/image" Target="../media/image248.png"/><Relationship Id="rId78" Type="http://schemas.openxmlformats.org/officeDocument/2006/relationships/customXml" Target="../ink/ink251.xml"/><Relationship Id="rId81" Type="http://schemas.openxmlformats.org/officeDocument/2006/relationships/image" Target="../media/image252.png"/><Relationship Id="rId86" Type="http://schemas.openxmlformats.org/officeDocument/2006/relationships/customXml" Target="../ink/ink255.xml"/><Relationship Id="rId94" Type="http://schemas.openxmlformats.org/officeDocument/2006/relationships/customXml" Target="../ink/ink259.xml"/><Relationship Id="rId99" Type="http://schemas.openxmlformats.org/officeDocument/2006/relationships/image" Target="../media/image261.png"/><Relationship Id="rId101" Type="http://schemas.openxmlformats.org/officeDocument/2006/relationships/image" Target="../media/image262.png"/><Relationship Id="rId4" Type="http://schemas.openxmlformats.org/officeDocument/2006/relationships/customXml" Target="../ink/ink214.xml"/><Relationship Id="rId9" Type="http://schemas.openxmlformats.org/officeDocument/2006/relationships/image" Target="../media/image216.png"/><Relationship Id="rId13" Type="http://schemas.openxmlformats.org/officeDocument/2006/relationships/image" Target="../media/image218.png"/><Relationship Id="rId18" Type="http://schemas.openxmlformats.org/officeDocument/2006/relationships/customXml" Target="../ink/ink221.xml"/><Relationship Id="rId39" Type="http://schemas.openxmlformats.org/officeDocument/2006/relationships/image" Target="../media/image231.png"/><Relationship Id="rId109" Type="http://schemas.openxmlformats.org/officeDocument/2006/relationships/image" Target="../media/image266.png"/><Relationship Id="rId34" Type="http://schemas.openxmlformats.org/officeDocument/2006/relationships/customXml" Target="../ink/ink229.xml"/><Relationship Id="rId50" Type="http://schemas.openxmlformats.org/officeDocument/2006/relationships/customXml" Target="../ink/ink237.xml"/><Relationship Id="rId55" Type="http://schemas.openxmlformats.org/officeDocument/2006/relationships/image" Target="../media/image239.png"/><Relationship Id="rId76" Type="http://schemas.openxmlformats.org/officeDocument/2006/relationships/customXml" Target="../ink/ink250.xml"/><Relationship Id="rId97" Type="http://schemas.openxmlformats.org/officeDocument/2006/relationships/image" Target="../media/image260.png"/><Relationship Id="rId104" Type="http://schemas.openxmlformats.org/officeDocument/2006/relationships/customXml" Target="../ink/ink264.xml"/><Relationship Id="rId7" Type="http://schemas.openxmlformats.org/officeDocument/2006/relationships/image" Target="../media/image215.png"/><Relationship Id="rId71" Type="http://schemas.openxmlformats.org/officeDocument/2006/relationships/image" Target="../media/image247.png"/><Relationship Id="rId92" Type="http://schemas.openxmlformats.org/officeDocument/2006/relationships/customXml" Target="../ink/ink258.xml"/><Relationship Id="rId2" Type="http://schemas.openxmlformats.org/officeDocument/2006/relationships/customXml" Target="../ink/ink213.xml"/><Relationship Id="rId29" Type="http://schemas.openxmlformats.org/officeDocument/2006/relationships/image" Target="../media/image226.png"/><Relationship Id="rId24" Type="http://schemas.openxmlformats.org/officeDocument/2006/relationships/customXml" Target="../ink/ink224.xml"/><Relationship Id="rId40" Type="http://schemas.openxmlformats.org/officeDocument/2006/relationships/customXml" Target="../ink/ink232.xml"/><Relationship Id="rId45" Type="http://schemas.openxmlformats.org/officeDocument/2006/relationships/image" Target="../media/image234.png"/><Relationship Id="rId66" Type="http://schemas.openxmlformats.org/officeDocument/2006/relationships/customXml" Target="../ink/ink245.xml"/><Relationship Id="rId87" Type="http://schemas.openxmlformats.org/officeDocument/2006/relationships/image" Target="../media/image255.png"/><Relationship Id="rId110" Type="http://schemas.openxmlformats.org/officeDocument/2006/relationships/customXml" Target="../ink/ink267.xml"/><Relationship Id="rId115" Type="http://schemas.openxmlformats.org/officeDocument/2006/relationships/image" Target="../media/image269.png"/><Relationship Id="rId61" Type="http://schemas.openxmlformats.org/officeDocument/2006/relationships/image" Target="../media/image242.png"/><Relationship Id="rId82" Type="http://schemas.openxmlformats.org/officeDocument/2006/relationships/customXml" Target="../ink/ink253.xml"/><Relationship Id="rId19" Type="http://schemas.openxmlformats.org/officeDocument/2006/relationships/image" Target="../media/image221.png"/><Relationship Id="rId14" Type="http://schemas.openxmlformats.org/officeDocument/2006/relationships/customXml" Target="../ink/ink219.xml"/><Relationship Id="rId30" Type="http://schemas.openxmlformats.org/officeDocument/2006/relationships/customXml" Target="../ink/ink227.xml"/><Relationship Id="rId35" Type="http://schemas.openxmlformats.org/officeDocument/2006/relationships/image" Target="../media/image229.png"/><Relationship Id="rId56" Type="http://schemas.openxmlformats.org/officeDocument/2006/relationships/customXml" Target="../ink/ink240.xml"/><Relationship Id="rId77" Type="http://schemas.openxmlformats.org/officeDocument/2006/relationships/image" Target="../media/image250.png"/><Relationship Id="rId100" Type="http://schemas.openxmlformats.org/officeDocument/2006/relationships/customXml" Target="../ink/ink262.xml"/><Relationship Id="rId105" Type="http://schemas.openxmlformats.org/officeDocument/2006/relationships/image" Target="../media/image264.png"/><Relationship Id="rId8" Type="http://schemas.openxmlformats.org/officeDocument/2006/relationships/customXml" Target="../ink/ink216.xml"/><Relationship Id="rId51" Type="http://schemas.openxmlformats.org/officeDocument/2006/relationships/image" Target="../media/image237.png"/><Relationship Id="rId72" Type="http://schemas.openxmlformats.org/officeDocument/2006/relationships/customXml" Target="../ink/ink248.xml"/><Relationship Id="rId93" Type="http://schemas.openxmlformats.org/officeDocument/2006/relationships/image" Target="../media/image258.png"/><Relationship Id="rId98" Type="http://schemas.openxmlformats.org/officeDocument/2006/relationships/customXml" Target="../ink/ink261.xml"/><Relationship Id="rId3" Type="http://schemas.openxmlformats.org/officeDocument/2006/relationships/image" Target="../media/image213.png"/><Relationship Id="rId25" Type="http://schemas.openxmlformats.org/officeDocument/2006/relationships/image" Target="../media/image224.png"/><Relationship Id="rId46" Type="http://schemas.openxmlformats.org/officeDocument/2006/relationships/customXml" Target="../ink/ink235.xml"/><Relationship Id="rId67" Type="http://schemas.openxmlformats.org/officeDocument/2006/relationships/image" Target="../media/image245.png"/><Relationship Id="rId116" Type="http://schemas.openxmlformats.org/officeDocument/2006/relationships/customXml" Target="../ink/ink270.xml"/><Relationship Id="rId20" Type="http://schemas.openxmlformats.org/officeDocument/2006/relationships/customXml" Target="../ink/ink222.xml"/><Relationship Id="rId41" Type="http://schemas.openxmlformats.org/officeDocument/2006/relationships/image" Target="../media/image232.png"/><Relationship Id="rId62" Type="http://schemas.openxmlformats.org/officeDocument/2006/relationships/customXml" Target="../ink/ink243.xml"/><Relationship Id="rId83" Type="http://schemas.openxmlformats.org/officeDocument/2006/relationships/image" Target="../media/image253.png"/><Relationship Id="rId88" Type="http://schemas.openxmlformats.org/officeDocument/2006/relationships/customXml" Target="../ink/ink256.xml"/><Relationship Id="rId111" Type="http://schemas.openxmlformats.org/officeDocument/2006/relationships/image" Target="../media/image267.png"/><Relationship Id="rId15" Type="http://schemas.openxmlformats.org/officeDocument/2006/relationships/image" Target="../media/image219.png"/><Relationship Id="rId36" Type="http://schemas.openxmlformats.org/officeDocument/2006/relationships/customXml" Target="../ink/ink230.xml"/><Relationship Id="rId57" Type="http://schemas.openxmlformats.org/officeDocument/2006/relationships/image" Target="../media/image240.png"/><Relationship Id="rId106" Type="http://schemas.openxmlformats.org/officeDocument/2006/relationships/customXml" Target="../ink/ink265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9.png"/><Relationship Id="rId21" Type="http://schemas.openxmlformats.org/officeDocument/2006/relationships/image" Target="../media/image281.png"/><Relationship Id="rId42" Type="http://schemas.openxmlformats.org/officeDocument/2006/relationships/customXml" Target="../ink/ink292.xml"/><Relationship Id="rId63" Type="http://schemas.openxmlformats.org/officeDocument/2006/relationships/image" Target="../media/image302.png"/><Relationship Id="rId84" Type="http://schemas.openxmlformats.org/officeDocument/2006/relationships/customXml" Target="../ink/ink313.xml"/><Relationship Id="rId138" Type="http://schemas.openxmlformats.org/officeDocument/2006/relationships/customXml" Target="../ink/ink340.xml"/><Relationship Id="rId159" Type="http://schemas.openxmlformats.org/officeDocument/2006/relationships/image" Target="../media/image350.png"/><Relationship Id="rId107" Type="http://schemas.openxmlformats.org/officeDocument/2006/relationships/image" Target="../media/image324.png"/><Relationship Id="rId11" Type="http://schemas.openxmlformats.org/officeDocument/2006/relationships/image" Target="../media/image276.png"/><Relationship Id="rId32" Type="http://schemas.openxmlformats.org/officeDocument/2006/relationships/customXml" Target="../ink/ink287.xml"/><Relationship Id="rId53" Type="http://schemas.openxmlformats.org/officeDocument/2006/relationships/image" Target="../media/image297.png"/><Relationship Id="rId74" Type="http://schemas.openxmlformats.org/officeDocument/2006/relationships/customXml" Target="../ink/ink308.xml"/><Relationship Id="rId128" Type="http://schemas.openxmlformats.org/officeDocument/2006/relationships/customXml" Target="../ink/ink335.xml"/><Relationship Id="rId149" Type="http://schemas.openxmlformats.org/officeDocument/2006/relationships/image" Target="../media/image345.png"/><Relationship Id="rId5" Type="http://schemas.openxmlformats.org/officeDocument/2006/relationships/image" Target="../media/image273.png"/><Relationship Id="rId95" Type="http://schemas.openxmlformats.org/officeDocument/2006/relationships/image" Target="../media/image318.png"/><Relationship Id="rId160" Type="http://schemas.openxmlformats.org/officeDocument/2006/relationships/customXml" Target="../ink/ink351.xml"/><Relationship Id="rId22" Type="http://schemas.openxmlformats.org/officeDocument/2006/relationships/customXml" Target="../ink/ink282.xml"/><Relationship Id="rId43" Type="http://schemas.openxmlformats.org/officeDocument/2006/relationships/image" Target="../media/image292.png"/><Relationship Id="rId64" Type="http://schemas.openxmlformats.org/officeDocument/2006/relationships/customXml" Target="../ink/ink303.xml"/><Relationship Id="rId118" Type="http://schemas.openxmlformats.org/officeDocument/2006/relationships/customXml" Target="../ink/ink330.xml"/><Relationship Id="rId139" Type="http://schemas.openxmlformats.org/officeDocument/2006/relationships/image" Target="../media/image340.png"/><Relationship Id="rId85" Type="http://schemas.openxmlformats.org/officeDocument/2006/relationships/image" Target="../media/image313.png"/><Relationship Id="rId150" Type="http://schemas.openxmlformats.org/officeDocument/2006/relationships/customXml" Target="../ink/ink346.xml"/><Relationship Id="rId12" Type="http://schemas.openxmlformats.org/officeDocument/2006/relationships/customXml" Target="../ink/ink277.xml"/><Relationship Id="rId17" Type="http://schemas.openxmlformats.org/officeDocument/2006/relationships/image" Target="../media/image279.png"/><Relationship Id="rId33" Type="http://schemas.openxmlformats.org/officeDocument/2006/relationships/image" Target="../media/image287.png"/><Relationship Id="rId38" Type="http://schemas.openxmlformats.org/officeDocument/2006/relationships/customXml" Target="../ink/ink290.xml"/><Relationship Id="rId59" Type="http://schemas.openxmlformats.org/officeDocument/2006/relationships/image" Target="../media/image300.png"/><Relationship Id="rId103" Type="http://schemas.openxmlformats.org/officeDocument/2006/relationships/image" Target="../media/image322.png"/><Relationship Id="rId108" Type="http://schemas.openxmlformats.org/officeDocument/2006/relationships/customXml" Target="../ink/ink325.xml"/><Relationship Id="rId124" Type="http://schemas.openxmlformats.org/officeDocument/2006/relationships/customXml" Target="../ink/ink333.xml"/><Relationship Id="rId129" Type="http://schemas.openxmlformats.org/officeDocument/2006/relationships/image" Target="../media/image335.png"/><Relationship Id="rId54" Type="http://schemas.openxmlformats.org/officeDocument/2006/relationships/customXml" Target="../ink/ink298.xml"/><Relationship Id="rId70" Type="http://schemas.openxmlformats.org/officeDocument/2006/relationships/customXml" Target="../ink/ink306.xml"/><Relationship Id="rId75" Type="http://schemas.openxmlformats.org/officeDocument/2006/relationships/image" Target="../media/image308.png"/><Relationship Id="rId91" Type="http://schemas.openxmlformats.org/officeDocument/2006/relationships/image" Target="../media/image316.png"/><Relationship Id="rId96" Type="http://schemas.openxmlformats.org/officeDocument/2006/relationships/customXml" Target="../ink/ink319.xml"/><Relationship Id="rId140" Type="http://schemas.openxmlformats.org/officeDocument/2006/relationships/customXml" Target="../ink/ink341.xml"/><Relationship Id="rId145" Type="http://schemas.openxmlformats.org/officeDocument/2006/relationships/image" Target="../media/image343.png"/><Relationship Id="rId161" Type="http://schemas.openxmlformats.org/officeDocument/2006/relationships/image" Target="../media/image35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4.xml"/><Relationship Id="rId23" Type="http://schemas.openxmlformats.org/officeDocument/2006/relationships/image" Target="../media/image282.png"/><Relationship Id="rId28" Type="http://schemas.openxmlformats.org/officeDocument/2006/relationships/customXml" Target="../ink/ink285.xml"/><Relationship Id="rId49" Type="http://schemas.openxmlformats.org/officeDocument/2006/relationships/image" Target="../media/image295.png"/><Relationship Id="rId114" Type="http://schemas.openxmlformats.org/officeDocument/2006/relationships/customXml" Target="../ink/ink328.xml"/><Relationship Id="rId119" Type="http://schemas.openxmlformats.org/officeDocument/2006/relationships/image" Target="../media/image330.png"/><Relationship Id="rId44" Type="http://schemas.openxmlformats.org/officeDocument/2006/relationships/customXml" Target="../ink/ink293.xml"/><Relationship Id="rId60" Type="http://schemas.openxmlformats.org/officeDocument/2006/relationships/customXml" Target="../ink/ink301.xml"/><Relationship Id="rId65" Type="http://schemas.openxmlformats.org/officeDocument/2006/relationships/image" Target="../media/image303.png"/><Relationship Id="rId81" Type="http://schemas.openxmlformats.org/officeDocument/2006/relationships/image" Target="../media/image311.png"/><Relationship Id="rId86" Type="http://schemas.openxmlformats.org/officeDocument/2006/relationships/customXml" Target="../ink/ink314.xml"/><Relationship Id="rId130" Type="http://schemas.openxmlformats.org/officeDocument/2006/relationships/customXml" Target="../ink/ink336.xml"/><Relationship Id="rId135" Type="http://schemas.openxmlformats.org/officeDocument/2006/relationships/image" Target="../media/image338.png"/><Relationship Id="rId151" Type="http://schemas.openxmlformats.org/officeDocument/2006/relationships/image" Target="../media/image346.png"/><Relationship Id="rId156" Type="http://schemas.openxmlformats.org/officeDocument/2006/relationships/customXml" Target="../ink/ink349.xml"/><Relationship Id="rId13" Type="http://schemas.openxmlformats.org/officeDocument/2006/relationships/image" Target="../media/image277.png"/><Relationship Id="rId18" Type="http://schemas.openxmlformats.org/officeDocument/2006/relationships/customXml" Target="../ink/ink280.xml"/><Relationship Id="rId39" Type="http://schemas.openxmlformats.org/officeDocument/2006/relationships/image" Target="../media/image290.png"/><Relationship Id="rId109" Type="http://schemas.openxmlformats.org/officeDocument/2006/relationships/image" Target="../media/image325.png"/><Relationship Id="rId34" Type="http://schemas.openxmlformats.org/officeDocument/2006/relationships/customXml" Target="../ink/ink288.xml"/><Relationship Id="rId50" Type="http://schemas.openxmlformats.org/officeDocument/2006/relationships/customXml" Target="../ink/ink296.xml"/><Relationship Id="rId55" Type="http://schemas.openxmlformats.org/officeDocument/2006/relationships/image" Target="../media/image298.png"/><Relationship Id="rId76" Type="http://schemas.openxmlformats.org/officeDocument/2006/relationships/customXml" Target="../ink/ink309.xml"/><Relationship Id="rId97" Type="http://schemas.openxmlformats.org/officeDocument/2006/relationships/image" Target="../media/image319.png"/><Relationship Id="rId104" Type="http://schemas.openxmlformats.org/officeDocument/2006/relationships/customXml" Target="../ink/ink323.xml"/><Relationship Id="rId120" Type="http://schemas.openxmlformats.org/officeDocument/2006/relationships/customXml" Target="../ink/ink331.xml"/><Relationship Id="rId125" Type="http://schemas.openxmlformats.org/officeDocument/2006/relationships/image" Target="../media/image333.png"/><Relationship Id="rId141" Type="http://schemas.openxmlformats.org/officeDocument/2006/relationships/image" Target="../media/image341.png"/><Relationship Id="rId146" Type="http://schemas.openxmlformats.org/officeDocument/2006/relationships/customXml" Target="../ink/ink344.xml"/><Relationship Id="rId7" Type="http://schemas.openxmlformats.org/officeDocument/2006/relationships/image" Target="../media/image274.png"/><Relationship Id="rId71" Type="http://schemas.openxmlformats.org/officeDocument/2006/relationships/image" Target="../media/image306.png"/><Relationship Id="rId92" Type="http://schemas.openxmlformats.org/officeDocument/2006/relationships/customXml" Target="../ink/ink317.xml"/><Relationship Id="rId162" Type="http://schemas.openxmlformats.org/officeDocument/2006/relationships/customXml" Target="../ink/ink352.xml"/><Relationship Id="rId2" Type="http://schemas.openxmlformats.org/officeDocument/2006/relationships/customXml" Target="../ink/ink272.xml"/><Relationship Id="rId29" Type="http://schemas.openxmlformats.org/officeDocument/2006/relationships/image" Target="../media/image285.png"/><Relationship Id="rId24" Type="http://schemas.openxmlformats.org/officeDocument/2006/relationships/customXml" Target="../ink/ink283.xml"/><Relationship Id="rId40" Type="http://schemas.openxmlformats.org/officeDocument/2006/relationships/customXml" Target="../ink/ink291.xml"/><Relationship Id="rId45" Type="http://schemas.openxmlformats.org/officeDocument/2006/relationships/image" Target="../media/image293.png"/><Relationship Id="rId66" Type="http://schemas.openxmlformats.org/officeDocument/2006/relationships/customXml" Target="../ink/ink304.xml"/><Relationship Id="rId87" Type="http://schemas.openxmlformats.org/officeDocument/2006/relationships/image" Target="../media/image314.png"/><Relationship Id="rId110" Type="http://schemas.openxmlformats.org/officeDocument/2006/relationships/customXml" Target="../ink/ink326.xml"/><Relationship Id="rId115" Type="http://schemas.openxmlformats.org/officeDocument/2006/relationships/image" Target="../media/image328.png"/><Relationship Id="rId131" Type="http://schemas.openxmlformats.org/officeDocument/2006/relationships/image" Target="../media/image336.png"/><Relationship Id="rId136" Type="http://schemas.openxmlformats.org/officeDocument/2006/relationships/customXml" Target="../ink/ink339.xml"/><Relationship Id="rId157" Type="http://schemas.openxmlformats.org/officeDocument/2006/relationships/image" Target="../media/image349.png"/><Relationship Id="rId61" Type="http://schemas.openxmlformats.org/officeDocument/2006/relationships/image" Target="../media/image301.png"/><Relationship Id="rId82" Type="http://schemas.openxmlformats.org/officeDocument/2006/relationships/customXml" Target="../ink/ink312.xml"/><Relationship Id="rId152" Type="http://schemas.openxmlformats.org/officeDocument/2006/relationships/customXml" Target="../ink/ink347.xml"/><Relationship Id="rId19" Type="http://schemas.openxmlformats.org/officeDocument/2006/relationships/image" Target="../media/image280.png"/><Relationship Id="rId14" Type="http://schemas.openxmlformats.org/officeDocument/2006/relationships/customXml" Target="../ink/ink278.xml"/><Relationship Id="rId30" Type="http://schemas.openxmlformats.org/officeDocument/2006/relationships/customXml" Target="../ink/ink286.xml"/><Relationship Id="rId35" Type="http://schemas.openxmlformats.org/officeDocument/2006/relationships/image" Target="../media/image288.png"/><Relationship Id="rId56" Type="http://schemas.openxmlformats.org/officeDocument/2006/relationships/customXml" Target="../ink/ink299.xml"/><Relationship Id="rId77" Type="http://schemas.openxmlformats.org/officeDocument/2006/relationships/image" Target="../media/image309.png"/><Relationship Id="rId100" Type="http://schemas.openxmlformats.org/officeDocument/2006/relationships/customXml" Target="../ink/ink321.xml"/><Relationship Id="rId105" Type="http://schemas.openxmlformats.org/officeDocument/2006/relationships/image" Target="../media/image323.png"/><Relationship Id="rId126" Type="http://schemas.openxmlformats.org/officeDocument/2006/relationships/customXml" Target="../ink/ink334.xml"/><Relationship Id="rId147" Type="http://schemas.openxmlformats.org/officeDocument/2006/relationships/image" Target="../media/image344.png"/><Relationship Id="rId8" Type="http://schemas.openxmlformats.org/officeDocument/2006/relationships/customXml" Target="../ink/ink275.xml"/><Relationship Id="rId51" Type="http://schemas.openxmlformats.org/officeDocument/2006/relationships/image" Target="../media/image296.png"/><Relationship Id="rId72" Type="http://schemas.openxmlformats.org/officeDocument/2006/relationships/customXml" Target="../ink/ink307.xml"/><Relationship Id="rId93" Type="http://schemas.openxmlformats.org/officeDocument/2006/relationships/image" Target="../media/image317.png"/><Relationship Id="rId98" Type="http://schemas.openxmlformats.org/officeDocument/2006/relationships/customXml" Target="../ink/ink320.xml"/><Relationship Id="rId121" Type="http://schemas.openxmlformats.org/officeDocument/2006/relationships/image" Target="../media/image331.png"/><Relationship Id="rId142" Type="http://schemas.openxmlformats.org/officeDocument/2006/relationships/customXml" Target="../ink/ink342.xml"/><Relationship Id="rId163" Type="http://schemas.openxmlformats.org/officeDocument/2006/relationships/image" Target="../media/image352.png"/><Relationship Id="rId3" Type="http://schemas.openxmlformats.org/officeDocument/2006/relationships/image" Target="../media/image272.png"/><Relationship Id="rId25" Type="http://schemas.openxmlformats.org/officeDocument/2006/relationships/image" Target="../media/image283.png"/><Relationship Id="rId46" Type="http://schemas.openxmlformats.org/officeDocument/2006/relationships/customXml" Target="../ink/ink294.xml"/><Relationship Id="rId67" Type="http://schemas.openxmlformats.org/officeDocument/2006/relationships/image" Target="../media/image304.png"/><Relationship Id="rId116" Type="http://schemas.openxmlformats.org/officeDocument/2006/relationships/customXml" Target="../ink/ink329.xml"/><Relationship Id="rId137" Type="http://schemas.openxmlformats.org/officeDocument/2006/relationships/image" Target="../media/image339.png"/><Relationship Id="rId158" Type="http://schemas.openxmlformats.org/officeDocument/2006/relationships/customXml" Target="../ink/ink350.xml"/><Relationship Id="rId20" Type="http://schemas.openxmlformats.org/officeDocument/2006/relationships/customXml" Target="../ink/ink281.xml"/><Relationship Id="rId41" Type="http://schemas.openxmlformats.org/officeDocument/2006/relationships/image" Target="../media/image291.png"/><Relationship Id="rId62" Type="http://schemas.openxmlformats.org/officeDocument/2006/relationships/customXml" Target="../ink/ink302.xml"/><Relationship Id="rId83" Type="http://schemas.openxmlformats.org/officeDocument/2006/relationships/image" Target="../media/image312.png"/><Relationship Id="rId88" Type="http://schemas.openxmlformats.org/officeDocument/2006/relationships/customXml" Target="../ink/ink315.xml"/><Relationship Id="rId111" Type="http://schemas.openxmlformats.org/officeDocument/2006/relationships/image" Target="../media/image326.png"/><Relationship Id="rId132" Type="http://schemas.openxmlformats.org/officeDocument/2006/relationships/customXml" Target="../ink/ink337.xml"/><Relationship Id="rId153" Type="http://schemas.openxmlformats.org/officeDocument/2006/relationships/image" Target="../media/image347.png"/><Relationship Id="rId15" Type="http://schemas.openxmlformats.org/officeDocument/2006/relationships/image" Target="../media/image278.png"/><Relationship Id="rId36" Type="http://schemas.openxmlformats.org/officeDocument/2006/relationships/customXml" Target="../ink/ink289.xml"/><Relationship Id="rId57" Type="http://schemas.openxmlformats.org/officeDocument/2006/relationships/image" Target="../media/image299.png"/><Relationship Id="rId106" Type="http://schemas.openxmlformats.org/officeDocument/2006/relationships/customXml" Target="../ink/ink324.xml"/><Relationship Id="rId127" Type="http://schemas.openxmlformats.org/officeDocument/2006/relationships/image" Target="../media/image334.png"/><Relationship Id="rId10" Type="http://schemas.openxmlformats.org/officeDocument/2006/relationships/customXml" Target="../ink/ink276.xml"/><Relationship Id="rId31" Type="http://schemas.openxmlformats.org/officeDocument/2006/relationships/image" Target="../media/image286.png"/><Relationship Id="rId52" Type="http://schemas.openxmlformats.org/officeDocument/2006/relationships/customXml" Target="../ink/ink297.xml"/><Relationship Id="rId73" Type="http://schemas.openxmlformats.org/officeDocument/2006/relationships/image" Target="../media/image307.png"/><Relationship Id="rId78" Type="http://schemas.openxmlformats.org/officeDocument/2006/relationships/customXml" Target="../ink/ink310.xml"/><Relationship Id="rId94" Type="http://schemas.openxmlformats.org/officeDocument/2006/relationships/customXml" Target="../ink/ink318.xml"/><Relationship Id="rId99" Type="http://schemas.openxmlformats.org/officeDocument/2006/relationships/image" Target="../media/image320.png"/><Relationship Id="rId101" Type="http://schemas.openxmlformats.org/officeDocument/2006/relationships/image" Target="../media/image321.png"/><Relationship Id="rId122" Type="http://schemas.openxmlformats.org/officeDocument/2006/relationships/customXml" Target="../ink/ink332.xml"/><Relationship Id="rId143" Type="http://schemas.openxmlformats.org/officeDocument/2006/relationships/image" Target="../media/image342.png"/><Relationship Id="rId148" Type="http://schemas.openxmlformats.org/officeDocument/2006/relationships/customXml" Target="../ink/ink345.xml"/><Relationship Id="rId164" Type="http://schemas.openxmlformats.org/officeDocument/2006/relationships/customXml" Target="../ink/ink353.xml"/><Relationship Id="rId4" Type="http://schemas.openxmlformats.org/officeDocument/2006/relationships/customXml" Target="../ink/ink273.xml"/><Relationship Id="rId9" Type="http://schemas.openxmlformats.org/officeDocument/2006/relationships/image" Target="../media/image275.png"/><Relationship Id="rId26" Type="http://schemas.openxmlformats.org/officeDocument/2006/relationships/customXml" Target="../ink/ink284.xml"/><Relationship Id="rId47" Type="http://schemas.openxmlformats.org/officeDocument/2006/relationships/image" Target="../media/image294.png"/><Relationship Id="rId68" Type="http://schemas.openxmlformats.org/officeDocument/2006/relationships/customXml" Target="../ink/ink305.xml"/><Relationship Id="rId89" Type="http://schemas.openxmlformats.org/officeDocument/2006/relationships/image" Target="../media/image315.png"/><Relationship Id="rId112" Type="http://schemas.openxmlformats.org/officeDocument/2006/relationships/customXml" Target="../ink/ink327.xml"/><Relationship Id="rId133" Type="http://schemas.openxmlformats.org/officeDocument/2006/relationships/image" Target="../media/image337.png"/><Relationship Id="rId154" Type="http://schemas.openxmlformats.org/officeDocument/2006/relationships/customXml" Target="../ink/ink348.xml"/><Relationship Id="rId16" Type="http://schemas.openxmlformats.org/officeDocument/2006/relationships/customXml" Target="../ink/ink279.xml"/><Relationship Id="rId37" Type="http://schemas.openxmlformats.org/officeDocument/2006/relationships/image" Target="../media/image289.png"/><Relationship Id="rId58" Type="http://schemas.openxmlformats.org/officeDocument/2006/relationships/customXml" Target="../ink/ink300.xml"/><Relationship Id="rId79" Type="http://schemas.openxmlformats.org/officeDocument/2006/relationships/image" Target="../media/image310.png"/><Relationship Id="rId102" Type="http://schemas.openxmlformats.org/officeDocument/2006/relationships/customXml" Target="../ink/ink322.xml"/><Relationship Id="rId123" Type="http://schemas.openxmlformats.org/officeDocument/2006/relationships/image" Target="../media/image332.png"/><Relationship Id="rId144" Type="http://schemas.openxmlformats.org/officeDocument/2006/relationships/customXml" Target="../ink/ink343.xml"/><Relationship Id="rId90" Type="http://schemas.openxmlformats.org/officeDocument/2006/relationships/customXml" Target="../ink/ink316.xml"/><Relationship Id="rId165" Type="http://schemas.openxmlformats.org/officeDocument/2006/relationships/image" Target="../media/image353.png"/><Relationship Id="rId27" Type="http://schemas.openxmlformats.org/officeDocument/2006/relationships/image" Target="../media/image284.png"/><Relationship Id="rId48" Type="http://schemas.openxmlformats.org/officeDocument/2006/relationships/customXml" Target="../ink/ink295.xml"/><Relationship Id="rId69" Type="http://schemas.openxmlformats.org/officeDocument/2006/relationships/image" Target="../media/image305.png"/><Relationship Id="rId113" Type="http://schemas.openxmlformats.org/officeDocument/2006/relationships/image" Target="../media/image327.png"/><Relationship Id="rId134" Type="http://schemas.openxmlformats.org/officeDocument/2006/relationships/customXml" Target="../ink/ink338.xml"/><Relationship Id="rId80" Type="http://schemas.openxmlformats.org/officeDocument/2006/relationships/customXml" Target="../ink/ink311.xml"/><Relationship Id="rId155" Type="http://schemas.openxmlformats.org/officeDocument/2006/relationships/image" Target="../media/image34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7.xml"/><Relationship Id="rId13" Type="http://schemas.openxmlformats.org/officeDocument/2006/relationships/image" Target="../media/image359.png"/><Relationship Id="rId18" Type="http://schemas.openxmlformats.org/officeDocument/2006/relationships/customXml" Target="../ink/ink362.xml"/><Relationship Id="rId26" Type="http://schemas.openxmlformats.org/officeDocument/2006/relationships/customXml" Target="../ink/ink366.xml"/><Relationship Id="rId3" Type="http://schemas.openxmlformats.org/officeDocument/2006/relationships/image" Target="../media/image354.png"/><Relationship Id="rId21" Type="http://schemas.openxmlformats.org/officeDocument/2006/relationships/image" Target="../media/image363.png"/><Relationship Id="rId7" Type="http://schemas.openxmlformats.org/officeDocument/2006/relationships/image" Target="../media/image356.png"/><Relationship Id="rId12" Type="http://schemas.openxmlformats.org/officeDocument/2006/relationships/customXml" Target="../ink/ink359.xml"/><Relationship Id="rId17" Type="http://schemas.openxmlformats.org/officeDocument/2006/relationships/image" Target="../media/image361.png"/><Relationship Id="rId25" Type="http://schemas.openxmlformats.org/officeDocument/2006/relationships/image" Target="../media/image365.png"/><Relationship Id="rId2" Type="http://schemas.openxmlformats.org/officeDocument/2006/relationships/customXml" Target="../ink/ink354.xml"/><Relationship Id="rId16" Type="http://schemas.openxmlformats.org/officeDocument/2006/relationships/customXml" Target="../ink/ink361.xml"/><Relationship Id="rId20" Type="http://schemas.openxmlformats.org/officeDocument/2006/relationships/customXml" Target="../ink/ink363.xml"/><Relationship Id="rId29" Type="http://schemas.openxmlformats.org/officeDocument/2006/relationships/image" Target="../media/image36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6.xml"/><Relationship Id="rId11" Type="http://schemas.openxmlformats.org/officeDocument/2006/relationships/image" Target="../media/image358.png"/><Relationship Id="rId24" Type="http://schemas.openxmlformats.org/officeDocument/2006/relationships/customXml" Target="../ink/ink365.xml"/><Relationship Id="rId5" Type="http://schemas.openxmlformats.org/officeDocument/2006/relationships/image" Target="../media/image355.png"/><Relationship Id="rId15" Type="http://schemas.openxmlformats.org/officeDocument/2006/relationships/image" Target="../media/image360.png"/><Relationship Id="rId23" Type="http://schemas.openxmlformats.org/officeDocument/2006/relationships/image" Target="../media/image364.png"/><Relationship Id="rId28" Type="http://schemas.openxmlformats.org/officeDocument/2006/relationships/customXml" Target="../ink/ink367.xml"/><Relationship Id="rId10" Type="http://schemas.openxmlformats.org/officeDocument/2006/relationships/customXml" Target="../ink/ink358.xml"/><Relationship Id="rId19" Type="http://schemas.openxmlformats.org/officeDocument/2006/relationships/image" Target="../media/image362.png"/><Relationship Id="rId4" Type="http://schemas.openxmlformats.org/officeDocument/2006/relationships/customXml" Target="../ink/ink355.xml"/><Relationship Id="rId9" Type="http://schemas.openxmlformats.org/officeDocument/2006/relationships/image" Target="../media/image357.png"/><Relationship Id="rId14" Type="http://schemas.openxmlformats.org/officeDocument/2006/relationships/customXml" Target="../ink/ink360.xml"/><Relationship Id="rId22" Type="http://schemas.openxmlformats.org/officeDocument/2006/relationships/customXml" Target="../ink/ink364.xml"/><Relationship Id="rId27" Type="http://schemas.openxmlformats.org/officeDocument/2006/relationships/image" Target="../media/image366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80.xml"/><Relationship Id="rId21" Type="http://schemas.openxmlformats.org/officeDocument/2006/relationships/image" Target="../media/image377.png"/><Relationship Id="rId42" Type="http://schemas.openxmlformats.org/officeDocument/2006/relationships/customXml" Target="../ink/ink388.xml"/><Relationship Id="rId47" Type="http://schemas.openxmlformats.org/officeDocument/2006/relationships/image" Target="../media/image390.png"/><Relationship Id="rId63" Type="http://schemas.openxmlformats.org/officeDocument/2006/relationships/image" Target="../media/image398.png"/><Relationship Id="rId68" Type="http://schemas.openxmlformats.org/officeDocument/2006/relationships/customXml" Target="../ink/ink401.xml"/><Relationship Id="rId84" Type="http://schemas.openxmlformats.org/officeDocument/2006/relationships/customXml" Target="../ink/ink409.xml"/><Relationship Id="rId89" Type="http://schemas.openxmlformats.org/officeDocument/2006/relationships/image" Target="../media/image411.png"/><Relationship Id="rId16" Type="http://schemas.openxmlformats.org/officeDocument/2006/relationships/customXml" Target="../ink/ink375.xml"/><Relationship Id="rId11" Type="http://schemas.openxmlformats.org/officeDocument/2006/relationships/image" Target="../media/image372.png"/><Relationship Id="rId32" Type="http://schemas.openxmlformats.org/officeDocument/2006/relationships/customXml" Target="../ink/ink383.xml"/><Relationship Id="rId37" Type="http://schemas.openxmlformats.org/officeDocument/2006/relationships/image" Target="../media/image385.png"/><Relationship Id="rId53" Type="http://schemas.openxmlformats.org/officeDocument/2006/relationships/image" Target="../media/image393.png"/><Relationship Id="rId58" Type="http://schemas.openxmlformats.org/officeDocument/2006/relationships/customXml" Target="../ink/ink396.xml"/><Relationship Id="rId74" Type="http://schemas.openxmlformats.org/officeDocument/2006/relationships/customXml" Target="../ink/ink404.xml"/><Relationship Id="rId79" Type="http://schemas.openxmlformats.org/officeDocument/2006/relationships/image" Target="../media/image406.png"/><Relationship Id="rId5" Type="http://schemas.openxmlformats.org/officeDocument/2006/relationships/image" Target="../media/image369.png"/><Relationship Id="rId90" Type="http://schemas.openxmlformats.org/officeDocument/2006/relationships/customXml" Target="../ink/ink412.xml"/><Relationship Id="rId95" Type="http://schemas.openxmlformats.org/officeDocument/2006/relationships/image" Target="../media/image414.png"/><Relationship Id="rId22" Type="http://schemas.openxmlformats.org/officeDocument/2006/relationships/customXml" Target="../ink/ink378.xml"/><Relationship Id="rId27" Type="http://schemas.openxmlformats.org/officeDocument/2006/relationships/image" Target="../media/image380.png"/><Relationship Id="rId43" Type="http://schemas.openxmlformats.org/officeDocument/2006/relationships/image" Target="../media/image388.png"/><Relationship Id="rId48" Type="http://schemas.openxmlformats.org/officeDocument/2006/relationships/customXml" Target="../ink/ink391.xml"/><Relationship Id="rId64" Type="http://schemas.openxmlformats.org/officeDocument/2006/relationships/customXml" Target="../ink/ink399.xml"/><Relationship Id="rId69" Type="http://schemas.openxmlformats.org/officeDocument/2006/relationships/image" Target="../media/image401.png"/><Relationship Id="rId80" Type="http://schemas.openxmlformats.org/officeDocument/2006/relationships/customXml" Target="../ink/ink407.xml"/><Relationship Id="rId85" Type="http://schemas.openxmlformats.org/officeDocument/2006/relationships/image" Target="../media/image409.png"/><Relationship Id="rId3" Type="http://schemas.openxmlformats.org/officeDocument/2006/relationships/image" Target="../media/image368.png"/><Relationship Id="rId12" Type="http://schemas.openxmlformats.org/officeDocument/2006/relationships/customXml" Target="../ink/ink373.xml"/><Relationship Id="rId17" Type="http://schemas.openxmlformats.org/officeDocument/2006/relationships/image" Target="../media/image375.png"/><Relationship Id="rId25" Type="http://schemas.openxmlformats.org/officeDocument/2006/relationships/image" Target="../media/image379.png"/><Relationship Id="rId33" Type="http://schemas.openxmlformats.org/officeDocument/2006/relationships/image" Target="../media/image383.png"/><Relationship Id="rId38" Type="http://schemas.openxmlformats.org/officeDocument/2006/relationships/customXml" Target="../ink/ink386.xml"/><Relationship Id="rId46" Type="http://schemas.openxmlformats.org/officeDocument/2006/relationships/customXml" Target="../ink/ink390.xml"/><Relationship Id="rId59" Type="http://schemas.openxmlformats.org/officeDocument/2006/relationships/image" Target="../media/image396.png"/><Relationship Id="rId67" Type="http://schemas.openxmlformats.org/officeDocument/2006/relationships/image" Target="../media/image400.png"/><Relationship Id="rId20" Type="http://schemas.openxmlformats.org/officeDocument/2006/relationships/customXml" Target="../ink/ink377.xml"/><Relationship Id="rId41" Type="http://schemas.openxmlformats.org/officeDocument/2006/relationships/image" Target="../media/image387.png"/><Relationship Id="rId54" Type="http://schemas.openxmlformats.org/officeDocument/2006/relationships/customXml" Target="../ink/ink394.xml"/><Relationship Id="rId62" Type="http://schemas.openxmlformats.org/officeDocument/2006/relationships/customXml" Target="../ink/ink398.xml"/><Relationship Id="rId70" Type="http://schemas.openxmlformats.org/officeDocument/2006/relationships/customXml" Target="../ink/ink402.xml"/><Relationship Id="rId75" Type="http://schemas.openxmlformats.org/officeDocument/2006/relationships/image" Target="../media/image404.png"/><Relationship Id="rId83" Type="http://schemas.openxmlformats.org/officeDocument/2006/relationships/image" Target="../media/image408.png"/><Relationship Id="rId88" Type="http://schemas.openxmlformats.org/officeDocument/2006/relationships/customXml" Target="../ink/ink411.xml"/><Relationship Id="rId91" Type="http://schemas.openxmlformats.org/officeDocument/2006/relationships/image" Target="../media/image412.png"/><Relationship Id="rId96" Type="http://schemas.openxmlformats.org/officeDocument/2006/relationships/customXml" Target="../ink/ink41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0.xml"/><Relationship Id="rId15" Type="http://schemas.openxmlformats.org/officeDocument/2006/relationships/image" Target="../media/image374.png"/><Relationship Id="rId23" Type="http://schemas.openxmlformats.org/officeDocument/2006/relationships/image" Target="../media/image378.png"/><Relationship Id="rId28" Type="http://schemas.openxmlformats.org/officeDocument/2006/relationships/customXml" Target="../ink/ink381.xml"/><Relationship Id="rId36" Type="http://schemas.openxmlformats.org/officeDocument/2006/relationships/customXml" Target="../ink/ink385.xml"/><Relationship Id="rId49" Type="http://schemas.openxmlformats.org/officeDocument/2006/relationships/image" Target="../media/image391.png"/><Relationship Id="rId57" Type="http://schemas.openxmlformats.org/officeDocument/2006/relationships/image" Target="../media/image395.png"/><Relationship Id="rId10" Type="http://schemas.openxmlformats.org/officeDocument/2006/relationships/customXml" Target="../ink/ink372.xml"/><Relationship Id="rId31" Type="http://schemas.openxmlformats.org/officeDocument/2006/relationships/image" Target="../media/image382.png"/><Relationship Id="rId44" Type="http://schemas.openxmlformats.org/officeDocument/2006/relationships/customXml" Target="../ink/ink389.xml"/><Relationship Id="rId52" Type="http://schemas.openxmlformats.org/officeDocument/2006/relationships/customXml" Target="../ink/ink393.xml"/><Relationship Id="rId60" Type="http://schemas.openxmlformats.org/officeDocument/2006/relationships/customXml" Target="../ink/ink397.xml"/><Relationship Id="rId65" Type="http://schemas.openxmlformats.org/officeDocument/2006/relationships/image" Target="../media/image399.png"/><Relationship Id="rId73" Type="http://schemas.openxmlformats.org/officeDocument/2006/relationships/image" Target="../media/image403.png"/><Relationship Id="rId78" Type="http://schemas.openxmlformats.org/officeDocument/2006/relationships/customXml" Target="../ink/ink406.xml"/><Relationship Id="rId81" Type="http://schemas.openxmlformats.org/officeDocument/2006/relationships/image" Target="../media/image407.png"/><Relationship Id="rId86" Type="http://schemas.openxmlformats.org/officeDocument/2006/relationships/customXml" Target="../ink/ink410.xml"/><Relationship Id="rId94" Type="http://schemas.openxmlformats.org/officeDocument/2006/relationships/customXml" Target="../ink/ink414.xml"/><Relationship Id="rId4" Type="http://schemas.openxmlformats.org/officeDocument/2006/relationships/customXml" Target="../ink/ink369.xml"/><Relationship Id="rId9" Type="http://schemas.openxmlformats.org/officeDocument/2006/relationships/image" Target="../media/image371.png"/><Relationship Id="rId13" Type="http://schemas.openxmlformats.org/officeDocument/2006/relationships/image" Target="../media/image373.png"/><Relationship Id="rId18" Type="http://schemas.openxmlformats.org/officeDocument/2006/relationships/customXml" Target="../ink/ink376.xml"/><Relationship Id="rId39" Type="http://schemas.openxmlformats.org/officeDocument/2006/relationships/image" Target="../media/image386.png"/><Relationship Id="rId34" Type="http://schemas.openxmlformats.org/officeDocument/2006/relationships/customXml" Target="../ink/ink384.xml"/><Relationship Id="rId50" Type="http://schemas.openxmlformats.org/officeDocument/2006/relationships/customXml" Target="../ink/ink392.xml"/><Relationship Id="rId55" Type="http://schemas.openxmlformats.org/officeDocument/2006/relationships/image" Target="../media/image394.png"/><Relationship Id="rId76" Type="http://schemas.openxmlformats.org/officeDocument/2006/relationships/customXml" Target="../ink/ink405.xml"/><Relationship Id="rId97" Type="http://schemas.openxmlformats.org/officeDocument/2006/relationships/image" Target="../media/image415.png"/><Relationship Id="rId7" Type="http://schemas.openxmlformats.org/officeDocument/2006/relationships/image" Target="../media/image370.png"/><Relationship Id="rId71" Type="http://schemas.openxmlformats.org/officeDocument/2006/relationships/image" Target="../media/image402.png"/><Relationship Id="rId92" Type="http://schemas.openxmlformats.org/officeDocument/2006/relationships/customXml" Target="../ink/ink413.xml"/><Relationship Id="rId2" Type="http://schemas.openxmlformats.org/officeDocument/2006/relationships/customXml" Target="../ink/ink368.xml"/><Relationship Id="rId29" Type="http://schemas.openxmlformats.org/officeDocument/2006/relationships/image" Target="../media/image381.png"/><Relationship Id="rId24" Type="http://schemas.openxmlformats.org/officeDocument/2006/relationships/customXml" Target="../ink/ink379.xml"/><Relationship Id="rId40" Type="http://schemas.openxmlformats.org/officeDocument/2006/relationships/customXml" Target="../ink/ink387.xml"/><Relationship Id="rId45" Type="http://schemas.openxmlformats.org/officeDocument/2006/relationships/image" Target="../media/image389.png"/><Relationship Id="rId66" Type="http://schemas.openxmlformats.org/officeDocument/2006/relationships/customXml" Target="../ink/ink400.xml"/><Relationship Id="rId87" Type="http://schemas.openxmlformats.org/officeDocument/2006/relationships/image" Target="../media/image410.png"/><Relationship Id="rId61" Type="http://schemas.openxmlformats.org/officeDocument/2006/relationships/image" Target="../media/image397.png"/><Relationship Id="rId82" Type="http://schemas.openxmlformats.org/officeDocument/2006/relationships/customXml" Target="../ink/ink408.xml"/><Relationship Id="rId19" Type="http://schemas.openxmlformats.org/officeDocument/2006/relationships/image" Target="../media/image376.png"/><Relationship Id="rId14" Type="http://schemas.openxmlformats.org/officeDocument/2006/relationships/customXml" Target="../ink/ink374.xml"/><Relationship Id="rId30" Type="http://schemas.openxmlformats.org/officeDocument/2006/relationships/customXml" Target="../ink/ink382.xml"/><Relationship Id="rId35" Type="http://schemas.openxmlformats.org/officeDocument/2006/relationships/image" Target="../media/image384.png"/><Relationship Id="rId56" Type="http://schemas.openxmlformats.org/officeDocument/2006/relationships/customXml" Target="../ink/ink395.xml"/><Relationship Id="rId77" Type="http://schemas.openxmlformats.org/officeDocument/2006/relationships/image" Target="../media/image405.png"/><Relationship Id="rId8" Type="http://schemas.openxmlformats.org/officeDocument/2006/relationships/customXml" Target="../ink/ink371.xml"/><Relationship Id="rId51" Type="http://schemas.openxmlformats.org/officeDocument/2006/relationships/image" Target="../media/image392.png"/><Relationship Id="rId72" Type="http://schemas.openxmlformats.org/officeDocument/2006/relationships/customXml" Target="../ink/ink403.xml"/><Relationship Id="rId93" Type="http://schemas.openxmlformats.org/officeDocument/2006/relationships/image" Target="../media/image413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73.png"/><Relationship Id="rId21" Type="http://schemas.openxmlformats.org/officeDocument/2006/relationships/image" Target="../media/image425.png"/><Relationship Id="rId42" Type="http://schemas.openxmlformats.org/officeDocument/2006/relationships/customXml" Target="../ink/ink436.xml"/><Relationship Id="rId63" Type="http://schemas.openxmlformats.org/officeDocument/2006/relationships/image" Target="../media/image446.png"/><Relationship Id="rId84" Type="http://schemas.openxmlformats.org/officeDocument/2006/relationships/customXml" Target="../ink/ink457.xml"/><Relationship Id="rId138" Type="http://schemas.openxmlformats.org/officeDocument/2006/relationships/customXml" Target="../ink/ink484.xml"/><Relationship Id="rId107" Type="http://schemas.openxmlformats.org/officeDocument/2006/relationships/image" Target="../media/image468.png"/><Relationship Id="rId11" Type="http://schemas.openxmlformats.org/officeDocument/2006/relationships/image" Target="../media/image420.png"/><Relationship Id="rId32" Type="http://schemas.openxmlformats.org/officeDocument/2006/relationships/customXml" Target="../ink/ink431.xml"/><Relationship Id="rId37" Type="http://schemas.openxmlformats.org/officeDocument/2006/relationships/image" Target="../media/image433.png"/><Relationship Id="rId53" Type="http://schemas.openxmlformats.org/officeDocument/2006/relationships/image" Target="../media/image441.png"/><Relationship Id="rId58" Type="http://schemas.openxmlformats.org/officeDocument/2006/relationships/customXml" Target="../ink/ink444.xml"/><Relationship Id="rId74" Type="http://schemas.openxmlformats.org/officeDocument/2006/relationships/customXml" Target="../ink/ink452.xml"/><Relationship Id="rId79" Type="http://schemas.openxmlformats.org/officeDocument/2006/relationships/image" Target="../media/image454.png"/><Relationship Id="rId102" Type="http://schemas.openxmlformats.org/officeDocument/2006/relationships/customXml" Target="../ink/ink466.xml"/><Relationship Id="rId123" Type="http://schemas.openxmlformats.org/officeDocument/2006/relationships/image" Target="../media/image476.png"/><Relationship Id="rId128" Type="http://schemas.openxmlformats.org/officeDocument/2006/relationships/customXml" Target="../ink/ink479.xml"/><Relationship Id="rId5" Type="http://schemas.openxmlformats.org/officeDocument/2006/relationships/image" Target="../media/image417.png"/><Relationship Id="rId90" Type="http://schemas.openxmlformats.org/officeDocument/2006/relationships/customXml" Target="../ink/ink460.xml"/><Relationship Id="rId95" Type="http://schemas.openxmlformats.org/officeDocument/2006/relationships/image" Target="../media/image462.png"/><Relationship Id="rId22" Type="http://schemas.openxmlformats.org/officeDocument/2006/relationships/customXml" Target="../ink/ink426.xml"/><Relationship Id="rId27" Type="http://schemas.openxmlformats.org/officeDocument/2006/relationships/image" Target="../media/image428.png"/><Relationship Id="rId43" Type="http://schemas.openxmlformats.org/officeDocument/2006/relationships/image" Target="../media/image436.png"/><Relationship Id="rId48" Type="http://schemas.openxmlformats.org/officeDocument/2006/relationships/customXml" Target="../ink/ink439.xml"/><Relationship Id="rId64" Type="http://schemas.openxmlformats.org/officeDocument/2006/relationships/customXml" Target="../ink/ink447.xml"/><Relationship Id="rId69" Type="http://schemas.openxmlformats.org/officeDocument/2006/relationships/image" Target="../media/image449.png"/><Relationship Id="rId113" Type="http://schemas.openxmlformats.org/officeDocument/2006/relationships/image" Target="../media/image471.png"/><Relationship Id="rId118" Type="http://schemas.openxmlformats.org/officeDocument/2006/relationships/customXml" Target="../ink/ink474.xml"/><Relationship Id="rId134" Type="http://schemas.openxmlformats.org/officeDocument/2006/relationships/customXml" Target="../ink/ink482.xml"/><Relationship Id="rId139" Type="http://schemas.openxmlformats.org/officeDocument/2006/relationships/image" Target="../media/image484.png"/><Relationship Id="rId80" Type="http://schemas.openxmlformats.org/officeDocument/2006/relationships/customXml" Target="../ink/ink455.xml"/><Relationship Id="rId85" Type="http://schemas.openxmlformats.org/officeDocument/2006/relationships/image" Target="../media/image457.png"/><Relationship Id="rId12" Type="http://schemas.openxmlformats.org/officeDocument/2006/relationships/customXml" Target="../ink/ink421.xml"/><Relationship Id="rId17" Type="http://schemas.openxmlformats.org/officeDocument/2006/relationships/image" Target="../media/image423.png"/><Relationship Id="rId33" Type="http://schemas.openxmlformats.org/officeDocument/2006/relationships/image" Target="../media/image431.png"/><Relationship Id="rId38" Type="http://schemas.openxmlformats.org/officeDocument/2006/relationships/customXml" Target="../ink/ink434.xml"/><Relationship Id="rId59" Type="http://schemas.openxmlformats.org/officeDocument/2006/relationships/image" Target="../media/image444.png"/><Relationship Id="rId103" Type="http://schemas.openxmlformats.org/officeDocument/2006/relationships/image" Target="../media/image466.png"/><Relationship Id="rId108" Type="http://schemas.openxmlformats.org/officeDocument/2006/relationships/customXml" Target="../ink/ink469.xml"/><Relationship Id="rId124" Type="http://schemas.openxmlformats.org/officeDocument/2006/relationships/customXml" Target="../ink/ink477.xml"/><Relationship Id="rId129" Type="http://schemas.openxmlformats.org/officeDocument/2006/relationships/image" Target="../media/image479.png"/><Relationship Id="rId54" Type="http://schemas.openxmlformats.org/officeDocument/2006/relationships/customXml" Target="../ink/ink442.xml"/><Relationship Id="rId70" Type="http://schemas.openxmlformats.org/officeDocument/2006/relationships/customXml" Target="../ink/ink450.xml"/><Relationship Id="rId75" Type="http://schemas.openxmlformats.org/officeDocument/2006/relationships/image" Target="../media/image452.png"/><Relationship Id="rId91" Type="http://schemas.openxmlformats.org/officeDocument/2006/relationships/image" Target="../media/image460.png"/><Relationship Id="rId96" Type="http://schemas.openxmlformats.org/officeDocument/2006/relationships/customXml" Target="../ink/ink463.xml"/><Relationship Id="rId140" Type="http://schemas.openxmlformats.org/officeDocument/2006/relationships/customXml" Target="../ink/ink48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18.xml"/><Relationship Id="rId23" Type="http://schemas.openxmlformats.org/officeDocument/2006/relationships/image" Target="../media/image426.png"/><Relationship Id="rId28" Type="http://schemas.openxmlformats.org/officeDocument/2006/relationships/customXml" Target="../ink/ink429.xml"/><Relationship Id="rId49" Type="http://schemas.openxmlformats.org/officeDocument/2006/relationships/image" Target="../media/image439.png"/><Relationship Id="rId114" Type="http://schemas.openxmlformats.org/officeDocument/2006/relationships/customXml" Target="../ink/ink472.xml"/><Relationship Id="rId119" Type="http://schemas.openxmlformats.org/officeDocument/2006/relationships/image" Target="../media/image474.png"/><Relationship Id="rId44" Type="http://schemas.openxmlformats.org/officeDocument/2006/relationships/customXml" Target="../ink/ink437.xml"/><Relationship Id="rId60" Type="http://schemas.openxmlformats.org/officeDocument/2006/relationships/customXml" Target="../ink/ink445.xml"/><Relationship Id="rId65" Type="http://schemas.openxmlformats.org/officeDocument/2006/relationships/image" Target="../media/image447.png"/><Relationship Id="rId81" Type="http://schemas.openxmlformats.org/officeDocument/2006/relationships/image" Target="../media/image455.png"/><Relationship Id="rId86" Type="http://schemas.openxmlformats.org/officeDocument/2006/relationships/customXml" Target="../ink/ink458.xml"/><Relationship Id="rId130" Type="http://schemas.openxmlformats.org/officeDocument/2006/relationships/customXml" Target="../ink/ink480.xml"/><Relationship Id="rId135" Type="http://schemas.openxmlformats.org/officeDocument/2006/relationships/image" Target="../media/image482.png"/><Relationship Id="rId13" Type="http://schemas.openxmlformats.org/officeDocument/2006/relationships/image" Target="../media/image421.png"/><Relationship Id="rId18" Type="http://schemas.openxmlformats.org/officeDocument/2006/relationships/customXml" Target="../ink/ink424.xml"/><Relationship Id="rId39" Type="http://schemas.openxmlformats.org/officeDocument/2006/relationships/image" Target="../media/image434.png"/><Relationship Id="rId109" Type="http://schemas.openxmlformats.org/officeDocument/2006/relationships/image" Target="../media/image469.png"/><Relationship Id="rId34" Type="http://schemas.openxmlformats.org/officeDocument/2006/relationships/customXml" Target="../ink/ink432.xml"/><Relationship Id="rId50" Type="http://schemas.openxmlformats.org/officeDocument/2006/relationships/customXml" Target="../ink/ink440.xml"/><Relationship Id="rId55" Type="http://schemas.openxmlformats.org/officeDocument/2006/relationships/image" Target="../media/image442.png"/><Relationship Id="rId76" Type="http://schemas.openxmlformats.org/officeDocument/2006/relationships/customXml" Target="../ink/ink453.xml"/><Relationship Id="rId97" Type="http://schemas.openxmlformats.org/officeDocument/2006/relationships/image" Target="../media/image463.png"/><Relationship Id="rId104" Type="http://schemas.openxmlformats.org/officeDocument/2006/relationships/customXml" Target="../ink/ink467.xml"/><Relationship Id="rId120" Type="http://schemas.openxmlformats.org/officeDocument/2006/relationships/customXml" Target="../ink/ink475.xml"/><Relationship Id="rId125" Type="http://schemas.openxmlformats.org/officeDocument/2006/relationships/image" Target="../media/image477.png"/><Relationship Id="rId141" Type="http://schemas.openxmlformats.org/officeDocument/2006/relationships/image" Target="../media/image485.png"/><Relationship Id="rId7" Type="http://schemas.openxmlformats.org/officeDocument/2006/relationships/image" Target="../media/image418.png"/><Relationship Id="rId71" Type="http://schemas.openxmlformats.org/officeDocument/2006/relationships/image" Target="../media/image450.png"/><Relationship Id="rId92" Type="http://schemas.openxmlformats.org/officeDocument/2006/relationships/customXml" Target="../ink/ink461.xml"/><Relationship Id="rId2" Type="http://schemas.openxmlformats.org/officeDocument/2006/relationships/customXml" Target="../ink/ink416.xml"/><Relationship Id="rId29" Type="http://schemas.openxmlformats.org/officeDocument/2006/relationships/image" Target="../media/image429.png"/><Relationship Id="rId24" Type="http://schemas.openxmlformats.org/officeDocument/2006/relationships/customXml" Target="../ink/ink427.xml"/><Relationship Id="rId40" Type="http://schemas.openxmlformats.org/officeDocument/2006/relationships/customXml" Target="../ink/ink435.xml"/><Relationship Id="rId45" Type="http://schemas.openxmlformats.org/officeDocument/2006/relationships/image" Target="../media/image437.png"/><Relationship Id="rId66" Type="http://schemas.openxmlformats.org/officeDocument/2006/relationships/customXml" Target="../ink/ink448.xml"/><Relationship Id="rId87" Type="http://schemas.openxmlformats.org/officeDocument/2006/relationships/image" Target="../media/image458.png"/><Relationship Id="rId110" Type="http://schemas.openxmlformats.org/officeDocument/2006/relationships/customXml" Target="../ink/ink470.xml"/><Relationship Id="rId115" Type="http://schemas.openxmlformats.org/officeDocument/2006/relationships/image" Target="../media/image472.png"/><Relationship Id="rId131" Type="http://schemas.openxmlformats.org/officeDocument/2006/relationships/image" Target="../media/image480.png"/><Relationship Id="rId136" Type="http://schemas.openxmlformats.org/officeDocument/2006/relationships/customXml" Target="../ink/ink483.xml"/><Relationship Id="rId61" Type="http://schemas.openxmlformats.org/officeDocument/2006/relationships/image" Target="../media/image445.png"/><Relationship Id="rId82" Type="http://schemas.openxmlformats.org/officeDocument/2006/relationships/customXml" Target="../ink/ink456.xml"/><Relationship Id="rId19" Type="http://schemas.openxmlformats.org/officeDocument/2006/relationships/image" Target="../media/image424.png"/><Relationship Id="rId14" Type="http://schemas.openxmlformats.org/officeDocument/2006/relationships/customXml" Target="../ink/ink422.xml"/><Relationship Id="rId30" Type="http://schemas.openxmlformats.org/officeDocument/2006/relationships/customXml" Target="../ink/ink430.xml"/><Relationship Id="rId35" Type="http://schemas.openxmlformats.org/officeDocument/2006/relationships/image" Target="../media/image432.png"/><Relationship Id="rId56" Type="http://schemas.openxmlformats.org/officeDocument/2006/relationships/customXml" Target="../ink/ink443.xml"/><Relationship Id="rId77" Type="http://schemas.openxmlformats.org/officeDocument/2006/relationships/image" Target="../media/image453.png"/><Relationship Id="rId100" Type="http://schemas.openxmlformats.org/officeDocument/2006/relationships/customXml" Target="../ink/ink465.xml"/><Relationship Id="rId105" Type="http://schemas.openxmlformats.org/officeDocument/2006/relationships/image" Target="../media/image467.png"/><Relationship Id="rId126" Type="http://schemas.openxmlformats.org/officeDocument/2006/relationships/customXml" Target="../ink/ink478.xml"/><Relationship Id="rId8" Type="http://schemas.openxmlformats.org/officeDocument/2006/relationships/customXml" Target="../ink/ink419.xml"/><Relationship Id="rId51" Type="http://schemas.openxmlformats.org/officeDocument/2006/relationships/image" Target="../media/image440.png"/><Relationship Id="rId72" Type="http://schemas.openxmlformats.org/officeDocument/2006/relationships/customXml" Target="../ink/ink451.xml"/><Relationship Id="rId93" Type="http://schemas.openxmlformats.org/officeDocument/2006/relationships/image" Target="../media/image461.png"/><Relationship Id="rId98" Type="http://schemas.openxmlformats.org/officeDocument/2006/relationships/customXml" Target="../ink/ink464.xml"/><Relationship Id="rId121" Type="http://schemas.openxmlformats.org/officeDocument/2006/relationships/image" Target="../media/image475.png"/><Relationship Id="rId142" Type="http://schemas.openxmlformats.org/officeDocument/2006/relationships/customXml" Target="../ink/ink486.xml"/><Relationship Id="rId3" Type="http://schemas.openxmlformats.org/officeDocument/2006/relationships/image" Target="../media/image416.png"/><Relationship Id="rId25" Type="http://schemas.openxmlformats.org/officeDocument/2006/relationships/image" Target="../media/image427.png"/><Relationship Id="rId46" Type="http://schemas.openxmlformats.org/officeDocument/2006/relationships/customXml" Target="../ink/ink438.xml"/><Relationship Id="rId67" Type="http://schemas.openxmlformats.org/officeDocument/2006/relationships/image" Target="../media/image448.png"/><Relationship Id="rId116" Type="http://schemas.openxmlformats.org/officeDocument/2006/relationships/customXml" Target="../ink/ink473.xml"/><Relationship Id="rId137" Type="http://schemas.openxmlformats.org/officeDocument/2006/relationships/image" Target="../media/image483.png"/><Relationship Id="rId20" Type="http://schemas.openxmlformats.org/officeDocument/2006/relationships/customXml" Target="../ink/ink425.xml"/><Relationship Id="rId41" Type="http://schemas.openxmlformats.org/officeDocument/2006/relationships/image" Target="../media/image435.png"/><Relationship Id="rId62" Type="http://schemas.openxmlformats.org/officeDocument/2006/relationships/customXml" Target="../ink/ink446.xml"/><Relationship Id="rId83" Type="http://schemas.openxmlformats.org/officeDocument/2006/relationships/image" Target="../media/image456.png"/><Relationship Id="rId88" Type="http://schemas.openxmlformats.org/officeDocument/2006/relationships/customXml" Target="../ink/ink459.xml"/><Relationship Id="rId111" Type="http://schemas.openxmlformats.org/officeDocument/2006/relationships/image" Target="../media/image470.png"/><Relationship Id="rId132" Type="http://schemas.openxmlformats.org/officeDocument/2006/relationships/customXml" Target="../ink/ink481.xml"/><Relationship Id="rId15" Type="http://schemas.openxmlformats.org/officeDocument/2006/relationships/image" Target="../media/image422.png"/><Relationship Id="rId36" Type="http://schemas.openxmlformats.org/officeDocument/2006/relationships/customXml" Target="../ink/ink433.xml"/><Relationship Id="rId57" Type="http://schemas.openxmlformats.org/officeDocument/2006/relationships/image" Target="../media/image443.png"/><Relationship Id="rId106" Type="http://schemas.openxmlformats.org/officeDocument/2006/relationships/customXml" Target="../ink/ink468.xml"/><Relationship Id="rId127" Type="http://schemas.openxmlformats.org/officeDocument/2006/relationships/image" Target="../media/image478.png"/><Relationship Id="rId10" Type="http://schemas.openxmlformats.org/officeDocument/2006/relationships/customXml" Target="../ink/ink420.xml"/><Relationship Id="rId31" Type="http://schemas.openxmlformats.org/officeDocument/2006/relationships/image" Target="../media/image430.png"/><Relationship Id="rId52" Type="http://schemas.openxmlformats.org/officeDocument/2006/relationships/customXml" Target="../ink/ink441.xml"/><Relationship Id="rId73" Type="http://schemas.openxmlformats.org/officeDocument/2006/relationships/image" Target="../media/image451.png"/><Relationship Id="rId78" Type="http://schemas.openxmlformats.org/officeDocument/2006/relationships/customXml" Target="../ink/ink454.xml"/><Relationship Id="rId94" Type="http://schemas.openxmlformats.org/officeDocument/2006/relationships/customXml" Target="../ink/ink462.xml"/><Relationship Id="rId99" Type="http://schemas.openxmlformats.org/officeDocument/2006/relationships/image" Target="../media/image464.png"/><Relationship Id="rId101" Type="http://schemas.openxmlformats.org/officeDocument/2006/relationships/image" Target="../media/image465.png"/><Relationship Id="rId122" Type="http://schemas.openxmlformats.org/officeDocument/2006/relationships/customXml" Target="../ink/ink476.xml"/><Relationship Id="rId143" Type="http://schemas.openxmlformats.org/officeDocument/2006/relationships/image" Target="../media/image486.png"/><Relationship Id="rId4" Type="http://schemas.openxmlformats.org/officeDocument/2006/relationships/customXml" Target="../ink/ink417.xml"/><Relationship Id="rId9" Type="http://schemas.openxmlformats.org/officeDocument/2006/relationships/image" Target="../media/image419.png"/><Relationship Id="rId26" Type="http://schemas.openxmlformats.org/officeDocument/2006/relationships/customXml" Target="../ink/ink428.xml"/><Relationship Id="rId47" Type="http://schemas.openxmlformats.org/officeDocument/2006/relationships/image" Target="../media/image438.png"/><Relationship Id="rId68" Type="http://schemas.openxmlformats.org/officeDocument/2006/relationships/customXml" Target="../ink/ink449.xml"/><Relationship Id="rId89" Type="http://schemas.openxmlformats.org/officeDocument/2006/relationships/image" Target="../media/image459.png"/><Relationship Id="rId112" Type="http://schemas.openxmlformats.org/officeDocument/2006/relationships/customXml" Target="../ink/ink471.xml"/><Relationship Id="rId133" Type="http://schemas.openxmlformats.org/officeDocument/2006/relationships/image" Target="../media/image481.png"/><Relationship Id="rId16" Type="http://schemas.openxmlformats.org/officeDocument/2006/relationships/customXml" Target="../ink/ink4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1.png"/><Relationship Id="rId18" Type="http://schemas.openxmlformats.org/officeDocument/2006/relationships/customXml" Target="../ink/ink495.xml"/><Relationship Id="rId26" Type="http://schemas.openxmlformats.org/officeDocument/2006/relationships/customXml" Target="../ink/ink499.xml"/><Relationship Id="rId39" Type="http://schemas.openxmlformats.org/officeDocument/2006/relationships/image" Target="../media/image514.png"/><Relationship Id="rId21" Type="http://schemas.openxmlformats.org/officeDocument/2006/relationships/image" Target="../media/image505.png"/><Relationship Id="rId34" Type="http://schemas.openxmlformats.org/officeDocument/2006/relationships/customXml" Target="../ink/ink503.xml"/><Relationship Id="rId42" Type="http://schemas.openxmlformats.org/officeDocument/2006/relationships/customXml" Target="../ink/ink507.xml"/><Relationship Id="rId47" Type="http://schemas.openxmlformats.org/officeDocument/2006/relationships/image" Target="../media/image518.png"/><Relationship Id="rId50" Type="http://schemas.openxmlformats.org/officeDocument/2006/relationships/customXml" Target="../ink/ink511.xml"/><Relationship Id="rId55" Type="http://schemas.openxmlformats.org/officeDocument/2006/relationships/image" Target="../media/image522.png"/><Relationship Id="rId7" Type="http://schemas.openxmlformats.org/officeDocument/2006/relationships/image" Target="../media/image498.png"/><Relationship Id="rId2" Type="http://schemas.openxmlformats.org/officeDocument/2006/relationships/customXml" Target="../ink/ink487.xml"/><Relationship Id="rId16" Type="http://schemas.openxmlformats.org/officeDocument/2006/relationships/customXml" Target="../ink/ink494.xml"/><Relationship Id="rId29" Type="http://schemas.openxmlformats.org/officeDocument/2006/relationships/image" Target="../media/image509.png"/><Relationship Id="rId11" Type="http://schemas.openxmlformats.org/officeDocument/2006/relationships/image" Target="../media/image500.png"/><Relationship Id="rId24" Type="http://schemas.openxmlformats.org/officeDocument/2006/relationships/customXml" Target="../ink/ink498.xml"/><Relationship Id="rId32" Type="http://schemas.openxmlformats.org/officeDocument/2006/relationships/customXml" Target="../ink/ink502.xml"/><Relationship Id="rId37" Type="http://schemas.openxmlformats.org/officeDocument/2006/relationships/image" Target="../media/image513.png"/><Relationship Id="rId40" Type="http://schemas.openxmlformats.org/officeDocument/2006/relationships/customXml" Target="../ink/ink506.xml"/><Relationship Id="rId45" Type="http://schemas.openxmlformats.org/officeDocument/2006/relationships/image" Target="../media/image517.png"/><Relationship Id="rId53" Type="http://schemas.openxmlformats.org/officeDocument/2006/relationships/image" Target="../media/image521.png"/><Relationship Id="rId5" Type="http://schemas.openxmlformats.org/officeDocument/2006/relationships/image" Target="../media/image497.png"/><Relationship Id="rId10" Type="http://schemas.openxmlformats.org/officeDocument/2006/relationships/customXml" Target="../ink/ink491.xml"/><Relationship Id="rId19" Type="http://schemas.openxmlformats.org/officeDocument/2006/relationships/image" Target="../media/image504.png"/><Relationship Id="rId31" Type="http://schemas.openxmlformats.org/officeDocument/2006/relationships/image" Target="../media/image510.png"/><Relationship Id="rId44" Type="http://schemas.openxmlformats.org/officeDocument/2006/relationships/customXml" Target="../ink/ink508.xml"/><Relationship Id="rId52" Type="http://schemas.openxmlformats.org/officeDocument/2006/relationships/customXml" Target="../ink/ink512.xml"/><Relationship Id="rId4" Type="http://schemas.openxmlformats.org/officeDocument/2006/relationships/customXml" Target="../ink/ink488.xml"/><Relationship Id="rId9" Type="http://schemas.openxmlformats.org/officeDocument/2006/relationships/image" Target="../media/image499.png"/><Relationship Id="rId14" Type="http://schemas.openxmlformats.org/officeDocument/2006/relationships/customXml" Target="../ink/ink493.xml"/><Relationship Id="rId22" Type="http://schemas.openxmlformats.org/officeDocument/2006/relationships/customXml" Target="../ink/ink497.xml"/><Relationship Id="rId27" Type="http://schemas.openxmlformats.org/officeDocument/2006/relationships/image" Target="../media/image508.png"/><Relationship Id="rId30" Type="http://schemas.openxmlformats.org/officeDocument/2006/relationships/customXml" Target="../ink/ink501.xml"/><Relationship Id="rId35" Type="http://schemas.openxmlformats.org/officeDocument/2006/relationships/image" Target="../media/image512.png"/><Relationship Id="rId43" Type="http://schemas.openxmlformats.org/officeDocument/2006/relationships/image" Target="../media/image516.png"/><Relationship Id="rId48" Type="http://schemas.openxmlformats.org/officeDocument/2006/relationships/customXml" Target="../ink/ink510.xml"/><Relationship Id="rId8" Type="http://schemas.openxmlformats.org/officeDocument/2006/relationships/customXml" Target="../ink/ink490.xml"/><Relationship Id="rId51" Type="http://schemas.openxmlformats.org/officeDocument/2006/relationships/image" Target="../media/image520.png"/><Relationship Id="rId3" Type="http://schemas.openxmlformats.org/officeDocument/2006/relationships/image" Target="../media/image496.png"/><Relationship Id="rId12" Type="http://schemas.openxmlformats.org/officeDocument/2006/relationships/customXml" Target="../ink/ink492.xml"/><Relationship Id="rId17" Type="http://schemas.openxmlformats.org/officeDocument/2006/relationships/image" Target="../media/image503.png"/><Relationship Id="rId25" Type="http://schemas.openxmlformats.org/officeDocument/2006/relationships/image" Target="../media/image507.png"/><Relationship Id="rId33" Type="http://schemas.openxmlformats.org/officeDocument/2006/relationships/image" Target="../media/image511.png"/><Relationship Id="rId38" Type="http://schemas.openxmlformats.org/officeDocument/2006/relationships/customXml" Target="../ink/ink505.xml"/><Relationship Id="rId46" Type="http://schemas.openxmlformats.org/officeDocument/2006/relationships/customXml" Target="../ink/ink509.xml"/><Relationship Id="rId20" Type="http://schemas.openxmlformats.org/officeDocument/2006/relationships/customXml" Target="../ink/ink496.xml"/><Relationship Id="rId41" Type="http://schemas.openxmlformats.org/officeDocument/2006/relationships/image" Target="../media/image515.png"/><Relationship Id="rId54" Type="http://schemas.openxmlformats.org/officeDocument/2006/relationships/customXml" Target="../ink/ink5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89.xml"/><Relationship Id="rId15" Type="http://schemas.openxmlformats.org/officeDocument/2006/relationships/image" Target="../media/image502.png"/><Relationship Id="rId23" Type="http://schemas.openxmlformats.org/officeDocument/2006/relationships/image" Target="../media/image506.png"/><Relationship Id="rId28" Type="http://schemas.openxmlformats.org/officeDocument/2006/relationships/customXml" Target="../ink/ink500.xml"/><Relationship Id="rId36" Type="http://schemas.openxmlformats.org/officeDocument/2006/relationships/customXml" Target="../ink/ink504.xml"/><Relationship Id="rId49" Type="http://schemas.openxmlformats.org/officeDocument/2006/relationships/image" Target="../media/image5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6.png"/><Relationship Id="rId3" Type="http://schemas.openxmlformats.org/officeDocument/2006/relationships/customXml" Target="../ink/ink514.xml"/><Relationship Id="rId7" Type="http://schemas.openxmlformats.org/officeDocument/2006/relationships/customXml" Target="../ink/ink516.xml"/><Relationship Id="rId2" Type="http://schemas.openxmlformats.org/officeDocument/2006/relationships/image" Target="../media/image4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5.png"/><Relationship Id="rId5" Type="http://schemas.openxmlformats.org/officeDocument/2006/relationships/customXml" Target="../ink/ink515.xml"/><Relationship Id="rId4" Type="http://schemas.openxmlformats.org/officeDocument/2006/relationships/image" Target="../media/image524.pn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29.xml"/><Relationship Id="rId21" Type="http://schemas.openxmlformats.org/officeDocument/2006/relationships/image" Target="../media/image540.png"/><Relationship Id="rId34" Type="http://schemas.openxmlformats.org/officeDocument/2006/relationships/customXml" Target="../ink/ink533.xml"/><Relationship Id="rId42" Type="http://schemas.openxmlformats.org/officeDocument/2006/relationships/customXml" Target="../ink/ink537.xml"/><Relationship Id="rId47" Type="http://schemas.openxmlformats.org/officeDocument/2006/relationships/image" Target="../media/image553.png"/><Relationship Id="rId50" Type="http://schemas.openxmlformats.org/officeDocument/2006/relationships/customXml" Target="../ink/ink541.xml"/><Relationship Id="rId55" Type="http://schemas.openxmlformats.org/officeDocument/2006/relationships/image" Target="../media/image557.png"/><Relationship Id="rId63" Type="http://schemas.openxmlformats.org/officeDocument/2006/relationships/image" Target="../media/image561.png"/><Relationship Id="rId7" Type="http://schemas.openxmlformats.org/officeDocument/2006/relationships/image" Target="../media/image533.png"/><Relationship Id="rId2" Type="http://schemas.openxmlformats.org/officeDocument/2006/relationships/customXml" Target="../ink/ink517.xml"/><Relationship Id="rId16" Type="http://schemas.openxmlformats.org/officeDocument/2006/relationships/customXml" Target="../ink/ink524.xml"/><Relationship Id="rId29" Type="http://schemas.openxmlformats.org/officeDocument/2006/relationships/image" Target="../media/image544.png"/><Relationship Id="rId11" Type="http://schemas.openxmlformats.org/officeDocument/2006/relationships/image" Target="../media/image535.png"/><Relationship Id="rId24" Type="http://schemas.openxmlformats.org/officeDocument/2006/relationships/customXml" Target="../ink/ink528.xml"/><Relationship Id="rId32" Type="http://schemas.openxmlformats.org/officeDocument/2006/relationships/customXml" Target="../ink/ink532.xml"/><Relationship Id="rId37" Type="http://schemas.openxmlformats.org/officeDocument/2006/relationships/image" Target="../media/image548.png"/><Relationship Id="rId40" Type="http://schemas.openxmlformats.org/officeDocument/2006/relationships/customXml" Target="../ink/ink536.xml"/><Relationship Id="rId45" Type="http://schemas.openxmlformats.org/officeDocument/2006/relationships/image" Target="../media/image552.png"/><Relationship Id="rId53" Type="http://schemas.openxmlformats.org/officeDocument/2006/relationships/image" Target="../media/image556.png"/><Relationship Id="rId58" Type="http://schemas.openxmlformats.org/officeDocument/2006/relationships/customXml" Target="../ink/ink545.xml"/><Relationship Id="rId66" Type="http://schemas.openxmlformats.org/officeDocument/2006/relationships/customXml" Target="../ink/ink549.xml"/><Relationship Id="rId5" Type="http://schemas.openxmlformats.org/officeDocument/2006/relationships/image" Target="../media/image532.png"/><Relationship Id="rId61" Type="http://schemas.openxmlformats.org/officeDocument/2006/relationships/image" Target="../media/image560.png"/><Relationship Id="rId19" Type="http://schemas.openxmlformats.org/officeDocument/2006/relationships/image" Target="../media/image539.png"/><Relationship Id="rId14" Type="http://schemas.openxmlformats.org/officeDocument/2006/relationships/customXml" Target="../ink/ink523.xml"/><Relationship Id="rId22" Type="http://schemas.openxmlformats.org/officeDocument/2006/relationships/customXml" Target="../ink/ink527.xml"/><Relationship Id="rId27" Type="http://schemas.openxmlformats.org/officeDocument/2006/relationships/image" Target="../media/image543.png"/><Relationship Id="rId30" Type="http://schemas.openxmlformats.org/officeDocument/2006/relationships/customXml" Target="../ink/ink531.xml"/><Relationship Id="rId35" Type="http://schemas.openxmlformats.org/officeDocument/2006/relationships/image" Target="../media/image547.png"/><Relationship Id="rId43" Type="http://schemas.openxmlformats.org/officeDocument/2006/relationships/image" Target="../media/image551.png"/><Relationship Id="rId48" Type="http://schemas.openxmlformats.org/officeDocument/2006/relationships/customXml" Target="../ink/ink540.xml"/><Relationship Id="rId56" Type="http://schemas.openxmlformats.org/officeDocument/2006/relationships/customXml" Target="../ink/ink544.xml"/><Relationship Id="rId64" Type="http://schemas.openxmlformats.org/officeDocument/2006/relationships/customXml" Target="../ink/ink548.xml"/><Relationship Id="rId8" Type="http://schemas.openxmlformats.org/officeDocument/2006/relationships/customXml" Target="../ink/ink520.xml"/><Relationship Id="rId51" Type="http://schemas.openxmlformats.org/officeDocument/2006/relationships/image" Target="../media/image555.png"/><Relationship Id="rId3" Type="http://schemas.openxmlformats.org/officeDocument/2006/relationships/image" Target="../media/image531.png"/><Relationship Id="rId12" Type="http://schemas.openxmlformats.org/officeDocument/2006/relationships/customXml" Target="../ink/ink522.xml"/><Relationship Id="rId17" Type="http://schemas.openxmlformats.org/officeDocument/2006/relationships/image" Target="../media/image538.png"/><Relationship Id="rId25" Type="http://schemas.openxmlformats.org/officeDocument/2006/relationships/image" Target="../media/image542.png"/><Relationship Id="rId33" Type="http://schemas.openxmlformats.org/officeDocument/2006/relationships/image" Target="../media/image546.png"/><Relationship Id="rId38" Type="http://schemas.openxmlformats.org/officeDocument/2006/relationships/customXml" Target="../ink/ink535.xml"/><Relationship Id="rId46" Type="http://schemas.openxmlformats.org/officeDocument/2006/relationships/customXml" Target="../ink/ink539.xml"/><Relationship Id="rId59" Type="http://schemas.openxmlformats.org/officeDocument/2006/relationships/image" Target="../media/image559.png"/><Relationship Id="rId67" Type="http://schemas.openxmlformats.org/officeDocument/2006/relationships/image" Target="../media/image563.png"/><Relationship Id="rId20" Type="http://schemas.openxmlformats.org/officeDocument/2006/relationships/customXml" Target="../ink/ink526.xml"/><Relationship Id="rId41" Type="http://schemas.openxmlformats.org/officeDocument/2006/relationships/image" Target="../media/image550.png"/><Relationship Id="rId54" Type="http://schemas.openxmlformats.org/officeDocument/2006/relationships/customXml" Target="../ink/ink543.xml"/><Relationship Id="rId62" Type="http://schemas.openxmlformats.org/officeDocument/2006/relationships/customXml" Target="../ink/ink54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9.xml"/><Relationship Id="rId15" Type="http://schemas.openxmlformats.org/officeDocument/2006/relationships/image" Target="../media/image537.png"/><Relationship Id="rId23" Type="http://schemas.openxmlformats.org/officeDocument/2006/relationships/image" Target="../media/image541.png"/><Relationship Id="rId28" Type="http://schemas.openxmlformats.org/officeDocument/2006/relationships/customXml" Target="../ink/ink530.xml"/><Relationship Id="rId36" Type="http://schemas.openxmlformats.org/officeDocument/2006/relationships/customXml" Target="../ink/ink534.xml"/><Relationship Id="rId49" Type="http://schemas.openxmlformats.org/officeDocument/2006/relationships/image" Target="../media/image554.png"/><Relationship Id="rId57" Type="http://schemas.openxmlformats.org/officeDocument/2006/relationships/image" Target="../media/image558.png"/><Relationship Id="rId10" Type="http://schemas.openxmlformats.org/officeDocument/2006/relationships/customXml" Target="../ink/ink521.xml"/><Relationship Id="rId31" Type="http://schemas.openxmlformats.org/officeDocument/2006/relationships/image" Target="../media/image545.png"/><Relationship Id="rId44" Type="http://schemas.openxmlformats.org/officeDocument/2006/relationships/customXml" Target="../ink/ink538.xml"/><Relationship Id="rId52" Type="http://schemas.openxmlformats.org/officeDocument/2006/relationships/customXml" Target="../ink/ink542.xml"/><Relationship Id="rId60" Type="http://schemas.openxmlformats.org/officeDocument/2006/relationships/customXml" Target="../ink/ink546.xml"/><Relationship Id="rId65" Type="http://schemas.openxmlformats.org/officeDocument/2006/relationships/image" Target="../media/image562.png"/><Relationship Id="rId4" Type="http://schemas.openxmlformats.org/officeDocument/2006/relationships/customXml" Target="../ink/ink518.xml"/><Relationship Id="rId9" Type="http://schemas.openxmlformats.org/officeDocument/2006/relationships/image" Target="../media/image534.png"/><Relationship Id="rId13" Type="http://schemas.openxmlformats.org/officeDocument/2006/relationships/image" Target="../media/image536.png"/><Relationship Id="rId18" Type="http://schemas.openxmlformats.org/officeDocument/2006/relationships/customXml" Target="../ink/ink525.xml"/><Relationship Id="rId39" Type="http://schemas.openxmlformats.org/officeDocument/2006/relationships/image" Target="../media/image54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8.png"/><Relationship Id="rId2" Type="http://schemas.openxmlformats.org/officeDocument/2006/relationships/image" Target="../media/image5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1628D-F40B-1F8A-1498-6DAB860E0C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CNNs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DAA36-2A74-7B30-4B0C-6B2B512838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Convolution and max pooling</a:t>
            </a:r>
          </a:p>
        </p:txBody>
      </p:sp>
    </p:spTree>
    <p:extLst>
      <p:ext uri="{BB962C8B-B14F-4D97-AF65-F5344CB8AC3E}">
        <p14:creationId xmlns:p14="http://schemas.microsoft.com/office/powerpoint/2010/main" val="2811562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F69338D-B992-CEB5-47CB-086A4FD2EA10}"/>
                  </a:ext>
                </a:extLst>
              </p14:cNvPr>
              <p14:cNvContentPartPr/>
              <p14:nvPr/>
            </p14:nvContentPartPr>
            <p14:xfrm>
              <a:off x="2089941" y="611315"/>
              <a:ext cx="1575720" cy="1325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F69338D-B992-CEB5-47CB-086A4FD2EA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4465" y="596191"/>
                <a:ext cx="1606313" cy="13561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96FA69B-4D94-272E-F02E-4E1B25F52D7A}"/>
                  </a:ext>
                </a:extLst>
              </p14:cNvPr>
              <p14:cNvContentPartPr/>
              <p14:nvPr/>
            </p14:nvContentPartPr>
            <p14:xfrm>
              <a:off x="2129181" y="1254275"/>
              <a:ext cx="1544760" cy="55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96FA69B-4D94-272E-F02E-4E1B25F52D7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13701" y="1239155"/>
                <a:ext cx="157536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3DDC3B9-DE74-ACB9-DE69-D1472F4C9B21}"/>
                  </a:ext>
                </a:extLst>
              </p14:cNvPr>
              <p14:cNvContentPartPr/>
              <p14:nvPr/>
            </p14:nvContentPartPr>
            <p14:xfrm>
              <a:off x="639501" y="1419875"/>
              <a:ext cx="1176120" cy="5169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3DDC3B9-DE74-ACB9-DE69-D1472F4C9B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4381" y="1404395"/>
                <a:ext cx="1206720" cy="54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BEC6B1F-8A25-1989-97D9-8E56223B75BB}"/>
                  </a:ext>
                </a:extLst>
              </p14:cNvPr>
              <p14:cNvContentPartPr/>
              <p14:nvPr/>
            </p14:nvContentPartPr>
            <p14:xfrm>
              <a:off x="585501" y="893555"/>
              <a:ext cx="697320" cy="2732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BEC6B1F-8A25-1989-97D9-8E56223B75B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0381" y="878415"/>
                <a:ext cx="727560" cy="30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F3EAC84-B914-C357-76BE-DDD445BB0D67}"/>
                  </a:ext>
                </a:extLst>
              </p14:cNvPr>
              <p14:cNvContentPartPr/>
              <p14:nvPr/>
            </p14:nvContentPartPr>
            <p14:xfrm>
              <a:off x="3924141" y="395315"/>
              <a:ext cx="1474200" cy="9298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F3EAC84-B914-C357-76BE-DDD445BB0D6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09021" y="380195"/>
                <a:ext cx="1504800" cy="9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F215BAB-E708-2ECF-5F98-32694CCB4A19}"/>
                  </a:ext>
                </a:extLst>
              </p14:cNvPr>
              <p14:cNvContentPartPr/>
              <p14:nvPr/>
            </p14:nvContentPartPr>
            <p14:xfrm>
              <a:off x="6182061" y="650555"/>
              <a:ext cx="980280" cy="8157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F215BAB-E708-2ECF-5F98-32694CCB4A1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66941" y="635435"/>
                <a:ext cx="1010880" cy="84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FA50EBD-E435-60D9-32FF-4EF2E6D0D9FE}"/>
                  </a:ext>
                </a:extLst>
              </p14:cNvPr>
              <p14:cNvContentPartPr/>
              <p14:nvPr/>
            </p14:nvContentPartPr>
            <p14:xfrm>
              <a:off x="5766621" y="752435"/>
              <a:ext cx="164880" cy="4078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FA50EBD-E435-60D9-32FF-4EF2E6D0D9F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751141" y="737315"/>
                <a:ext cx="195480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2FE2BE9-A666-2622-C431-C9FA4FC6C0F9}"/>
                  </a:ext>
                </a:extLst>
              </p14:cNvPr>
              <p14:cNvContentPartPr/>
              <p14:nvPr/>
            </p14:nvContentPartPr>
            <p14:xfrm>
              <a:off x="9341421" y="446795"/>
              <a:ext cx="564840" cy="8391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2FE2BE9-A666-2622-C431-C9FA4FC6C0F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26311" y="431675"/>
                <a:ext cx="595061" cy="86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EB8D4D8-5BB9-6071-ED00-4370DAC8E851}"/>
                  </a:ext>
                </a:extLst>
              </p14:cNvPr>
              <p14:cNvContentPartPr/>
              <p14:nvPr/>
            </p14:nvContentPartPr>
            <p14:xfrm>
              <a:off x="7506861" y="525275"/>
              <a:ext cx="1670400" cy="7048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EB8D4D8-5BB9-6071-ED00-4370DAC8E85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491738" y="510155"/>
                <a:ext cx="1701007" cy="73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315A2893-ED75-3CED-8BC6-9715765FB115}"/>
                  </a:ext>
                </a:extLst>
              </p14:cNvPr>
              <p14:cNvContentPartPr/>
              <p14:nvPr/>
            </p14:nvContentPartPr>
            <p14:xfrm>
              <a:off x="1957461" y="2845835"/>
              <a:ext cx="736560" cy="8391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315A2893-ED75-3CED-8BC6-9715765FB11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42341" y="2830355"/>
                <a:ext cx="766800" cy="86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77F97474-E618-C1CF-229D-8C3EAECDEA7D}"/>
                  </a:ext>
                </a:extLst>
              </p14:cNvPr>
              <p14:cNvContentPartPr/>
              <p14:nvPr/>
            </p14:nvContentPartPr>
            <p14:xfrm>
              <a:off x="2207301" y="3817835"/>
              <a:ext cx="266760" cy="14097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77F97474-E618-C1CF-229D-8C3EAECDEA7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192181" y="3802715"/>
                <a:ext cx="297360" cy="144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A7DE500B-7E31-824B-1FCC-CA88D4DC11B7}"/>
                  </a:ext>
                </a:extLst>
              </p14:cNvPr>
              <p14:cNvContentPartPr/>
              <p14:nvPr/>
            </p14:nvContentPartPr>
            <p14:xfrm>
              <a:off x="929661" y="3461435"/>
              <a:ext cx="1379880" cy="8348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A7DE500B-7E31-824B-1FCC-CA88D4DC11B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14185" y="3446315"/>
                <a:ext cx="1410112" cy="86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D578F27F-B946-DF72-6385-B40FB9928007}"/>
                  </a:ext>
                </a:extLst>
              </p14:cNvPr>
              <p14:cNvContentPartPr/>
              <p14:nvPr/>
            </p14:nvContentPartPr>
            <p14:xfrm>
              <a:off x="960981" y="4021595"/>
              <a:ext cx="1356480" cy="17712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D578F27F-B946-DF72-6385-B40FB992800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45861" y="4006475"/>
                <a:ext cx="1387080" cy="180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2B6C4C26-EF41-F322-8BB1-2634446D6DC3}"/>
                  </a:ext>
                </a:extLst>
              </p14:cNvPr>
              <p14:cNvContentPartPr/>
              <p14:nvPr/>
            </p14:nvContentPartPr>
            <p14:xfrm>
              <a:off x="1000221" y="3574835"/>
              <a:ext cx="1309680" cy="15055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2B6C4C26-EF41-F322-8BB1-2634446D6DC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84741" y="3559715"/>
                <a:ext cx="1339920" cy="153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1375D9D-1308-3590-4F2B-BCE8D83C9E7B}"/>
                  </a:ext>
                </a:extLst>
              </p14:cNvPr>
              <p14:cNvContentPartPr/>
              <p14:nvPr/>
            </p14:nvContentPartPr>
            <p14:xfrm>
              <a:off x="976461" y="5056595"/>
              <a:ext cx="1302120" cy="7293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1375D9D-1308-3590-4F2B-BCE8D83C9E7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61337" y="5041115"/>
                <a:ext cx="1332728" cy="75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65909E56-C1B9-BA6A-2EF8-E7DEF4CE9314}"/>
                  </a:ext>
                </a:extLst>
              </p14:cNvPr>
              <p14:cNvContentPartPr/>
              <p14:nvPr/>
            </p14:nvContentPartPr>
            <p14:xfrm>
              <a:off x="5711541" y="1685555"/>
              <a:ext cx="1458720" cy="67536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65909E56-C1B9-BA6A-2EF8-E7DEF4CE931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696417" y="1670075"/>
                <a:ext cx="1489328" cy="70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D841AD56-B92C-6B66-A5C9-C6F09007D464}"/>
                  </a:ext>
                </a:extLst>
              </p14:cNvPr>
              <p14:cNvContentPartPr/>
              <p14:nvPr/>
            </p14:nvContentPartPr>
            <p14:xfrm>
              <a:off x="10234941" y="1438955"/>
              <a:ext cx="674640" cy="79596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D841AD56-B92C-6B66-A5C9-C6F09007D46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219821" y="1423828"/>
                <a:ext cx="704880" cy="8265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25E8FF48-C530-5A88-D197-3242A51EF87F}"/>
                  </a:ext>
                </a:extLst>
              </p14:cNvPr>
              <p14:cNvContentPartPr/>
              <p14:nvPr/>
            </p14:nvContentPartPr>
            <p14:xfrm>
              <a:off x="9553101" y="1559915"/>
              <a:ext cx="259200" cy="65880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25E8FF48-C530-5A88-D197-3242A51EF87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537621" y="1544795"/>
                <a:ext cx="289440" cy="68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381DFB29-2D71-6042-F10E-575A4FB3CB0B}"/>
                  </a:ext>
                </a:extLst>
              </p14:cNvPr>
              <p14:cNvContentPartPr/>
              <p14:nvPr/>
            </p14:nvContentPartPr>
            <p14:xfrm>
              <a:off x="8667141" y="1607075"/>
              <a:ext cx="619920" cy="61956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381DFB29-2D71-6042-F10E-575A4FB3CB0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652012" y="1591955"/>
                <a:ext cx="650538" cy="65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DE69914C-B043-A5E5-CC0D-3DE9B284AF0B}"/>
                  </a:ext>
                </a:extLst>
              </p14:cNvPr>
              <p14:cNvContentPartPr/>
              <p14:nvPr/>
            </p14:nvContentPartPr>
            <p14:xfrm>
              <a:off x="7608741" y="1591235"/>
              <a:ext cx="650880" cy="46296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DE69914C-B043-A5E5-CC0D-3DE9B284AF0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593621" y="1576115"/>
                <a:ext cx="68148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29A80F1C-3648-009C-A5F3-43CD7A505C6C}"/>
                  </a:ext>
                </a:extLst>
              </p14:cNvPr>
              <p14:cNvContentPartPr/>
              <p14:nvPr/>
            </p14:nvContentPartPr>
            <p14:xfrm>
              <a:off x="7091421" y="2437955"/>
              <a:ext cx="885960" cy="52560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29A80F1C-3648-009C-A5F3-43CD7A505C6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76307" y="2422835"/>
                <a:ext cx="916188" cy="5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9E3A89C2-54E2-0C9F-1BBF-899B3F39D747}"/>
                  </a:ext>
                </a:extLst>
              </p14:cNvPr>
              <p14:cNvContentPartPr/>
              <p14:nvPr/>
            </p14:nvContentPartPr>
            <p14:xfrm>
              <a:off x="8306421" y="2337155"/>
              <a:ext cx="612000" cy="64980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9E3A89C2-54E2-0C9F-1BBF-899B3F39D74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291301" y="2321684"/>
                <a:ext cx="642240" cy="6803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8DD7C372-25B3-9405-8F75-3EFF0D755836}"/>
                  </a:ext>
                </a:extLst>
              </p14:cNvPr>
              <p14:cNvContentPartPr/>
              <p14:nvPr/>
            </p14:nvContentPartPr>
            <p14:xfrm>
              <a:off x="10086261" y="2649635"/>
              <a:ext cx="55080" cy="16488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8DD7C372-25B3-9405-8F75-3EFF0D75583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070781" y="2634515"/>
                <a:ext cx="856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05D4BBE8-DD9D-9701-A9F3-5CFEEAE1989A}"/>
                  </a:ext>
                </a:extLst>
              </p14:cNvPr>
              <p14:cNvContentPartPr/>
              <p14:nvPr/>
            </p14:nvContentPartPr>
            <p14:xfrm>
              <a:off x="10361301" y="2445875"/>
              <a:ext cx="140760" cy="23544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05D4BBE8-DD9D-9701-A9F3-5CFEEAE1989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346181" y="2430755"/>
                <a:ext cx="17100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4876D03C-28E4-1AFA-F01A-BD55A617A380}"/>
                  </a:ext>
                </a:extLst>
              </p14:cNvPr>
              <p14:cNvContentPartPr/>
              <p14:nvPr/>
            </p14:nvContentPartPr>
            <p14:xfrm>
              <a:off x="10658301" y="2281355"/>
              <a:ext cx="494640" cy="43164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4876D03C-28E4-1AFA-F01A-BD55A617A38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643170" y="2265875"/>
                <a:ext cx="525262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9BBC2E6B-7764-F91D-1227-72B9D6A1C9C8}"/>
                  </a:ext>
                </a:extLst>
              </p14:cNvPr>
              <p14:cNvContentPartPr/>
              <p14:nvPr/>
            </p14:nvContentPartPr>
            <p14:xfrm>
              <a:off x="9733461" y="2418875"/>
              <a:ext cx="188280" cy="31716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9BBC2E6B-7764-F91D-1227-72B9D6A1C9C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8011" y="2403772"/>
                <a:ext cx="218462" cy="3473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4B99CFDE-EBE5-D9BA-8626-A8BEEB9F57DD}"/>
                  </a:ext>
                </a:extLst>
              </p14:cNvPr>
              <p14:cNvContentPartPr/>
              <p14:nvPr/>
            </p14:nvContentPartPr>
            <p14:xfrm>
              <a:off x="9396141" y="2493035"/>
              <a:ext cx="102600" cy="30600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4B99CFDE-EBE5-D9BA-8626-A8BEEB9F57D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380968" y="2477555"/>
                <a:ext cx="133308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F232DA83-E5E8-B5FE-6546-CFA12ACE1FA4}"/>
                  </a:ext>
                </a:extLst>
              </p14:cNvPr>
              <p14:cNvContentPartPr/>
              <p14:nvPr/>
            </p14:nvContentPartPr>
            <p14:xfrm>
              <a:off x="6307341" y="3041675"/>
              <a:ext cx="345600" cy="58860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F232DA83-E5E8-B5FE-6546-CFA12ACE1FA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292205" y="3026546"/>
                <a:ext cx="376232" cy="619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F5F5EE1B-DB9D-D677-272D-B6F42F08BDAD}"/>
                  </a:ext>
                </a:extLst>
              </p14:cNvPr>
              <p14:cNvContentPartPr/>
              <p14:nvPr/>
            </p14:nvContentPartPr>
            <p14:xfrm>
              <a:off x="6840501" y="3265595"/>
              <a:ext cx="486360" cy="29376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F5F5EE1B-DB9D-D677-272D-B6F42F08BDA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825381" y="3250475"/>
                <a:ext cx="51696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2A416D3E-AA16-236D-FCCC-D8AD136F04BD}"/>
                  </a:ext>
                </a:extLst>
              </p14:cNvPr>
              <p14:cNvContentPartPr/>
              <p14:nvPr/>
            </p14:nvContentPartPr>
            <p14:xfrm>
              <a:off x="8761101" y="2963195"/>
              <a:ext cx="635400" cy="541440"/>
            </p14:xfrm>
          </p:contentPart>
        </mc:Choice>
        <mc:Fallback xmlns=""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2A416D3E-AA16-236D-FCCC-D8AD136F04B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745981" y="2948075"/>
                <a:ext cx="666000" cy="57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F95A4640-B8E6-E7B9-BECF-992C6870ADB0}"/>
                  </a:ext>
                </a:extLst>
              </p14:cNvPr>
              <p14:cNvContentPartPr/>
              <p14:nvPr/>
            </p14:nvContentPartPr>
            <p14:xfrm>
              <a:off x="8447541" y="3229955"/>
              <a:ext cx="149400" cy="274680"/>
            </p14:xfrm>
          </p:contentPart>
        </mc:Choice>
        <mc:Fallback xmlns=""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F95A4640-B8E6-E7B9-BECF-992C6870ADB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432421" y="3214475"/>
                <a:ext cx="17964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4620AB8D-C4AB-52A7-79C6-29590DA0998D}"/>
                  </a:ext>
                </a:extLst>
              </p14:cNvPr>
              <p14:cNvContentPartPr/>
              <p14:nvPr/>
            </p14:nvContentPartPr>
            <p14:xfrm>
              <a:off x="7546101" y="3041675"/>
              <a:ext cx="729360" cy="510120"/>
            </p14:xfrm>
          </p:contentPart>
        </mc:Choice>
        <mc:Fallback xmlns=""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4620AB8D-C4AB-52A7-79C6-29590DA0998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530981" y="3026544"/>
                <a:ext cx="759960" cy="5407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52582272-45DF-7F12-B2BD-4E83A0135E38}"/>
                  </a:ext>
                </a:extLst>
              </p14:cNvPr>
              <p14:cNvContentPartPr/>
              <p14:nvPr/>
            </p14:nvContentPartPr>
            <p14:xfrm>
              <a:off x="9435381" y="3325715"/>
              <a:ext cx="110160" cy="194760"/>
            </p14:xfrm>
          </p:contentPart>
        </mc:Choice>
        <mc:Fallback xmlns=""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52582272-45DF-7F12-B2BD-4E83A0135E3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420261" y="3310595"/>
                <a:ext cx="1407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8B2B0904-B835-BE30-CDEF-BE43C19E596E}"/>
                  </a:ext>
                </a:extLst>
              </p14:cNvPr>
              <p14:cNvContentPartPr/>
              <p14:nvPr/>
            </p14:nvContentPartPr>
            <p14:xfrm>
              <a:off x="9725541" y="3174875"/>
              <a:ext cx="102240" cy="204120"/>
            </p14:xfrm>
          </p:contentPart>
        </mc:Choice>
        <mc:Fallback xmlns=""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8B2B0904-B835-BE30-CDEF-BE43C19E596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710421" y="3159755"/>
                <a:ext cx="13284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43BCA8E4-29C3-FED5-23D7-29929EA402FE}"/>
                  </a:ext>
                </a:extLst>
              </p14:cNvPr>
              <p14:cNvContentPartPr/>
              <p14:nvPr/>
            </p14:nvContentPartPr>
            <p14:xfrm>
              <a:off x="9976461" y="2900555"/>
              <a:ext cx="400320" cy="627840"/>
            </p14:xfrm>
          </p:contentPart>
        </mc:Choice>
        <mc:Fallback xmlns=""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43BCA8E4-29C3-FED5-23D7-29929EA402F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960981" y="2885426"/>
                <a:ext cx="430560" cy="6584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BD07629F-ED32-A42F-87CF-094B2236141F}"/>
                  </a:ext>
                </a:extLst>
              </p14:cNvPr>
              <p14:cNvContentPartPr/>
              <p14:nvPr/>
            </p14:nvContentPartPr>
            <p14:xfrm>
              <a:off x="11332581" y="2877155"/>
              <a:ext cx="313920" cy="470520"/>
            </p14:xfrm>
          </p:contentPart>
        </mc:Choice>
        <mc:Fallback xmlns=""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BD07629F-ED32-A42F-87CF-094B2236141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1317461" y="2861687"/>
                <a:ext cx="344520" cy="5007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CC74EB37-3738-4207-10FF-CF02E2176CBB}"/>
                  </a:ext>
                </a:extLst>
              </p14:cNvPr>
              <p14:cNvContentPartPr/>
              <p14:nvPr/>
            </p14:nvContentPartPr>
            <p14:xfrm>
              <a:off x="10956381" y="3104315"/>
              <a:ext cx="133560" cy="266760"/>
            </p14:xfrm>
          </p:contentPart>
        </mc:Choice>
        <mc:Fallback xmlns=""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CC74EB37-3738-4207-10FF-CF02E2176CB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940901" y="3089195"/>
                <a:ext cx="16416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94E11196-0B19-B4E8-C05D-7A300F858302}"/>
                  </a:ext>
                </a:extLst>
              </p14:cNvPr>
              <p14:cNvContentPartPr/>
              <p14:nvPr/>
            </p14:nvContentPartPr>
            <p14:xfrm>
              <a:off x="10572261" y="3027635"/>
              <a:ext cx="212040" cy="461160"/>
            </p14:xfrm>
          </p:contentPart>
        </mc:Choice>
        <mc:Fallback xmlns=""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94E11196-0B19-B4E8-C05D-7A300F85830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556781" y="3012515"/>
                <a:ext cx="24264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8656E61D-84D1-D4C4-7CF9-4D9824A38952}"/>
                  </a:ext>
                </a:extLst>
              </p14:cNvPr>
              <p14:cNvContentPartPr/>
              <p14:nvPr/>
            </p14:nvContentPartPr>
            <p14:xfrm>
              <a:off x="8439981" y="3598235"/>
              <a:ext cx="384120" cy="478440"/>
            </p14:xfrm>
          </p:contentPart>
        </mc:Choice>
        <mc:Fallback xmlns=""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8656E61D-84D1-D4C4-7CF9-4D9824A3895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424515" y="3583115"/>
                <a:ext cx="414691" cy="5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C8C47C10-4031-8DDA-73DF-55366F60E6DC}"/>
                  </a:ext>
                </a:extLst>
              </p14:cNvPr>
              <p14:cNvContentPartPr/>
              <p14:nvPr/>
            </p14:nvContentPartPr>
            <p14:xfrm>
              <a:off x="7295181" y="4554755"/>
              <a:ext cx="556920" cy="353160"/>
            </p14:xfrm>
          </p:contentPart>
        </mc:Choice>
        <mc:Fallback xmlns=""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C8C47C10-4031-8DDA-73DF-55366F60E6D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280061" y="4539635"/>
                <a:ext cx="58752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84526416-2135-E940-64C2-39CBC892E843}"/>
                  </a:ext>
                </a:extLst>
              </p14:cNvPr>
              <p14:cNvContentPartPr/>
              <p14:nvPr/>
            </p14:nvContentPartPr>
            <p14:xfrm>
              <a:off x="6385821" y="4468355"/>
              <a:ext cx="737280" cy="541440"/>
            </p14:xfrm>
          </p:contentPart>
        </mc:Choice>
        <mc:Fallback xmlns=""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84526416-2135-E940-64C2-39CBC892E84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370701" y="4453235"/>
                <a:ext cx="767880" cy="57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2E61328E-F338-687B-EB6C-73A580F86AA2}"/>
                  </a:ext>
                </a:extLst>
              </p14:cNvPr>
              <p14:cNvContentPartPr/>
              <p14:nvPr/>
            </p14:nvContentPartPr>
            <p14:xfrm>
              <a:off x="7749861" y="4366475"/>
              <a:ext cx="784440" cy="643320"/>
            </p14:xfrm>
          </p:contentPart>
        </mc:Choice>
        <mc:Fallback xmlns=""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2E61328E-F338-687B-EB6C-73A580F86AA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734741" y="4351355"/>
                <a:ext cx="814680" cy="67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1" name="Ink 440">
                <a:extLst>
                  <a:ext uri="{FF2B5EF4-FFF2-40B4-BE49-F238E27FC236}">
                    <a16:creationId xmlns:a16="http://schemas.microsoft.com/office/drawing/2014/main" id="{0E9CFA00-2BA4-2D58-451B-5702CEE6A42B}"/>
                  </a:ext>
                </a:extLst>
              </p14:cNvPr>
              <p14:cNvContentPartPr/>
              <p14:nvPr/>
            </p14:nvContentPartPr>
            <p14:xfrm>
              <a:off x="9741021" y="4382315"/>
              <a:ext cx="533520" cy="470880"/>
            </p14:xfrm>
          </p:contentPart>
        </mc:Choice>
        <mc:Fallback xmlns="">
          <p:pic>
            <p:nvPicPr>
              <p:cNvPr id="441" name="Ink 440">
                <a:extLst>
                  <a:ext uri="{FF2B5EF4-FFF2-40B4-BE49-F238E27FC236}">
                    <a16:creationId xmlns:a16="http://schemas.microsoft.com/office/drawing/2014/main" id="{0E9CFA00-2BA4-2D58-451B-5702CEE6A42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725901" y="4366835"/>
                <a:ext cx="564120" cy="50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3251C34E-30FC-C873-0C9D-5221D475D3DA}"/>
                  </a:ext>
                </a:extLst>
              </p14:cNvPr>
              <p14:cNvContentPartPr/>
              <p14:nvPr/>
            </p14:nvContentPartPr>
            <p14:xfrm>
              <a:off x="8784861" y="4272515"/>
              <a:ext cx="799920" cy="643320"/>
            </p14:xfrm>
          </p:contentPart>
        </mc:Choice>
        <mc:Fallback xmlns=""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3251C34E-30FC-C873-0C9D-5221D475D3D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769381" y="4257395"/>
                <a:ext cx="830520" cy="67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45" name="Ink 444">
                <a:extLst>
                  <a:ext uri="{FF2B5EF4-FFF2-40B4-BE49-F238E27FC236}">
                    <a16:creationId xmlns:a16="http://schemas.microsoft.com/office/drawing/2014/main" id="{17012ABE-F590-220C-CAA2-C14659422E34}"/>
                  </a:ext>
                </a:extLst>
              </p14:cNvPr>
              <p14:cNvContentPartPr/>
              <p14:nvPr/>
            </p14:nvContentPartPr>
            <p14:xfrm>
              <a:off x="10377141" y="4194035"/>
              <a:ext cx="116280" cy="172800"/>
            </p14:xfrm>
          </p:contentPart>
        </mc:Choice>
        <mc:Fallback xmlns="">
          <p:pic>
            <p:nvPicPr>
              <p:cNvPr id="445" name="Ink 444">
                <a:extLst>
                  <a:ext uri="{FF2B5EF4-FFF2-40B4-BE49-F238E27FC236}">
                    <a16:creationId xmlns:a16="http://schemas.microsoft.com/office/drawing/2014/main" id="{17012ABE-F590-220C-CAA2-C14659422E3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361661" y="4178915"/>
                <a:ext cx="14688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55" name="Ink 454">
                <a:extLst>
                  <a:ext uri="{FF2B5EF4-FFF2-40B4-BE49-F238E27FC236}">
                    <a16:creationId xmlns:a16="http://schemas.microsoft.com/office/drawing/2014/main" id="{14422DD1-843F-582D-4711-E82BCF797283}"/>
                  </a:ext>
                </a:extLst>
              </p14:cNvPr>
              <p14:cNvContentPartPr/>
              <p14:nvPr/>
            </p14:nvContentPartPr>
            <p14:xfrm>
              <a:off x="5860581" y="2971115"/>
              <a:ext cx="329760" cy="2194560"/>
            </p14:xfrm>
          </p:contentPart>
        </mc:Choice>
        <mc:Fallback xmlns="">
          <p:pic>
            <p:nvPicPr>
              <p:cNvPr id="455" name="Ink 454">
                <a:extLst>
                  <a:ext uri="{FF2B5EF4-FFF2-40B4-BE49-F238E27FC236}">
                    <a16:creationId xmlns:a16="http://schemas.microsoft.com/office/drawing/2014/main" id="{14422DD1-843F-582D-4711-E82BCF79728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845461" y="2955995"/>
                <a:ext cx="360000" cy="22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56" name="Ink 455">
                <a:extLst>
                  <a:ext uri="{FF2B5EF4-FFF2-40B4-BE49-F238E27FC236}">
                    <a16:creationId xmlns:a16="http://schemas.microsoft.com/office/drawing/2014/main" id="{E6C566F4-DA71-49A4-36A2-EC8A519D833C}"/>
                  </a:ext>
                </a:extLst>
              </p14:cNvPr>
              <p14:cNvContentPartPr/>
              <p14:nvPr/>
            </p14:nvContentPartPr>
            <p14:xfrm>
              <a:off x="10925061" y="4280435"/>
              <a:ext cx="721440" cy="494280"/>
            </p14:xfrm>
          </p:contentPart>
        </mc:Choice>
        <mc:Fallback xmlns="">
          <p:pic>
            <p:nvPicPr>
              <p:cNvPr id="456" name="Ink 455">
                <a:extLst>
                  <a:ext uri="{FF2B5EF4-FFF2-40B4-BE49-F238E27FC236}">
                    <a16:creationId xmlns:a16="http://schemas.microsoft.com/office/drawing/2014/main" id="{E6C566F4-DA71-49A4-36A2-EC8A519D833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909581" y="4264955"/>
                <a:ext cx="75204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57" name="Ink 456">
                <a:extLst>
                  <a:ext uri="{FF2B5EF4-FFF2-40B4-BE49-F238E27FC236}">
                    <a16:creationId xmlns:a16="http://schemas.microsoft.com/office/drawing/2014/main" id="{B23C7222-F667-37EE-69C3-0CF1131F41B0}"/>
                  </a:ext>
                </a:extLst>
              </p14:cNvPr>
              <p14:cNvContentPartPr/>
              <p14:nvPr/>
            </p14:nvContentPartPr>
            <p14:xfrm>
              <a:off x="10517181" y="4484195"/>
              <a:ext cx="251280" cy="345600"/>
            </p14:xfrm>
          </p:contentPart>
        </mc:Choice>
        <mc:Fallback xmlns="">
          <p:pic>
            <p:nvPicPr>
              <p:cNvPr id="457" name="Ink 456">
                <a:extLst>
                  <a:ext uri="{FF2B5EF4-FFF2-40B4-BE49-F238E27FC236}">
                    <a16:creationId xmlns:a16="http://schemas.microsoft.com/office/drawing/2014/main" id="{B23C7222-F667-37EE-69C3-0CF1131F41B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502061" y="4469059"/>
                <a:ext cx="281880" cy="376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5DC14B5A-2050-EF47-BBCE-E08F3FF45090}"/>
                  </a:ext>
                </a:extLst>
              </p14:cNvPr>
              <p14:cNvContentPartPr/>
              <p14:nvPr/>
            </p14:nvContentPartPr>
            <p14:xfrm>
              <a:off x="10196061" y="4672475"/>
              <a:ext cx="149400" cy="306000"/>
            </p14:xfrm>
          </p:contentPart>
        </mc:Choice>
        <mc:Fallback xmlns=""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5DC14B5A-2050-EF47-BBCE-E08F3FF4509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180581" y="4656995"/>
                <a:ext cx="17964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463" name="Ink 462">
                <a:extLst>
                  <a:ext uri="{FF2B5EF4-FFF2-40B4-BE49-F238E27FC236}">
                    <a16:creationId xmlns:a16="http://schemas.microsoft.com/office/drawing/2014/main" id="{8CFBB96A-484B-5BA4-0F38-12C63F0F918D}"/>
                  </a:ext>
                </a:extLst>
              </p14:cNvPr>
              <p14:cNvContentPartPr/>
              <p14:nvPr/>
            </p14:nvContentPartPr>
            <p14:xfrm>
              <a:off x="5869221" y="5479955"/>
              <a:ext cx="446400" cy="219960"/>
            </p14:xfrm>
          </p:contentPart>
        </mc:Choice>
        <mc:Fallback xmlns="">
          <p:pic>
            <p:nvPicPr>
              <p:cNvPr id="463" name="Ink 462">
                <a:extLst>
                  <a:ext uri="{FF2B5EF4-FFF2-40B4-BE49-F238E27FC236}">
                    <a16:creationId xmlns:a16="http://schemas.microsoft.com/office/drawing/2014/main" id="{8CFBB96A-484B-5BA4-0F38-12C63F0F918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854101" y="5464475"/>
                <a:ext cx="47700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485" name="Ink 484">
                <a:extLst>
                  <a:ext uri="{FF2B5EF4-FFF2-40B4-BE49-F238E27FC236}">
                    <a16:creationId xmlns:a16="http://schemas.microsoft.com/office/drawing/2014/main" id="{BDCCD8AB-C4C6-EE61-5320-813948CD2A01}"/>
                  </a:ext>
                </a:extLst>
              </p14:cNvPr>
              <p14:cNvContentPartPr/>
              <p14:nvPr/>
            </p14:nvContentPartPr>
            <p14:xfrm>
              <a:off x="9831741" y="5370155"/>
              <a:ext cx="200160" cy="149400"/>
            </p14:xfrm>
          </p:contentPart>
        </mc:Choice>
        <mc:Fallback xmlns="">
          <p:pic>
            <p:nvPicPr>
              <p:cNvPr id="485" name="Ink 484">
                <a:extLst>
                  <a:ext uri="{FF2B5EF4-FFF2-40B4-BE49-F238E27FC236}">
                    <a16:creationId xmlns:a16="http://schemas.microsoft.com/office/drawing/2014/main" id="{BDCCD8AB-C4C6-EE61-5320-813948CD2A0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816594" y="5354675"/>
                <a:ext cx="230815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486" name="Ink 485">
                <a:extLst>
                  <a:ext uri="{FF2B5EF4-FFF2-40B4-BE49-F238E27FC236}">
                    <a16:creationId xmlns:a16="http://schemas.microsoft.com/office/drawing/2014/main" id="{B9F83CC1-80D5-B004-DC37-3335B5EDC81E}"/>
                  </a:ext>
                </a:extLst>
              </p14:cNvPr>
              <p14:cNvContentPartPr/>
              <p14:nvPr/>
            </p14:nvContentPartPr>
            <p14:xfrm>
              <a:off x="8403981" y="5221115"/>
              <a:ext cx="1140480" cy="376560"/>
            </p14:xfrm>
          </p:contentPart>
        </mc:Choice>
        <mc:Fallback xmlns="">
          <p:pic>
            <p:nvPicPr>
              <p:cNvPr id="486" name="Ink 485">
                <a:extLst>
                  <a:ext uri="{FF2B5EF4-FFF2-40B4-BE49-F238E27FC236}">
                    <a16:creationId xmlns:a16="http://schemas.microsoft.com/office/drawing/2014/main" id="{B9F83CC1-80D5-B004-DC37-3335B5EDC81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388861" y="5205995"/>
                <a:ext cx="117108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487" name="Ink 486">
                <a:extLst>
                  <a:ext uri="{FF2B5EF4-FFF2-40B4-BE49-F238E27FC236}">
                    <a16:creationId xmlns:a16="http://schemas.microsoft.com/office/drawing/2014/main" id="{B54E5D91-FEE7-3705-A6B5-A2175D3E8D2C}"/>
                  </a:ext>
                </a:extLst>
              </p14:cNvPr>
              <p14:cNvContentPartPr/>
              <p14:nvPr/>
            </p14:nvContentPartPr>
            <p14:xfrm>
              <a:off x="7969461" y="5338835"/>
              <a:ext cx="125640" cy="313920"/>
            </p14:xfrm>
          </p:contentPart>
        </mc:Choice>
        <mc:Fallback xmlns="">
          <p:pic>
            <p:nvPicPr>
              <p:cNvPr id="487" name="Ink 486">
                <a:extLst>
                  <a:ext uri="{FF2B5EF4-FFF2-40B4-BE49-F238E27FC236}">
                    <a16:creationId xmlns:a16="http://schemas.microsoft.com/office/drawing/2014/main" id="{B54E5D91-FEE7-3705-A6B5-A2175D3E8D2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954341" y="5323355"/>
                <a:ext cx="15624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488" name="Ink 487">
                <a:extLst>
                  <a:ext uri="{FF2B5EF4-FFF2-40B4-BE49-F238E27FC236}">
                    <a16:creationId xmlns:a16="http://schemas.microsoft.com/office/drawing/2014/main" id="{0C853E3C-33F9-CA4D-85D7-5B81D8E681C2}"/>
                  </a:ext>
                </a:extLst>
              </p14:cNvPr>
              <p14:cNvContentPartPr/>
              <p14:nvPr/>
            </p14:nvContentPartPr>
            <p14:xfrm>
              <a:off x="6440901" y="5221115"/>
              <a:ext cx="1238760" cy="564840"/>
            </p14:xfrm>
          </p:contentPart>
        </mc:Choice>
        <mc:Fallback xmlns="">
          <p:pic>
            <p:nvPicPr>
              <p:cNvPr id="488" name="Ink 487">
                <a:extLst>
                  <a:ext uri="{FF2B5EF4-FFF2-40B4-BE49-F238E27FC236}">
                    <a16:creationId xmlns:a16="http://schemas.microsoft.com/office/drawing/2014/main" id="{0C853E3C-33F9-CA4D-85D7-5B81D8E681C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425425" y="5205995"/>
                <a:ext cx="1268991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07" name="Ink 506">
                <a:extLst>
                  <a:ext uri="{FF2B5EF4-FFF2-40B4-BE49-F238E27FC236}">
                    <a16:creationId xmlns:a16="http://schemas.microsoft.com/office/drawing/2014/main" id="{C808E612-8093-4409-D3C8-F6DA9F68B197}"/>
                  </a:ext>
                </a:extLst>
              </p14:cNvPr>
              <p14:cNvContentPartPr/>
              <p14:nvPr/>
            </p14:nvContentPartPr>
            <p14:xfrm>
              <a:off x="10345821" y="4962275"/>
              <a:ext cx="1425960" cy="698040"/>
            </p14:xfrm>
          </p:contentPart>
        </mc:Choice>
        <mc:Fallback xmlns="">
          <p:pic>
            <p:nvPicPr>
              <p:cNvPr id="507" name="Ink 506">
                <a:extLst>
                  <a:ext uri="{FF2B5EF4-FFF2-40B4-BE49-F238E27FC236}">
                    <a16:creationId xmlns:a16="http://schemas.microsoft.com/office/drawing/2014/main" id="{C808E612-8093-4409-D3C8-F6DA9F68B19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330345" y="4947155"/>
                <a:ext cx="1456552" cy="72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15" name="Ink 514">
                <a:extLst>
                  <a:ext uri="{FF2B5EF4-FFF2-40B4-BE49-F238E27FC236}">
                    <a16:creationId xmlns:a16="http://schemas.microsoft.com/office/drawing/2014/main" id="{D5AC8DEF-6034-AE98-DC64-82411D878C97}"/>
                  </a:ext>
                </a:extLst>
              </p14:cNvPr>
              <p14:cNvContentPartPr/>
              <p14:nvPr/>
            </p14:nvContentPartPr>
            <p14:xfrm>
              <a:off x="4951221" y="3182795"/>
              <a:ext cx="878400" cy="400320"/>
            </p14:xfrm>
          </p:contentPart>
        </mc:Choice>
        <mc:Fallback xmlns="">
          <p:pic>
            <p:nvPicPr>
              <p:cNvPr id="515" name="Ink 514">
                <a:extLst>
                  <a:ext uri="{FF2B5EF4-FFF2-40B4-BE49-F238E27FC236}">
                    <a16:creationId xmlns:a16="http://schemas.microsoft.com/office/drawing/2014/main" id="{D5AC8DEF-6034-AE98-DC64-82411D878C9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936101" y="3167675"/>
                <a:ext cx="90900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23" name="Ink 522">
                <a:extLst>
                  <a:ext uri="{FF2B5EF4-FFF2-40B4-BE49-F238E27FC236}">
                    <a16:creationId xmlns:a16="http://schemas.microsoft.com/office/drawing/2014/main" id="{6AA8E636-2ED4-9938-6C19-63FC8A1F9711}"/>
                  </a:ext>
                </a:extLst>
              </p14:cNvPr>
              <p14:cNvContentPartPr/>
              <p14:nvPr/>
            </p14:nvContentPartPr>
            <p14:xfrm>
              <a:off x="4802181" y="4438115"/>
              <a:ext cx="878400" cy="509040"/>
            </p14:xfrm>
          </p:contentPart>
        </mc:Choice>
        <mc:Fallback xmlns="">
          <p:pic>
            <p:nvPicPr>
              <p:cNvPr id="523" name="Ink 522">
                <a:extLst>
                  <a:ext uri="{FF2B5EF4-FFF2-40B4-BE49-F238E27FC236}">
                    <a16:creationId xmlns:a16="http://schemas.microsoft.com/office/drawing/2014/main" id="{6AA8E636-2ED4-9938-6C19-63FC8A1F971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787061" y="4422635"/>
                <a:ext cx="909000" cy="53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46" name="Ink 545">
                <a:extLst>
                  <a:ext uri="{FF2B5EF4-FFF2-40B4-BE49-F238E27FC236}">
                    <a16:creationId xmlns:a16="http://schemas.microsoft.com/office/drawing/2014/main" id="{653DC6EA-C6DE-04BC-9D61-CF97F2A26AA1}"/>
                  </a:ext>
                </a:extLst>
              </p14:cNvPr>
              <p14:cNvContentPartPr/>
              <p14:nvPr/>
            </p14:nvContentPartPr>
            <p14:xfrm>
              <a:off x="2495383" y="3837284"/>
              <a:ext cx="879480" cy="270360"/>
            </p14:xfrm>
          </p:contentPart>
        </mc:Choice>
        <mc:Fallback xmlns="">
          <p:pic>
            <p:nvPicPr>
              <p:cNvPr id="546" name="Ink 545">
                <a:extLst>
                  <a:ext uri="{FF2B5EF4-FFF2-40B4-BE49-F238E27FC236}">
                    <a16:creationId xmlns:a16="http://schemas.microsoft.com/office/drawing/2014/main" id="{653DC6EA-C6DE-04BC-9D61-CF97F2A26AA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479897" y="3822164"/>
                <a:ext cx="910093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551" name="Ink 550">
                <a:extLst>
                  <a:ext uri="{FF2B5EF4-FFF2-40B4-BE49-F238E27FC236}">
                    <a16:creationId xmlns:a16="http://schemas.microsoft.com/office/drawing/2014/main" id="{69E23FFE-AEF6-435E-2DC2-173420A92349}"/>
                  </a:ext>
                </a:extLst>
              </p14:cNvPr>
              <p14:cNvContentPartPr/>
              <p14:nvPr/>
            </p14:nvContentPartPr>
            <p14:xfrm>
              <a:off x="2348863" y="3999284"/>
              <a:ext cx="1095120" cy="1203120"/>
            </p14:xfrm>
          </p:contentPart>
        </mc:Choice>
        <mc:Fallback xmlns="">
          <p:pic>
            <p:nvPicPr>
              <p:cNvPr id="551" name="Ink 550">
                <a:extLst>
                  <a:ext uri="{FF2B5EF4-FFF2-40B4-BE49-F238E27FC236}">
                    <a16:creationId xmlns:a16="http://schemas.microsoft.com/office/drawing/2014/main" id="{69E23FFE-AEF6-435E-2DC2-173420A9234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333743" y="3984164"/>
                <a:ext cx="1125720" cy="12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552" name="Ink 551">
                <a:extLst>
                  <a:ext uri="{FF2B5EF4-FFF2-40B4-BE49-F238E27FC236}">
                    <a16:creationId xmlns:a16="http://schemas.microsoft.com/office/drawing/2014/main" id="{692D33BE-BE13-4F03-4A2B-4135D71D702B}"/>
                  </a:ext>
                </a:extLst>
              </p14:cNvPr>
              <p14:cNvContentPartPr/>
              <p14:nvPr/>
            </p14:nvContentPartPr>
            <p14:xfrm>
              <a:off x="3035023" y="3259124"/>
              <a:ext cx="169920" cy="324000"/>
            </p14:xfrm>
          </p:contentPart>
        </mc:Choice>
        <mc:Fallback xmlns="">
          <p:pic>
            <p:nvPicPr>
              <p:cNvPr id="552" name="Ink 551">
                <a:extLst>
                  <a:ext uri="{FF2B5EF4-FFF2-40B4-BE49-F238E27FC236}">
                    <a16:creationId xmlns:a16="http://schemas.microsoft.com/office/drawing/2014/main" id="{692D33BE-BE13-4F03-4A2B-4135D71D702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019903" y="3244004"/>
                <a:ext cx="20052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553" name="Ink 552">
                <a:extLst>
                  <a:ext uri="{FF2B5EF4-FFF2-40B4-BE49-F238E27FC236}">
                    <a16:creationId xmlns:a16="http://schemas.microsoft.com/office/drawing/2014/main" id="{7C31F378-D398-4F71-549F-4797AE6C5B47}"/>
                  </a:ext>
                </a:extLst>
              </p14:cNvPr>
              <p14:cNvContentPartPr/>
              <p14:nvPr/>
            </p14:nvContentPartPr>
            <p14:xfrm>
              <a:off x="3266143" y="3438404"/>
              <a:ext cx="61920" cy="145080"/>
            </p14:xfrm>
          </p:contentPart>
        </mc:Choice>
        <mc:Fallback xmlns="">
          <p:pic>
            <p:nvPicPr>
              <p:cNvPr id="553" name="Ink 552">
                <a:extLst>
                  <a:ext uri="{FF2B5EF4-FFF2-40B4-BE49-F238E27FC236}">
                    <a16:creationId xmlns:a16="http://schemas.microsoft.com/office/drawing/2014/main" id="{7C31F378-D398-4F71-549F-4797AE6C5B47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251023" y="3422924"/>
                <a:ext cx="9252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557" name="Ink 556">
                <a:extLst>
                  <a:ext uri="{FF2B5EF4-FFF2-40B4-BE49-F238E27FC236}">
                    <a16:creationId xmlns:a16="http://schemas.microsoft.com/office/drawing/2014/main" id="{FFCD84D7-91B5-E360-061B-A1A0B90DE326}"/>
                  </a:ext>
                </a:extLst>
              </p14:cNvPr>
              <p14:cNvContentPartPr/>
              <p14:nvPr/>
            </p14:nvContentPartPr>
            <p14:xfrm>
              <a:off x="3847461" y="3786515"/>
              <a:ext cx="249480" cy="243360"/>
            </p14:xfrm>
          </p:contentPart>
        </mc:Choice>
        <mc:Fallback xmlns="">
          <p:pic>
            <p:nvPicPr>
              <p:cNvPr id="557" name="Ink 556">
                <a:extLst>
                  <a:ext uri="{FF2B5EF4-FFF2-40B4-BE49-F238E27FC236}">
                    <a16:creationId xmlns:a16="http://schemas.microsoft.com/office/drawing/2014/main" id="{FFCD84D7-91B5-E360-061B-A1A0B90DE32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832341" y="3771035"/>
                <a:ext cx="2800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561" name="Ink 560">
                <a:extLst>
                  <a:ext uri="{FF2B5EF4-FFF2-40B4-BE49-F238E27FC236}">
                    <a16:creationId xmlns:a16="http://schemas.microsoft.com/office/drawing/2014/main" id="{3E323A24-64EE-C415-BACA-CD386C1DA6AF}"/>
                  </a:ext>
                </a:extLst>
              </p14:cNvPr>
              <p14:cNvContentPartPr/>
              <p14:nvPr/>
            </p14:nvContentPartPr>
            <p14:xfrm>
              <a:off x="3250941" y="3935555"/>
              <a:ext cx="830520" cy="1197000"/>
            </p14:xfrm>
          </p:contentPart>
        </mc:Choice>
        <mc:Fallback xmlns="">
          <p:pic>
            <p:nvPicPr>
              <p:cNvPr id="561" name="Ink 560">
                <a:extLst>
                  <a:ext uri="{FF2B5EF4-FFF2-40B4-BE49-F238E27FC236}">
                    <a16:creationId xmlns:a16="http://schemas.microsoft.com/office/drawing/2014/main" id="{3E323A24-64EE-C415-BACA-CD386C1DA6AF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235821" y="3920080"/>
                <a:ext cx="861120" cy="12272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562" name="Ink 561">
                <a:extLst>
                  <a:ext uri="{FF2B5EF4-FFF2-40B4-BE49-F238E27FC236}">
                    <a16:creationId xmlns:a16="http://schemas.microsoft.com/office/drawing/2014/main" id="{68986B6B-4252-0FA6-76CE-D285FDBEFDFD}"/>
                  </a:ext>
                </a:extLst>
              </p14:cNvPr>
              <p14:cNvContentPartPr/>
              <p14:nvPr/>
            </p14:nvContentPartPr>
            <p14:xfrm>
              <a:off x="3383421" y="5025275"/>
              <a:ext cx="502200" cy="70920"/>
            </p14:xfrm>
          </p:contentPart>
        </mc:Choice>
        <mc:Fallback xmlns="">
          <p:pic>
            <p:nvPicPr>
              <p:cNvPr id="562" name="Ink 561">
                <a:extLst>
                  <a:ext uri="{FF2B5EF4-FFF2-40B4-BE49-F238E27FC236}">
                    <a16:creationId xmlns:a16="http://schemas.microsoft.com/office/drawing/2014/main" id="{68986B6B-4252-0FA6-76CE-D285FDBEFDF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367941" y="5009795"/>
                <a:ext cx="53244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563" name="Ink 562">
                <a:extLst>
                  <a:ext uri="{FF2B5EF4-FFF2-40B4-BE49-F238E27FC236}">
                    <a16:creationId xmlns:a16="http://schemas.microsoft.com/office/drawing/2014/main" id="{386DC049-193D-8F02-9D1F-651E59E8A8DF}"/>
                  </a:ext>
                </a:extLst>
              </p14:cNvPr>
              <p14:cNvContentPartPr/>
              <p14:nvPr/>
            </p14:nvContentPartPr>
            <p14:xfrm>
              <a:off x="9783861" y="6005195"/>
              <a:ext cx="271080" cy="31680"/>
            </p14:xfrm>
          </p:contentPart>
        </mc:Choice>
        <mc:Fallback xmlns="">
          <p:pic>
            <p:nvPicPr>
              <p:cNvPr id="563" name="Ink 562">
                <a:extLst>
                  <a:ext uri="{FF2B5EF4-FFF2-40B4-BE49-F238E27FC236}">
                    <a16:creationId xmlns:a16="http://schemas.microsoft.com/office/drawing/2014/main" id="{386DC049-193D-8F02-9D1F-651E59E8A8D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768741" y="5989715"/>
                <a:ext cx="30168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564" name="Ink 563">
                <a:extLst>
                  <a:ext uri="{FF2B5EF4-FFF2-40B4-BE49-F238E27FC236}">
                    <a16:creationId xmlns:a16="http://schemas.microsoft.com/office/drawing/2014/main" id="{617D7B6A-13C3-7F08-167B-368CCBE92FFF}"/>
                  </a:ext>
                </a:extLst>
              </p14:cNvPr>
              <p14:cNvContentPartPr/>
              <p14:nvPr/>
            </p14:nvContentPartPr>
            <p14:xfrm>
              <a:off x="9823821" y="6201035"/>
              <a:ext cx="184320" cy="8280"/>
            </p14:xfrm>
          </p:contentPart>
        </mc:Choice>
        <mc:Fallback xmlns="">
          <p:pic>
            <p:nvPicPr>
              <p:cNvPr id="564" name="Ink 563">
                <a:extLst>
                  <a:ext uri="{FF2B5EF4-FFF2-40B4-BE49-F238E27FC236}">
                    <a16:creationId xmlns:a16="http://schemas.microsoft.com/office/drawing/2014/main" id="{617D7B6A-13C3-7F08-167B-368CCBE92FF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808701" y="6185915"/>
                <a:ext cx="2145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565" name="Ink 564">
                <a:extLst>
                  <a:ext uri="{FF2B5EF4-FFF2-40B4-BE49-F238E27FC236}">
                    <a16:creationId xmlns:a16="http://schemas.microsoft.com/office/drawing/2014/main" id="{F8D91DBA-0DCC-9066-272A-C981E8ADA15E}"/>
                  </a:ext>
                </a:extLst>
              </p14:cNvPr>
              <p14:cNvContentPartPr/>
              <p14:nvPr/>
            </p14:nvContentPartPr>
            <p14:xfrm>
              <a:off x="10336821" y="5880635"/>
              <a:ext cx="63000" cy="336600"/>
            </p14:xfrm>
          </p:contentPart>
        </mc:Choice>
        <mc:Fallback xmlns="">
          <p:pic>
            <p:nvPicPr>
              <p:cNvPr id="565" name="Ink 564">
                <a:extLst>
                  <a:ext uri="{FF2B5EF4-FFF2-40B4-BE49-F238E27FC236}">
                    <a16:creationId xmlns:a16="http://schemas.microsoft.com/office/drawing/2014/main" id="{F8D91DBA-0DCC-9066-272A-C981E8ADA15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321701" y="5865155"/>
                <a:ext cx="9360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566" name="Ink 565">
                <a:extLst>
                  <a:ext uri="{FF2B5EF4-FFF2-40B4-BE49-F238E27FC236}">
                    <a16:creationId xmlns:a16="http://schemas.microsoft.com/office/drawing/2014/main" id="{4C75FF09-432E-09FD-8DC1-A65D28834B6E}"/>
                  </a:ext>
                </a:extLst>
              </p14:cNvPr>
              <p14:cNvContentPartPr/>
              <p14:nvPr/>
            </p14:nvContentPartPr>
            <p14:xfrm>
              <a:off x="10470381" y="5915195"/>
              <a:ext cx="204120" cy="207720"/>
            </p14:xfrm>
          </p:contentPart>
        </mc:Choice>
        <mc:Fallback xmlns="">
          <p:pic>
            <p:nvPicPr>
              <p:cNvPr id="566" name="Ink 565">
                <a:extLst>
                  <a:ext uri="{FF2B5EF4-FFF2-40B4-BE49-F238E27FC236}">
                    <a16:creationId xmlns:a16="http://schemas.microsoft.com/office/drawing/2014/main" id="{4C75FF09-432E-09FD-8DC1-A65D28834B6E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0454901" y="5900075"/>
                <a:ext cx="234720" cy="23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2340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CDB634C-90CB-7F0E-6144-452CEB9AD763}"/>
                  </a:ext>
                </a:extLst>
              </p14:cNvPr>
              <p14:cNvContentPartPr/>
              <p14:nvPr/>
            </p14:nvContentPartPr>
            <p14:xfrm>
              <a:off x="811941" y="162035"/>
              <a:ext cx="1521360" cy="677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CDB634C-90CB-7F0E-6144-452CEB9AD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6821" y="146915"/>
                <a:ext cx="1551600" cy="70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D45AA77-37AF-8F9C-E6DD-064C8B2618C0}"/>
                  </a:ext>
                </a:extLst>
              </p14:cNvPr>
              <p14:cNvContentPartPr/>
              <p14:nvPr/>
            </p14:nvContentPartPr>
            <p14:xfrm>
              <a:off x="4449381" y="86075"/>
              <a:ext cx="651240" cy="729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D45AA77-37AF-8F9C-E6DD-064C8B2618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34253" y="70948"/>
                <a:ext cx="681857" cy="7603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C238FDD-5E2C-26C0-A539-8E155EC0E47E}"/>
                  </a:ext>
                </a:extLst>
              </p14:cNvPr>
              <p14:cNvContentPartPr/>
              <p14:nvPr/>
            </p14:nvContentPartPr>
            <p14:xfrm>
              <a:off x="3736221" y="149075"/>
              <a:ext cx="407880" cy="5680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C238FDD-5E2C-26C0-A539-8E155EC0E4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20741" y="133605"/>
                <a:ext cx="438480" cy="5983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15C0AE1-DAB1-A6BC-3274-238B561877C9}"/>
                  </a:ext>
                </a:extLst>
              </p14:cNvPr>
              <p14:cNvContentPartPr/>
              <p14:nvPr/>
            </p14:nvContentPartPr>
            <p14:xfrm>
              <a:off x="2763861" y="133235"/>
              <a:ext cx="682560" cy="6912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15C0AE1-DAB1-A6BC-3274-238B561877C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48741" y="118115"/>
                <a:ext cx="712800" cy="72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5BD0C877-2ECA-BC6D-9FE9-589C42C6EBCF}"/>
                  </a:ext>
                </a:extLst>
              </p14:cNvPr>
              <p14:cNvContentPartPr/>
              <p14:nvPr/>
            </p14:nvContentPartPr>
            <p14:xfrm>
              <a:off x="3328341" y="1184435"/>
              <a:ext cx="736560" cy="3524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5BD0C877-2ECA-BC6D-9FE9-589C42C6EBC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13221" y="1169315"/>
                <a:ext cx="76680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2EC71D9-1624-64D3-F1D5-50D5A92B538A}"/>
                  </a:ext>
                </a:extLst>
              </p14:cNvPr>
              <p14:cNvContentPartPr/>
              <p14:nvPr/>
            </p14:nvContentPartPr>
            <p14:xfrm>
              <a:off x="2724981" y="1371995"/>
              <a:ext cx="55080" cy="1616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2EC71D9-1624-64D3-F1D5-50D5A92B538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09501" y="1356515"/>
                <a:ext cx="8568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98A15DC7-3C51-8BFF-DB28-55FE832632A0}"/>
                  </a:ext>
                </a:extLst>
              </p14:cNvPr>
              <p14:cNvContentPartPr/>
              <p14:nvPr/>
            </p14:nvContentPartPr>
            <p14:xfrm>
              <a:off x="4772661" y="885995"/>
              <a:ext cx="594360" cy="5097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8A15DC7-3C51-8BFF-DB28-55FE832632A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57541" y="870515"/>
                <a:ext cx="624960" cy="54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E79A4213-74AF-2B80-986B-D9D992F20D8B}"/>
                  </a:ext>
                </a:extLst>
              </p14:cNvPr>
              <p14:cNvContentPartPr/>
              <p14:nvPr/>
            </p14:nvContentPartPr>
            <p14:xfrm>
              <a:off x="1368501" y="2085155"/>
              <a:ext cx="266760" cy="3636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E79A4213-74AF-2B80-986B-D9D992F20D8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53381" y="2070035"/>
                <a:ext cx="29736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CD367AD-24F1-E2E5-497A-DB4119C5D8E8}"/>
                  </a:ext>
                </a:extLst>
              </p14:cNvPr>
              <p14:cNvContentPartPr/>
              <p14:nvPr/>
            </p14:nvContentPartPr>
            <p14:xfrm>
              <a:off x="1705821" y="2375315"/>
              <a:ext cx="117720" cy="2156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CD367AD-24F1-E2E5-497A-DB4119C5D8E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90388" y="2360195"/>
                <a:ext cx="147868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7DA2A0A-115C-0CB5-2E72-B097B86B66DE}"/>
                  </a:ext>
                </a:extLst>
              </p14:cNvPr>
              <p14:cNvContentPartPr/>
              <p14:nvPr/>
            </p14:nvContentPartPr>
            <p14:xfrm>
              <a:off x="2129181" y="2022515"/>
              <a:ext cx="823320" cy="4474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7DA2A0A-115C-0CB5-2E72-B097B86B66D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13708" y="2007383"/>
                <a:ext cx="853547" cy="478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CFD95789-3CED-D0C0-EABA-85A9E26EF6DE}"/>
                  </a:ext>
                </a:extLst>
              </p14:cNvPr>
              <p14:cNvContentPartPr/>
              <p14:nvPr/>
            </p14:nvContentPartPr>
            <p14:xfrm>
              <a:off x="3163821" y="1980035"/>
              <a:ext cx="878400" cy="3697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CFD95789-3CED-D0C0-EABA-85A9E26EF6D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48701" y="1964555"/>
                <a:ext cx="90900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5AE0C29C-A657-EDD4-3EAD-16729C04197F}"/>
                  </a:ext>
                </a:extLst>
              </p14:cNvPr>
              <p14:cNvContentPartPr/>
              <p14:nvPr/>
            </p14:nvContentPartPr>
            <p14:xfrm>
              <a:off x="3971301" y="1865915"/>
              <a:ext cx="353160" cy="4557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5AE0C29C-A657-EDD4-3EAD-16729C04197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956181" y="1850435"/>
                <a:ext cx="383760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03AB813-F38B-CD2A-576B-A477DAF83CBE}"/>
                  </a:ext>
                </a:extLst>
              </p14:cNvPr>
              <p14:cNvContentPartPr/>
              <p14:nvPr/>
            </p14:nvContentPartPr>
            <p14:xfrm>
              <a:off x="4449381" y="2124395"/>
              <a:ext cx="219960" cy="2433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03AB813-F38B-CD2A-576B-A477DAF83CB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434261" y="2109275"/>
                <a:ext cx="2502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08D48891-C39C-2EF9-4F43-EF1D1E9E6C03}"/>
                  </a:ext>
                </a:extLst>
              </p14:cNvPr>
              <p14:cNvContentPartPr/>
              <p14:nvPr/>
            </p14:nvContentPartPr>
            <p14:xfrm>
              <a:off x="5520021" y="2045915"/>
              <a:ext cx="207720" cy="1260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08D48891-C39C-2EF9-4F43-EF1D1E9E6C0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04901" y="2030752"/>
                <a:ext cx="238320" cy="156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17C4FA8E-9F64-298B-81E6-884AED76023D}"/>
                  </a:ext>
                </a:extLst>
              </p14:cNvPr>
              <p14:cNvContentPartPr/>
              <p14:nvPr/>
            </p14:nvContentPartPr>
            <p14:xfrm>
              <a:off x="4896501" y="1905155"/>
              <a:ext cx="196200" cy="3765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17C4FA8E-9F64-298B-81E6-884AED76023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881021" y="1889675"/>
                <a:ext cx="22680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8856E7B5-5384-50F0-C294-FE449D2D76BB}"/>
                  </a:ext>
                </a:extLst>
              </p14:cNvPr>
              <p14:cNvContentPartPr/>
              <p14:nvPr/>
            </p14:nvContentPartPr>
            <p14:xfrm>
              <a:off x="6017541" y="1552355"/>
              <a:ext cx="642960" cy="6264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8856E7B5-5384-50F0-C294-FE449D2D76B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002070" y="1536884"/>
                <a:ext cx="673183" cy="656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32A923B-9DE9-61F9-011E-DA6BE6E3D98A}"/>
                  </a:ext>
                </a:extLst>
              </p14:cNvPr>
              <p14:cNvContentPartPr/>
              <p14:nvPr/>
            </p14:nvContentPartPr>
            <p14:xfrm>
              <a:off x="1462821" y="3123755"/>
              <a:ext cx="212040" cy="3078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32A923B-9DE9-61F9-011E-DA6BE6E3D98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47341" y="3108275"/>
                <a:ext cx="24264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F27D0190-867F-E197-1109-7AF7865F28FE}"/>
                  </a:ext>
                </a:extLst>
              </p14:cNvPr>
              <p14:cNvContentPartPr/>
              <p14:nvPr/>
            </p14:nvContentPartPr>
            <p14:xfrm>
              <a:off x="6111501" y="2555675"/>
              <a:ext cx="423720" cy="40032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F27D0190-867F-E197-1109-7AF7865F28F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096381" y="2540555"/>
                <a:ext cx="45432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049C5004-B6CB-8F7F-6F5F-EB1DA374E884}"/>
                  </a:ext>
                </a:extLst>
              </p14:cNvPr>
              <p14:cNvContentPartPr/>
              <p14:nvPr/>
            </p14:nvContentPartPr>
            <p14:xfrm>
              <a:off x="5578341" y="2931875"/>
              <a:ext cx="181080" cy="1022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049C5004-B6CB-8F7F-6F5F-EB1DA374E88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563191" y="2916755"/>
                <a:ext cx="211741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5B34913C-66F0-EE91-34BB-1105CA4E1088}"/>
                  </a:ext>
                </a:extLst>
              </p14:cNvPr>
              <p14:cNvContentPartPr/>
              <p14:nvPr/>
            </p14:nvContentPartPr>
            <p14:xfrm>
              <a:off x="4967781" y="2689955"/>
              <a:ext cx="172080" cy="4230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5B34913C-66F0-EE91-34BB-1105CA4E108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952661" y="2674475"/>
                <a:ext cx="20232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FC4CC010-C01D-27D3-6C78-D6FEF197E5AA}"/>
                  </a:ext>
                </a:extLst>
              </p14:cNvPr>
              <p14:cNvContentPartPr/>
              <p14:nvPr/>
            </p14:nvContentPartPr>
            <p14:xfrm>
              <a:off x="3304941" y="2790755"/>
              <a:ext cx="1411200" cy="52560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FC4CC010-C01D-27D3-6C78-D6FEF197E5A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289825" y="2775635"/>
                <a:ext cx="1441432" cy="5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E31454EA-8824-05A2-7099-2398E0C4BACD}"/>
                  </a:ext>
                </a:extLst>
              </p14:cNvPr>
              <p14:cNvContentPartPr/>
              <p14:nvPr/>
            </p14:nvContentPartPr>
            <p14:xfrm>
              <a:off x="2795541" y="3128075"/>
              <a:ext cx="110160" cy="29844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E31454EA-8824-05A2-7099-2398E0C4BAC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780061" y="3112595"/>
                <a:ext cx="14076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7B016934-985E-37A1-17C7-615745AD0147}"/>
                  </a:ext>
                </a:extLst>
              </p14:cNvPr>
              <p14:cNvContentPartPr/>
              <p14:nvPr/>
            </p14:nvContentPartPr>
            <p14:xfrm>
              <a:off x="2199741" y="2963195"/>
              <a:ext cx="423720" cy="44568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7B016934-985E-37A1-17C7-615745AD014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184261" y="2948063"/>
                <a:ext cx="454320" cy="4763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31FAA199-DDFE-12B7-7FE3-D1DAA782C92D}"/>
                  </a:ext>
                </a:extLst>
              </p14:cNvPr>
              <p14:cNvContentPartPr/>
              <p14:nvPr/>
            </p14:nvContentPartPr>
            <p14:xfrm>
              <a:off x="6456381" y="2112155"/>
              <a:ext cx="23760" cy="1771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31FAA199-DDFE-12B7-7FE3-D1DAA782C92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441261" y="2097035"/>
                <a:ext cx="5436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A202C989-D203-955A-8B6F-6734B1559CB1}"/>
                  </a:ext>
                </a:extLst>
              </p14:cNvPr>
              <p14:cNvContentPartPr/>
              <p14:nvPr/>
            </p14:nvContentPartPr>
            <p14:xfrm>
              <a:off x="6503541" y="2931875"/>
              <a:ext cx="118080" cy="1630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A202C989-D203-955A-8B6F-6734B1559CB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488061" y="2916755"/>
                <a:ext cx="14832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676DE7E6-12D4-900E-1AE1-3E35256B9288}"/>
                  </a:ext>
                </a:extLst>
              </p14:cNvPr>
              <p14:cNvContentPartPr/>
              <p14:nvPr/>
            </p14:nvContentPartPr>
            <p14:xfrm>
              <a:off x="6636741" y="2407715"/>
              <a:ext cx="63000" cy="3052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676DE7E6-12D4-900E-1AE1-3E35256B928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621621" y="2392235"/>
                <a:ext cx="9360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82BED605-C833-0431-A637-4BEFCF6616F6}"/>
                  </a:ext>
                </a:extLst>
              </p14:cNvPr>
              <p14:cNvContentPartPr/>
              <p14:nvPr/>
            </p14:nvContentPartPr>
            <p14:xfrm>
              <a:off x="3391341" y="2234195"/>
              <a:ext cx="188280" cy="2905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82BED605-C833-0431-A637-4BEFCF6616F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375891" y="2219075"/>
                <a:ext cx="218462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416B21E4-6E01-639B-C179-B2E15C2AE7FF}"/>
                  </a:ext>
                </a:extLst>
              </p14:cNvPr>
              <p14:cNvContentPartPr/>
              <p14:nvPr/>
            </p14:nvContentPartPr>
            <p14:xfrm>
              <a:off x="1768461" y="3237515"/>
              <a:ext cx="313920" cy="21024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416B21E4-6E01-639B-C179-B2E15C2AE7F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753341" y="3222395"/>
                <a:ext cx="34452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CC763A7D-D398-BB75-F72E-2B41E0C824C1}"/>
                  </a:ext>
                </a:extLst>
              </p14:cNvPr>
              <p14:cNvContentPartPr/>
              <p14:nvPr/>
            </p14:nvContentPartPr>
            <p14:xfrm>
              <a:off x="5162901" y="2254355"/>
              <a:ext cx="16200" cy="19188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CC763A7D-D398-BB75-F72E-2B41E0C824C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147781" y="2238875"/>
                <a:ext cx="464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12A892FA-3AFE-6A87-949B-01B2E2D86A5A}"/>
                  </a:ext>
                </a:extLst>
              </p14:cNvPr>
              <p14:cNvContentPartPr/>
              <p14:nvPr/>
            </p14:nvContentPartPr>
            <p14:xfrm>
              <a:off x="5162901" y="1811915"/>
              <a:ext cx="23760" cy="1796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12A892FA-3AFE-6A87-949B-01B2E2D86A5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147781" y="1796435"/>
                <a:ext cx="5436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200FE1DB-D82F-ED84-3B6F-466BF7E4CD2F}"/>
                  </a:ext>
                </a:extLst>
              </p14:cNvPr>
              <p14:cNvContentPartPr/>
              <p14:nvPr/>
            </p14:nvContentPartPr>
            <p14:xfrm>
              <a:off x="5178741" y="3143555"/>
              <a:ext cx="39600" cy="11016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200FE1DB-D82F-ED84-3B6F-466BF7E4CD2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163261" y="3128435"/>
                <a:ext cx="7020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0C76A018-7557-CC3D-849F-700F8257AD69}"/>
                  </a:ext>
                </a:extLst>
              </p14:cNvPr>
              <p14:cNvContentPartPr/>
              <p14:nvPr/>
            </p14:nvContentPartPr>
            <p14:xfrm>
              <a:off x="5210061" y="2673395"/>
              <a:ext cx="157320" cy="18072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0C76A018-7557-CC3D-849F-700F8257AD6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194581" y="2657915"/>
                <a:ext cx="18756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649D1BE0-9946-BDBA-9D1C-1C722D32DA72}"/>
                  </a:ext>
                </a:extLst>
              </p14:cNvPr>
              <p14:cNvContentPartPr/>
              <p14:nvPr/>
            </p14:nvContentPartPr>
            <p14:xfrm>
              <a:off x="4339941" y="1199555"/>
              <a:ext cx="259200" cy="23976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649D1BE0-9946-BDBA-9D1C-1C722D32DA7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324461" y="1184075"/>
                <a:ext cx="28944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13FD78D6-E4F2-0E4D-FE7B-876D8320485F}"/>
                  </a:ext>
                </a:extLst>
              </p14:cNvPr>
              <p14:cNvContentPartPr/>
              <p14:nvPr/>
            </p14:nvContentPartPr>
            <p14:xfrm>
              <a:off x="1000221" y="2007035"/>
              <a:ext cx="258840" cy="154440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13FD78D6-E4F2-0E4D-FE7B-876D8320485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84762" y="1991559"/>
                <a:ext cx="289038" cy="15749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B5CAB11B-C1F7-B202-806A-1715B59DA8D9}"/>
                  </a:ext>
                </a:extLst>
              </p14:cNvPr>
              <p14:cNvContentPartPr/>
              <p14:nvPr/>
            </p14:nvContentPartPr>
            <p14:xfrm>
              <a:off x="6903141" y="1466675"/>
              <a:ext cx="110160" cy="181296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B5CAB11B-C1F7-B202-806A-1715B59DA8D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888021" y="1451555"/>
                <a:ext cx="140760" cy="18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AAACF3C2-8598-CFC1-69C3-D0518F496286}"/>
                  </a:ext>
                </a:extLst>
              </p14:cNvPr>
              <p14:cNvContentPartPr/>
              <p14:nvPr/>
            </p14:nvContentPartPr>
            <p14:xfrm>
              <a:off x="7914741" y="1802915"/>
              <a:ext cx="1098000" cy="64224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AAACF3C2-8598-CFC1-69C3-D0518F49628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899261" y="1787795"/>
                <a:ext cx="1128240" cy="67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0648ACEF-C972-C93D-BCA2-480A48399DCC}"/>
                  </a:ext>
                </a:extLst>
              </p14:cNvPr>
              <p14:cNvContentPartPr/>
              <p14:nvPr/>
            </p14:nvContentPartPr>
            <p14:xfrm>
              <a:off x="7554021" y="1967795"/>
              <a:ext cx="149400" cy="42372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0648ACEF-C972-C93D-BCA2-480A48399DC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538541" y="1952315"/>
                <a:ext cx="17964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52809C3F-7A7D-E784-12F1-6EA075C87F22}"/>
                  </a:ext>
                </a:extLst>
              </p14:cNvPr>
              <p14:cNvContentPartPr/>
              <p14:nvPr/>
            </p14:nvContentPartPr>
            <p14:xfrm>
              <a:off x="9035781" y="1983275"/>
              <a:ext cx="313920" cy="3373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52809C3F-7A7D-E784-12F1-6EA075C87F2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020301" y="1968155"/>
                <a:ext cx="34452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B713DD21-86E2-32B6-A83B-46B7D891D8A1}"/>
                  </a:ext>
                </a:extLst>
              </p14:cNvPr>
              <p14:cNvContentPartPr/>
              <p14:nvPr/>
            </p14:nvContentPartPr>
            <p14:xfrm>
              <a:off x="9819501" y="1627235"/>
              <a:ext cx="1270440" cy="52092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B713DD21-86E2-32B6-A83B-46B7D891D8A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804381" y="1611766"/>
                <a:ext cx="1300680" cy="5514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87566671-3E3A-990B-95A2-012770BD52FF}"/>
                  </a:ext>
                </a:extLst>
              </p14:cNvPr>
              <p14:cNvContentPartPr/>
              <p14:nvPr/>
            </p14:nvContentPartPr>
            <p14:xfrm>
              <a:off x="7569501" y="3237515"/>
              <a:ext cx="196200" cy="27720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87566671-3E3A-990B-95A2-012770BD52F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554381" y="3222395"/>
                <a:ext cx="22680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462881F0-BCCD-644B-29B9-CD1103BE130B}"/>
                  </a:ext>
                </a:extLst>
              </p14:cNvPr>
              <p14:cNvContentPartPr/>
              <p14:nvPr/>
            </p14:nvContentPartPr>
            <p14:xfrm>
              <a:off x="7955421" y="2923955"/>
              <a:ext cx="163080" cy="72936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462881F0-BCCD-644B-29B9-CD1103BE130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940301" y="2908835"/>
                <a:ext cx="193680" cy="75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A1A72D1D-31A7-8737-8471-54EE1B0295D7}"/>
                  </a:ext>
                </a:extLst>
              </p14:cNvPr>
              <p14:cNvContentPartPr/>
              <p14:nvPr/>
            </p14:nvContentPartPr>
            <p14:xfrm>
              <a:off x="8268261" y="3206195"/>
              <a:ext cx="414720" cy="32184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A1A72D1D-31A7-8737-8471-54EE1B0295D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253154" y="3191075"/>
                <a:ext cx="444934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8413F9EE-86FE-E927-3616-87687CB7C1CC}"/>
                  </a:ext>
                </a:extLst>
              </p14:cNvPr>
              <p14:cNvContentPartPr/>
              <p14:nvPr/>
            </p14:nvContentPartPr>
            <p14:xfrm>
              <a:off x="8870901" y="2829995"/>
              <a:ext cx="274680" cy="98028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8413F9EE-86FE-E927-3616-87687CB7C1C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855781" y="2814875"/>
                <a:ext cx="305280" cy="10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D2B81673-6182-C79B-3228-1935D1FFB922}"/>
                  </a:ext>
                </a:extLst>
              </p14:cNvPr>
              <p14:cNvContentPartPr/>
              <p14:nvPr/>
            </p14:nvContentPartPr>
            <p14:xfrm>
              <a:off x="9756861" y="3065075"/>
              <a:ext cx="258120" cy="46908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D2B81673-6182-C79B-3228-1935D1FFB92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741741" y="3049955"/>
                <a:ext cx="28872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D3C8F716-B5C7-F9CE-F4C4-63A56D0B0AA1}"/>
                  </a:ext>
                </a:extLst>
              </p14:cNvPr>
              <p14:cNvContentPartPr/>
              <p14:nvPr/>
            </p14:nvContentPartPr>
            <p14:xfrm>
              <a:off x="9267261" y="3261275"/>
              <a:ext cx="278280" cy="22788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D3C8F716-B5C7-F9CE-F4C4-63A56D0B0AA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252141" y="3245795"/>
                <a:ext cx="30888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051A90BB-C9F0-EA27-DCBD-DACDD38892BB}"/>
                  </a:ext>
                </a:extLst>
              </p14:cNvPr>
              <p14:cNvContentPartPr/>
              <p14:nvPr/>
            </p14:nvContentPartPr>
            <p14:xfrm>
              <a:off x="1956741" y="1199555"/>
              <a:ext cx="423360" cy="45504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051A90BB-C9F0-EA27-DCBD-DACDD38892B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941274" y="1184075"/>
                <a:ext cx="453934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E50481B1-3E9A-257C-430D-48E490314C6E}"/>
                  </a:ext>
                </a:extLst>
              </p14:cNvPr>
              <p14:cNvContentPartPr/>
              <p14:nvPr/>
            </p14:nvContentPartPr>
            <p14:xfrm>
              <a:off x="2019381" y="4813595"/>
              <a:ext cx="650880" cy="37656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E50481B1-3E9A-257C-430D-48E490314C6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003901" y="4798115"/>
                <a:ext cx="68148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6D12D6B2-66EF-8037-FD39-FB2C4BA22E22}"/>
                  </a:ext>
                </a:extLst>
              </p14:cNvPr>
              <p14:cNvContentPartPr/>
              <p14:nvPr/>
            </p14:nvContentPartPr>
            <p14:xfrm>
              <a:off x="4339941" y="4484915"/>
              <a:ext cx="839160" cy="46224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6D12D6B2-66EF-8037-FD39-FB2C4BA22E2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324461" y="4469783"/>
                <a:ext cx="869760" cy="492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52960EE9-53F2-7FE5-3FE3-B73E5259CDED}"/>
                  </a:ext>
                </a:extLst>
              </p14:cNvPr>
              <p14:cNvContentPartPr/>
              <p14:nvPr/>
            </p14:nvContentPartPr>
            <p14:xfrm>
              <a:off x="3289101" y="4711355"/>
              <a:ext cx="745560" cy="41616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52960EE9-53F2-7FE5-3FE3-B73E5259CDE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273974" y="4696222"/>
                <a:ext cx="775815" cy="4467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8BE6B880-D59F-F9EA-389B-FD4D908F8153}"/>
                  </a:ext>
                </a:extLst>
              </p14:cNvPr>
              <p14:cNvContentPartPr/>
              <p14:nvPr/>
            </p14:nvContentPartPr>
            <p14:xfrm>
              <a:off x="1557501" y="1653875"/>
              <a:ext cx="4131000" cy="32184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8BE6B880-D59F-F9EA-389B-FD4D908F815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542381" y="1638755"/>
                <a:ext cx="416124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FEBD9529-50A9-14B1-1E1E-41044BF55944}"/>
                  </a:ext>
                </a:extLst>
              </p14:cNvPr>
              <p14:cNvContentPartPr/>
              <p14:nvPr/>
            </p14:nvContentPartPr>
            <p14:xfrm>
              <a:off x="6566181" y="4460795"/>
              <a:ext cx="47520" cy="243828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FEBD9529-50A9-14B1-1E1E-41044BF5594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551061" y="4445315"/>
                <a:ext cx="77760" cy="246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969A1CE4-A370-EDA8-F71C-CBA6F3E95912}"/>
                  </a:ext>
                </a:extLst>
              </p14:cNvPr>
              <p14:cNvContentPartPr/>
              <p14:nvPr/>
            </p14:nvContentPartPr>
            <p14:xfrm>
              <a:off x="7005381" y="4806755"/>
              <a:ext cx="118080" cy="19620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969A1CE4-A370-EDA8-F71C-CBA6F3E9591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989901" y="4791635"/>
                <a:ext cx="14832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F1B0AF73-208C-F203-A776-A2FC4AF721E4}"/>
                  </a:ext>
                </a:extLst>
              </p14:cNvPr>
              <p14:cNvContentPartPr/>
              <p14:nvPr/>
            </p14:nvContentPartPr>
            <p14:xfrm>
              <a:off x="7130661" y="4759595"/>
              <a:ext cx="16200" cy="48636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F1B0AF73-208C-F203-A776-A2FC4AF721E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115541" y="4744475"/>
                <a:ext cx="46440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4F839CE9-7DF7-DCDC-91AF-F4CA13EA115F}"/>
                  </a:ext>
                </a:extLst>
              </p14:cNvPr>
              <p14:cNvContentPartPr/>
              <p14:nvPr/>
            </p14:nvContentPartPr>
            <p14:xfrm>
              <a:off x="7334421" y="4798835"/>
              <a:ext cx="188640" cy="28872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4F839CE9-7DF7-DCDC-91AF-F4CA13EA115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319301" y="4783715"/>
                <a:ext cx="21888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9F3E94E1-A14F-397E-E7BB-5AE06402AF96}"/>
                  </a:ext>
                </a:extLst>
              </p14:cNvPr>
              <p14:cNvContentPartPr/>
              <p14:nvPr/>
            </p14:nvContentPartPr>
            <p14:xfrm>
              <a:off x="7554021" y="4845995"/>
              <a:ext cx="219960" cy="25812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9F3E94E1-A14F-397E-E7BB-5AE06402AF9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538541" y="4830875"/>
                <a:ext cx="25020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0A42BE59-557E-6DBD-D34F-12C237E961EB}"/>
                  </a:ext>
                </a:extLst>
              </p14:cNvPr>
              <p14:cNvContentPartPr/>
              <p14:nvPr/>
            </p14:nvContentPartPr>
            <p14:xfrm>
              <a:off x="7804941" y="4857155"/>
              <a:ext cx="63000" cy="18504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0A42BE59-557E-6DBD-D34F-12C237E961E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789461" y="4842035"/>
                <a:ext cx="9360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6844931F-C534-3A2A-F231-203227F4BA91}"/>
                  </a:ext>
                </a:extLst>
              </p14:cNvPr>
              <p14:cNvContentPartPr/>
              <p14:nvPr/>
            </p14:nvContentPartPr>
            <p14:xfrm>
              <a:off x="7804941" y="4744115"/>
              <a:ext cx="39600" cy="4752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6844931F-C534-3A2A-F231-203227F4BA9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789461" y="4728635"/>
                <a:ext cx="7020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64E6BB46-F706-DE14-9719-0FD060F30FD0}"/>
                  </a:ext>
                </a:extLst>
              </p14:cNvPr>
              <p14:cNvContentPartPr/>
              <p14:nvPr/>
            </p14:nvContentPartPr>
            <p14:xfrm>
              <a:off x="7985301" y="4845995"/>
              <a:ext cx="39600" cy="1620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64E6BB46-F706-DE14-9719-0FD060F30FD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969821" y="4830875"/>
                <a:ext cx="702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180E383B-C125-5602-2B06-C7DE7A7299B9}"/>
                  </a:ext>
                </a:extLst>
              </p14:cNvPr>
              <p14:cNvContentPartPr/>
              <p14:nvPr/>
            </p14:nvContentPartPr>
            <p14:xfrm>
              <a:off x="7938141" y="4845995"/>
              <a:ext cx="149400" cy="46980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180E383B-C125-5602-2B06-C7DE7A7299B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923021" y="4830875"/>
                <a:ext cx="179640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E51D2FEA-724E-FD42-3844-FF355B54B752}"/>
                  </a:ext>
                </a:extLst>
              </p14:cNvPr>
              <p14:cNvContentPartPr/>
              <p14:nvPr/>
            </p14:nvContentPartPr>
            <p14:xfrm>
              <a:off x="8149821" y="4759595"/>
              <a:ext cx="86760" cy="27396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E51D2FEA-724E-FD42-3844-FF355B54B75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134701" y="4744475"/>
                <a:ext cx="11700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66E0EC9A-B3B1-1D67-5DCE-76E3A6A04042}"/>
                  </a:ext>
                </a:extLst>
              </p14:cNvPr>
              <p14:cNvContentPartPr/>
              <p14:nvPr/>
            </p14:nvContentPartPr>
            <p14:xfrm>
              <a:off x="8345661" y="4595075"/>
              <a:ext cx="39600" cy="42552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66E0EC9A-B3B1-1D67-5DCE-76E3A6A0404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330541" y="4579955"/>
                <a:ext cx="70200" cy="45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5CECBBE8-4438-D53E-2B7B-6F3A9E4406F5}"/>
                  </a:ext>
                </a:extLst>
              </p14:cNvPr>
              <p14:cNvContentPartPr/>
              <p14:nvPr/>
            </p14:nvContentPartPr>
            <p14:xfrm>
              <a:off x="8298861" y="4814675"/>
              <a:ext cx="164880" cy="3168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5CECBBE8-4438-D53E-2B7B-6F3A9E4406F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283381" y="4799195"/>
                <a:ext cx="19548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B6D46983-DEAB-1A8D-0CA0-DF954BB61661}"/>
                  </a:ext>
                </a:extLst>
              </p14:cNvPr>
              <p14:cNvContentPartPr/>
              <p14:nvPr/>
            </p14:nvContentPartPr>
            <p14:xfrm>
              <a:off x="8526021" y="4736195"/>
              <a:ext cx="58680" cy="30600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B6D46983-DEAB-1A8D-0CA0-DF954BB6166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510901" y="4721075"/>
                <a:ext cx="8928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6EAA97A9-9AEF-B334-EC7D-B26371A1CC34}"/>
                  </a:ext>
                </a:extLst>
              </p14:cNvPr>
              <p14:cNvContentPartPr/>
              <p14:nvPr/>
            </p14:nvContentPartPr>
            <p14:xfrm>
              <a:off x="8651661" y="4932035"/>
              <a:ext cx="53640" cy="14940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6EAA97A9-9AEF-B334-EC7D-B26371A1CC34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636181" y="4916915"/>
                <a:ext cx="8388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1C6767A3-43C1-DAF9-265E-88767995B1B7}"/>
                  </a:ext>
                </a:extLst>
              </p14:cNvPr>
              <p14:cNvContentPartPr/>
              <p14:nvPr/>
            </p14:nvContentPartPr>
            <p14:xfrm>
              <a:off x="9056661" y="4744115"/>
              <a:ext cx="175320" cy="20340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1C6767A3-43C1-DAF9-265E-88767995B1B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041181" y="4728635"/>
                <a:ext cx="2059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9BA58091-383B-703A-A389-28E873D50AC1}"/>
                  </a:ext>
                </a:extLst>
              </p14:cNvPr>
              <p14:cNvContentPartPr/>
              <p14:nvPr/>
            </p14:nvContentPartPr>
            <p14:xfrm>
              <a:off x="9389301" y="4513355"/>
              <a:ext cx="100440" cy="40284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9BA58091-383B-703A-A389-28E873D50AC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374181" y="4497875"/>
                <a:ext cx="13104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E3F8A691-0541-D6C0-D66A-F16B520B29EB}"/>
                  </a:ext>
                </a:extLst>
              </p14:cNvPr>
              <p14:cNvContentPartPr/>
              <p14:nvPr/>
            </p14:nvContentPartPr>
            <p14:xfrm>
              <a:off x="9599901" y="4744115"/>
              <a:ext cx="47520" cy="20412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E3F8A691-0541-D6C0-D66A-F16B520B29E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584781" y="4728635"/>
                <a:ext cx="7776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4AFCC22E-93EB-2234-2DE7-4B0ACE182902}"/>
                  </a:ext>
                </a:extLst>
              </p14:cNvPr>
              <p14:cNvContentPartPr/>
              <p14:nvPr/>
            </p14:nvContentPartPr>
            <p14:xfrm>
              <a:off x="9623661" y="4607315"/>
              <a:ext cx="16200" cy="5076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4AFCC22E-93EB-2234-2DE7-4B0ACE18290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608181" y="4592195"/>
                <a:ext cx="464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52D0E5C4-0EE2-1D64-3E71-1F2C450C4F90}"/>
                  </a:ext>
                </a:extLst>
              </p14:cNvPr>
              <p14:cNvContentPartPr/>
              <p14:nvPr/>
            </p14:nvContentPartPr>
            <p14:xfrm>
              <a:off x="9741021" y="4720715"/>
              <a:ext cx="172800" cy="18072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52D0E5C4-0EE2-1D64-3E71-1F2C450C4F90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725901" y="4705235"/>
                <a:ext cx="20340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746FD624-9FA3-EC7B-79B1-C92F27F80669}"/>
                  </a:ext>
                </a:extLst>
              </p14:cNvPr>
              <p14:cNvContentPartPr/>
              <p14:nvPr/>
            </p14:nvContentPartPr>
            <p14:xfrm>
              <a:off x="9921381" y="4636115"/>
              <a:ext cx="415800" cy="30420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746FD624-9FA3-EC7B-79B1-C92F27F80669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906261" y="4620635"/>
                <a:ext cx="44640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442B9AA6-749E-A2E8-CB41-DDF388168D89}"/>
                  </a:ext>
                </a:extLst>
              </p14:cNvPr>
              <p14:cNvContentPartPr/>
              <p14:nvPr/>
            </p14:nvContentPartPr>
            <p14:xfrm>
              <a:off x="10344741" y="4564475"/>
              <a:ext cx="117000" cy="35244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442B9AA6-749E-A2E8-CB41-DDF388168D89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329621" y="4549355"/>
                <a:ext cx="14760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6FC9DCCD-0BCD-C71D-300A-2DCC061225B1}"/>
                  </a:ext>
                </a:extLst>
              </p14:cNvPr>
              <p14:cNvContentPartPr/>
              <p14:nvPr/>
            </p14:nvContentPartPr>
            <p14:xfrm>
              <a:off x="7624581" y="5676875"/>
              <a:ext cx="188640" cy="24264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6FC9DCCD-0BCD-C71D-300A-2DCC061225B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609101" y="5661755"/>
                <a:ext cx="21888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49EB5C59-8823-613E-9948-FB37397A304F}"/>
                  </a:ext>
                </a:extLst>
              </p14:cNvPr>
              <p14:cNvContentPartPr/>
              <p14:nvPr/>
            </p14:nvContentPartPr>
            <p14:xfrm>
              <a:off x="7946061" y="5458355"/>
              <a:ext cx="133560" cy="50904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49EB5C59-8823-613E-9948-FB37397A304F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930581" y="5443235"/>
                <a:ext cx="164160" cy="53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ACB01963-E802-896E-6C38-7F8019480B2D}"/>
                  </a:ext>
                </a:extLst>
              </p14:cNvPr>
              <p14:cNvContentPartPr/>
              <p14:nvPr/>
            </p14:nvContentPartPr>
            <p14:xfrm>
              <a:off x="8173221" y="5684795"/>
              <a:ext cx="227880" cy="16488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ACB01963-E802-896E-6C38-7F8019480B2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158101" y="5669675"/>
                <a:ext cx="25812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17526159-8E5D-10E4-205E-94BA7F3C37CA}"/>
                  </a:ext>
                </a:extLst>
              </p14:cNvPr>
              <p14:cNvContentPartPr/>
              <p14:nvPr/>
            </p14:nvContentPartPr>
            <p14:xfrm>
              <a:off x="8385981" y="5731955"/>
              <a:ext cx="117000" cy="828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17526159-8E5D-10E4-205E-94BA7F3C37C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370501" y="5716475"/>
                <a:ext cx="1476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EDC210EC-48CD-D149-AF75-027F027A19B1}"/>
                  </a:ext>
                </a:extLst>
              </p14:cNvPr>
              <p14:cNvContentPartPr/>
              <p14:nvPr/>
            </p14:nvContentPartPr>
            <p14:xfrm>
              <a:off x="8463381" y="5606315"/>
              <a:ext cx="39600" cy="28260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EDC210EC-48CD-D149-AF75-027F027A19B1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448261" y="5591195"/>
                <a:ext cx="7020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3A3D69A5-246D-7E7C-3C1C-FBBC91EEDE37}"/>
                  </a:ext>
                </a:extLst>
              </p14:cNvPr>
              <p14:cNvContentPartPr/>
              <p14:nvPr/>
            </p14:nvContentPartPr>
            <p14:xfrm>
              <a:off x="8581101" y="5630075"/>
              <a:ext cx="31680" cy="26676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3A3D69A5-246D-7E7C-3C1C-FBBC91EEDE3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565621" y="5614595"/>
                <a:ext cx="6228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F640C148-7EBA-8BD5-B99D-92C1AA300E82}"/>
                  </a:ext>
                </a:extLst>
              </p14:cNvPr>
              <p14:cNvContentPartPr/>
              <p14:nvPr/>
            </p14:nvContentPartPr>
            <p14:xfrm>
              <a:off x="8761101" y="5331995"/>
              <a:ext cx="102600" cy="73044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F640C148-7EBA-8BD5-B99D-92C1AA300E82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745981" y="5316875"/>
                <a:ext cx="132840" cy="76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E1A5D4A6-6AD8-97FE-068B-7D1E83CA2A09}"/>
                  </a:ext>
                </a:extLst>
              </p14:cNvPr>
              <p14:cNvContentPartPr/>
              <p14:nvPr/>
            </p14:nvContentPartPr>
            <p14:xfrm>
              <a:off x="9090501" y="5786675"/>
              <a:ext cx="188640" cy="828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E1A5D4A6-6AD8-97FE-068B-7D1E83CA2A0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075381" y="5771555"/>
                <a:ext cx="2188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CA71E99E-FA79-AD11-DFE7-D5A563AB7B6E}"/>
                  </a:ext>
                </a:extLst>
              </p14:cNvPr>
              <p14:cNvContentPartPr/>
              <p14:nvPr/>
            </p14:nvContentPartPr>
            <p14:xfrm>
              <a:off x="9113901" y="5684795"/>
              <a:ext cx="164880" cy="828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CA71E99E-FA79-AD11-DFE7-D5A563AB7B6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098781" y="5669675"/>
                <a:ext cx="1954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FE94EF28-0012-1BED-369F-AC40DD3225DE}"/>
                  </a:ext>
                </a:extLst>
              </p14:cNvPr>
              <p14:cNvContentPartPr/>
              <p14:nvPr/>
            </p14:nvContentPartPr>
            <p14:xfrm>
              <a:off x="9427461" y="5457275"/>
              <a:ext cx="246960" cy="31392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FE94EF28-0012-1BED-369F-AC40DD3225DE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412341" y="5442155"/>
                <a:ext cx="27720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C33DFC17-06FD-3BD2-BA42-5FAAF6B19FE2}"/>
                  </a:ext>
                </a:extLst>
              </p14:cNvPr>
              <p14:cNvContentPartPr/>
              <p14:nvPr/>
            </p14:nvContentPartPr>
            <p14:xfrm>
              <a:off x="1133421" y="5495075"/>
              <a:ext cx="384480" cy="31644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C33DFC17-06FD-3BD2-BA42-5FAAF6B19FE2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118301" y="5479595"/>
                <a:ext cx="41508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6F758D8C-FD45-3FE9-B92C-313BB11F4C7A}"/>
                  </a:ext>
                </a:extLst>
              </p14:cNvPr>
              <p14:cNvContentPartPr/>
              <p14:nvPr/>
            </p14:nvContentPartPr>
            <p14:xfrm>
              <a:off x="2026941" y="5763275"/>
              <a:ext cx="94320" cy="2376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6F758D8C-FD45-3FE9-B92C-313BB11F4C7A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011821" y="5747795"/>
                <a:ext cx="1249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A5B3707A-A437-0C0F-FE0D-1181697645AA}"/>
                  </a:ext>
                </a:extLst>
              </p14:cNvPr>
              <p14:cNvContentPartPr/>
              <p14:nvPr/>
            </p14:nvContentPartPr>
            <p14:xfrm>
              <a:off x="1603941" y="5794595"/>
              <a:ext cx="250920" cy="828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A5B3707A-A437-0C0F-FE0D-1181697645AA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588483" y="5779475"/>
                <a:ext cx="281476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CFA9F7E7-1C3A-7234-7A54-EE1FCC218C19}"/>
                  </a:ext>
                </a:extLst>
              </p14:cNvPr>
              <p14:cNvContentPartPr/>
              <p14:nvPr/>
            </p14:nvContentPartPr>
            <p14:xfrm>
              <a:off x="1847661" y="6335315"/>
              <a:ext cx="218880" cy="3168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CFA9F7E7-1C3A-7234-7A54-EE1FCC218C19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832541" y="6320195"/>
                <a:ext cx="24948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1C399D22-579A-AB6C-2408-268C91BC940B}"/>
                  </a:ext>
                </a:extLst>
              </p14:cNvPr>
              <p14:cNvContentPartPr/>
              <p14:nvPr/>
            </p14:nvContentPartPr>
            <p14:xfrm>
              <a:off x="1117581" y="6120395"/>
              <a:ext cx="478800" cy="292320"/>
            </p14:xfrm>
          </p:contentPart>
        </mc:Choice>
        <mc:Fallback xmlns=""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1C399D22-579A-AB6C-2408-268C91BC940B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102450" y="6104915"/>
                <a:ext cx="509423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D309A0BF-EC8E-CC76-55AE-0542DA236B9E}"/>
                  </a:ext>
                </a:extLst>
              </p14:cNvPr>
              <p14:cNvContentPartPr/>
              <p14:nvPr/>
            </p14:nvContentPartPr>
            <p14:xfrm>
              <a:off x="4356501" y="5598395"/>
              <a:ext cx="257760" cy="12600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D309A0BF-EC8E-CC76-55AE-0542DA236B9E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4341043" y="5583232"/>
                <a:ext cx="288317" cy="156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4780B487-7D25-CF97-FE32-97F71247F484}"/>
                  </a:ext>
                </a:extLst>
              </p14:cNvPr>
              <p14:cNvContentPartPr/>
              <p14:nvPr/>
            </p14:nvContentPartPr>
            <p14:xfrm>
              <a:off x="4951221" y="6026075"/>
              <a:ext cx="447480" cy="386280"/>
            </p14:xfrm>
          </p:contentPart>
        </mc:Choice>
        <mc:Fallback xmlns=""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4780B487-7D25-CF97-FE32-97F71247F484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936089" y="6010955"/>
                <a:ext cx="478105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C36646FD-88A6-AC57-3AB4-39FC560390F6}"/>
                  </a:ext>
                </a:extLst>
              </p14:cNvPr>
              <p14:cNvContentPartPr/>
              <p14:nvPr/>
            </p14:nvContentPartPr>
            <p14:xfrm>
              <a:off x="4943301" y="5096915"/>
              <a:ext cx="666720" cy="650880"/>
            </p14:xfrm>
          </p:contentPart>
        </mc:Choice>
        <mc:Fallback xmlns=""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C36646FD-88A6-AC57-3AB4-39FC560390F6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928181" y="5081435"/>
                <a:ext cx="697320" cy="68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2FBFB292-0694-1D01-0273-55ABC40D5C9F}"/>
                  </a:ext>
                </a:extLst>
              </p14:cNvPr>
              <p14:cNvContentPartPr/>
              <p14:nvPr/>
            </p14:nvContentPartPr>
            <p14:xfrm>
              <a:off x="5399061" y="5857235"/>
              <a:ext cx="312840" cy="57276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2FBFB292-0694-1D01-0273-55ABC40D5C9F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383599" y="5842115"/>
                <a:ext cx="343045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B8E96D5E-A038-5539-288C-C4D496FD96D4}"/>
                  </a:ext>
                </a:extLst>
              </p14:cNvPr>
              <p14:cNvContentPartPr/>
              <p14:nvPr/>
            </p14:nvContentPartPr>
            <p14:xfrm>
              <a:off x="5405901" y="5622155"/>
              <a:ext cx="47520" cy="14940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B8E96D5E-A038-5539-288C-C4D496FD96D4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390781" y="5606675"/>
                <a:ext cx="7776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67B3804C-4AE9-8C52-C4B8-60C43A5FAA1C}"/>
                  </a:ext>
                </a:extLst>
              </p14:cNvPr>
              <p14:cNvContentPartPr/>
              <p14:nvPr/>
            </p14:nvContentPartPr>
            <p14:xfrm>
              <a:off x="4378821" y="6272675"/>
              <a:ext cx="219960" cy="11808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67B3804C-4AE9-8C52-C4B8-60C43A5FAA1C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363701" y="6257555"/>
                <a:ext cx="25020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6D5FCBAC-BAE4-1698-69BC-A7427E11FD05}"/>
                  </a:ext>
                </a:extLst>
              </p14:cNvPr>
              <p14:cNvContentPartPr/>
              <p14:nvPr/>
            </p14:nvContentPartPr>
            <p14:xfrm>
              <a:off x="2105421" y="5214275"/>
              <a:ext cx="3473280" cy="32184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6D5FCBAC-BAE4-1698-69BC-A7427E11FD05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090301" y="5199155"/>
                <a:ext cx="3503880" cy="35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3399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609A926-2F5A-88D4-50D1-15ED443FBD3C}"/>
                  </a:ext>
                </a:extLst>
              </p14:cNvPr>
              <p14:cNvContentPartPr/>
              <p14:nvPr/>
            </p14:nvContentPartPr>
            <p14:xfrm>
              <a:off x="2489541" y="345635"/>
              <a:ext cx="3818160" cy="9655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609A926-2F5A-88D4-50D1-15ED443FBD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74421" y="330515"/>
                <a:ext cx="3848760" cy="9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CF02789-FC07-5F41-4867-1ED79CADD38F}"/>
                  </a:ext>
                </a:extLst>
              </p14:cNvPr>
              <p14:cNvContentPartPr/>
              <p14:nvPr/>
            </p14:nvContentPartPr>
            <p14:xfrm>
              <a:off x="1219821" y="448595"/>
              <a:ext cx="933120" cy="5472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CF02789-FC07-5F41-4867-1ED79CADD3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04341" y="433485"/>
                <a:ext cx="963720" cy="5774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61D484D-ECD8-9047-E8DA-433F342905E3}"/>
                  </a:ext>
                </a:extLst>
              </p14:cNvPr>
              <p14:cNvContentPartPr/>
              <p14:nvPr/>
            </p14:nvContentPartPr>
            <p14:xfrm>
              <a:off x="3971301" y="1892915"/>
              <a:ext cx="690120" cy="4042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61D484D-ECD8-9047-E8DA-433F342905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56181" y="1877449"/>
                <a:ext cx="720720" cy="4344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DA0C614-C6EE-8EE8-B2A3-F8D13E1F803E}"/>
                  </a:ext>
                </a:extLst>
              </p14:cNvPr>
              <p14:cNvContentPartPr/>
              <p14:nvPr/>
            </p14:nvContentPartPr>
            <p14:xfrm>
              <a:off x="3540021" y="1983275"/>
              <a:ext cx="243360" cy="3060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DA0C614-C6EE-8EE8-B2A3-F8D13E1F803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24901" y="1968155"/>
                <a:ext cx="27396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DF1AC06-30EC-763A-77B6-37117B484CE3}"/>
                  </a:ext>
                </a:extLst>
              </p14:cNvPr>
              <p14:cNvContentPartPr/>
              <p14:nvPr/>
            </p14:nvContentPartPr>
            <p14:xfrm>
              <a:off x="2348421" y="1857995"/>
              <a:ext cx="988200" cy="6901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DF1AC06-30EC-763A-77B6-37117B484CE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33301" y="1842515"/>
                <a:ext cx="101880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9F7FF42-D5E7-7AAC-F9FB-785C7132CC49}"/>
                  </a:ext>
                </a:extLst>
              </p14:cNvPr>
              <p14:cNvContentPartPr/>
              <p14:nvPr/>
            </p14:nvContentPartPr>
            <p14:xfrm>
              <a:off x="4998381" y="1771595"/>
              <a:ext cx="799920" cy="3524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9F7FF42-D5E7-7AAC-F9FB-785C7132CC4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982901" y="1756475"/>
                <a:ext cx="83052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E8920CC-9D82-3A68-669F-D4759F5766AF}"/>
                  </a:ext>
                </a:extLst>
              </p14:cNvPr>
              <p14:cNvContentPartPr/>
              <p14:nvPr/>
            </p14:nvContentPartPr>
            <p14:xfrm>
              <a:off x="8088621" y="1607075"/>
              <a:ext cx="978840" cy="4471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E8920CC-9D82-3A68-669F-D4759F5766A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073495" y="1591955"/>
                <a:ext cx="1009451" cy="4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856CC3D-D354-5968-F266-C096CEF683F4}"/>
                  </a:ext>
                </a:extLst>
              </p14:cNvPr>
              <p14:cNvContentPartPr/>
              <p14:nvPr/>
            </p14:nvContentPartPr>
            <p14:xfrm>
              <a:off x="6801261" y="1593035"/>
              <a:ext cx="1058760" cy="6102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856CC3D-D354-5968-F266-C096CEF683F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786141" y="1577915"/>
                <a:ext cx="1089360" cy="64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8E21A50-C21F-3E76-B0D6-7825379F01EF}"/>
                  </a:ext>
                </a:extLst>
              </p14:cNvPr>
              <p14:cNvContentPartPr/>
              <p14:nvPr/>
            </p14:nvContentPartPr>
            <p14:xfrm>
              <a:off x="6205461" y="1674035"/>
              <a:ext cx="416160" cy="5367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8E21A50-C21F-3E76-B0D6-7825379F01E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90328" y="1658915"/>
                <a:ext cx="446786" cy="56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50806B1F-C480-CFE6-5737-C29F3C1CAC2B}"/>
                  </a:ext>
                </a:extLst>
              </p14:cNvPr>
              <p14:cNvContentPartPr/>
              <p14:nvPr/>
            </p14:nvContentPartPr>
            <p14:xfrm>
              <a:off x="9850821" y="1458035"/>
              <a:ext cx="368640" cy="4471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50806B1F-C480-CFE6-5737-C29F3C1CAC2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835701" y="1442915"/>
                <a:ext cx="399240" cy="4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EA23B11-0935-B49D-4864-63B7EC236FA6}"/>
                  </a:ext>
                </a:extLst>
              </p14:cNvPr>
              <p14:cNvContentPartPr/>
              <p14:nvPr/>
            </p14:nvContentPartPr>
            <p14:xfrm>
              <a:off x="9341421" y="1513115"/>
              <a:ext cx="321840" cy="5803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EA23B11-0935-B49D-4864-63B7EC236FA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26301" y="1497635"/>
                <a:ext cx="352440" cy="61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4BF7050-9DE2-D0E4-1141-415C160EF487}"/>
                  </a:ext>
                </a:extLst>
              </p14:cNvPr>
              <p14:cNvContentPartPr/>
              <p14:nvPr/>
            </p14:nvContentPartPr>
            <p14:xfrm>
              <a:off x="10862061" y="1324835"/>
              <a:ext cx="502200" cy="6433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4BF7050-9DE2-D0E4-1141-415C160EF48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846941" y="1309715"/>
                <a:ext cx="532440" cy="67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1103068F-F71D-D4C9-8A22-4079529D9A95}"/>
                  </a:ext>
                </a:extLst>
              </p14:cNvPr>
              <p14:cNvContentPartPr/>
              <p14:nvPr/>
            </p14:nvContentPartPr>
            <p14:xfrm>
              <a:off x="10219461" y="1545155"/>
              <a:ext cx="478440" cy="2818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1103068F-F71D-D4C9-8A22-4079529D9A9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03981" y="1530035"/>
                <a:ext cx="50904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13C74384-C0B1-8A1C-EE0C-92730182B514}"/>
                  </a:ext>
                </a:extLst>
              </p14:cNvPr>
              <p14:cNvContentPartPr/>
              <p14:nvPr/>
            </p14:nvContentPartPr>
            <p14:xfrm>
              <a:off x="7577421" y="2673395"/>
              <a:ext cx="102240" cy="2667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13C74384-C0B1-8A1C-EE0C-92730182B51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62301" y="2657915"/>
                <a:ext cx="13284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5087483E-67D5-22A9-B7A6-7B4EF31F2682}"/>
                  </a:ext>
                </a:extLst>
              </p14:cNvPr>
              <p14:cNvContentPartPr/>
              <p14:nvPr/>
            </p14:nvContentPartPr>
            <p14:xfrm>
              <a:off x="8267541" y="2539835"/>
              <a:ext cx="556560" cy="3218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5087483E-67D5-22A9-B7A6-7B4EF31F268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252071" y="2524715"/>
                <a:ext cx="58714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42C06A2-E44D-4AAB-31D7-7AF75C8D48AB}"/>
                  </a:ext>
                </a:extLst>
              </p14:cNvPr>
              <p14:cNvContentPartPr/>
              <p14:nvPr/>
            </p14:nvContentPartPr>
            <p14:xfrm>
              <a:off x="7844181" y="2641715"/>
              <a:ext cx="219960" cy="3297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42C06A2-E44D-4AAB-31D7-7AF75C8D48A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828701" y="2626595"/>
                <a:ext cx="2502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05715EEB-77CE-9605-7601-82B45650FD14}"/>
                  </a:ext>
                </a:extLst>
              </p14:cNvPr>
              <p14:cNvContentPartPr/>
              <p14:nvPr/>
            </p14:nvContentPartPr>
            <p14:xfrm>
              <a:off x="7072341" y="2790755"/>
              <a:ext cx="191880" cy="2826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05715EEB-77CE-9605-7601-82B45650FD1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056861" y="2775635"/>
                <a:ext cx="22248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5E41D92D-0F74-0582-DBA6-BEB767749022}"/>
                  </a:ext>
                </a:extLst>
              </p14:cNvPr>
              <p14:cNvContentPartPr/>
              <p14:nvPr/>
            </p14:nvContentPartPr>
            <p14:xfrm>
              <a:off x="6526941" y="2736035"/>
              <a:ext cx="251280" cy="2948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5E41D92D-0F74-0582-DBA6-BEB76774902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511821" y="2720555"/>
                <a:ext cx="28188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33B575B7-124E-6B76-72C5-BEE5FF18F8D7}"/>
                  </a:ext>
                </a:extLst>
              </p14:cNvPr>
              <p14:cNvContentPartPr/>
              <p14:nvPr/>
            </p14:nvContentPartPr>
            <p14:xfrm>
              <a:off x="8598381" y="2426795"/>
              <a:ext cx="2342520" cy="13575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33B575B7-124E-6B76-72C5-BEE5FF18F8D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583261" y="2411315"/>
                <a:ext cx="2373120" cy="13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59849145-802B-86C0-B75C-7C75AE60D255}"/>
                  </a:ext>
                </a:extLst>
              </p14:cNvPr>
              <p14:cNvContentPartPr/>
              <p14:nvPr/>
            </p14:nvContentPartPr>
            <p14:xfrm>
              <a:off x="2026941" y="3860675"/>
              <a:ext cx="16200" cy="126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59849145-802B-86C0-B75C-7C75AE60D25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016501" y="3849875"/>
                <a:ext cx="37440" cy="3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6096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827CBAA-6908-050C-903D-CFFBED8C88A8}"/>
                  </a:ext>
                </a:extLst>
              </p14:cNvPr>
              <p14:cNvContentPartPr/>
              <p14:nvPr/>
            </p14:nvContentPartPr>
            <p14:xfrm>
              <a:off x="6479781" y="423395"/>
              <a:ext cx="235440" cy="235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827CBAA-6908-050C-903D-CFFBED8C88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64661" y="407915"/>
                <a:ext cx="26604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DC1B67F-4247-E470-4FE4-75A89F172036}"/>
                  </a:ext>
                </a:extLst>
              </p14:cNvPr>
              <p14:cNvContentPartPr/>
              <p14:nvPr/>
            </p14:nvContentPartPr>
            <p14:xfrm>
              <a:off x="8690541" y="250955"/>
              <a:ext cx="23760" cy="162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DC1B67F-4247-E470-4FE4-75A89F17203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75421" y="235475"/>
                <a:ext cx="543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598549A-B5DB-FB0F-5085-48CBCB13BED2}"/>
                  </a:ext>
                </a:extLst>
              </p14:cNvPr>
              <p14:cNvContentPartPr/>
              <p14:nvPr/>
            </p14:nvContentPartPr>
            <p14:xfrm>
              <a:off x="1439061" y="266435"/>
              <a:ext cx="4508280" cy="27284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598549A-B5DB-FB0F-5085-48CBCB13BED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3940" y="251315"/>
                <a:ext cx="4538882" cy="27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64401B3-82C8-6D6E-FF57-582B872DC396}"/>
                  </a:ext>
                </a:extLst>
              </p14:cNvPr>
              <p14:cNvContentPartPr/>
              <p14:nvPr/>
            </p14:nvContentPartPr>
            <p14:xfrm>
              <a:off x="8682981" y="385955"/>
              <a:ext cx="1497600" cy="4759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64401B3-82C8-6D6E-FF57-582B872DC39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667501" y="370475"/>
                <a:ext cx="1528200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1384EBE-8EDB-E91E-ABA7-E74240B86D2A}"/>
                  </a:ext>
                </a:extLst>
              </p14:cNvPr>
              <p14:cNvContentPartPr/>
              <p14:nvPr/>
            </p14:nvContentPartPr>
            <p14:xfrm>
              <a:off x="7263861" y="384155"/>
              <a:ext cx="829440" cy="243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1384EBE-8EDB-E91E-ABA7-E74240B86D2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48741" y="369035"/>
                <a:ext cx="8600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9A03C70-DB96-0D4C-4656-F1AB2A071831}"/>
                  </a:ext>
                </a:extLst>
              </p14:cNvPr>
              <p14:cNvContentPartPr/>
              <p14:nvPr/>
            </p14:nvContentPartPr>
            <p14:xfrm>
              <a:off x="2450301" y="1175795"/>
              <a:ext cx="2179800" cy="19681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9A03C70-DB96-0D4C-4656-F1AB2A07183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35181" y="1160675"/>
                <a:ext cx="2210400" cy="19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36193DC-2428-6445-4512-36E1E84D1A25}"/>
                  </a:ext>
                </a:extLst>
              </p14:cNvPr>
              <p14:cNvContentPartPr/>
              <p14:nvPr/>
            </p14:nvContentPartPr>
            <p14:xfrm>
              <a:off x="3728301" y="1114235"/>
              <a:ext cx="110160" cy="19044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36193DC-2428-6445-4512-36E1E84D1A2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13181" y="1098755"/>
                <a:ext cx="140760" cy="19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A51566E-4084-EAFC-4213-5C4BE6FC2B00}"/>
                  </a:ext>
                </a:extLst>
              </p14:cNvPr>
              <p14:cNvContentPartPr/>
              <p14:nvPr/>
            </p14:nvContentPartPr>
            <p14:xfrm>
              <a:off x="5343261" y="1465955"/>
              <a:ext cx="172800" cy="3844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A51566E-4084-EAFC-4213-5C4BE6FC2B0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28141" y="1450835"/>
                <a:ext cx="20340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5A963B4-977C-F27C-2FE0-E116D039334A}"/>
                  </a:ext>
                </a:extLst>
              </p14:cNvPr>
              <p14:cNvContentPartPr/>
              <p14:nvPr/>
            </p14:nvContentPartPr>
            <p14:xfrm>
              <a:off x="2520861" y="3480875"/>
              <a:ext cx="855000" cy="8650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5A963B4-977C-F27C-2FE0-E116D039334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05741" y="3465401"/>
                <a:ext cx="885240" cy="8953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56571457-59CA-7769-086B-A103BB730C86}"/>
                  </a:ext>
                </a:extLst>
              </p14:cNvPr>
              <p14:cNvContentPartPr/>
              <p14:nvPr/>
            </p14:nvContentPartPr>
            <p14:xfrm>
              <a:off x="835341" y="3590315"/>
              <a:ext cx="1129320" cy="8002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56571457-59CA-7769-086B-A103BB730C8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0221" y="3575188"/>
                <a:ext cx="1159920" cy="8308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3177F29-DE09-A6E3-BC0C-387CF8068066}"/>
                  </a:ext>
                </a:extLst>
              </p14:cNvPr>
              <p14:cNvContentPartPr/>
              <p14:nvPr/>
            </p14:nvContentPartPr>
            <p14:xfrm>
              <a:off x="5829981" y="1426715"/>
              <a:ext cx="956160" cy="6980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3177F29-DE09-A6E3-BC0C-387CF806806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814855" y="1411595"/>
                <a:ext cx="986772" cy="72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E5B41228-636A-786A-CF4B-F7E3A25DB1E8}"/>
                  </a:ext>
                </a:extLst>
              </p14:cNvPr>
              <p14:cNvContentPartPr/>
              <p14:nvPr/>
            </p14:nvContentPartPr>
            <p14:xfrm>
              <a:off x="5021781" y="3261275"/>
              <a:ext cx="86760" cy="6667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E5B41228-636A-786A-CF4B-F7E3A25DB1E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006661" y="3245795"/>
                <a:ext cx="117000" cy="69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3232DD4-57CF-DCF3-D89F-04972EC2125B}"/>
                  </a:ext>
                </a:extLst>
              </p14:cNvPr>
              <p14:cNvContentPartPr/>
              <p14:nvPr/>
            </p14:nvContentPartPr>
            <p14:xfrm>
              <a:off x="4171821" y="3566915"/>
              <a:ext cx="623160" cy="3114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3232DD4-57CF-DCF3-D89F-04972EC2125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156341" y="3551795"/>
                <a:ext cx="65376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7677F010-B6B3-845D-B250-82945B2094D7}"/>
                  </a:ext>
                </a:extLst>
              </p14:cNvPr>
              <p14:cNvContentPartPr/>
              <p14:nvPr/>
            </p14:nvContentPartPr>
            <p14:xfrm>
              <a:off x="5202141" y="3480875"/>
              <a:ext cx="509760" cy="2826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7677F010-B6B3-845D-B250-82945B2094D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187021" y="3465395"/>
                <a:ext cx="54036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A74CE161-9EB6-262D-BCEC-EC7114BDDE99}"/>
                  </a:ext>
                </a:extLst>
              </p14:cNvPr>
              <p14:cNvContentPartPr/>
              <p14:nvPr/>
            </p14:nvContentPartPr>
            <p14:xfrm>
              <a:off x="6047826" y="3054053"/>
              <a:ext cx="240480" cy="8308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A74CE161-9EB6-262D-BCEC-EC7114BDDE9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032683" y="3038573"/>
                <a:ext cx="271126" cy="86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4D650397-777D-25C3-5D35-E1B07B1A1884}"/>
                  </a:ext>
                </a:extLst>
              </p14:cNvPr>
              <p14:cNvContentPartPr/>
              <p14:nvPr/>
            </p14:nvContentPartPr>
            <p14:xfrm>
              <a:off x="1970826" y="4939733"/>
              <a:ext cx="48240" cy="1360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4D650397-777D-25C3-5D35-E1B07B1A188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55346" y="4924653"/>
                <a:ext cx="78840" cy="1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A6044431-DBF6-5AE4-194D-A06DC736A1FE}"/>
                  </a:ext>
                </a:extLst>
              </p14:cNvPr>
              <p14:cNvContentPartPr/>
              <p14:nvPr/>
            </p14:nvContentPartPr>
            <p14:xfrm>
              <a:off x="1219146" y="4699973"/>
              <a:ext cx="327960" cy="4237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A6044431-DBF6-5AE4-194D-A06DC736A1F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204026" y="4684506"/>
                <a:ext cx="358560" cy="4542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D52CA9DC-845B-5DA5-E095-ABF90686AE68}"/>
                  </a:ext>
                </a:extLst>
              </p14:cNvPr>
              <p14:cNvContentPartPr/>
              <p14:nvPr/>
            </p14:nvContentPartPr>
            <p14:xfrm>
              <a:off x="4105986" y="4627973"/>
              <a:ext cx="471240" cy="2962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D52CA9DC-845B-5DA5-E095-ABF90686AE6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90866" y="4612853"/>
                <a:ext cx="5014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45332930-DEF1-921A-6C7E-EB48E4EA180E}"/>
                  </a:ext>
                </a:extLst>
              </p14:cNvPr>
              <p14:cNvContentPartPr/>
              <p14:nvPr/>
            </p14:nvContentPartPr>
            <p14:xfrm>
              <a:off x="4800786" y="4428173"/>
              <a:ext cx="200160" cy="56808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45332930-DEF1-921A-6C7E-EB48E4EA180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785666" y="4412693"/>
                <a:ext cx="230760" cy="59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CA35AC4-42B1-8D91-C891-C7E02E344D5D}"/>
                  </a:ext>
                </a:extLst>
              </p14:cNvPr>
              <p14:cNvContentPartPr/>
              <p14:nvPr/>
            </p14:nvContentPartPr>
            <p14:xfrm>
              <a:off x="5139501" y="4288355"/>
              <a:ext cx="815400" cy="6980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CA35AC4-42B1-8D91-C891-C7E02E344D5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124028" y="4272875"/>
                <a:ext cx="845627" cy="72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A31B1E8-C536-585E-CAC2-57A9B8DAE872}"/>
                  </a:ext>
                </a:extLst>
              </p14:cNvPr>
              <p14:cNvContentPartPr/>
              <p14:nvPr/>
            </p14:nvContentPartPr>
            <p14:xfrm>
              <a:off x="1274541" y="5659955"/>
              <a:ext cx="604080" cy="4237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A31B1E8-C536-585E-CAC2-57A9B8DAE87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259421" y="5644835"/>
                <a:ext cx="63432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9B417090-2059-46A1-3018-70A8A077FEE3}"/>
                  </a:ext>
                </a:extLst>
              </p14:cNvPr>
              <p14:cNvContentPartPr/>
              <p14:nvPr/>
            </p14:nvContentPartPr>
            <p14:xfrm>
              <a:off x="4176141" y="5652395"/>
              <a:ext cx="211320" cy="2667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9B417090-2059-46A1-3018-70A8A077FEE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160661" y="5636915"/>
                <a:ext cx="24156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83B1BD41-079A-F396-BEB5-8684FD9D80FE}"/>
                  </a:ext>
                </a:extLst>
              </p14:cNvPr>
              <p14:cNvContentPartPr/>
              <p14:nvPr/>
            </p14:nvContentPartPr>
            <p14:xfrm>
              <a:off x="4582941" y="5338835"/>
              <a:ext cx="627480" cy="5882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83B1BD41-079A-F396-BEB5-8684FD9D80F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567461" y="5323355"/>
                <a:ext cx="658080" cy="61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02CA2CC5-B78E-08B9-C7D6-1F1C3C2E7A8A}"/>
                  </a:ext>
                </a:extLst>
              </p14:cNvPr>
              <p14:cNvContentPartPr/>
              <p14:nvPr/>
            </p14:nvContentPartPr>
            <p14:xfrm>
              <a:off x="5242101" y="5291675"/>
              <a:ext cx="728640" cy="6588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02CA2CC5-B78E-08B9-C7D6-1F1C3C2E7A8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226981" y="5276555"/>
                <a:ext cx="758880" cy="68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D7036174-DA5B-8D80-7EB0-DF4F1F6B4846}"/>
                  </a:ext>
                </a:extLst>
              </p14:cNvPr>
              <p14:cNvContentPartPr/>
              <p14:nvPr/>
            </p14:nvContentPartPr>
            <p14:xfrm>
              <a:off x="6531261" y="3496355"/>
              <a:ext cx="270360" cy="12600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D7036174-DA5B-8D80-7EB0-DF4F1F6B484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516141" y="3481192"/>
                <a:ext cx="300960" cy="156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E3D03159-C121-78F5-7A99-3649F9175980}"/>
                  </a:ext>
                </a:extLst>
              </p14:cNvPr>
              <p14:cNvContentPartPr/>
              <p14:nvPr/>
            </p14:nvContentPartPr>
            <p14:xfrm>
              <a:off x="7193301" y="3284675"/>
              <a:ext cx="376560" cy="3060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E3D03159-C121-78F5-7A99-3649F917598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78181" y="3269555"/>
                <a:ext cx="40716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5D67EA2C-6FAE-1EC7-C629-F0CEAE49FB23}"/>
                  </a:ext>
                </a:extLst>
              </p14:cNvPr>
              <p14:cNvContentPartPr/>
              <p14:nvPr/>
            </p14:nvContentPartPr>
            <p14:xfrm>
              <a:off x="7240461" y="4328315"/>
              <a:ext cx="259200" cy="33588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5D67EA2C-6FAE-1EC7-C629-F0CEAE49FB2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224981" y="4312835"/>
                <a:ext cx="28944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C5D177E1-8616-9083-B64C-270E0AB6A6DB}"/>
                  </a:ext>
                </a:extLst>
              </p14:cNvPr>
              <p14:cNvContentPartPr/>
              <p14:nvPr/>
            </p14:nvContentPartPr>
            <p14:xfrm>
              <a:off x="6425061" y="5472035"/>
              <a:ext cx="243360" cy="14148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C5D177E1-8616-9083-B64C-270E0AB6A6D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409941" y="5456555"/>
                <a:ext cx="27396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63698749-B6D8-93FF-67AC-46AD4753033C}"/>
                  </a:ext>
                </a:extLst>
              </p14:cNvPr>
              <p14:cNvContentPartPr/>
              <p14:nvPr/>
            </p14:nvContentPartPr>
            <p14:xfrm>
              <a:off x="6390141" y="4593995"/>
              <a:ext cx="191880" cy="11016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63698749-B6D8-93FF-67AC-46AD4753033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375021" y="4578515"/>
                <a:ext cx="22248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38A779A7-77EC-B988-47BE-4116875284AB}"/>
                  </a:ext>
                </a:extLst>
              </p14:cNvPr>
              <p14:cNvContentPartPr/>
              <p14:nvPr/>
            </p14:nvContentPartPr>
            <p14:xfrm>
              <a:off x="5476461" y="5244515"/>
              <a:ext cx="3124080" cy="11134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38A779A7-77EC-B988-47BE-4116875284A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461341" y="5229395"/>
                <a:ext cx="3154320" cy="11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294669B-063B-EF3A-F6F3-4732110C3018}"/>
                  </a:ext>
                </a:extLst>
              </p14:cNvPr>
              <p14:cNvContentPartPr/>
              <p14:nvPr/>
            </p14:nvContentPartPr>
            <p14:xfrm>
              <a:off x="7020861" y="6224435"/>
              <a:ext cx="486360" cy="3610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294669B-063B-EF3A-F6F3-4732110C301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005741" y="6209315"/>
                <a:ext cx="516960" cy="39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2494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872A550-FA27-9CA7-B50C-22B05806DA94}"/>
                  </a:ext>
                </a:extLst>
              </p14:cNvPr>
              <p14:cNvContentPartPr/>
              <p14:nvPr/>
            </p14:nvContentPartPr>
            <p14:xfrm>
              <a:off x="1353021" y="298835"/>
              <a:ext cx="1771920" cy="1245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872A550-FA27-9CA7-B50C-22B05806DA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7541" y="283355"/>
                <a:ext cx="1802520" cy="12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8AAE49D-5449-0715-2DAD-308530FB6A8E}"/>
                  </a:ext>
                </a:extLst>
              </p14:cNvPr>
              <p14:cNvContentPartPr/>
              <p14:nvPr/>
            </p14:nvContentPartPr>
            <p14:xfrm>
              <a:off x="1314501" y="243035"/>
              <a:ext cx="1755360" cy="78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8AAE49D-5449-0715-2DAD-308530FB6A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99381" y="227915"/>
                <a:ext cx="178596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602727A-9819-2BCC-425F-DD6306D2DF44}"/>
                  </a:ext>
                </a:extLst>
              </p14:cNvPr>
              <p14:cNvContentPartPr/>
              <p14:nvPr/>
            </p14:nvContentPartPr>
            <p14:xfrm>
              <a:off x="3014781" y="250955"/>
              <a:ext cx="63000" cy="1317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602727A-9819-2BCC-425F-DD6306D2DF4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99661" y="235475"/>
                <a:ext cx="93600" cy="13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2556193-DB69-13B4-C362-962CEF6A39E1}"/>
                  </a:ext>
                </a:extLst>
              </p14:cNvPr>
              <p14:cNvContentPartPr/>
              <p14:nvPr/>
            </p14:nvContentPartPr>
            <p14:xfrm>
              <a:off x="2168061" y="227195"/>
              <a:ext cx="86760" cy="1326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2556193-DB69-13B4-C362-962CEF6A39E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52941" y="212075"/>
                <a:ext cx="117000" cy="13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C64679C-832D-2C47-D6A1-EE5A9F6F7985}"/>
                  </a:ext>
                </a:extLst>
              </p14:cNvPr>
              <p14:cNvContentPartPr/>
              <p14:nvPr/>
            </p14:nvContentPartPr>
            <p14:xfrm>
              <a:off x="1207581" y="901475"/>
              <a:ext cx="1868760" cy="63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C64679C-832D-2C47-D6A1-EE5A9F6F798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92101" y="886355"/>
                <a:ext cx="189936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2975BFA-822B-C967-AFE9-DE7B751C31DB}"/>
                  </a:ext>
                </a:extLst>
              </p14:cNvPr>
              <p14:cNvContentPartPr/>
              <p14:nvPr/>
            </p14:nvContentPartPr>
            <p14:xfrm>
              <a:off x="3551541" y="713195"/>
              <a:ext cx="145800" cy="179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2975BFA-822B-C967-AFE9-DE7B751C31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36061" y="698075"/>
                <a:ext cx="17640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9540678-40C3-58C8-4EF1-4179BE6E0571}"/>
                  </a:ext>
                </a:extLst>
              </p14:cNvPr>
              <p14:cNvContentPartPr/>
              <p14:nvPr/>
            </p14:nvContentPartPr>
            <p14:xfrm>
              <a:off x="3838101" y="705635"/>
              <a:ext cx="39600" cy="133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9540678-40C3-58C8-4EF1-4179BE6E057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22621" y="690155"/>
                <a:ext cx="7020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A20A66E-8CF8-53F6-EE14-39E86C263EE0}"/>
                  </a:ext>
                </a:extLst>
              </p14:cNvPr>
              <p14:cNvContentPartPr/>
              <p14:nvPr/>
            </p14:nvContentPartPr>
            <p14:xfrm>
              <a:off x="3767541" y="736955"/>
              <a:ext cx="188640" cy="164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A20A66E-8CF8-53F6-EE14-39E86C263EE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52061" y="721475"/>
                <a:ext cx="2188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3206D6B-C98C-8F83-5BD3-5E4759DD256F}"/>
                  </a:ext>
                </a:extLst>
              </p14:cNvPr>
              <p14:cNvContentPartPr/>
              <p14:nvPr/>
            </p14:nvContentPartPr>
            <p14:xfrm>
              <a:off x="3994701" y="681875"/>
              <a:ext cx="164880" cy="195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3206D6B-C98C-8F83-5BD3-5E4759DD256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79581" y="666755"/>
                <a:ext cx="19548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238E426-3F23-A5B4-6896-A76ED9117722}"/>
                  </a:ext>
                </a:extLst>
              </p14:cNvPr>
              <p14:cNvContentPartPr/>
              <p14:nvPr/>
            </p14:nvContentPartPr>
            <p14:xfrm>
              <a:off x="4473141" y="690875"/>
              <a:ext cx="55080" cy="124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238E426-3F23-A5B4-6896-A76ED911772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457661" y="675395"/>
                <a:ext cx="8568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304F9DF-A1BA-DB11-7B87-1288B316E35B}"/>
                  </a:ext>
                </a:extLst>
              </p14:cNvPr>
              <p14:cNvContentPartPr/>
              <p14:nvPr/>
            </p14:nvContentPartPr>
            <p14:xfrm>
              <a:off x="4469541" y="548675"/>
              <a:ext cx="11520" cy="23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304F9DF-A1BA-DB11-7B87-1288B316E35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454421" y="533555"/>
                <a:ext cx="421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BE0E7BF-7567-DBC1-0035-DF857E8FA1AC}"/>
                  </a:ext>
                </a:extLst>
              </p14:cNvPr>
              <p14:cNvContentPartPr/>
              <p14:nvPr/>
            </p14:nvContentPartPr>
            <p14:xfrm>
              <a:off x="4629741" y="689795"/>
              <a:ext cx="321840" cy="2034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BE0E7BF-7567-DBC1-0035-DF857E8FA1A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614621" y="674675"/>
                <a:ext cx="35244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633D476-B74F-121C-95D8-89CDA2B8952B}"/>
                  </a:ext>
                </a:extLst>
              </p14:cNvPr>
              <p14:cNvContentPartPr/>
              <p14:nvPr/>
            </p14:nvContentPartPr>
            <p14:xfrm>
              <a:off x="4943301" y="682955"/>
              <a:ext cx="149400" cy="148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633D476-B74F-121C-95D8-89CDA2B8952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928181" y="667475"/>
                <a:ext cx="17964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4C2DB25-BD14-968A-20D9-137DF5946A48}"/>
                  </a:ext>
                </a:extLst>
              </p14:cNvPr>
              <p14:cNvContentPartPr/>
              <p14:nvPr/>
            </p14:nvContentPartPr>
            <p14:xfrm>
              <a:off x="5061021" y="635075"/>
              <a:ext cx="541440" cy="524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4C2DB25-BD14-968A-20D9-137DF5946A4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045901" y="619595"/>
                <a:ext cx="571680" cy="55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184A050-0B84-AEA8-7AB1-D54D43652BC9}"/>
                  </a:ext>
                </a:extLst>
              </p14:cNvPr>
              <p14:cNvContentPartPr/>
              <p14:nvPr/>
            </p14:nvContentPartPr>
            <p14:xfrm>
              <a:off x="6918981" y="407555"/>
              <a:ext cx="1145880" cy="619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184A050-0B84-AEA8-7AB1-D54D43652BC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903861" y="392426"/>
                <a:ext cx="1176120" cy="6505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D1FC6C0-AA7A-7E86-B6DF-F09A473C859D}"/>
                  </a:ext>
                </a:extLst>
              </p14:cNvPr>
              <p14:cNvContentPartPr/>
              <p14:nvPr/>
            </p14:nvContentPartPr>
            <p14:xfrm>
              <a:off x="6119421" y="572435"/>
              <a:ext cx="431280" cy="3297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D1FC6C0-AA7A-7E86-B6DF-F09A473C859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103954" y="556955"/>
                <a:ext cx="461495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6D4605F-70CD-3C72-A8BC-609EBCB2EE25}"/>
                  </a:ext>
                </a:extLst>
              </p14:cNvPr>
              <p14:cNvContentPartPr/>
              <p14:nvPr/>
            </p14:nvContentPartPr>
            <p14:xfrm>
              <a:off x="2325021" y="2289275"/>
              <a:ext cx="894240" cy="6980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6D4605F-70CD-3C72-A8BC-609EBCB2EE2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309901" y="2273795"/>
                <a:ext cx="924480" cy="72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B68B75BE-B6A4-AEE0-E8EB-A994A9AC16E4}"/>
                  </a:ext>
                </a:extLst>
              </p14:cNvPr>
              <p14:cNvContentPartPr/>
              <p14:nvPr/>
            </p14:nvContentPartPr>
            <p14:xfrm>
              <a:off x="2364261" y="2446595"/>
              <a:ext cx="1098000" cy="14889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B68B75BE-B6A4-AEE0-E8EB-A994A9AC16E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349141" y="2431475"/>
                <a:ext cx="1128240" cy="151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5B61EBE-9A94-63F9-53E1-51275395CF88}"/>
                  </a:ext>
                </a:extLst>
              </p14:cNvPr>
              <p14:cNvContentPartPr/>
              <p14:nvPr/>
            </p14:nvContentPartPr>
            <p14:xfrm>
              <a:off x="1129464" y="2331256"/>
              <a:ext cx="113040" cy="1695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5B61EBE-9A94-63F9-53E1-51275395CF8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13984" y="2315776"/>
                <a:ext cx="14364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F8E1D86-8BC7-7550-7CCE-C465863FEB6D}"/>
                  </a:ext>
                </a:extLst>
              </p14:cNvPr>
              <p14:cNvContentPartPr/>
              <p14:nvPr/>
            </p14:nvContentPartPr>
            <p14:xfrm>
              <a:off x="1113264" y="2814736"/>
              <a:ext cx="129240" cy="1936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F8E1D86-8BC7-7550-7CCE-C465863FEB6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97784" y="2799256"/>
                <a:ext cx="15984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7B7268C5-7A40-839F-82F7-01C81BE02121}"/>
                  </a:ext>
                </a:extLst>
              </p14:cNvPr>
              <p14:cNvContentPartPr/>
              <p14:nvPr/>
            </p14:nvContentPartPr>
            <p14:xfrm>
              <a:off x="1137384" y="3282016"/>
              <a:ext cx="81000" cy="1454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7B7268C5-7A40-839F-82F7-01C81BE0212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21904" y="3266536"/>
                <a:ext cx="11160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8840223E-A716-0256-48E3-C3748D207E3E}"/>
                  </a:ext>
                </a:extLst>
              </p14:cNvPr>
              <p14:cNvContentPartPr/>
              <p14:nvPr/>
            </p14:nvContentPartPr>
            <p14:xfrm>
              <a:off x="1177704" y="3725176"/>
              <a:ext cx="129240" cy="153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8840223E-A716-0256-48E3-C3748D207E3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62224" y="3709696"/>
                <a:ext cx="15984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D8191BCB-E6E1-C470-878F-8E6478DFF098}"/>
                  </a:ext>
                </a:extLst>
              </p14:cNvPr>
              <p14:cNvContentPartPr/>
              <p14:nvPr/>
            </p14:nvContentPartPr>
            <p14:xfrm>
              <a:off x="1290744" y="2363656"/>
              <a:ext cx="1144440" cy="2419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D8191BCB-E6E1-C470-878F-8E6478DFF09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275264" y="2348199"/>
                <a:ext cx="1175040" cy="2724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BA062644-AB58-0488-88E2-BFD8A87444C0}"/>
                  </a:ext>
                </a:extLst>
              </p14:cNvPr>
              <p14:cNvContentPartPr/>
              <p14:nvPr/>
            </p14:nvContentPartPr>
            <p14:xfrm>
              <a:off x="1234224" y="2411896"/>
              <a:ext cx="1159560" cy="6289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BA062644-AB58-0488-88E2-BFD8A87444C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218744" y="2396407"/>
                <a:ext cx="1190160" cy="6595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8C23C67E-4F40-2937-F6F5-BEB2C6AD1C53}"/>
                  </a:ext>
                </a:extLst>
              </p14:cNvPr>
              <p14:cNvContentPartPr/>
              <p14:nvPr/>
            </p14:nvContentPartPr>
            <p14:xfrm>
              <a:off x="1206681" y="2385078"/>
              <a:ext cx="1281960" cy="10166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8C23C67E-4F40-2937-F6F5-BEB2C6AD1C5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91197" y="2369598"/>
                <a:ext cx="1312569" cy="10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DD8B4BA-013D-DE1C-5A05-F49D32E87429}"/>
                  </a:ext>
                </a:extLst>
              </p14:cNvPr>
              <p14:cNvContentPartPr/>
              <p14:nvPr/>
            </p14:nvContentPartPr>
            <p14:xfrm>
              <a:off x="1255641" y="2411718"/>
              <a:ext cx="1216800" cy="15861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DD8B4BA-013D-DE1C-5A05-F49D32E8742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240161" y="2396238"/>
                <a:ext cx="1247400" cy="161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0DDDFED-396C-9342-B9FB-DFE63390E3F4}"/>
                  </a:ext>
                </a:extLst>
              </p14:cNvPr>
              <p14:cNvContentPartPr/>
              <p14:nvPr/>
            </p14:nvContentPartPr>
            <p14:xfrm>
              <a:off x="1222881" y="2419638"/>
              <a:ext cx="1137600" cy="4489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0DDDFED-396C-9342-B9FB-DFE63390E3F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207401" y="2404158"/>
                <a:ext cx="1168200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8A0903A-389A-5EF0-9826-B6C69EB44C9C}"/>
                  </a:ext>
                </a:extLst>
              </p14:cNvPr>
              <p14:cNvContentPartPr/>
              <p14:nvPr/>
            </p14:nvContentPartPr>
            <p14:xfrm>
              <a:off x="1190841" y="2868198"/>
              <a:ext cx="1321920" cy="964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8A0903A-389A-5EF0-9826-B6C69EB44C9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75361" y="2852718"/>
                <a:ext cx="13525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051F9CE7-1B05-D592-14F8-55E96F48F9B5}"/>
                  </a:ext>
                </a:extLst>
              </p14:cNvPr>
              <p14:cNvContentPartPr/>
              <p14:nvPr/>
            </p14:nvContentPartPr>
            <p14:xfrm>
              <a:off x="1191561" y="2964318"/>
              <a:ext cx="1193040" cy="5050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051F9CE7-1B05-D592-14F8-55E96F48F9B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176076" y="2948838"/>
                <a:ext cx="1223649" cy="53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E8234FCF-D1C4-9DD1-3CCE-26110631E6AB}"/>
                  </a:ext>
                </a:extLst>
              </p14:cNvPr>
              <p14:cNvContentPartPr/>
              <p14:nvPr/>
            </p14:nvContentPartPr>
            <p14:xfrm>
              <a:off x="1166721" y="2868198"/>
              <a:ext cx="1418040" cy="11937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E8234FCF-D1C4-9DD1-3CCE-26110631E6A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51601" y="2853078"/>
                <a:ext cx="1448640" cy="12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204A11D-747A-EFB5-AC14-7D07788D3D36}"/>
                  </a:ext>
                </a:extLst>
              </p14:cNvPr>
              <p14:cNvContentPartPr/>
              <p14:nvPr/>
            </p14:nvContentPartPr>
            <p14:xfrm>
              <a:off x="1174641" y="2411718"/>
              <a:ext cx="1297800" cy="9615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204A11D-747A-EFB5-AC14-7D07788D3D3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59161" y="2396238"/>
                <a:ext cx="1328400" cy="9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88B21452-2D99-5080-0969-CEBC5B634DC0}"/>
                  </a:ext>
                </a:extLst>
              </p14:cNvPr>
              <p14:cNvContentPartPr/>
              <p14:nvPr/>
            </p14:nvContentPartPr>
            <p14:xfrm>
              <a:off x="1267161" y="3244758"/>
              <a:ext cx="1397520" cy="885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88B21452-2D99-5080-0969-CEBC5B634DC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251681" y="3229278"/>
                <a:ext cx="142812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D1B3ACF2-1781-B55F-F95E-95C889909FFF}"/>
                  </a:ext>
                </a:extLst>
              </p14:cNvPr>
              <p14:cNvContentPartPr/>
              <p14:nvPr/>
            </p14:nvContentPartPr>
            <p14:xfrm>
              <a:off x="1246641" y="3332598"/>
              <a:ext cx="1274040" cy="6411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D1B3ACF2-1781-B55F-F95E-95C889909FF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231157" y="3317118"/>
                <a:ext cx="1304649" cy="67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CB8BC43C-6D3B-C3F7-0EC4-CBD9CB2F3AD5}"/>
                  </a:ext>
                </a:extLst>
              </p14:cNvPr>
              <p14:cNvContentPartPr/>
              <p14:nvPr/>
            </p14:nvContentPartPr>
            <p14:xfrm>
              <a:off x="1214601" y="2555718"/>
              <a:ext cx="1281960" cy="12740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CB8BC43C-6D3B-C3F7-0EC4-CBD9CB2F3AD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99121" y="2540234"/>
                <a:ext cx="1312560" cy="13046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B12E3A79-B488-2489-56F2-B7AF1B68D901}"/>
                  </a:ext>
                </a:extLst>
              </p14:cNvPr>
              <p14:cNvContentPartPr/>
              <p14:nvPr/>
            </p14:nvContentPartPr>
            <p14:xfrm>
              <a:off x="1262841" y="3124518"/>
              <a:ext cx="1433880" cy="8251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B12E3A79-B488-2489-56F2-B7AF1B68D90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247721" y="3109045"/>
                <a:ext cx="1464480" cy="8553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454B6F0B-56A6-F6EA-DAE5-B4867059748B}"/>
                  </a:ext>
                </a:extLst>
              </p14:cNvPr>
              <p14:cNvContentPartPr/>
              <p14:nvPr/>
            </p14:nvContentPartPr>
            <p14:xfrm>
              <a:off x="4667001" y="1666878"/>
              <a:ext cx="48600" cy="31078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454B6F0B-56A6-F6EA-DAE5-B4867059748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651521" y="1651398"/>
                <a:ext cx="78840" cy="31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B748628-20F5-B294-4380-16061925926D}"/>
                  </a:ext>
                </a:extLst>
              </p14:cNvPr>
              <p14:cNvContentPartPr/>
              <p14:nvPr/>
            </p14:nvContentPartPr>
            <p14:xfrm>
              <a:off x="2199921" y="1818798"/>
              <a:ext cx="264600" cy="3128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B748628-20F5-B294-4380-16061925926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184801" y="1803678"/>
                <a:ext cx="29520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632CEF9-6F39-46B8-CB77-94FDE6AA9DA4}"/>
                  </a:ext>
                </a:extLst>
              </p14:cNvPr>
              <p14:cNvContentPartPr/>
              <p14:nvPr/>
            </p14:nvContentPartPr>
            <p14:xfrm>
              <a:off x="794841" y="1714758"/>
              <a:ext cx="828720" cy="5130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632CEF9-6F39-46B8-CB77-94FDE6AA9DA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79361" y="1699638"/>
                <a:ext cx="859320" cy="54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BCB197DD-E82C-19D5-0820-8EF701EF3B6D}"/>
                  </a:ext>
                </a:extLst>
              </p14:cNvPr>
              <p14:cNvContentPartPr/>
              <p14:nvPr/>
            </p14:nvContentPartPr>
            <p14:xfrm>
              <a:off x="2928921" y="1754718"/>
              <a:ext cx="344880" cy="2948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BCB197DD-E82C-19D5-0820-8EF701EF3B6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913441" y="1739598"/>
                <a:ext cx="37512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E3C30E11-6F20-89C3-D079-7AFE865EBA80}"/>
                  </a:ext>
                </a:extLst>
              </p14:cNvPr>
              <p14:cNvContentPartPr/>
              <p14:nvPr/>
            </p14:nvContentPartPr>
            <p14:xfrm>
              <a:off x="5139321" y="1414878"/>
              <a:ext cx="945360" cy="5644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E3C30E11-6F20-89C3-D079-7AFE865EBA8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124201" y="1399758"/>
                <a:ext cx="975960" cy="5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7D47D456-7B68-68A7-329F-9DEFE4420189}"/>
                  </a:ext>
                </a:extLst>
              </p14:cNvPr>
              <p14:cNvContentPartPr/>
              <p14:nvPr/>
            </p14:nvContentPartPr>
            <p14:xfrm>
              <a:off x="1639401" y="1522518"/>
              <a:ext cx="617040" cy="4204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7D47D456-7B68-68A7-329F-9DEFE442018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623921" y="1507398"/>
                <a:ext cx="64764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4FA2DF33-4C79-92BE-2FF3-B03BA457BA34}"/>
                  </a:ext>
                </a:extLst>
              </p14:cNvPr>
              <p14:cNvContentPartPr/>
              <p14:nvPr/>
            </p14:nvContentPartPr>
            <p14:xfrm>
              <a:off x="6268641" y="1354398"/>
              <a:ext cx="817200" cy="6084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4FA2DF33-4C79-92BE-2FF3-B03BA457BA3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253521" y="1339269"/>
                <a:ext cx="847800" cy="6390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F64AB67F-D990-E7D3-74DA-66DF1A66DE47}"/>
                  </a:ext>
                </a:extLst>
              </p14:cNvPr>
              <p14:cNvContentPartPr/>
              <p14:nvPr/>
            </p14:nvContentPartPr>
            <p14:xfrm>
              <a:off x="7053801" y="1530438"/>
              <a:ext cx="40320" cy="12852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F64AB67F-D990-E7D3-74DA-66DF1A66DE4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038321" y="1515318"/>
                <a:ext cx="7092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75024DBA-3B0A-1F08-41C4-FD74CD5EA565}"/>
                  </a:ext>
                </a:extLst>
              </p14:cNvPr>
              <p14:cNvContentPartPr/>
              <p14:nvPr/>
            </p14:nvContentPartPr>
            <p14:xfrm>
              <a:off x="5572041" y="2212278"/>
              <a:ext cx="288360" cy="3841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75024DBA-3B0A-1F08-41C4-FD74CD5EA56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556580" y="2197144"/>
                <a:ext cx="318922" cy="4147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092F0B36-1123-A76B-5AA6-132062FD748E}"/>
                  </a:ext>
                </a:extLst>
              </p14:cNvPr>
              <p14:cNvContentPartPr/>
              <p14:nvPr/>
            </p14:nvContentPartPr>
            <p14:xfrm>
              <a:off x="6116361" y="2379678"/>
              <a:ext cx="48600" cy="1360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092F0B36-1123-A76B-5AA6-132062FD748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101128" y="2364239"/>
                <a:ext cx="79428" cy="1665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A846C3CB-E549-8CCB-2FB8-359844299202}"/>
                  </a:ext>
                </a:extLst>
              </p14:cNvPr>
              <p14:cNvContentPartPr/>
              <p14:nvPr/>
            </p14:nvContentPartPr>
            <p14:xfrm>
              <a:off x="7974681" y="1130118"/>
              <a:ext cx="817200" cy="5529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A846C3CB-E549-8CCB-2FB8-35984429920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959561" y="1114998"/>
                <a:ext cx="847800" cy="58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C4F11D5C-275E-366F-58A4-259F7A5D5800}"/>
                  </a:ext>
                </a:extLst>
              </p14:cNvPr>
              <p14:cNvContentPartPr/>
              <p14:nvPr/>
            </p14:nvContentPartPr>
            <p14:xfrm>
              <a:off x="7582281" y="2107158"/>
              <a:ext cx="376920" cy="44892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C4F11D5C-275E-366F-58A4-259F7A5D580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567161" y="2092038"/>
                <a:ext cx="407160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55EBFE2F-CF2A-B44C-DDC7-7B01A550F298}"/>
                  </a:ext>
                </a:extLst>
              </p14:cNvPr>
              <p14:cNvContentPartPr/>
              <p14:nvPr/>
            </p14:nvContentPartPr>
            <p14:xfrm>
              <a:off x="8135961" y="1963158"/>
              <a:ext cx="560160" cy="74520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55EBFE2F-CF2A-B44C-DDC7-7B01A550F29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120481" y="1947678"/>
                <a:ext cx="590760" cy="77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1B8F5FC3-54BF-FCC2-D7F6-9350D45B08BC}"/>
                  </a:ext>
                </a:extLst>
              </p14:cNvPr>
              <p14:cNvContentPartPr/>
              <p14:nvPr/>
            </p14:nvContentPartPr>
            <p14:xfrm>
              <a:off x="7646361" y="1338198"/>
              <a:ext cx="136440" cy="44892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1B8F5FC3-54BF-FCC2-D7F6-9350D45B08B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631241" y="1323078"/>
                <a:ext cx="167040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A47A932F-9A40-017B-3DA9-F2355697B766}"/>
                  </a:ext>
                </a:extLst>
              </p14:cNvPr>
              <p14:cNvContentPartPr/>
              <p14:nvPr/>
            </p14:nvContentPartPr>
            <p14:xfrm>
              <a:off x="7694241" y="2876118"/>
              <a:ext cx="1049760" cy="69732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A47A932F-9A40-017B-3DA9-F2355697B76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679121" y="2860998"/>
                <a:ext cx="1080000" cy="72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72B53491-DABC-611D-700B-BAA91FD38EEA}"/>
                  </a:ext>
                </a:extLst>
              </p14:cNvPr>
              <p14:cNvContentPartPr/>
              <p14:nvPr/>
            </p14:nvContentPartPr>
            <p14:xfrm>
              <a:off x="5651961" y="3220638"/>
              <a:ext cx="577080" cy="33660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72B53491-DABC-611D-700B-BAA91FD38EE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636841" y="3205158"/>
                <a:ext cx="60768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0D90F37E-31FB-88AF-349C-2A72D347F81C}"/>
                  </a:ext>
                </a:extLst>
              </p14:cNvPr>
              <p14:cNvContentPartPr/>
              <p14:nvPr/>
            </p14:nvContentPartPr>
            <p14:xfrm>
              <a:off x="8967921" y="1571478"/>
              <a:ext cx="152640" cy="3960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0D90F37E-31FB-88AF-349C-2A72D347F81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952801" y="1556358"/>
                <a:ext cx="18288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0D04CD36-B7C1-F7E4-0EE8-4D75C2DED5E4}"/>
                  </a:ext>
                </a:extLst>
              </p14:cNvPr>
              <p14:cNvContentPartPr/>
              <p14:nvPr/>
            </p14:nvContentPartPr>
            <p14:xfrm>
              <a:off x="8975841" y="1482558"/>
              <a:ext cx="200520" cy="828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0D04CD36-B7C1-F7E4-0EE8-4D75C2DED5E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960721" y="1467438"/>
                <a:ext cx="2311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F14ECFDE-BCE1-5E89-7ADF-1C7AAF432E7E}"/>
                  </a:ext>
                </a:extLst>
              </p14:cNvPr>
              <p14:cNvContentPartPr/>
              <p14:nvPr/>
            </p14:nvContentPartPr>
            <p14:xfrm>
              <a:off x="9451941" y="1356155"/>
              <a:ext cx="336600" cy="23580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F14ECFDE-BCE1-5E89-7ADF-1C7AAF432E7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436821" y="1341012"/>
                <a:ext cx="367200" cy="2664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8BB8FD79-0379-DF5D-3F19-103D31888050}"/>
                  </a:ext>
                </a:extLst>
              </p14:cNvPr>
              <p14:cNvContentPartPr/>
              <p14:nvPr/>
            </p14:nvContentPartPr>
            <p14:xfrm>
              <a:off x="8129661" y="3676715"/>
              <a:ext cx="2215440" cy="17280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8BB8FD79-0379-DF5D-3F19-103D3188805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114541" y="3661595"/>
                <a:ext cx="224604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C4E65623-4868-F291-8B74-749AB47E7FB8}"/>
                  </a:ext>
                </a:extLst>
              </p14:cNvPr>
              <p14:cNvContentPartPr/>
              <p14:nvPr/>
            </p14:nvContentPartPr>
            <p14:xfrm>
              <a:off x="9168981" y="4037435"/>
              <a:ext cx="399960" cy="29016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C4E65623-4868-F291-8B74-749AB47E7FB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153515" y="4021974"/>
                <a:ext cx="430173" cy="3203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672E2EC9-F3EE-16AC-5C5E-681703B6202E}"/>
                  </a:ext>
                </a:extLst>
              </p14:cNvPr>
              <p14:cNvContentPartPr/>
              <p14:nvPr/>
            </p14:nvContentPartPr>
            <p14:xfrm>
              <a:off x="9553101" y="2900555"/>
              <a:ext cx="392400" cy="24336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672E2EC9-F3EE-16AC-5C5E-681703B6202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537621" y="2885435"/>
                <a:ext cx="4230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0E42E8A8-FC27-DBB4-B906-6B90B802627C}"/>
                  </a:ext>
                </a:extLst>
              </p14:cNvPr>
              <p14:cNvContentPartPr/>
              <p14:nvPr/>
            </p14:nvContentPartPr>
            <p14:xfrm>
              <a:off x="9090501" y="3104315"/>
              <a:ext cx="125640" cy="10260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0E42E8A8-FC27-DBB4-B906-6B90B802627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075381" y="3089142"/>
                <a:ext cx="156240" cy="1333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E66A5BC2-B4FF-5BD3-C64B-9A22B7788B50}"/>
                  </a:ext>
                </a:extLst>
              </p14:cNvPr>
              <p14:cNvContentPartPr/>
              <p14:nvPr/>
            </p14:nvContentPartPr>
            <p14:xfrm>
              <a:off x="9128661" y="2124395"/>
              <a:ext cx="761760" cy="25920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E66A5BC2-B4FF-5BD3-C64B-9A22B7788B5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113541" y="2109275"/>
                <a:ext cx="792000" cy="28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5741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6D4F5-E2BE-E21B-0BBF-04F48E589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formula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1DDC80B-D073-CBB9-4337-49F86ED60F2E}"/>
                  </a:ext>
                </a:extLst>
              </p14:cNvPr>
              <p14:cNvContentPartPr/>
              <p14:nvPr/>
            </p14:nvContentPartPr>
            <p14:xfrm>
              <a:off x="9161061" y="7259435"/>
              <a:ext cx="47520" cy="94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1DDC80B-D073-CBB9-4337-49F86ED60F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51992" y="7250469"/>
                <a:ext cx="65295" cy="1118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0BFE41D-50F7-792B-BF2D-FFAFF5BB0F65}"/>
                  </a:ext>
                </a:extLst>
              </p14:cNvPr>
              <p14:cNvContentPartPr/>
              <p14:nvPr/>
            </p14:nvContentPartPr>
            <p14:xfrm>
              <a:off x="2898141" y="1552355"/>
              <a:ext cx="3891600" cy="7376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0BFE41D-50F7-792B-BF2D-FFAFF5BB0F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82660" y="1536867"/>
                <a:ext cx="3922203" cy="7682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2227728-5E8E-D8E3-7FC7-FA51F9639943}"/>
                  </a:ext>
                </a:extLst>
              </p14:cNvPr>
              <p14:cNvContentPartPr/>
              <p14:nvPr/>
            </p14:nvContentPartPr>
            <p14:xfrm>
              <a:off x="6283941" y="1239875"/>
              <a:ext cx="282600" cy="2034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2227728-5E8E-D8E3-7FC7-FA51F96399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68461" y="1224395"/>
                <a:ext cx="31320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1842240-C65E-92C7-3B36-61DD15FA1CF1}"/>
                  </a:ext>
                </a:extLst>
              </p14:cNvPr>
              <p14:cNvContentPartPr/>
              <p14:nvPr/>
            </p14:nvContentPartPr>
            <p14:xfrm>
              <a:off x="5989461" y="2157155"/>
              <a:ext cx="498600" cy="3132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1842240-C65E-92C7-3B36-61DD15FA1CF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73981" y="2141675"/>
                <a:ext cx="52920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DFF7E17-5342-D333-8BB8-7D63A049791E}"/>
                  </a:ext>
                </a:extLst>
              </p14:cNvPr>
              <p14:cNvContentPartPr/>
              <p14:nvPr/>
            </p14:nvContentPartPr>
            <p14:xfrm>
              <a:off x="8831661" y="1348595"/>
              <a:ext cx="509400" cy="7138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DFF7E17-5342-D333-8BB8-7D63A049791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16181" y="1333107"/>
                <a:ext cx="540000" cy="744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73A64B8-A202-480F-C840-3AE60079E7C0}"/>
                  </a:ext>
                </a:extLst>
              </p14:cNvPr>
              <p14:cNvContentPartPr/>
              <p14:nvPr/>
            </p14:nvContentPartPr>
            <p14:xfrm>
              <a:off x="7624941" y="1442915"/>
              <a:ext cx="948600" cy="6040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73A64B8-A202-480F-C840-3AE60079E7C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09455" y="1427435"/>
                <a:ext cx="979212" cy="6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1F3A0D4-235F-55BE-13C4-9601F197EFCF}"/>
                  </a:ext>
                </a:extLst>
              </p14:cNvPr>
              <p14:cNvContentPartPr/>
              <p14:nvPr/>
            </p14:nvContentPartPr>
            <p14:xfrm>
              <a:off x="7083501" y="1662155"/>
              <a:ext cx="345240" cy="3690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1F3A0D4-235F-55BE-13C4-9601F197EFC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068021" y="1646660"/>
                <a:ext cx="375840" cy="399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2E7DC88-BD9D-4DCE-8539-1F3C862E616E}"/>
                  </a:ext>
                </a:extLst>
              </p14:cNvPr>
              <p14:cNvContentPartPr/>
              <p14:nvPr/>
            </p14:nvContentPartPr>
            <p14:xfrm>
              <a:off x="3579261" y="3002795"/>
              <a:ext cx="39600" cy="237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2E7DC88-BD9D-4DCE-8539-1F3C862E616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68461" y="2991995"/>
                <a:ext cx="608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4D251A92-0643-3371-1192-BF0D70DD01AC}"/>
                  </a:ext>
                </a:extLst>
              </p14:cNvPr>
              <p14:cNvContentPartPr/>
              <p14:nvPr/>
            </p14:nvContentPartPr>
            <p14:xfrm>
              <a:off x="3046101" y="2728475"/>
              <a:ext cx="321840" cy="3373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4D251A92-0643-3371-1192-BF0D70DD01A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35301" y="2717687"/>
                <a:ext cx="343080" cy="3585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A31AE97-8925-24B4-4898-023DEA28B49B}"/>
                  </a:ext>
                </a:extLst>
              </p14:cNvPr>
              <p14:cNvContentPartPr/>
              <p14:nvPr/>
            </p14:nvContentPartPr>
            <p14:xfrm>
              <a:off x="1972221" y="2720555"/>
              <a:ext cx="862920" cy="4316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A31AE97-8925-24B4-4898-023DEA28B49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61416" y="2709746"/>
                <a:ext cx="884169" cy="4528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654AA15-E7A5-033E-F467-8DCDC56E0413}"/>
                  </a:ext>
                </a:extLst>
              </p14:cNvPr>
              <p14:cNvContentPartPr/>
              <p14:nvPr/>
            </p14:nvContentPartPr>
            <p14:xfrm>
              <a:off x="874581" y="2705075"/>
              <a:ext cx="705960" cy="5097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654AA15-E7A5-033E-F467-8DCDC56E041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63781" y="2694283"/>
                <a:ext cx="727200" cy="5309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D54AB5AC-8A78-F6CB-245F-BF91D2C6CCB3}"/>
                  </a:ext>
                </a:extLst>
              </p14:cNvPr>
              <p14:cNvContentPartPr/>
              <p14:nvPr/>
            </p14:nvContentPartPr>
            <p14:xfrm>
              <a:off x="4135821" y="3378995"/>
              <a:ext cx="745200" cy="43164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D54AB5AC-8A78-F6CB-245F-BF91D2C6CCB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120341" y="3363515"/>
                <a:ext cx="775800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238D4458-3917-D820-937C-D2D5267173D1}"/>
                  </a:ext>
                </a:extLst>
              </p14:cNvPr>
              <p14:cNvContentPartPr/>
              <p14:nvPr/>
            </p14:nvContentPartPr>
            <p14:xfrm>
              <a:off x="2293701" y="3513275"/>
              <a:ext cx="1246680" cy="6998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238D4458-3917-D820-937C-D2D5267173D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78225" y="3497795"/>
                <a:ext cx="1277271" cy="73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24D33732-2A30-6E03-B785-F5FC04DA1F7F}"/>
                  </a:ext>
                </a:extLst>
              </p14:cNvPr>
              <p14:cNvContentPartPr/>
              <p14:nvPr/>
            </p14:nvContentPartPr>
            <p14:xfrm>
              <a:off x="1133421" y="3590675"/>
              <a:ext cx="854640" cy="4161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24D33732-2A30-6E03-B785-F5FC04DA1F7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17948" y="3575182"/>
                <a:ext cx="885227" cy="4467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42F0D58-09B9-0A97-00B7-9888DE89BB50}"/>
                  </a:ext>
                </a:extLst>
              </p14:cNvPr>
              <p14:cNvContentPartPr/>
              <p14:nvPr/>
            </p14:nvContentPartPr>
            <p14:xfrm>
              <a:off x="4872741" y="3513275"/>
              <a:ext cx="8280" cy="230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42F0D58-09B9-0A97-00B7-9888DE89BB5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857261" y="3497795"/>
                <a:ext cx="3888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B233624F-D1E9-4E09-9022-15BB5A8B9928}"/>
                  </a:ext>
                </a:extLst>
              </p14:cNvPr>
              <p14:cNvContentPartPr/>
              <p14:nvPr/>
            </p14:nvContentPartPr>
            <p14:xfrm>
              <a:off x="5766621" y="3349475"/>
              <a:ext cx="235440" cy="2728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B233624F-D1E9-4E09-9022-15BB5A8B992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751165" y="3333995"/>
                <a:ext cx="265993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BAD6B02F-614A-B2B3-B7B6-BE70D023081C}"/>
                  </a:ext>
                </a:extLst>
              </p14:cNvPr>
              <p14:cNvContentPartPr/>
              <p14:nvPr/>
            </p14:nvContentPartPr>
            <p14:xfrm>
              <a:off x="7687221" y="3206555"/>
              <a:ext cx="376920" cy="2044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BAD6B02F-614A-B2B3-B7B6-BE70D023081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671726" y="3191048"/>
                <a:ext cx="407549" cy="2351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20E11A12-D9FB-F2B1-615B-9B3D85264383}"/>
                  </a:ext>
                </a:extLst>
              </p14:cNvPr>
              <p14:cNvContentPartPr/>
              <p14:nvPr/>
            </p14:nvContentPartPr>
            <p14:xfrm>
              <a:off x="6158661" y="3151835"/>
              <a:ext cx="1293840" cy="4784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20E11A12-D9FB-F2B1-615B-9B3D8526438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143181" y="3136367"/>
                <a:ext cx="1324440" cy="5090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D537B9A-A750-0BC1-EB17-08284DB06179}"/>
                  </a:ext>
                </a:extLst>
              </p14:cNvPr>
              <p14:cNvContentPartPr/>
              <p14:nvPr/>
            </p14:nvContentPartPr>
            <p14:xfrm>
              <a:off x="9607821" y="3151835"/>
              <a:ext cx="172800" cy="2667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D537B9A-A750-0BC1-EB17-08284DB0617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592341" y="3136376"/>
                <a:ext cx="203400" cy="2973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143AF2BB-4BC4-D2F3-9D1E-44169597E670}"/>
                  </a:ext>
                </a:extLst>
              </p14:cNvPr>
              <p14:cNvContentPartPr/>
              <p14:nvPr/>
            </p14:nvContentPartPr>
            <p14:xfrm>
              <a:off x="8212461" y="2963555"/>
              <a:ext cx="1231200" cy="5727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143AF2BB-4BC4-D2F3-9D1E-44169597E67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196976" y="2948065"/>
                <a:ext cx="1261809" cy="6033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FE1C7BAA-5471-5C42-43DB-29F2396BD9E1}"/>
                  </a:ext>
                </a:extLst>
              </p14:cNvPr>
              <p14:cNvContentPartPr/>
              <p14:nvPr/>
            </p14:nvContentPartPr>
            <p14:xfrm>
              <a:off x="10031181" y="3059315"/>
              <a:ext cx="266760" cy="32040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FE1C7BAA-5471-5C42-43DB-29F2396BD9E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015701" y="3043818"/>
                <a:ext cx="297360" cy="3510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70EC0308-E82C-3349-281B-6CCFFC61CA76}"/>
                  </a:ext>
                </a:extLst>
              </p14:cNvPr>
              <p14:cNvContentPartPr/>
              <p14:nvPr/>
            </p14:nvContentPartPr>
            <p14:xfrm>
              <a:off x="10486581" y="2775635"/>
              <a:ext cx="1152360" cy="5796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70EC0308-E82C-3349-281B-6CCFFC61CA7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471101" y="2760155"/>
                <a:ext cx="1182960" cy="61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530BD2C8-539C-7CC4-B24F-DBEFC7130540}"/>
                  </a:ext>
                </a:extLst>
              </p14:cNvPr>
              <p14:cNvContentPartPr/>
              <p14:nvPr/>
            </p14:nvContentPartPr>
            <p14:xfrm>
              <a:off x="11701221" y="3143915"/>
              <a:ext cx="118080" cy="162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530BD2C8-539C-7CC4-B24F-DBEFC713054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1685741" y="3128083"/>
                <a:ext cx="148680" cy="47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18DB3CEB-68D1-13A9-17ED-E31583D208E5}"/>
                  </a:ext>
                </a:extLst>
              </p14:cNvPr>
              <p14:cNvContentPartPr/>
              <p14:nvPr/>
            </p14:nvContentPartPr>
            <p14:xfrm>
              <a:off x="11685381" y="3049955"/>
              <a:ext cx="133560" cy="396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18DB3CEB-68D1-13A9-17ED-E31583D208E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669901" y="3034475"/>
                <a:ext cx="16416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C9AF538F-BFAD-6EDE-1A69-927651EAB992}"/>
                  </a:ext>
                </a:extLst>
              </p14:cNvPr>
              <p14:cNvContentPartPr/>
              <p14:nvPr/>
            </p14:nvContentPartPr>
            <p14:xfrm>
              <a:off x="5743221" y="4025555"/>
              <a:ext cx="486360" cy="49860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C9AF538F-BFAD-6EDE-1A69-927651EAB99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727741" y="4010075"/>
                <a:ext cx="516960" cy="52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13EA618B-9939-608C-7CE4-417CE41EC437}"/>
                  </a:ext>
                </a:extLst>
              </p14:cNvPr>
              <p14:cNvContentPartPr/>
              <p14:nvPr/>
            </p14:nvContentPartPr>
            <p14:xfrm>
              <a:off x="7169901" y="658835"/>
              <a:ext cx="1058760" cy="8157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13EA618B-9939-608C-7CE4-417CE41EC43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54421" y="643355"/>
                <a:ext cx="1089360" cy="84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0AFF7E1C-71D2-99BE-D4BF-CE8D741B4449}"/>
                  </a:ext>
                </a:extLst>
              </p14:cNvPr>
              <p14:cNvContentPartPr/>
              <p14:nvPr/>
            </p14:nvContentPartPr>
            <p14:xfrm>
              <a:off x="8064501" y="580355"/>
              <a:ext cx="235440" cy="13356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0AFF7E1C-71D2-99BE-D4BF-CE8D741B444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049045" y="564875"/>
                <a:ext cx="265993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34FA4835-F9A0-37A3-9FA2-D8EFF6B406FC}"/>
                  </a:ext>
                </a:extLst>
              </p14:cNvPr>
              <p14:cNvContentPartPr/>
              <p14:nvPr/>
            </p14:nvContentPartPr>
            <p14:xfrm>
              <a:off x="8486781" y="376595"/>
              <a:ext cx="110160" cy="19980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34FA4835-F9A0-37A3-9FA2-D8EFF6B406F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471301" y="361143"/>
                <a:ext cx="140760" cy="2303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4A6EBEC8-4536-F21F-044D-3DE733EADB24}"/>
                  </a:ext>
                </a:extLst>
              </p14:cNvPr>
              <p14:cNvContentPartPr/>
              <p14:nvPr/>
            </p14:nvContentPartPr>
            <p14:xfrm>
              <a:off x="8604501" y="388835"/>
              <a:ext cx="133560" cy="1605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4A6EBEC8-4536-F21F-044D-3DE733EADB2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589063" y="373390"/>
                <a:ext cx="164078" cy="1910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DE2FDAF5-A04D-60DE-EAD2-BAD8767C5ED0}"/>
                  </a:ext>
                </a:extLst>
              </p14:cNvPr>
              <p14:cNvContentPartPr/>
              <p14:nvPr/>
            </p14:nvContentPartPr>
            <p14:xfrm>
              <a:off x="8769021" y="399995"/>
              <a:ext cx="149400" cy="1328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DE2FDAF5-A04D-60DE-EAD2-BAD8767C5ED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753504" y="384515"/>
                <a:ext cx="180074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41860785-AF3B-493F-FB12-D983F5F94138}"/>
                  </a:ext>
                </a:extLst>
              </p14:cNvPr>
              <p14:cNvContentPartPr/>
              <p14:nvPr/>
            </p14:nvContentPartPr>
            <p14:xfrm>
              <a:off x="8918061" y="401795"/>
              <a:ext cx="133560" cy="9252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41860785-AF3B-493F-FB12-D983F5F9413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902623" y="386315"/>
                <a:ext cx="164078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A55C0136-E15C-1990-3F8E-5BB4BA7487A9}"/>
                  </a:ext>
                </a:extLst>
              </p14:cNvPr>
              <p14:cNvContentPartPr/>
              <p14:nvPr/>
            </p14:nvContentPartPr>
            <p14:xfrm>
              <a:off x="9019941" y="164915"/>
              <a:ext cx="439200" cy="3531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A55C0136-E15C-1990-3F8E-5BB4BA7487A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004461" y="149419"/>
                <a:ext cx="469800" cy="3837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42BBE2E0-B833-3FF8-3158-0CBC95FB452F}"/>
                  </a:ext>
                </a:extLst>
              </p14:cNvPr>
              <p14:cNvContentPartPr/>
              <p14:nvPr/>
            </p14:nvContentPartPr>
            <p14:xfrm>
              <a:off x="9498021" y="282635"/>
              <a:ext cx="78840" cy="2268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42BBE2E0-B833-3FF8-3158-0CBC95FB452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482541" y="267155"/>
                <a:ext cx="10944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4D8A29CB-60E4-7E95-DB29-C32163BCE4C6}"/>
                  </a:ext>
                </a:extLst>
              </p14:cNvPr>
              <p14:cNvContentPartPr/>
              <p14:nvPr/>
            </p14:nvContentPartPr>
            <p14:xfrm>
              <a:off x="10047021" y="298115"/>
              <a:ext cx="55080" cy="867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4D8A29CB-60E4-7E95-DB29-C32163BCE4C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031642" y="282570"/>
                <a:ext cx="85481" cy="11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7B425FD1-5830-8D3E-5792-9569E7F7DA49}"/>
                  </a:ext>
                </a:extLst>
              </p14:cNvPr>
              <p14:cNvContentPartPr/>
              <p14:nvPr/>
            </p14:nvContentPartPr>
            <p14:xfrm>
              <a:off x="10086261" y="123155"/>
              <a:ext cx="188640" cy="61344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7B425FD1-5830-8D3E-5792-9569E7F7DA4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070781" y="107684"/>
                <a:ext cx="219240" cy="6440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E69326A6-CB0C-6CDD-1596-A672990F64F0}"/>
                  </a:ext>
                </a:extLst>
              </p14:cNvPr>
              <p14:cNvContentPartPr/>
              <p14:nvPr/>
            </p14:nvContentPartPr>
            <p14:xfrm>
              <a:off x="9968541" y="266795"/>
              <a:ext cx="149400" cy="21204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E69326A6-CB0C-6CDD-1596-A672990F64F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953061" y="251315"/>
                <a:ext cx="18000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EA23A563-9485-F427-0658-5E3E71E15245}"/>
                  </a:ext>
                </a:extLst>
              </p14:cNvPr>
              <p14:cNvContentPartPr/>
              <p14:nvPr/>
            </p14:nvContentPartPr>
            <p14:xfrm>
              <a:off x="10595661" y="220715"/>
              <a:ext cx="164880" cy="2426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EA23A563-9485-F427-0658-5E3E71E1524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580181" y="205235"/>
                <a:ext cx="19548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3DC4A4F0-BC65-6C21-934F-21EB3D86DEA1}"/>
                  </a:ext>
                </a:extLst>
              </p14:cNvPr>
              <p14:cNvContentPartPr/>
              <p14:nvPr/>
            </p14:nvContentPartPr>
            <p14:xfrm>
              <a:off x="10776021" y="243395"/>
              <a:ext cx="110160" cy="1573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3DC4A4F0-BC65-6C21-934F-21EB3D86DEA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760541" y="227915"/>
                <a:ext cx="14076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A335F105-62AE-E755-4C67-CA3090363CBA}"/>
                  </a:ext>
                </a:extLst>
              </p14:cNvPr>
              <p14:cNvContentPartPr/>
              <p14:nvPr/>
            </p14:nvContentPartPr>
            <p14:xfrm>
              <a:off x="10925061" y="291275"/>
              <a:ext cx="118080" cy="777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A335F105-62AE-E755-4C67-CA3090363CB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909581" y="275866"/>
                <a:ext cx="148680" cy="108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DB060240-5389-77B7-1F5B-1D56BF15E36B}"/>
                  </a:ext>
                </a:extLst>
              </p14:cNvPr>
              <p14:cNvContentPartPr/>
              <p14:nvPr/>
            </p14:nvContentPartPr>
            <p14:xfrm>
              <a:off x="11042421" y="212075"/>
              <a:ext cx="110160" cy="18756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DB060240-5389-77B7-1F5B-1D56BF15E36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026941" y="196595"/>
                <a:ext cx="14076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669FA1CE-C18E-1CC4-B7A6-2DA2FCE88CAD}"/>
                  </a:ext>
                </a:extLst>
              </p14:cNvPr>
              <p14:cNvContentPartPr/>
              <p14:nvPr/>
            </p14:nvContentPartPr>
            <p14:xfrm>
              <a:off x="11152221" y="228635"/>
              <a:ext cx="212040" cy="2034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669FA1CE-C18E-1CC4-B7A6-2DA2FCE88CA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136741" y="213155"/>
                <a:ext cx="24264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EB55A3D8-87CA-29F9-066A-F4485DF8EB51}"/>
                  </a:ext>
                </a:extLst>
              </p14:cNvPr>
              <p14:cNvContentPartPr/>
              <p14:nvPr/>
            </p14:nvContentPartPr>
            <p14:xfrm>
              <a:off x="11387661" y="219635"/>
              <a:ext cx="93600" cy="2120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EB55A3D8-87CA-29F9-066A-F4485DF8EB5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372181" y="204155"/>
                <a:ext cx="12420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208295C3-CC38-F970-33B1-7E02E2E29B90}"/>
                  </a:ext>
                </a:extLst>
              </p14:cNvPr>
              <p14:cNvContentPartPr/>
              <p14:nvPr/>
            </p14:nvContentPartPr>
            <p14:xfrm>
              <a:off x="11693301" y="306035"/>
              <a:ext cx="31680" cy="7884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208295C3-CC38-F970-33B1-7E02E2E29B9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1677821" y="290555"/>
                <a:ext cx="6228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4DE8699-EACF-3E12-39B8-B41AD955AC34}"/>
                  </a:ext>
                </a:extLst>
              </p14:cNvPr>
              <p14:cNvContentPartPr/>
              <p14:nvPr/>
            </p14:nvContentPartPr>
            <p14:xfrm>
              <a:off x="11716701" y="156995"/>
              <a:ext cx="360" cy="36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4DE8699-EACF-3E12-39B8-B41AD955AC3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701221" y="141515"/>
                <a:ext cx="309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9246BA18-0762-984C-B90F-76B56D46F55A}"/>
                  </a:ext>
                </a:extLst>
              </p14:cNvPr>
              <p14:cNvContentPartPr/>
              <p14:nvPr/>
            </p14:nvContentPartPr>
            <p14:xfrm>
              <a:off x="11810661" y="313955"/>
              <a:ext cx="149400" cy="9432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9246BA18-0762-984C-B90F-76B56D46F55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795181" y="298534"/>
                <a:ext cx="180000" cy="1248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4E3FAC29-E473-FD5A-2DC6-A224E22BE730}"/>
                  </a:ext>
                </a:extLst>
              </p14:cNvPr>
              <p14:cNvContentPartPr/>
              <p14:nvPr/>
            </p14:nvContentPartPr>
            <p14:xfrm>
              <a:off x="9278781" y="741635"/>
              <a:ext cx="23760" cy="3567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4E3FAC29-E473-FD5A-2DC6-A224E22BE73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263301" y="726155"/>
                <a:ext cx="5436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1EC8DBDE-D370-6E71-8067-6E17ACFB94CE}"/>
                  </a:ext>
                </a:extLst>
              </p14:cNvPr>
              <p14:cNvContentPartPr/>
              <p14:nvPr/>
            </p14:nvContentPartPr>
            <p14:xfrm>
              <a:off x="9318021" y="918395"/>
              <a:ext cx="188640" cy="11700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1EC8DBDE-D370-6E71-8067-6E17ACFB94C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302541" y="902962"/>
                <a:ext cx="219240" cy="1475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66B97E05-E824-835F-D00B-0114E3B2EB9F}"/>
                  </a:ext>
                </a:extLst>
              </p14:cNvPr>
              <p14:cNvContentPartPr/>
              <p14:nvPr/>
            </p14:nvContentPartPr>
            <p14:xfrm>
              <a:off x="9538341" y="885995"/>
              <a:ext cx="93600" cy="4856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66B97E05-E824-835F-D00B-0114E3B2EB9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522861" y="870515"/>
                <a:ext cx="124200" cy="5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DFA03D06-A7D4-F050-7072-6E438B5610CB}"/>
                  </a:ext>
                </a:extLst>
              </p14:cNvPr>
              <p14:cNvContentPartPr/>
              <p14:nvPr/>
            </p14:nvContentPartPr>
            <p14:xfrm>
              <a:off x="9662901" y="873035"/>
              <a:ext cx="188640" cy="2721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DFA03D06-A7D4-F050-7072-6E438B5610C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647421" y="857555"/>
                <a:ext cx="21924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997C7313-D314-875E-1A80-BAE540AEBEAD}"/>
                  </a:ext>
                </a:extLst>
              </p14:cNvPr>
              <p14:cNvContentPartPr/>
              <p14:nvPr/>
            </p14:nvContentPartPr>
            <p14:xfrm>
              <a:off x="9850821" y="854675"/>
              <a:ext cx="70920" cy="23544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997C7313-D314-875E-1A80-BAE540AEBEA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835341" y="839195"/>
                <a:ext cx="10152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9071D567-D8B0-7FCF-95D7-CE97601FCE3A}"/>
                  </a:ext>
                </a:extLst>
              </p14:cNvPr>
              <p14:cNvContentPartPr/>
              <p14:nvPr/>
            </p14:nvContentPartPr>
            <p14:xfrm>
              <a:off x="10321341" y="705995"/>
              <a:ext cx="196200" cy="45504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9071D567-D8B0-7FCF-95D7-CE97601FCE3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305889" y="690515"/>
                <a:ext cx="226744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97146B72-9699-7EC4-A390-22DB85B4A8A4}"/>
                  </a:ext>
                </a:extLst>
              </p14:cNvPr>
              <p14:cNvContentPartPr/>
              <p14:nvPr/>
            </p14:nvContentPartPr>
            <p14:xfrm>
              <a:off x="6543501" y="2406995"/>
              <a:ext cx="1191240" cy="83916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97146B72-9699-7EC4-A390-22DB85B4A8A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532698" y="2396195"/>
                <a:ext cx="1212486" cy="86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91FB4F67-2D63-BBBA-13DC-AF8ADE8B5B9F}"/>
                  </a:ext>
                </a:extLst>
              </p14:cNvPr>
              <p14:cNvContentPartPr/>
              <p14:nvPr/>
            </p14:nvContentPartPr>
            <p14:xfrm>
              <a:off x="7718541" y="2548115"/>
              <a:ext cx="94320" cy="20412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91FB4F67-2D63-BBBA-13DC-AF8ADE8B5B9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707741" y="2537315"/>
                <a:ext cx="11556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338032ED-FD23-DA0A-EA16-E09170F9363C}"/>
                  </a:ext>
                </a:extLst>
              </p14:cNvPr>
              <p14:cNvContentPartPr/>
              <p14:nvPr/>
            </p14:nvContentPartPr>
            <p14:xfrm>
              <a:off x="6370341" y="4061915"/>
              <a:ext cx="439200" cy="32904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338032ED-FD23-DA0A-EA16-E09170F9363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354874" y="4046418"/>
                <a:ext cx="469775" cy="3596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99DE4849-A1EB-1579-84AA-8D47AA0EF6BE}"/>
                  </a:ext>
                </a:extLst>
              </p14:cNvPr>
              <p14:cNvContentPartPr/>
              <p14:nvPr/>
            </p14:nvContentPartPr>
            <p14:xfrm>
              <a:off x="6942381" y="3974795"/>
              <a:ext cx="353160" cy="54900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99DE4849-A1EB-1579-84AA-8D47AA0EF6B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926901" y="3959315"/>
                <a:ext cx="383760" cy="5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54AB30A9-AE74-8EB2-97C6-359DBCA12E4D}"/>
                  </a:ext>
                </a:extLst>
              </p14:cNvPr>
              <p14:cNvContentPartPr/>
              <p14:nvPr/>
            </p14:nvContentPartPr>
            <p14:xfrm>
              <a:off x="10305501" y="3567275"/>
              <a:ext cx="745200" cy="2710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54AB30A9-AE74-8EB2-97C6-359DBCA12E4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290021" y="3551816"/>
                <a:ext cx="775800" cy="3016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4DB19BC5-7EA5-841B-49AC-06D43B5F2379}"/>
                  </a:ext>
                </a:extLst>
              </p14:cNvPr>
              <p14:cNvContentPartPr/>
              <p14:nvPr/>
            </p14:nvContentPartPr>
            <p14:xfrm>
              <a:off x="7530621" y="3716315"/>
              <a:ext cx="2499120" cy="69012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4DB19BC5-7EA5-841B-49AC-06D43B5F237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515143" y="3700843"/>
                <a:ext cx="2529716" cy="72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2BC5845E-B66A-8080-176C-72495D25499F}"/>
                  </a:ext>
                </a:extLst>
              </p14:cNvPr>
              <p14:cNvContentPartPr/>
              <p14:nvPr/>
            </p14:nvContentPartPr>
            <p14:xfrm>
              <a:off x="1423581" y="5088275"/>
              <a:ext cx="321840" cy="33732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2BC5845E-B66A-8080-176C-72495D25499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408101" y="5072795"/>
                <a:ext cx="35244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CED84B16-A5EF-B7A4-0AE0-777490BCFF16}"/>
                  </a:ext>
                </a:extLst>
              </p14:cNvPr>
              <p14:cNvContentPartPr/>
              <p14:nvPr/>
            </p14:nvContentPartPr>
            <p14:xfrm>
              <a:off x="1776381" y="5197715"/>
              <a:ext cx="133560" cy="16920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CED84B16-A5EF-B7A4-0AE0-777490BCFF1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760901" y="5182235"/>
                <a:ext cx="16416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F08DD870-914C-F369-77D9-03BC9EC078B0}"/>
                  </a:ext>
                </a:extLst>
              </p14:cNvPr>
              <p14:cNvContentPartPr/>
              <p14:nvPr/>
            </p14:nvContentPartPr>
            <p14:xfrm>
              <a:off x="1862421" y="5207435"/>
              <a:ext cx="110160" cy="14760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F08DD870-914C-F369-77D9-03BC9EC078B0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846941" y="5191917"/>
                <a:ext cx="140760" cy="178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9202748E-77E3-22ED-A2C3-FCFAE1D93620}"/>
                  </a:ext>
                </a:extLst>
              </p14:cNvPr>
              <p14:cNvContentPartPr/>
              <p14:nvPr/>
            </p14:nvContentPartPr>
            <p14:xfrm>
              <a:off x="2003541" y="5236955"/>
              <a:ext cx="23760" cy="3168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9202748E-77E3-22ED-A2C3-FCFAE1D9362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988061" y="5221475"/>
                <a:ext cx="5436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F3D2AD37-7ACC-E415-C385-604610A32BF5}"/>
                  </a:ext>
                </a:extLst>
              </p14:cNvPr>
              <p14:cNvContentPartPr/>
              <p14:nvPr/>
            </p14:nvContentPartPr>
            <p14:xfrm>
              <a:off x="1988061" y="5217155"/>
              <a:ext cx="94320" cy="1065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F3D2AD37-7ACC-E415-C385-604610A32BF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972581" y="5201675"/>
                <a:ext cx="12492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04AF82D3-8C82-0DC9-3C4D-1A6CA458D37D}"/>
                  </a:ext>
                </a:extLst>
              </p14:cNvPr>
              <p14:cNvContentPartPr/>
              <p14:nvPr/>
            </p14:nvContentPartPr>
            <p14:xfrm>
              <a:off x="2098581" y="5007995"/>
              <a:ext cx="132840" cy="36288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04AF82D3-8C82-0DC9-3C4D-1A6CA458D37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083101" y="4992515"/>
                <a:ext cx="16344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CBBAB9FC-D86D-FF8A-D757-3B00BB5ECA29}"/>
                  </a:ext>
                </a:extLst>
              </p14:cNvPr>
              <p14:cNvContentPartPr/>
              <p14:nvPr/>
            </p14:nvContentPartPr>
            <p14:xfrm>
              <a:off x="2544621" y="4907915"/>
              <a:ext cx="1215360" cy="69012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CBBAB9FC-D86D-FF8A-D757-3B00BB5ECA2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529146" y="4892443"/>
                <a:ext cx="1245951" cy="72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F77CD064-3FDF-38C2-07CF-FC7B95566DC7}"/>
                  </a:ext>
                </a:extLst>
              </p14:cNvPr>
              <p14:cNvContentPartPr/>
              <p14:nvPr/>
            </p14:nvContentPartPr>
            <p14:xfrm>
              <a:off x="4237701" y="5119595"/>
              <a:ext cx="478440" cy="42300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F77CD064-3FDF-38C2-07CF-FC7B95566DC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222221" y="5104115"/>
                <a:ext cx="50904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F249E86A-8848-8D5E-ABDF-C63A74816597}"/>
                  </a:ext>
                </a:extLst>
              </p14:cNvPr>
              <p14:cNvContentPartPr/>
              <p14:nvPr/>
            </p14:nvContentPartPr>
            <p14:xfrm>
              <a:off x="5939061" y="4962635"/>
              <a:ext cx="455040" cy="48636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F249E86A-8848-8D5E-ABDF-C63A7481659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923581" y="4947155"/>
                <a:ext cx="485640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6D0B060D-90C9-042A-405D-3CE0E858A771}"/>
                  </a:ext>
                </a:extLst>
              </p14:cNvPr>
              <p14:cNvContentPartPr/>
              <p14:nvPr/>
            </p14:nvContentPartPr>
            <p14:xfrm>
              <a:off x="5570421" y="5213555"/>
              <a:ext cx="172800" cy="25128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6D0B060D-90C9-042A-405D-3CE0E858A771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554941" y="5198053"/>
                <a:ext cx="203400" cy="2819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6443C72B-7769-B77B-1DF0-B502199F8C70}"/>
                  </a:ext>
                </a:extLst>
              </p14:cNvPr>
              <p14:cNvContentPartPr/>
              <p14:nvPr/>
            </p14:nvContentPartPr>
            <p14:xfrm>
              <a:off x="4849341" y="5049035"/>
              <a:ext cx="572760" cy="45504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6443C72B-7769-B77B-1DF0-B502199F8C7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833861" y="5033555"/>
                <a:ext cx="60336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788C3FDF-E096-0AB6-8719-D23F478969B8}"/>
                  </a:ext>
                </a:extLst>
              </p14:cNvPr>
              <p14:cNvContentPartPr/>
              <p14:nvPr/>
            </p14:nvContentPartPr>
            <p14:xfrm>
              <a:off x="7491381" y="4758875"/>
              <a:ext cx="893880" cy="49428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788C3FDF-E096-0AB6-8719-D23F478969B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475907" y="4743395"/>
                <a:ext cx="924468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9D70C5E4-EF40-C702-7A63-90B94368D9E3}"/>
                  </a:ext>
                </a:extLst>
              </p14:cNvPr>
              <p14:cNvContentPartPr/>
              <p14:nvPr/>
            </p14:nvContentPartPr>
            <p14:xfrm>
              <a:off x="6456381" y="4923395"/>
              <a:ext cx="807840" cy="43920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9D70C5E4-EF40-C702-7A63-90B94368D9E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440901" y="4907915"/>
                <a:ext cx="83844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E2598584-164D-7B6B-15A3-03C641D31330}"/>
                  </a:ext>
                </a:extLst>
              </p14:cNvPr>
              <p14:cNvContentPartPr/>
              <p14:nvPr/>
            </p14:nvContentPartPr>
            <p14:xfrm>
              <a:off x="2646501" y="6060995"/>
              <a:ext cx="941040" cy="45252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E2598584-164D-7B6B-15A3-03C641D31330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631021" y="6045515"/>
                <a:ext cx="971640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850CE39D-7E8A-C236-D6F7-668057F5027A}"/>
                  </a:ext>
                </a:extLst>
              </p14:cNvPr>
              <p14:cNvContentPartPr/>
              <p14:nvPr/>
            </p14:nvContentPartPr>
            <p14:xfrm>
              <a:off x="1290381" y="6005195"/>
              <a:ext cx="933120" cy="42372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850CE39D-7E8A-C236-D6F7-668057F5027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274901" y="5989715"/>
                <a:ext cx="96372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CA463EF3-D0EC-3754-4545-68095A65DDD2}"/>
                  </a:ext>
                </a:extLst>
              </p14:cNvPr>
              <p14:cNvContentPartPr/>
              <p14:nvPr/>
            </p14:nvContentPartPr>
            <p14:xfrm>
              <a:off x="3657741" y="6185555"/>
              <a:ext cx="125640" cy="19620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CA463EF3-D0EC-3754-4545-68095A65DDD2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642305" y="6170075"/>
                <a:ext cx="156153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F4765D6A-332A-5E42-F123-DF65B16B4EAF}"/>
                  </a:ext>
                </a:extLst>
              </p14:cNvPr>
              <p14:cNvContentPartPr/>
              <p14:nvPr/>
            </p14:nvContentPartPr>
            <p14:xfrm>
              <a:off x="4010541" y="6342515"/>
              <a:ext cx="8280" cy="828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F4765D6A-332A-5E42-F123-DF65B16B4EA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995061" y="6327035"/>
                <a:ext cx="388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1BBCADB9-3DE5-5FC3-3239-873ABD140E0E}"/>
                  </a:ext>
                </a:extLst>
              </p14:cNvPr>
              <p14:cNvContentPartPr/>
              <p14:nvPr/>
            </p14:nvContentPartPr>
            <p14:xfrm>
              <a:off x="3979221" y="6232715"/>
              <a:ext cx="23760" cy="1620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1BBCADB9-3DE5-5FC3-3239-873ABD140E0E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963972" y="6217235"/>
                <a:ext cx="53903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ADFF82B7-738F-CD00-0BAC-919681BFA109}"/>
                  </a:ext>
                </a:extLst>
              </p14:cNvPr>
              <p14:cNvContentPartPr/>
              <p14:nvPr/>
            </p14:nvContentPartPr>
            <p14:xfrm>
              <a:off x="4332021" y="6122915"/>
              <a:ext cx="196200" cy="16488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ADFF82B7-738F-CD00-0BAC-919681BFA109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316569" y="6107435"/>
                <a:ext cx="226744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C98B7357-0D4F-23FE-B588-CA8F5DCC23AB}"/>
                  </a:ext>
                </a:extLst>
              </p14:cNvPr>
              <p14:cNvContentPartPr/>
              <p14:nvPr/>
            </p14:nvContentPartPr>
            <p14:xfrm>
              <a:off x="7554021" y="5676155"/>
              <a:ext cx="988200" cy="58032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C98B7357-0D4F-23FE-B588-CA8F5DCC23AB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538541" y="5660685"/>
                <a:ext cx="1018800" cy="6109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10DD9855-AD9E-F59C-D8D9-025CE407E399}"/>
                  </a:ext>
                </a:extLst>
              </p14:cNvPr>
              <p14:cNvContentPartPr/>
              <p14:nvPr/>
            </p14:nvContentPartPr>
            <p14:xfrm>
              <a:off x="6095661" y="5684075"/>
              <a:ext cx="1239120" cy="64332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10DD9855-AD9E-F59C-D8D9-025CE407E399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6080181" y="5668595"/>
                <a:ext cx="1269720" cy="67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8B5C8C83-00CA-C3D1-751E-E91C5BB710DB}"/>
                  </a:ext>
                </a:extLst>
              </p14:cNvPr>
              <p14:cNvContentPartPr/>
              <p14:nvPr/>
            </p14:nvContentPartPr>
            <p14:xfrm>
              <a:off x="5570421" y="5911235"/>
              <a:ext cx="353160" cy="34524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8B5C8C83-00CA-C3D1-751E-E91C5BB710D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554941" y="5895755"/>
                <a:ext cx="38376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17E3F308-2DD5-4873-58D9-01AB0C2F170F}"/>
                  </a:ext>
                </a:extLst>
              </p14:cNvPr>
              <p14:cNvContentPartPr/>
              <p14:nvPr/>
            </p14:nvContentPartPr>
            <p14:xfrm>
              <a:off x="4668981" y="5934635"/>
              <a:ext cx="745200" cy="43164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17E3F308-2DD5-4873-58D9-01AB0C2F170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653494" y="5919155"/>
                <a:ext cx="775815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51D6C103-F24C-9214-4424-EB8E593F15D7}"/>
                  </a:ext>
                </a:extLst>
              </p14:cNvPr>
              <p14:cNvContentPartPr/>
              <p14:nvPr/>
            </p14:nvContentPartPr>
            <p14:xfrm>
              <a:off x="8730861" y="4421915"/>
              <a:ext cx="783360" cy="53856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51D6C103-F24C-9214-4424-EB8E593F15D7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8715381" y="4406435"/>
                <a:ext cx="813960" cy="56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4A5D4849-F51D-E7AB-9373-A6E375543072}"/>
                  </a:ext>
                </a:extLst>
              </p14:cNvPr>
              <p14:cNvContentPartPr/>
              <p14:nvPr/>
            </p14:nvContentPartPr>
            <p14:xfrm>
              <a:off x="8684421" y="5331275"/>
              <a:ext cx="1064880" cy="63900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4A5D4849-F51D-E7AB-9373-A6E375543072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668941" y="5315795"/>
                <a:ext cx="1095480" cy="66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938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80EA2-5A30-4B24-0920-281A1D4D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Generalize now to 100x100 image, a dense neural network of 3 layers, each with 10 neurons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7BD28D2-6261-E9E1-62D8-CFE9DD795517}"/>
                  </a:ext>
                </a:extLst>
              </p14:cNvPr>
              <p14:cNvContentPartPr/>
              <p14:nvPr/>
            </p14:nvContentPartPr>
            <p14:xfrm>
              <a:off x="3790941" y="2406635"/>
              <a:ext cx="227520" cy="943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7BD28D2-6261-E9E1-62D8-CFE9DD7955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5461" y="2391155"/>
                <a:ext cx="2581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338E8F6-E0C2-DE65-F2C3-2B0B6191623F}"/>
                  </a:ext>
                </a:extLst>
              </p14:cNvPr>
              <p14:cNvContentPartPr/>
              <p14:nvPr/>
            </p14:nvContentPartPr>
            <p14:xfrm>
              <a:off x="1436541" y="2072195"/>
              <a:ext cx="2071800" cy="820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338E8F6-E0C2-DE65-F2C3-2B0B619162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21061" y="2056715"/>
                <a:ext cx="2102400" cy="85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F72C424-1FC0-CB62-5E94-E658A583B6E3}"/>
                  </a:ext>
                </a:extLst>
              </p14:cNvPr>
              <p14:cNvContentPartPr/>
              <p14:nvPr/>
            </p14:nvContentPartPr>
            <p14:xfrm>
              <a:off x="4465221" y="2007755"/>
              <a:ext cx="564480" cy="664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F72C424-1FC0-CB62-5E94-E658A583B6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49751" y="1992275"/>
                <a:ext cx="595060" cy="69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C7B6E6A-4BFF-F51A-412D-1EDF7514A8B0}"/>
                  </a:ext>
                </a:extLst>
              </p14:cNvPr>
              <p14:cNvContentPartPr/>
              <p14:nvPr/>
            </p14:nvContentPartPr>
            <p14:xfrm>
              <a:off x="5076861" y="2243915"/>
              <a:ext cx="885240" cy="3279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C7B6E6A-4BFF-F51A-412D-1EDF7514A8B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61381" y="2228435"/>
                <a:ext cx="91584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AAE8E7D-6D45-15D5-AB82-F04D0520F3CF}"/>
                  </a:ext>
                </a:extLst>
              </p14:cNvPr>
              <p14:cNvContentPartPr/>
              <p14:nvPr/>
            </p14:nvContentPartPr>
            <p14:xfrm>
              <a:off x="6730701" y="2218715"/>
              <a:ext cx="204120" cy="3139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AAE8E7D-6D45-15D5-AB82-F04D0520F3C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15221" y="2203235"/>
                <a:ext cx="23472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F8EE95A-DF69-94C0-6992-57E923E44C73}"/>
                  </a:ext>
                </a:extLst>
              </p14:cNvPr>
              <p14:cNvContentPartPr/>
              <p14:nvPr/>
            </p14:nvContentPartPr>
            <p14:xfrm>
              <a:off x="6095661" y="2058155"/>
              <a:ext cx="424080" cy="5446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F8EE95A-DF69-94C0-6992-57E923E44C7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80168" y="2042675"/>
                <a:ext cx="454706" cy="5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1170774-0007-1DF1-1B11-5D74A4D5A20C}"/>
                  </a:ext>
                </a:extLst>
              </p14:cNvPr>
              <p14:cNvContentPartPr/>
              <p14:nvPr/>
            </p14:nvContentPartPr>
            <p14:xfrm>
              <a:off x="7146141" y="1936475"/>
              <a:ext cx="494280" cy="6120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1170774-0007-1DF1-1B11-5D74A4D5A20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130661" y="1920995"/>
                <a:ext cx="524880" cy="64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56C6EB4-211F-5DBB-5F82-83E7CF5AFD3C}"/>
                  </a:ext>
                </a:extLst>
              </p14:cNvPr>
              <p14:cNvContentPartPr/>
              <p14:nvPr/>
            </p14:nvContentPartPr>
            <p14:xfrm>
              <a:off x="9074661" y="1865915"/>
              <a:ext cx="1527480" cy="8312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56C6EB4-211F-5DBB-5F82-83E7CF5AFD3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059181" y="1850435"/>
                <a:ext cx="1558080" cy="86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C799178-4FAB-C08C-1B2B-61D378EE24EC}"/>
                  </a:ext>
                </a:extLst>
              </p14:cNvPr>
              <p14:cNvContentPartPr/>
              <p14:nvPr/>
            </p14:nvContentPartPr>
            <p14:xfrm>
              <a:off x="7765701" y="1951955"/>
              <a:ext cx="1090080" cy="6433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C799178-4FAB-C08C-1B2B-61D378EE24E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750221" y="1936466"/>
                <a:ext cx="1120680" cy="673937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itle 1">
            <a:extLst>
              <a:ext uri="{FF2B5EF4-FFF2-40B4-BE49-F238E27FC236}">
                <a16:creationId xmlns:a16="http://schemas.microsoft.com/office/drawing/2014/main" id="{38EDD219-355D-DDAF-E7A5-ED15AE49118B}"/>
              </a:ext>
            </a:extLst>
          </p:cNvPr>
          <p:cNvSpPr txBox="1">
            <a:spLocks/>
          </p:cNvSpPr>
          <p:nvPr/>
        </p:nvSpPr>
        <p:spPr>
          <a:xfrm>
            <a:off x="838200" y="362334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Generalize now to 200x200 image, a dense neural network of 1 layer, and a total of 40000 neurons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F0C02D1F-6618-F836-6C46-8E007CF8C61B}"/>
                  </a:ext>
                </a:extLst>
              </p14:cNvPr>
              <p14:cNvContentPartPr/>
              <p14:nvPr/>
            </p14:nvContentPartPr>
            <p14:xfrm>
              <a:off x="3618501" y="5362235"/>
              <a:ext cx="775440" cy="3729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F0C02D1F-6618-F836-6C46-8E007CF8C61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03021" y="5346770"/>
                <a:ext cx="806040" cy="4035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B02B57BA-4FE9-5E80-AB71-79D85D0E16D1}"/>
                  </a:ext>
                </a:extLst>
              </p14:cNvPr>
              <p14:cNvContentPartPr/>
              <p14:nvPr/>
            </p14:nvContentPartPr>
            <p14:xfrm>
              <a:off x="4558821" y="5213195"/>
              <a:ext cx="1027800" cy="5176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B02B57BA-4FE9-5E80-AB71-79D85D0E16D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43336" y="5197715"/>
                <a:ext cx="1058411" cy="54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AFE1909E-9D45-A81D-0779-A3818FFFC994}"/>
                  </a:ext>
                </a:extLst>
              </p14:cNvPr>
              <p14:cNvContentPartPr/>
              <p14:nvPr/>
            </p14:nvContentPartPr>
            <p14:xfrm>
              <a:off x="6511461" y="5401475"/>
              <a:ext cx="329760" cy="2023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AFE1909E-9D45-A81D-0779-A3818FFFC99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495981" y="5386022"/>
                <a:ext cx="360360" cy="2328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3FBF34B3-60E5-79F4-2E87-DECDA73C6D5B}"/>
                  </a:ext>
                </a:extLst>
              </p14:cNvPr>
              <p14:cNvContentPartPr/>
              <p14:nvPr/>
            </p14:nvContentPartPr>
            <p14:xfrm>
              <a:off x="5750781" y="5260355"/>
              <a:ext cx="517680" cy="5414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3FBF34B3-60E5-79F4-2E87-DECDA73C6D5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735301" y="5244875"/>
                <a:ext cx="548280" cy="5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ECFE3C23-2432-EAD7-AA58-3BA415F321C6}"/>
                  </a:ext>
                </a:extLst>
              </p14:cNvPr>
              <p14:cNvContentPartPr/>
              <p14:nvPr/>
            </p14:nvContentPartPr>
            <p14:xfrm>
              <a:off x="7365741" y="5150555"/>
              <a:ext cx="1325160" cy="4003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ECFE3C23-2432-EAD7-AA58-3BA415F321C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350261" y="5135075"/>
                <a:ext cx="1355760" cy="43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0704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E567-C42F-E59E-C8BD-5AADA24B5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4DBA676-6F16-F3A7-5088-8F493C1225E7}"/>
                  </a:ext>
                </a:extLst>
              </p14:cNvPr>
              <p14:cNvContentPartPr/>
              <p14:nvPr/>
            </p14:nvContentPartPr>
            <p14:xfrm>
              <a:off x="4190901" y="266435"/>
              <a:ext cx="384480" cy="2477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4DBA676-6F16-F3A7-5088-8F493C1225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5421" y="250955"/>
                <a:ext cx="415080" cy="250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AB814B3-3676-1AA7-E725-34D1E788814E}"/>
                  </a:ext>
                </a:extLst>
              </p14:cNvPr>
              <p14:cNvContentPartPr/>
              <p14:nvPr/>
            </p14:nvContentPartPr>
            <p14:xfrm>
              <a:off x="5499861" y="290195"/>
              <a:ext cx="447480" cy="274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AB814B3-3676-1AA7-E725-34D1E78881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84369" y="274715"/>
                <a:ext cx="478105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61A935A-095D-13C3-6DA8-C7EB7AA78C8B}"/>
                  </a:ext>
                </a:extLst>
              </p14:cNvPr>
              <p14:cNvContentPartPr/>
              <p14:nvPr/>
            </p14:nvContentPartPr>
            <p14:xfrm>
              <a:off x="4770861" y="321515"/>
              <a:ext cx="361080" cy="259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61A935A-095D-13C3-6DA8-C7EB7AA78C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55366" y="306035"/>
                <a:ext cx="391711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8E6E95F-2EF8-7E22-8671-CD1C0E4E6B21}"/>
                  </a:ext>
                </a:extLst>
              </p14:cNvPr>
              <p14:cNvContentPartPr/>
              <p14:nvPr/>
            </p14:nvContentPartPr>
            <p14:xfrm>
              <a:off x="6323181" y="267515"/>
              <a:ext cx="133560" cy="2415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8E6E95F-2EF8-7E22-8671-CD1C0E4E6B2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07743" y="252035"/>
                <a:ext cx="164078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9532D4D-95F5-AEAE-01A6-1CE475B48A6E}"/>
                  </a:ext>
                </a:extLst>
              </p14:cNvPr>
              <p14:cNvContentPartPr/>
              <p14:nvPr/>
            </p14:nvContentPartPr>
            <p14:xfrm>
              <a:off x="6307341" y="290195"/>
              <a:ext cx="172800" cy="196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9532D4D-95F5-AEAE-01A6-1CE475B48A6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91861" y="274715"/>
                <a:ext cx="20340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F24D89E-0490-E9BA-DC24-1E0E7BD89F9A}"/>
                  </a:ext>
                </a:extLst>
              </p14:cNvPr>
              <p14:cNvContentPartPr/>
              <p14:nvPr/>
            </p14:nvContentPartPr>
            <p14:xfrm>
              <a:off x="6503541" y="407555"/>
              <a:ext cx="63000" cy="133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F24D89E-0490-E9BA-DC24-1E0E7BD89F9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88149" y="392075"/>
                <a:ext cx="93426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E620986-37E2-0DD9-EF1D-EFAA8356C0EA}"/>
                  </a:ext>
                </a:extLst>
              </p14:cNvPr>
              <p14:cNvContentPartPr/>
              <p14:nvPr/>
            </p14:nvContentPartPr>
            <p14:xfrm>
              <a:off x="6620901" y="392075"/>
              <a:ext cx="118080" cy="2041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E620986-37E2-0DD9-EF1D-EFAA8356C0E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05421" y="376595"/>
                <a:ext cx="1486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687EC58-F35D-A95F-22CD-09B03B7E2B1F}"/>
                  </a:ext>
                </a:extLst>
              </p14:cNvPr>
              <p14:cNvContentPartPr/>
              <p14:nvPr/>
            </p14:nvContentPartPr>
            <p14:xfrm>
              <a:off x="7068021" y="250955"/>
              <a:ext cx="94320" cy="2278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687EC58-F35D-A95F-22CD-09B03B7E2B1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52600" y="235475"/>
                <a:ext cx="124804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95CA1D7-BF3F-6972-C34C-AF9571BCDBA9}"/>
                  </a:ext>
                </a:extLst>
              </p14:cNvPr>
              <p14:cNvContentPartPr/>
              <p14:nvPr/>
            </p14:nvContentPartPr>
            <p14:xfrm>
              <a:off x="7005381" y="227195"/>
              <a:ext cx="188640" cy="243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95CA1D7-BF3F-6972-C34C-AF9571BCDBA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89901" y="211715"/>
                <a:ext cx="2192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C37DE41-7D06-3AD3-8051-9999FC99B949}"/>
                  </a:ext>
                </a:extLst>
              </p14:cNvPr>
              <p14:cNvContentPartPr/>
              <p14:nvPr/>
            </p14:nvContentPartPr>
            <p14:xfrm>
              <a:off x="7240461" y="392075"/>
              <a:ext cx="39600" cy="180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C37DE41-7D06-3AD3-8051-9999FC99B94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224981" y="376595"/>
                <a:ext cx="7020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C9A66B2-CC65-F20A-9811-3ED1E03DEE52}"/>
                  </a:ext>
                </a:extLst>
              </p14:cNvPr>
              <p14:cNvContentPartPr/>
              <p14:nvPr/>
            </p14:nvContentPartPr>
            <p14:xfrm>
              <a:off x="7318941" y="377315"/>
              <a:ext cx="157320" cy="109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C9A66B2-CC65-F20A-9811-3ED1E03DEE5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303461" y="361835"/>
                <a:ext cx="18792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7137268-E725-6DA2-1024-C22A472BC4D2}"/>
                  </a:ext>
                </a:extLst>
              </p14:cNvPr>
              <p14:cNvContentPartPr/>
              <p14:nvPr/>
            </p14:nvContentPartPr>
            <p14:xfrm>
              <a:off x="7452141" y="423395"/>
              <a:ext cx="16200" cy="212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7137268-E725-6DA2-1024-C22A472BC4D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36661" y="407915"/>
                <a:ext cx="4680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8D9419A-6342-C61A-2A89-CE3998D666B8}"/>
                  </a:ext>
                </a:extLst>
              </p14:cNvPr>
              <p14:cNvContentPartPr/>
              <p14:nvPr/>
            </p14:nvContentPartPr>
            <p14:xfrm>
              <a:off x="6479781" y="870155"/>
              <a:ext cx="63000" cy="243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8D9419A-6342-C61A-2A89-CE3998D666B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64301" y="854675"/>
                <a:ext cx="936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A323F47-5989-A649-47FF-A5D7CEE42126}"/>
                  </a:ext>
                </a:extLst>
              </p14:cNvPr>
              <p14:cNvContentPartPr/>
              <p14:nvPr/>
            </p14:nvContentPartPr>
            <p14:xfrm>
              <a:off x="5578341" y="948635"/>
              <a:ext cx="384480" cy="1886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A323F47-5989-A649-47FF-A5D7CEE4212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62861" y="933155"/>
                <a:ext cx="41508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904A451-F8CF-6624-681B-8788366E428F}"/>
                  </a:ext>
                </a:extLst>
              </p14:cNvPr>
              <p14:cNvContentPartPr/>
              <p14:nvPr/>
            </p14:nvContentPartPr>
            <p14:xfrm>
              <a:off x="4755381" y="1027115"/>
              <a:ext cx="478440" cy="2667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904A451-F8CF-6624-681B-8788366E428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739913" y="1011635"/>
                <a:ext cx="509017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8951F7C-955E-D5EF-3A1C-D6846B796974}"/>
                  </a:ext>
                </a:extLst>
              </p14:cNvPr>
              <p14:cNvContentPartPr/>
              <p14:nvPr/>
            </p14:nvContentPartPr>
            <p14:xfrm>
              <a:off x="5994861" y="1011275"/>
              <a:ext cx="156240" cy="180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8951F7C-955E-D5EF-3A1C-D6846B79697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979381" y="995795"/>
                <a:ext cx="18684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14DEEF8-D1CD-4E1A-6FAB-A5BF7B2A0BCE}"/>
                  </a:ext>
                </a:extLst>
              </p14:cNvPr>
              <p14:cNvContentPartPr/>
              <p14:nvPr/>
            </p14:nvContentPartPr>
            <p14:xfrm>
              <a:off x="4825941" y="1600235"/>
              <a:ext cx="447120" cy="4068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14DEEF8-D1CD-4E1A-6FAB-A5BF7B2A0BC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810461" y="1584769"/>
                <a:ext cx="477720" cy="4373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9728AAD-C75D-F4BB-225E-804B864C5604}"/>
                  </a:ext>
                </a:extLst>
              </p14:cNvPr>
              <p14:cNvContentPartPr/>
              <p14:nvPr/>
            </p14:nvContentPartPr>
            <p14:xfrm>
              <a:off x="6401661" y="893555"/>
              <a:ext cx="1246680" cy="4237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9728AAD-C75D-F4BB-225E-804B864C560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386185" y="878075"/>
                <a:ext cx="1277271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8921E3DE-520D-41EF-F188-F1762605CEE2}"/>
                  </a:ext>
                </a:extLst>
              </p14:cNvPr>
              <p14:cNvContentPartPr/>
              <p14:nvPr/>
            </p14:nvContentPartPr>
            <p14:xfrm>
              <a:off x="8502621" y="854315"/>
              <a:ext cx="2125080" cy="6433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8921E3DE-520D-41EF-F188-F1762605CEE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487141" y="838835"/>
                <a:ext cx="2155680" cy="67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FD1AC3F-8399-8D21-D10D-92E7AF5AEF1F}"/>
                  </a:ext>
                </a:extLst>
              </p14:cNvPr>
              <p14:cNvContentPartPr/>
              <p14:nvPr/>
            </p14:nvContentPartPr>
            <p14:xfrm>
              <a:off x="6589581" y="313595"/>
              <a:ext cx="1568520" cy="23130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FD1AC3F-8399-8D21-D10D-92E7AF5AEF1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574097" y="298115"/>
                <a:ext cx="1599127" cy="234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ED4DB7A9-5957-0ECC-000B-2502FA800EC2}"/>
                  </a:ext>
                </a:extLst>
              </p14:cNvPr>
              <p14:cNvContentPartPr/>
              <p14:nvPr/>
            </p14:nvContentPartPr>
            <p14:xfrm>
              <a:off x="5743221" y="2289275"/>
              <a:ext cx="509760" cy="3207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ED4DB7A9-5957-0ECC-000B-2502FA800EC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727741" y="2273795"/>
                <a:ext cx="54036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9606A0F7-B2DD-80A1-2E2E-C9CD1E41632C}"/>
                  </a:ext>
                </a:extLst>
              </p14:cNvPr>
              <p14:cNvContentPartPr/>
              <p14:nvPr/>
            </p14:nvContentPartPr>
            <p14:xfrm>
              <a:off x="4880661" y="2329235"/>
              <a:ext cx="470880" cy="36792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9606A0F7-B2DD-80A1-2E2E-C9CD1E41632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865169" y="2313755"/>
                <a:ext cx="501503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C8CBDC84-DF74-E4A0-34C2-C923BE23E760}"/>
                  </a:ext>
                </a:extLst>
              </p14:cNvPr>
              <p14:cNvContentPartPr/>
              <p14:nvPr/>
            </p14:nvContentPartPr>
            <p14:xfrm>
              <a:off x="5703981" y="1685555"/>
              <a:ext cx="494280" cy="2826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C8CBDC84-DF74-E4A0-34C2-C923BE23E76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688501" y="1670075"/>
                <a:ext cx="52488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B5C74886-B31B-C0C0-920F-5E2750820F0D}"/>
                  </a:ext>
                </a:extLst>
              </p14:cNvPr>
              <p14:cNvContentPartPr/>
              <p14:nvPr/>
            </p14:nvContentPartPr>
            <p14:xfrm>
              <a:off x="1807701" y="3433715"/>
              <a:ext cx="266760" cy="4312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B5C74886-B31B-C0C0-920F-5E2750820F0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792242" y="3418248"/>
                <a:ext cx="297319" cy="4618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0E623FA3-ACE2-728C-6F8F-EF1AA4733BF9}"/>
                  </a:ext>
                </a:extLst>
              </p14:cNvPr>
              <p14:cNvContentPartPr/>
              <p14:nvPr/>
            </p14:nvContentPartPr>
            <p14:xfrm>
              <a:off x="867021" y="3555755"/>
              <a:ext cx="549000" cy="3942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0E623FA3-ACE2-728C-6F8F-EF1AA4733BF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51541" y="3540275"/>
                <a:ext cx="57960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771CB496-E3C0-5F8E-A220-3BFEDFBB96B2}"/>
                  </a:ext>
                </a:extLst>
              </p14:cNvPr>
              <p14:cNvContentPartPr/>
              <p14:nvPr/>
            </p14:nvContentPartPr>
            <p14:xfrm>
              <a:off x="3947901" y="3336155"/>
              <a:ext cx="305280" cy="6613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771CB496-E3C0-5F8E-A220-3BFEDFBB96B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932421" y="3320683"/>
                <a:ext cx="335880" cy="6919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8E09133F-9174-B3FE-80B4-5CDEC4603AB9}"/>
                  </a:ext>
                </a:extLst>
              </p14:cNvPr>
              <p14:cNvContentPartPr/>
              <p14:nvPr/>
            </p14:nvContentPartPr>
            <p14:xfrm>
              <a:off x="5358741" y="3441635"/>
              <a:ext cx="274680" cy="1494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8E09133F-9174-B3FE-80B4-5CDEC4603AB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343261" y="3426155"/>
                <a:ext cx="30528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225C7DC5-9D1A-8918-9C48-3909D841D2D9}"/>
                  </a:ext>
                </a:extLst>
              </p14:cNvPr>
              <p14:cNvContentPartPr/>
              <p14:nvPr/>
            </p14:nvContentPartPr>
            <p14:xfrm>
              <a:off x="6292581" y="3269195"/>
              <a:ext cx="893160" cy="28224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225C7DC5-9D1A-8918-9C48-3909D841D2D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277101" y="3253735"/>
                <a:ext cx="923760" cy="3128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C24AE86E-30F2-351D-7476-DB9F05E56267}"/>
                  </a:ext>
                </a:extLst>
              </p14:cNvPr>
              <p14:cNvContentPartPr/>
              <p14:nvPr/>
            </p14:nvContentPartPr>
            <p14:xfrm>
              <a:off x="4521021" y="3293315"/>
              <a:ext cx="453960" cy="4114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C24AE86E-30F2-351D-7476-DB9F05E5626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505553" y="3277835"/>
                <a:ext cx="484536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E270B1A9-55E8-E7DE-33EB-34BCFFACDFC4}"/>
                  </a:ext>
                </a:extLst>
              </p14:cNvPr>
              <p14:cNvContentPartPr/>
              <p14:nvPr/>
            </p14:nvContentPartPr>
            <p14:xfrm>
              <a:off x="2740461" y="3433715"/>
              <a:ext cx="893160" cy="72216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E270B1A9-55E8-E7DE-33EB-34BCFFACDFC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724981" y="3418243"/>
                <a:ext cx="923760" cy="7527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C34340EC-0B69-5E8A-1751-E35A0B2AD465}"/>
                  </a:ext>
                </a:extLst>
              </p14:cNvPr>
              <p14:cNvContentPartPr/>
              <p14:nvPr/>
            </p14:nvContentPartPr>
            <p14:xfrm>
              <a:off x="2003541" y="3371075"/>
              <a:ext cx="525600" cy="5097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C34340EC-0B69-5E8A-1751-E35A0B2AD46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988061" y="3355606"/>
                <a:ext cx="556200" cy="540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270009A6-D674-6CAB-1BC2-926DC0DD383D}"/>
                  </a:ext>
                </a:extLst>
              </p14:cNvPr>
              <p14:cNvContentPartPr/>
              <p14:nvPr/>
            </p14:nvContentPartPr>
            <p14:xfrm>
              <a:off x="10242861" y="2743955"/>
              <a:ext cx="1282320" cy="7970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270009A6-D674-6CAB-1BC2-926DC0DD383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227381" y="2728482"/>
                <a:ext cx="1312920" cy="8276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5735BA58-96B2-0E5F-3507-9F493EACB578}"/>
                  </a:ext>
                </a:extLst>
              </p14:cNvPr>
              <p14:cNvContentPartPr/>
              <p14:nvPr/>
            </p14:nvContentPartPr>
            <p14:xfrm>
              <a:off x="7647981" y="2845835"/>
              <a:ext cx="2282040" cy="64332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5735BA58-96B2-0E5F-3507-9F493EACB57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632499" y="2830355"/>
                <a:ext cx="2312645" cy="67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1D8A4DD-A7F9-20F5-197F-62BCF07A1284}"/>
                  </a:ext>
                </a:extLst>
              </p14:cNvPr>
              <p14:cNvContentPartPr/>
              <p14:nvPr/>
            </p14:nvContentPartPr>
            <p14:xfrm>
              <a:off x="2042781" y="4249835"/>
              <a:ext cx="1427040" cy="130860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1D8A4DD-A7F9-20F5-197F-62BCF07A128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027301" y="4234355"/>
                <a:ext cx="1457640" cy="13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1E8EC75D-7DB8-28E8-57FD-04E947D3C74D}"/>
                  </a:ext>
                </a:extLst>
              </p14:cNvPr>
              <p14:cNvContentPartPr/>
              <p14:nvPr/>
            </p14:nvContentPartPr>
            <p14:xfrm>
              <a:off x="4018461" y="4115555"/>
              <a:ext cx="133560" cy="23601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1E8EC75D-7DB8-28E8-57FD-04E947D3C74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007661" y="4104755"/>
                <a:ext cx="154800" cy="238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B03D08D6-E99F-1D3F-7950-C21797D66D32}"/>
                  </a:ext>
                </a:extLst>
              </p14:cNvPr>
              <p14:cNvContentPartPr/>
              <p14:nvPr/>
            </p14:nvContentPartPr>
            <p14:xfrm>
              <a:off x="5445141" y="4359635"/>
              <a:ext cx="149400" cy="17208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B03D08D6-E99F-1D3F-7950-C21797D66D3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429624" y="4344155"/>
                <a:ext cx="180074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1B6D530C-B914-8262-D4DC-6A4FC828042C}"/>
                  </a:ext>
                </a:extLst>
              </p14:cNvPr>
              <p14:cNvContentPartPr/>
              <p14:nvPr/>
            </p14:nvContentPartPr>
            <p14:xfrm>
              <a:off x="7452141" y="4664555"/>
              <a:ext cx="1309320" cy="96876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1B6D530C-B914-8262-D4DC-6A4FC828042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436665" y="4649081"/>
                <a:ext cx="1339912" cy="9993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9284568E-8753-086D-D38E-6AD123F4A9C1}"/>
                  </a:ext>
                </a:extLst>
              </p14:cNvPr>
              <p14:cNvContentPartPr/>
              <p14:nvPr/>
            </p14:nvContentPartPr>
            <p14:xfrm>
              <a:off x="5539101" y="4774355"/>
              <a:ext cx="1537200" cy="51012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9284568E-8753-086D-D38E-6AD123F4A9C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523617" y="4758875"/>
                <a:ext cx="1567807" cy="54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AFD8B61E-B03B-AD4E-D011-3A84FFDD34BA}"/>
                  </a:ext>
                </a:extLst>
              </p14:cNvPr>
              <p14:cNvContentPartPr/>
              <p14:nvPr/>
            </p14:nvContentPartPr>
            <p14:xfrm>
              <a:off x="4490421" y="4954715"/>
              <a:ext cx="618120" cy="33732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AFD8B61E-B03B-AD4E-D011-3A84FFDD34B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474932" y="4939235"/>
                <a:ext cx="648738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1BB4CC54-5179-BBC4-FCAF-043D39754772}"/>
                  </a:ext>
                </a:extLst>
              </p14:cNvPr>
              <p14:cNvContentPartPr/>
              <p14:nvPr/>
            </p14:nvContentPartPr>
            <p14:xfrm>
              <a:off x="11136741" y="3723875"/>
              <a:ext cx="481680" cy="45504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1BB4CC54-5179-BBC4-FCAF-043D3975477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121273" y="3708395"/>
                <a:ext cx="512257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AABDB1F3-20E9-A52F-7F23-1F6B3ACB408D}"/>
                  </a:ext>
                </a:extLst>
              </p14:cNvPr>
              <p14:cNvContentPartPr/>
              <p14:nvPr/>
            </p14:nvContentPartPr>
            <p14:xfrm>
              <a:off x="7068021" y="3621995"/>
              <a:ext cx="3637800" cy="86868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AABDB1F3-20E9-A52F-7F23-1F6B3ACB408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052541" y="3606515"/>
                <a:ext cx="3668400" cy="89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2AC47A8C-3D07-36D7-4665-A9EEA21CA657}"/>
                  </a:ext>
                </a:extLst>
              </p14:cNvPr>
              <p14:cNvContentPartPr/>
              <p14:nvPr/>
            </p14:nvContentPartPr>
            <p14:xfrm>
              <a:off x="5852661" y="4154795"/>
              <a:ext cx="878760" cy="46296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2AC47A8C-3D07-36D7-4665-A9EEA21CA65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837175" y="4139315"/>
                <a:ext cx="909373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263E8832-A64A-DE9B-41D6-346D6D2F8C4E}"/>
                  </a:ext>
                </a:extLst>
              </p14:cNvPr>
              <p14:cNvContentPartPr/>
              <p14:nvPr/>
            </p14:nvContentPartPr>
            <p14:xfrm>
              <a:off x="4378821" y="4217795"/>
              <a:ext cx="792000" cy="45828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263E8832-A64A-DE9B-41D6-346D6D2F8C4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363341" y="4202327"/>
                <a:ext cx="822600" cy="4888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B37DBF0D-EC96-95E5-46F8-A6092DB0D2D5}"/>
                  </a:ext>
                </a:extLst>
              </p14:cNvPr>
              <p14:cNvContentPartPr/>
              <p14:nvPr/>
            </p14:nvContentPartPr>
            <p14:xfrm>
              <a:off x="9061701" y="4586795"/>
              <a:ext cx="209520" cy="69732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B37DBF0D-EC96-95E5-46F8-A6092DB0D2D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046221" y="4571315"/>
                <a:ext cx="240120" cy="72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A04C811D-C64E-B9A5-A7C1-E54870071817}"/>
                  </a:ext>
                </a:extLst>
              </p14:cNvPr>
              <p14:cNvContentPartPr/>
              <p14:nvPr/>
            </p14:nvContentPartPr>
            <p14:xfrm>
              <a:off x="10830741" y="4687955"/>
              <a:ext cx="549360" cy="54900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A04C811D-C64E-B9A5-A7C1-E5487007181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819934" y="4677155"/>
                <a:ext cx="570614" cy="57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6F222032-BBB6-E745-63D7-BF8A0B582456}"/>
                  </a:ext>
                </a:extLst>
              </p14:cNvPr>
              <p14:cNvContentPartPr/>
              <p14:nvPr/>
            </p14:nvContentPartPr>
            <p14:xfrm>
              <a:off x="9929301" y="4554755"/>
              <a:ext cx="674640" cy="46224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6F222032-BBB6-E745-63D7-BF8A0B58245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918495" y="4543955"/>
                <a:ext cx="695891" cy="48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7D861358-FB47-F260-A637-F1FAA8C8F636}"/>
                  </a:ext>
                </a:extLst>
              </p14:cNvPr>
              <p14:cNvContentPartPr/>
              <p14:nvPr/>
            </p14:nvContentPartPr>
            <p14:xfrm>
              <a:off x="9255021" y="4759595"/>
              <a:ext cx="431640" cy="3366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7D861358-FB47-F260-A637-F1FAA8C8F63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244221" y="4748795"/>
                <a:ext cx="45288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212592B7-6AD7-2AE6-AC39-C38B41AE53A8}"/>
                  </a:ext>
                </a:extLst>
              </p14:cNvPr>
              <p14:cNvContentPartPr/>
              <p14:nvPr/>
            </p14:nvContentPartPr>
            <p14:xfrm>
              <a:off x="11458221" y="4554755"/>
              <a:ext cx="172440" cy="71388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212592B7-6AD7-2AE6-AC39-C38B41AE53A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1442741" y="4539275"/>
                <a:ext cx="203040" cy="74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6123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0A6CC5D-FA97-718B-6C50-93C032223582}"/>
                  </a:ext>
                </a:extLst>
              </p14:cNvPr>
              <p14:cNvContentPartPr/>
              <p14:nvPr/>
            </p14:nvContentPartPr>
            <p14:xfrm>
              <a:off x="3446061" y="259595"/>
              <a:ext cx="650880" cy="3740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0A6CC5D-FA97-718B-6C50-93C0322235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30581" y="244115"/>
                <a:ext cx="681480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DF00728-8E15-E80D-27FC-EBB72190CE58}"/>
                  </a:ext>
                </a:extLst>
              </p14:cNvPr>
              <p14:cNvContentPartPr/>
              <p14:nvPr/>
            </p14:nvContentPartPr>
            <p14:xfrm>
              <a:off x="2661981" y="384155"/>
              <a:ext cx="596520" cy="2826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DF00728-8E15-E80D-27FC-EBB72190CE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46492" y="368675"/>
                <a:ext cx="627138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F8371002-C486-7358-3055-5D17A53B7B49}"/>
                  </a:ext>
                </a:extLst>
              </p14:cNvPr>
              <p14:cNvContentPartPr/>
              <p14:nvPr/>
            </p14:nvContentPartPr>
            <p14:xfrm>
              <a:off x="2121261" y="338075"/>
              <a:ext cx="376560" cy="4147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F8371002-C486-7358-3055-5D17A53B7B4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05796" y="322608"/>
                <a:ext cx="407131" cy="4452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CBF9C721-CD4C-5DBC-6302-7F56B22C60DE}"/>
                  </a:ext>
                </a:extLst>
              </p14:cNvPr>
              <p14:cNvContentPartPr/>
              <p14:nvPr/>
            </p14:nvContentPartPr>
            <p14:xfrm>
              <a:off x="4810101" y="211715"/>
              <a:ext cx="336600" cy="3690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CBF9C721-CD4C-5DBC-6302-7F56B22C60D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94621" y="196235"/>
                <a:ext cx="36720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5A33CBB1-9AEF-E415-9511-E0241177B567}"/>
                  </a:ext>
                </a:extLst>
              </p14:cNvPr>
              <p14:cNvContentPartPr/>
              <p14:nvPr/>
            </p14:nvContentPartPr>
            <p14:xfrm>
              <a:off x="4159581" y="329075"/>
              <a:ext cx="486360" cy="3297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5A33CBB1-9AEF-E415-9511-E0241177B56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44101" y="313595"/>
                <a:ext cx="51696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F0CB4B2A-4BA3-E2DA-D075-6EB32732B700}"/>
                  </a:ext>
                </a:extLst>
              </p14:cNvPr>
              <p14:cNvContentPartPr/>
              <p14:nvPr/>
            </p14:nvContentPartPr>
            <p14:xfrm>
              <a:off x="5256861" y="207395"/>
              <a:ext cx="705960" cy="3261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F0CB4B2A-4BA3-E2DA-D075-6EB32732B70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41381" y="191915"/>
                <a:ext cx="73656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FC338045-3128-6313-AD6B-1903D668FC31}"/>
                  </a:ext>
                </a:extLst>
              </p14:cNvPr>
              <p14:cNvContentPartPr/>
              <p14:nvPr/>
            </p14:nvContentPartPr>
            <p14:xfrm>
              <a:off x="7412901" y="195875"/>
              <a:ext cx="133560" cy="3686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FC338045-3128-6313-AD6B-1903D668FC3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97463" y="180395"/>
                <a:ext cx="164078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6B17EE3A-765B-A6DB-C30B-5D857445DB9D}"/>
                  </a:ext>
                </a:extLst>
              </p14:cNvPr>
              <p14:cNvContentPartPr/>
              <p14:nvPr/>
            </p14:nvContentPartPr>
            <p14:xfrm>
              <a:off x="6135981" y="227195"/>
              <a:ext cx="995040" cy="3690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6B17EE3A-765B-A6DB-C30B-5D857445DB9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20501" y="211700"/>
                <a:ext cx="1025640" cy="399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506A2F61-1C8B-6EAA-9B9F-7F7D801FBDB7}"/>
                  </a:ext>
                </a:extLst>
              </p14:cNvPr>
              <p14:cNvContentPartPr/>
              <p14:nvPr/>
            </p14:nvContentPartPr>
            <p14:xfrm>
              <a:off x="7663821" y="156635"/>
              <a:ext cx="603720" cy="3060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506A2F61-1C8B-6EAA-9B9F-7F7D801FBDB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648350" y="141155"/>
                <a:ext cx="634302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E2D88378-D165-BC98-40C2-C7FB9E97F681}"/>
                  </a:ext>
                </a:extLst>
              </p14:cNvPr>
              <p14:cNvContentPartPr/>
              <p14:nvPr/>
            </p14:nvContentPartPr>
            <p14:xfrm>
              <a:off x="8635821" y="149075"/>
              <a:ext cx="431640" cy="5097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E2D88378-D165-BC98-40C2-C7FB9E97F68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20341" y="133606"/>
                <a:ext cx="462240" cy="540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0CF7FCB9-4EE1-A121-1E8B-ECF96308243F}"/>
                  </a:ext>
                </a:extLst>
              </p14:cNvPr>
              <p14:cNvContentPartPr/>
              <p14:nvPr/>
            </p14:nvContentPartPr>
            <p14:xfrm>
              <a:off x="804021" y="1175795"/>
              <a:ext cx="31680" cy="2433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0CF7FCB9-4EE1-A121-1E8B-ECF96308243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93221" y="1164995"/>
                <a:ext cx="5292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F8BB151-887B-9019-6A40-5FEB1B5FD955}"/>
                  </a:ext>
                </a:extLst>
              </p14:cNvPr>
              <p14:cNvContentPartPr/>
              <p14:nvPr/>
            </p14:nvContentPartPr>
            <p14:xfrm>
              <a:off x="749301" y="1050515"/>
              <a:ext cx="266760" cy="4942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F8BB151-887B-9019-6A40-5FEB1B5FD95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38516" y="1039715"/>
                <a:ext cx="287971" cy="51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8F7B73FE-B2FF-A751-5CCD-6F6215A7DB3E}"/>
                  </a:ext>
                </a:extLst>
              </p14:cNvPr>
              <p14:cNvContentPartPr/>
              <p14:nvPr/>
            </p14:nvContentPartPr>
            <p14:xfrm>
              <a:off x="929661" y="1388555"/>
              <a:ext cx="149400" cy="1083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8F7B73FE-B2FF-A751-5CCD-6F6215A7DB3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18861" y="1377755"/>
                <a:ext cx="17064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FF0E6E2D-BD5A-8F35-9483-08569837537F}"/>
                  </a:ext>
                </a:extLst>
              </p14:cNvPr>
              <p14:cNvContentPartPr/>
              <p14:nvPr/>
            </p14:nvContentPartPr>
            <p14:xfrm>
              <a:off x="1431141" y="1128995"/>
              <a:ext cx="47520" cy="3844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FF0E6E2D-BD5A-8F35-9483-08569837537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20341" y="1118195"/>
                <a:ext cx="6876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49D2D978-B3BF-E35B-4A7A-51AB56E58CBC}"/>
                  </a:ext>
                </a:extLst>
              </p14:cNvPr>
              <p14:cNvContentPartPr/>
              <p14:nvPr/>
            </p14:nvContentPartPr>
            <p14:xfrm>
              <a:off x="1317381" y="1184435"/>
              <a:ext cx="482760" cy="34452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49D2D978-B3BF-E35B-4A7A-51AB56E58CB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306581" y="1173635"/>
                <a:ext cx="50400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38DB8A70-D72B-B986-89F1-A34390B7C377}"/>
                  </a:ext>
                </a:extLst>
              </p14:cNvPr>
              <p14:cNvContentPartPr/>
              <p14:nvPr/>
            </p14:nvContentPartPr>
            <p14:xfrm>
              <a:off x="1957461" y="1207115"/>
              <a:ext cx="218880" cy="2984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38DB8A70-D72B-B986-89F1-A34390B7C37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46679" y="1196302"/>
                <a:ext cx="240085" cy="3197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F0D32FBC-A71F-DE97-C3E8-FD4B905A4464}"/>
                  </a:ext>
                </a:extLst>
              </p14:cNvPr>
              <p14:cNvContentPartPr/>
              <p14:nvPr/>
            </p14:nvContentPartPr>
            <p14:xfrm>
              <a:off x="2183901" y="1231595"/>
              <a:ext cx="713880" cy="2426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F0D32FBC-A71F-DE97-C3E8-FD4B905A446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73096" y="1220779"/>
                <a:ext cx="735131" cy="2639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194A49B8-11F7-7C93-7070-8A4A707C87B5}"/>
                  </a:ext>
                </a:extLst>
              </p14:cNvPr>
              <p14:cNvContentPartPr/>
              <p14:nvPr/>
            </p14:nvContentPartPr>
            <p14:xfrm>
              <a:off x="3007941" y="1070675"/>
              <a:ext cx="297360" cy="5562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194A49B8-11F7-7C93-7070-8A4A707C87B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997154" y="1059875"/>
                <a:ext cx="318574" cy="57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9A35588C-E661-83E3-5B60-E33609399DC2}"/>
                  </a:ext>
                </a:extLst>
              </p14:cNvPr>
              <p14:cNvContentPartPr/>
              <p14:nvPr/>
            </p14:nvContentPartPr>
            <p14:xfrm>
              <a:off x="3196941" y="1191635"/>
              <a:ext cx="461160" cy="2188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9A35588C-E661-83E3-5B60-E33609399DC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186133" y="1180853"/>
                <a:ext cx="482417" cy="2400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0707A933-B0D8-D99B-3F5C-21011D0EEB9E}"/>
                  </a:ext>
                </a:extLst>
              </p14:cNvPr>
              <p14:cNvContentPartPr/>
              <p14:nvPr/>
            </p14:nvContentPartPr>
            <p14:xfrm>
              <a:off x="3884901" y="1192355"/>
              <a:ext cx="157320" cy="1641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0707A933-B0D8-D99B-3F5C-21011D0EEB9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874101" y="1181555"/>
                <a:ext cx="17856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F8823E00-73DE-71BF-6E5F-1444C17737B1}"/>
                  </a:ext>
                </a:extLst>
              </p14:cNvPr>
              <p14:cNvContentPartPr/>
              <p14:nvPr/>
            </p14:nvContentPartPr>
            <p14:xfrm>
              <a:off x="4096581" y="1011275"/>
              <a:ext cx="70920" cy="3618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F8823E00-73DE-71BF-6E5F-1444C17737B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085781" y="1000486"/>
                <a:ext cx="92160" cy="383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CCAA3FEF-A770-E2A1-B8ED-F18205E92E77}"/>
                  </a:ext>
                </a:extLst>
              </p14:cNvPr>
              <p14:cNvContentPartPr/>
              <p14:nvPr/>
            </p14:nvContentPartPr>
            <p14:xfrm>
              <a:off x="4206381" y="972035"/>
              <a:ext cx="94320" cy="4550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CCAA3FEF-A770-E2A1-B8ED-F18205E92E7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195581" y="961235"/>
                <a:ext cx="115560" cy="47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17C5D4CD-AA97-08FE-805A-B6E931B1FCC8}"/>
                  </a:ext>
                </a:extLst>
              </p14:cNvPr>
              <p14:cNvContentPartPr/>
              <p14:nvPr/>
            </p14:nvContentPartPr>
            <p14:xfrm>
              <a:off x="4018461" y="1200275"/>
              <a:ext cx="157320" cy="2494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17C5D4CD-AA97-08FE-805A-B6E931B1FCC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007661" y="1189475"/>
                <a:ext cx="17856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67511BF7-5AE0-A1F7-2ED2-0107644106EF}"/>
                  </a:ext>
                </a:extLst>
              </p14:cNvPr>
              <p14:cNvContentPartPr/>
              <p14:nvPr/>
            </p14:nvContentPartPr>
            <p14:xfrm>
              <a:off x="4833501" y="956555"/>
              <a:ext cx="16200" cy="3844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67511BF7-5AE0-A1F7-2ED2-0107644106E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822456" y="945755"/>
                <a:ext cx="37923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A37A3026-10C8-3946-0EA2-990A2A5577E9}"/>
                  </a:ext>
                </a:extLst>
              </p14:cNvPr>
              <p14:cNvContentPartPr/>
              <p14:nvPr/>
            </p14:nvContentPartPr>
            <p14:xfrm>
              <a:off x="4670781" y="1073915"/>
              <a:ext cx="484560" cy="2869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A37A3026-10C8-3946-0EA2-990A2A5577E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659989" y="1063115"/>
                <a:ext cx="505784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E6F1D290-37E4-74F7-1A1A-45E5482508A3}"/>
                  </a:ext>
                </a:extLst>
              </p14:cNvPr>
              <p14:cNvContentPartPr/>
              <p14:nvPr/>
            </p14:nvContentPartPr>
            <p14:xfrm>
              <a:off x="5390421" y="1152395"/>
              <a:ext cx="86760" cy="10224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E6F1D290-37E4-74F7-1A1A-45E5482508A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379621" y="1141633"/>
                <a:ext cx="108000" cy="1234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AC689D5C-6302-636B-9040-07A97B3B56EA}"/>
                  </a:ext>
                </a:extLst>
              </p14:cNvPr>
              <p14:cNvContentPartPr/>
              <p14:nvPr/>
            </p14:nvContentPartPr>
            <p14:xfrm>
              <a:off x="5515701" y="822275"/>
              <a:ext cx="47520" cy="4366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AC689D5C-6302-636B-9040-07A97B3B56E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504901" y="811484"/>
                <a:ext cx="68760" cy="4579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ABFB2628-5CEA-8199-B3BE-1C502A3CA8A4}"/>
                  </a:ext>
                </a:extLst>
              </p14:cNvPr>
              <p14:cNvContentPartPr/>
              <p14:nvPr/>
            </p14:nvContentPartPr>
            <p14:xfrm>
              <a:off x="5383221" y="957275"/>
              <a:ext cx="799200" cy="35136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ABFB2628-5CEA-8199-B3BE-1C502A3CA8A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372416" y="946486"/>
                <a:ext cx="820450" cy="3725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CAAD098-5EDA-DE2D-9336-5A18F3862C8B}"/>
                  </a:ext>
                </a:extLst>
              </p14:cNvPr>
              <p14:cNvContentPartPr/>
              <p14:nvPr/>
            </p14:nvContentPartPr>
            <p14:xfrm>
              <a:off x="6456381" y="1065995"/>
              <a:ext cx="70920" cy="4942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CAAD098-5EDA-DE2D-9336-5A18F3862C8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445581" y="1055195"/>
                <a:ext cx="92160" cy="51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8F0E2F9F-74A2-2842-3A73-E19612503E09}"/>
                  </a:ext>
                </a:extLst>
              </p14:cNvPr>
              <p14:cNvContentPartPr/>
              <p14:nvPr/>
            </p14:nvContentPartPr>
            <p14:xfrm>
              <a:off x="6432981" y="1065995"/>
              <a:ext cx="125640" cy="18864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8F0E2F9F-74A2-2842-3A73-E19612503E0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422212" y="1055195"/>
                <a:ext cx="146819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66E12346-F2BC-6958-65ED-9B41AE0CD270}"/>
                  </a:ext>
                </a:extLst>
              </p14:cNvPr>
              <p14:cNvContentPartPr/>
              <p14:nvPr/>
            </p14:nvContentPartPr>
            <p14:xfrm>
              <a:off x="6566181" y="1105235"/>
              <a:ext cx="139680" cy="11808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66E12346-F2BC-6958-65ED-9B41AE0CD27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555381" y="1094402"/>
                <a:ext cx="160920" cy="1393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593A2487-248F-2B3E-0646-256BC16FD18F}"/>
                  </a:ext>
                </a:extLst>
              </p14:cNvPr>
              <p14:cNvContentPartPr/>
              <p14:nvPr/>
            </p14:nvContentPartPr>
            <p14:xfrm>
              <a:off x="6723861" y="1073915"/>
              <a:ext cx="132840" cy="22500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593A2487-248F-2B3E-0646-256BC16FD18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713061" y="1063115"/>
                <a:ext cx="15408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A7463CB-6764-129D-9ACB-7F985439F2E8}"/>
                  </a:ext>
                </a:extLst>
              </p14:cNvPr>
              <p14:cNvContentPartPr/>
              <p14:nvPr/>
            </p14:nvContentPartPr>
            <p14:xfrm>
              <a:off x="6840501" y="1136555"/>
              <a:ext cx="118080" cy="9432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A7463CB-6764-129D-9ACB-7F985439F2E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829668" y="1125755"/>
                <a:ext cx="139385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D24D66A6-4906-3C37-A672-EE07E9370250}"/>
                  </a:ext>
                </a:extLst>
              </p14:cNvPr>
              <p14:cNvContentPartPr/>
              <p14:nvPr/>
            </p14:nvContentPartPr>
            <p14:xfrm>
              <a:off x="6895581" y="1027115"/>
              <a:ext cx="16200" cy="9432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D24D66A6-4906-3C37-A672-EE07E937025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884781" y="1016315"/>
                <a:ext cx="3744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F8DAF7F-C77E-8360-65FE-12D8EA3B5833}"/>
                  </a:ext>
                </a:extLst>
              </p14:cNvPr>
              <p14:cNvContentPartPr/>
              <p14:nvPr/>
            </p14:nvContentPartPr>
            <p14:xfrm>
              <a:off x="7138581" y="773315"/>
              <a:ext cx="39600" cy="4978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F8DAF7F-C77E-8360-65FE-12D8EA3B583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127781" y="762515"/>
                <a:ext cx="60840" cy="51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F4C53586-A6D9-C09F-4270-96593DA514AE}"/>
                  </a:ext>
                </a:extLst>
              </p14:cNvPr>
              <p14:cNvContentPartPr/>
              <p14:nvPr/>
            </p14:nvContentPartPr>
            <p14:xfrm>
              <a:off x="7114821" y="956555"/>
              <a:ext cx="172800" cy="2512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F4C53586-A6D9-C09F-4270-96593DA514A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104021" y="945755"/>
                <a:ext cx="19404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D67B4B4E-2B00-2A39-0396-3222D9E7FB1B}"/>
                  </a:ext>
                </a:extLst>
              </p14:cNvPr>
              <p14:cNvContentPartPr/>
              <p14:nvPr/>
            </p14:nvContentPartPr>
            <p14:xfrm>
              <a:off x="7263861" y="917315"/>
              <a:ext cx="31680" cy="943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D67B4B4E-2B00-2A39-0396-3222D9E7FB1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253061" y="906515"/>
                <a:ext cx="529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45261EDD-E895-9836-D8DF-C60EA9945354}"/>
                  </a:ext>
                </a:extLst>
              </p14:cNvPr>
              <p14:cNvContentPartPr/>
              <p14:nvPr/>
            </p14:nvContentPartPr>
            <p14:xfrm>
              <a:off x="7295181" y="995435"/>
              <a:ext cx="290520" cy="1605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45261EDD-E895-9836-D8DF-C60EA994535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284368" y="984635"/>
                <a:ext cx="311786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47405718-86EE-A8FC-7E9D-87F080E346B0}"/>
                  </a:ext>
                </a:extLst>
              </p14:cNvPr>
              <p14:cNvContentPartPr/>
              <p14:nvPr/>
            </p14:nvContentPartPr>
            <p14:xfrm>
              <a:off x="7601181" y="940715"/>
              <a:ext cx="93600" cy="3052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47405718-86EE-A8FC-7E9D-87F080E346B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590381" y="929902"/>
                <a:ext cx="114840" cy="3265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D456D253-3B58-843C-84A3-A5686AFABA09}"/>
                  </a:ext>
                </a:extLst>
              </p14:cNvPr>
              <p14:cNvContentPartPr/>
              <p14:nvPr/>
            </p14:nvContentPartPr>
            <p14:xfrm>
              <a:off x="7797021" y="1207115"/>
              <a:ext cx="8280" cy="3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D456D253-3B58-843C-84A3-A5686AFABA0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786221" y="1196315"/>
                <a:ext cx="295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956F789F-D265-3AEB-2B04-E15A3605326B}"/>
                  </a:ext>
                </a:extLst>
              </p14:cNvPr>
              <p14:cNvContentPartPr/>
              <p14:nvPr/>
            </p14:nvContentPartPr>
            <p14:xfrm>
              <a:off x="3751701" y="2123675"/>
              <a:ext cx="408240" cy="4716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956F789F-D265-3AEB-2B04-E15A3605326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736207" y="2108195"/>
                <a:ext cx="438867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424E67E8-55DE-4B4F-2EBB-4606E2E7CE38}"/>
                  </a:ext>
                </a:extLst>
              </p14:cNvPr>
              <p14:cNvContentPartPr/>
              <p14:nvPr/>
            </p14:nvContentPartPr>
            <p14:xfrm>
              <a:off x="3066261" y="2250035"/>
              <a:ext cx="395640" cy="43920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424E67E8-55DE-4B4F-2EBB-4606E2E7CE3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050781" y="2234568"/>
                <a:ext cx="426240" cy="4697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D9BB38B2-DFB2-14A5-AEF7-66974CC03C36}"/>
                  </a:ext>
                </a:extLst>
              </p14:cNvPr>
              <p14:cNvContentPartPr/>
              <p14:nvPr/>
            </p14:nvContentPartPr>
            <p14:xfrm>
              <a:off x="2348421" y="2315195"/>
              <a:ext cx="415800" cy="47232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D9BB38B2-DFB2-14A5-AEF7-66974CC03C3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332941" y="2299715"/>
                <a:ext cx="446400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AD08852D-3352-4385-C74C-998A4B5BCFF7}"/>
                  </a:ext>
                </a:extLst>
              </p14:cNvPr>
              <p14:cNvContentPartPr/>
              <p14:nvPr/>
            </p14:nvContentPartPr>
            <p14:xfrm>
              <a:off x="4284861" y="2555675"/>
              <a:ext cx="102240" cy="17280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AD08852D-3352-4385-C74C-998A4B5BCFF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269381" y="2540227"/>
                <a:ext cx="132840" cy="2033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A7C6DA54-0275-5AC2-CF65-40F1B539F4FC}"/>
                  </a:ext>
                </a:extLst>
              </p14:cNvPr>
              <p14:cNvContentPartPr/>
              <p14:nvPr/>
            </p14:nvContentPartPr>
            <p14:xfrm>
              <a:off x="8204541" y="1883195"/>
              <a:ext cx="1176480" cy="54648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A7C6DA54-0275-5AC2-CF65-40F1B539F4F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189056" y="1867715"/>
                <a:ext cx="1207089" cy="57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44DCDD80-C992-4262-E989-2145586DC453}"/>
                  </a:ext>
                </a:extLst>
              </p14:cNvPr>
              <p14:cNvContentPartPr/>
              <p14:nvPr/>
            </p14:nvContentPartPr>
            <p14:xfrm>
              <a:off x="7169901" y="2163635"/>
              <a:ext cx="604080" cy="3686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44DCDD80-C992-4262-E989-2145586DC45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154421" y="2148155"/>
                <a:ext cx="63468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34EB2F4D-5985-E0AB-C296-9DFD0950A0D6}"/>
                  </a:ext>
                </a:extLst>
              </p14:cNvPr>
              <p14:cNvContentPartPr/>
              <p14:nvPr/>
            </p14:nvContentPartPr>
            <p14:xfrm>
              <a:off x="5367741" y="2050595"/>
              <a:ext cx="1441800" cy="67716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34EB2F4D-5985-E0AB-C296-9DFD0950A0D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352265" y="2035115"/>
                <a:ext cx="1472392" cy="70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23477BDB-60AF-52A4-6D14-AC1B608C9FA0}"/>
                  </a:ext>
                </a:extLst>
              </p14:cNvPr>
              <p14:cNvContentPartPr/>
              <p14:nvPr/>
            </p14:nvContentPartPr>
            <p14:xfrm>
              <a:off x="4724061" y="2218715"/>
              <a:ext cx="384480" cy="34488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23477BDB-60AF-52A4-6D14-AC1B608C9FA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708581" y="2203251"/>
                <a:ext cx="415080" cy="3754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E7F95B65-7DC7-0D34-0875-807CF2D4CD29}"/>
                  </a:ext>
                </a:extLst>
              </p14:cNvPr>
              <p14:cNvContentPartPr/>
              <p14:nvPr/>
            </p14:nvContentPartPr>
            <p14:xfrm>
              <a:off x="4363341" y="3331835"/>
              <a:ext cx="556920" cy="36108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E7F95B65-7DC7-0D34-0875-807CF2D4CD2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347861" y="3316355"/>
                <a:ext cx="58752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1BEA636C-0C81-FF51-ABB4-E38571DA8C82}"/>
                  </a:ext>
                </a:extLst>
              </p14:cNvPr>
              <p14:cNvContentPartPr/>
              <p14:nvPr/>
            </p14:nvContentPartPr>
            <p14:xfrm>
              <a:off x="3069861" y="3364955"/>
              <a:ext cx="423720" cy="42984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1BEA636C-0C81-FF51-ABB4-E38571DA8C8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054381" y="3349475"/>
                <a:ext cx="454320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5144B35D-A8E6-23DA-B52C-5B2BE219E3B0}"/>
                  </a:ext>
                </a:extLst>
              </p14:cNvPr>
              <p14:cNvContentPartPr/>
              <p14:nvPr/>
            </p14:nvContentPartPr>
            <p14:xfrm>
              <a:off x="5468541" y="4162715"/>
              <a:ext cx="510120" cy="48636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5144B35D-A8E6-23DA-B52C-5B2BE219E3B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453050" y="4147235"/>
                <a:ext cx="540742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4FBBB8F2-9FFB-6180-70AD-BEC398075FBD}"/>
                  </a:ext>
                </a:extLst>
              </p14:cNvPr>
              <p14:cNvContentPartPr/>
              <p14:nvPr/>
            </p14:nvContentPartPr>
            <p14:xfrm>
              <a:off x="4394661" y="4225355"/>
              <a:ext cx="549360" cy="3999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4FBBB8F2-9FFB-6180-70AD-BEC398075FB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379181" y="4209875"/>
                <a:ext cx="57996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C2ACA447-0093-6070-4FB9-D829427D0F5E}"/>
                  </a:ext>
                </a:extLst>
              </p14:cNvPr>
              <p14:cNvContentPartPr/>
              <p14:nvPr/>
            </p14:nvContentPartPr>
            <p14:xfrm>
              <a:off x="3148341" y="4217795"/>
              <a:ext cx="423360" cy="43128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C2ACA447-0093-6070-4FB9-D829427D0F5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132874" y="4202328"/>
                <a:ext cx="453934" cy="4618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9597671B-3C27-ACE9-6DF8-26233227CDA5}"/>
                  </a:ext>
                </a:extLst>
              </p14:cNvPr>
              <p14:cNvContentPartPr/>
              <p14:nvPr/>
            </p14:nvContentPartPr>
            <p14:xfrm>
              <a:off x="5358741" y="3323915"/>
              <a:ext cx="455040" cy="46224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9597671B-3C27-ACE9-6DF8-26233227CDA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343261" y="3308423"/>
                <a:ext cx="485640" cy="492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5E45F2E9-1A80-478D-4F6E-AF5EAAA18E1F}"/>
                  </a:ext>
                </a:extLst>
              </p14:cNvPr>
              <p14:cNvContentPartPr/>
              <p14:nvPr/>
            </p14:nvContentPartPr>
            <p14:xfrm>
              <a:off x="2538501" y="3238595"/>
              <a:ext cx="453240" cy="229644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5E45F2E9-1A80-478D-4F6E-AF5EAAA18E1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523021" y="3223115"/>
                <a:ext cx="483840" cy="232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ADC12F79-42F9-9A87-83E5-2810CA16BFDC}"/>
                  </a:ext>
                </a:extLst>
              </p14:cNvPr>
              <p14:cNvContentPartPr/>
              <p14:nvPr/>
            </p14:nvContentPartPr>
            <p14:xfrm>
              <a:off x="5453061" y="2979035"/>
              <a:ext cx="837000" cy="263412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ADC12F79-42F9-9A87-83E5-2810CA16BFDC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437581" y="2963557"/>
                <a:ext cx="867600" cy="26647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93F638AD-6868-C01F-7768-73676451E28B}"/>
                  </a:ext>
                </a:extLst>
              </p14:cNvPr>
              <p14:cNvContentPartPr/>
              <p14:nvPr/>
            </p14:nvContentPartPr>
            <p14:xfrm>
              <a:off x="4386741" y="5142635"/>
              <a:ext cx="509760" cy="47844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93F638AD-6868-C01F-7768-73676451E28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371261" y="5127155"/>
                <a:ext cx="540360" cy="5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615969AD-A7EB-8F4F-82B1-7685173C417F}"/>
                  </a:ext>
                </a:extLst>
              </p14:cNvPr>
              <p14:cNvContentPartPr/>
              <p14:nvPr/>
            </p14:nvContentPartPr>
            <p14:xfrm>
              <a:off x="3265701" y="5095835"/>
              <a:ext cx="470520" cy="50184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615969AD-A7EB-8F4F-82B1-7685173C417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250221" y="5080366"/>
                <a:ext cx="501120" cy="5324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B1BDADFA-32DF-E7DF-41FC-6CEF8B132473}"/>
                  </a:ext>
                </a:extLst>
              </p14:cNvPr>
              <p14:cNvContentPartPr/>
              <p14:nvPr/>
            </p14:nvContentPartPr>
            <p14:xfrm>
              <a:off x="9090501" y="3590315"/>
              <a:ext cx="321840" cy="25920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B1BDADFA-32DF-E7DF-41FC-6CEF8B13247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075004" y="3574835"/>
                <a:ext cx="352474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D67417A2-3D65-1A0B-6B7C-7239619C4DDC}"/>
                  </a:ext>
                </a:extLst>
              </p14:cNvPr>
              <p14:cNvContentPartPr/>
              <p14:nvPr/>
            </p14:nvContentPartPr>
            <p14:xfrm>
              <a:off x="7922301" y="3431195"/>
              <a:ext cx="855000" cy="46548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D67417A2-3D65-1A0B-6B7C-7239619C4DD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906814" y="3415715"/>
                <a:ext cx="885613" cy="49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3BE27B4C-17B5-B6A3-0BAB-09E464FAEBB6}"/>
                  </a:ext>
                </a:extLst>
              </p14:cNvPr>
              <p14:cNvContentPartPr/>
              <p14:nvPr/>
            </p14:nvContentPartPr>
            <p14:xfrm>
              <a:off x="7318941" y="3614075"/>
              <a:ext cx="273600" cy="31356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3BE27B4C-17B5-B6A3-0BAB-09E464FAEBB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303481" y="3598613"/>
                <a:ext cx="304160" cy="3441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0569B273-AAE7-4EEA-10B7-73A62317A795}"/>
                  </a:ext>
                </a:extLst>
              </p14:cNvPr>
              <p14:cNvContentPartPr/>
              <p14:nvPr/>
            </p14:nvContentPartPr>
            <p14:xfrm>
              <a:off x="6417141" y="3595715"/>
              <a:ext cx="643320" cy="44172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0569B273-AAE7-4EEA-10B7-73A62317A79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401652" y="3580248"/>
                <a:ext cx="673937" cy="4722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2E5CCEA9-9CC4-4B3B-2CE4-0AB5D4586D20}"/>
                  </a:ext>
                </a:extLst>
              </p14:cNvPr>
              <p14:cNvContentPartPr/>
              <p14:nvPr/>
            </p14:nvContentPartPr>
            <p14:xfrm>
              <a:off x="9586221" y="3347315"/>
              <a:ext cx="2087640" cy="61884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2E5CCEA9-9CC4-4B3B-2CE4-0AB5D4586D2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575421" y="3336515"/>
                <a:ext cx="2108880" cy="64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75DCFEAD-40E4-0397-1A8F-6E7A788CE72B}"/>
                  </a:ext>
                </a:extLst>
              </p14:cNvPr>
              <p14:cNvContentPartPr/>
              <p14:nvPr/>
            </p14:nvContentPartPr>
            <p14:xfrm>
              <a:off x="9545181" y="4077395"/>
              <a:ext cx="1838520" cy="96732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75DCFEAD-40E4-0397-1A8F-6E7A788CE72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529698" y="4061915"/>
                <a:ext cx="1869126" cy="9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E5D0A245-4E17-58D0-B0E0-73612BAFE842}"/>
                  </a:ext>
                </a:extLst>
              </p14:cNvPr>
              <p14:cNvContentPartPr/>
              <p14:nvPr/>
            </p14:nvContentPartPr>
            <p14:xfrm>
              <a:off x="8734101" y="4249115"/>
              <a:ext cx="521640" cy="45504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E5D0A245-4E17-58D0-B0E0-73612BAFE84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718610" y="4233635"/>
                <a:ext cx="552261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8C580907-E060-BEB6-5584-26062C0B8699}"/>
                  </a:ext>
                </a:extLst>
              </p14:cNvPr>
              <p14:cNvContentPartPr/>
              <p14:nvPr/>
            </p14:nvContentPartPr>
            <p14:xfrm>
              <a:off x="6652581" y="4254155"/>
              <a:ext cx="1795680" cy="57096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8C580907-E060-BEB6-5584-26062C0B869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637101" y="4238675"/>
                <a:ext cx="1826280" cy="60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ECA1F87C-B644-15DD-A76E-441A28EA9B27}"/>
                  </a:ext>
                </a:extLst>
              </p14:cNvPr>
              <p14:cNvContentPartPr/>
              <p14:nvPr/>
            </p14:nvContentPartPr>
            <p14:xfrm>
              <a:off x="9836061" y="5832395"/>
              <a:ext cx="286200" cy="2412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ECA1F87C-B644-15DD-A76E-441A28EA9B27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820562" y="5816680"/>
                <a:ext cx="316839" cy="551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3338209C-17E2-1C97-3C46-5F826E275037}"/>
                  </a:ext>
                </a:extLst>
              </p14:cNvPr>
              <p14:cNvContentPartPr/>
              <p14:nvPr/>
            </p14:nvContentPartPr>
            <p14:xfrm>
              <a:off x="9866661" y="5064155"/>
              <a:ext cx="204480" cy="50220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3338209C-17E2-1C97-3C46-5F826E27503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851181" y="5048675"/>
                <a:ext cx="235080" cy="53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A75CAF78-857F-F375-A78A-9A571278905A}"/>
                  </a:ext>
                </a:extLst>
              </p14:cNvPr>
              <p14:cNvContentPartPr/>
              <p14:nvPr/>
            </p14:nvContentPartPr>
            <p14:xfrm>
              <a:off x="8181141" y="5073155"/>
              <a:ext cx="1370520" cy="83736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A75CAF78-857F-F375-A78A-9A571278905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165661" y="5057675"/>
                <a:ext cx="1401120" cy="86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537F319D-526C-C6E3-CCA4-5093C2CB0C42}"/>
                  </a:ext>
                </a:extLst>
              </p14:cNvPr>
              <p14:cNvContentPartPr/>
              <p14:nvPr/>
            </p14:nvContentPartPr>
            <p14:xfrm>
              <a:off x="7404981" y="5197715"/>
              <a:ext cx="455040" cy="43920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537F319D-526C-C6E3-CCA4-5093C2CB0C42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389501" y="5182248"/>
                <a:ext cx="485640" cy="4697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714E884C-2F2E-63EF-D314-7A38303E48C7}"/>
                  </a:ext>
                </a:extLst>
              </p14:cNvPr>
              <p14:cNvContentPartPr/>
              <p14:nvPr/>
            </p14:nvContentPartPr>
            <p14:xfrm>
              <a:off x="6621981" y="5268275"/>
              <a:ext cx="509040" cy="41220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714E884C-2F2E-63EF-D314-7A38303E48C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606501" y="5252809"/>
                <a:ext cx="539640" cy="44277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2983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FDB87-2899-39EE-0A31-DEE2E60A2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parameters now: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2F61F-B80F-0730-015A-058553A4C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52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Dense layer, 1 neuron, 4x4 input: 16 weight + 1 bias = </a:t>
            </a:r>
            <a:r>
              <a:rPr lang="en-US" sz="2400" dirty="0">
                <a:highlight>
                  <a:srgbClr val="FFFF00"/>
                </a:highlight>
              </a:rPr>
              <a:t>17 parameters, 1 output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/>
              <a:t>CNN layer, 1 filter of 2x2: 4 weights + 1 bias = </a:t>
            </a:r>
            <a:r>
              <a:rPr lang="en-US" sz="2400" dirty="0">
                <a:highlight>
                  <a:srgbClr val="FFFF00"/>
                </a:highlight>
              </a:rPr>
              <a:t>5 parameters, 9 outputs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>
                <a:highlight>
                  <a:srgbClr val="FFFF00"/>
                </a:highlight>
              </a:rPr>
              <a:t>A convolution is like a single neuron with a small receptive field, evaluated repeatedly across the image, producing a feature map.</a:t>
            </a:r>
          </a:p>
        </p:txBody>
      </p:sp>
    </p:spTree>
    <p:extLst>
      <p:ext uri="{BB962C8B-B14F-4D97-AF65-F5344CB8AC3E}">
        <p14:creationId xmlns:p14="http://schemas.microsoft.com/office/powerpoint/2010/main" val="2025244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34681-0C63-9745-EB2C-35CABE3DA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that example of 4x4 image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3AFF1C-C0A8-D1D1-80B0-9CE96D5D70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8482" y="1633248"/>
            <a:ext cx="911241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 neuron, sees all 16 inputs</a:t>
            </a:r>
            <a:r>
              <a:rPr lang="en-US" altLang="en-US" sz="2400" dirty="0">
                <a:latin typeface="Arial" panose="020B0604020202020204" pitchFamily="34" charset="0"/>
              </a:rPr>
              <a:t> and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produces 1 output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Convolutional neuron, sees local patches (2×2 at a time), and  produces a feature map that contain 9 outputs.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highlight>
                  <a:srgbClr val="FFFF00"/>
                </a:highlight>
              </a:rPr>
              <a:t>The convolutional neuron receives 4 inputs at a time, shares the same 4 weights everywhere, and produces 9 outputs, forming a feature map.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615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AC49F-E191-9524-2664-76D68EEC2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Now, increase the number of kernels to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54CEE-2FC2-A466-1D04-64792F976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Repeat the same process but use another kernel, which has another weight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Now we get this: </a:t>
            </a:r>
          </a:p>
          <a:p>
            <a:r>
              <a:rPr lang="en-US" dirty="0"/>
              <a:t>CNN layer, 2 filters of 2x2.</a:t>
            </a:r>
          </a:p>
          <a:p>
            <a:r>
              <a:rPr lang="en-US" dirty="0"/>
              <a:t>Each filter produces 4 weights + 1 bias </a:t>
            </a:r>
          </a:p>
          <a:p>
            <a:r>
              <a:rPr lang="en-US" dirty="0"/>
              <a:t>We have  </a:t>
            </a:r>
            <a:r>
              <a:rPr lang="en-US" dirty="0">
                <a:highlight>
                  <a:srgbClr val="FFFF00"/>
                </a:highlight>
              </a:rPr>
              <a:t>2x5 parameters and 18 (9+9) outputs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178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54CC-C664-2B61-3284-3F54E361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maps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819DD-2F52-24B5-A3DD-30B10A192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them a 4x4 image turned into two 3x3 feature maps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A2B891-5E46-3EF2-365E-6160FF45D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205" y="2232011"/>
            <a:ext cx="4483064" cy="434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799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FB9CC-37E5-9791-64A1-F0F00F39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feature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94F0C-F045-5C11-1ED4-94E8B663D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100 kernels and you will get 100 feature maps, each 3x3 </a:t>
            </a:r>
          </a:p>
          <a:p>
            <a:r>
              <a:rPr lang="en-US" dirty="0"/>
              <a:t>Each map shares the weights. Each map is like receptive field of 1 neuron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92138D-568C-42F3-E221-7087608EE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703" y="2790834"/>
            <a:ext cx="4014952" cy="370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880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Max </a:t>
            </a:r>
            <a:r>
              <a:rPr lang="en-US" dirty="0"/>
              <a:t>p</a:t>
            </a:r>
            <a:r>
              <a:rPr dirty="0"/>
              <a:t>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Max pooling is a </a:t>
            </a:r>
            <a:r>
              <a:rPr dirty="0" err="1">
                <a:highlight>
                  <a:srgbClr val="FFFF00"/>
                </a:highlight>
              </a:rPr>
              <a:t>downsampling</a:t>
            </a:r>
            <a:r>
              <a:rPr dirty="0"/>
              <a:t> operation used in CNNs.</a:t>
            </a:r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It reduces spatial dimensions while keeping important features.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179"/>
            <a:ext cx="10515600" cy="925535"/>
          </a:xfrm>
        </p:spPr>
        <p:txBody>
          <a:bodyPr>
            <a:normAutofit/>
          </a:bodyPr>
          <a:lstStyle/>
          <a:p>
            <a:r>
              <a:rPr lang="en-US" dirty="0"/>
              <a:t>How max</a:t>
            </a:r>
            <a:r>
              <a:rPr dirty="0"/>
              <a:t> </a:t>
            </a:r>
            <a:r>
              <a:rPr lang="en-US" dirty="0"/>
              <a:t>p</a:t>
            </a:r>
            <a:r>
              <a:rPr dirty="0"/>
              <a:t>ooling </a:t>
            </a:r>
            <a:r>
              <a:rPr lang="en-US" dirty="0"/>
              <a:t>wo</a:t>
            </a:r>
            <a:r>
              <a:rPr dirty="0"/>
              <a:t>rks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A83500-5AB5-10F5-EB9B-F61F4FFC541F}"/>
                  </a:ext>
                </a:extLst>
              </p14:cNvPr>
              <p14:cNvContentPartPr/>
              <p14:nvPr/>
            </p14:nvContentPartPr>
            <p14:xfrm>
              <a:off x="1689981" y="1756835"/>
              <a:ext cx="16200" cy="313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A83500-5AB5-10F5-EB9B-F61F4FFC54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4149" y="1741337"/>
                <a:ext cx="47495" cy="3438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3808383-1E74-A18A-4322-A4B6700F70E5}"/>
                  </a:ext>
                </a:extLst>
              </p14:cNvPr>
              <p14:cNvContentPartPr/>
              <p14:nvPr/>
            </p14:nvContentPartPr>
            <p14:xfrm>
              <a:off x="2686461" y="1771595"/>
              <a:ext cx="164160" cy="329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3808383-1E74-A18A-4322-A4B6700F70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70981" y="1756098"/>
                <a:ext cx="194760" cy="3603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59E29B6-A548-0EC7-8CEE-EDCB918153E5}"/>
                  </a:ext>
                </a:extLst>
              </p14:cNvPr>
              <p14:cNvContentPartPr/>
              <p14:nvPr/>
            </p14:nvContentPartPr>
            <p14:xfrm>
              <a:off x="3696981" y="1802915"/>
              <a:ext cx="188640" cy="274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59E29B6-A548-0EC7-8CEE-EDCB918153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81501" y="1787435"/>
                <a:ext cx="21924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A0674D2-A6FE-3012-1305-6B6C9D3712A1}"/>
                  </a:ext>
                </a:extLst>
              </p14:cNvPr>
              <p14:cNvContentPartPr/>
              <p14:nvPr/>
            </p14:nvContentPartPr>
            <p14:xfrm>
              <a:off x="4324101" y="1740275"/>
              <a:ext cx="266760" cy="369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A0674D2-A6FE-3012-1305-6B6C9D3712A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08642" y="1724780"/>
                <a:ext cx="297319" cy="399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11C7E4D-F616-2AE5-1CB5-B6331C10FC90}"/>
                  </a:ext>
                </a:extLst>
              </p14:cNvPr>
              <p14:cNvContentPartPr/>
              <p14:nvPr/>
            </p14:nvContentPartPr>
            <p14:xfrm>
              <a:off x="2661981" y="2649635"/>
              <a:ext cx="172800" cy="337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11C7E4D-F616-2AE5-1CB5-B6331C10FC9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46501" y="2634155"/>
                <a:ext cx="20340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71578DE-FDC2-9D34-6658-CFDFA9D4B759}"/>
                  </a:ext>
                </a:extLst>
              </p14:cNvPr>
              <p14:cNvContentPartPr/>
              <p14:nvPr/>
            </p14:nvContentPartPr>
            <p14:xfrm>
              <a:off x="3712461" y="2618315"/>
              <a:ext cx="31680" cy="329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71578DE-FDC2-9D34-6658-CFDFA9D4B75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96981" y="2602818"/>
                <a:ext cx="62280" cy="3603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28230AE-3E71-9855-C42D-74329D9864DA}"/>
                  </a:ext>
                </a:extLst>
              </p14:cNvPr>
              <p14:cNvContentPartPr/>
              <p14:nvPr/>
            </p14:nvContentPartPr>
            <p14:xfrm>
              <a:off x="4347501" y="2586995"/>
              <a:ext cx="313920" cy="4471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28230AE-3E71-9855-C42D-74329D9864D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332021" y="2571515"/>
                <a:ext cx="344520" cy="4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5A25B1D-7597-B667-1DBA-E6B114CCA328}"/>
                  </a:ext>
                </a:extLst>
              </p14:cNvPr>
              <p14:cNvContentPartPr/>
              <p14:nvPr/>
            </p14:nvContentPartPr>
            <p14:xfrm>
              <a:off x="1635261" y="2657555"/>
              <a:ext cx="196200" cy="353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5A25B1D-7597-B667-1DBA-E6B114CCA32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19809" y="2642059"/>
                <a:ext cx="226744" cy="3837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70C7A07-F0CA-A6AF-E79D-EEF88DB880D3}"/>
                  </a:ext>
                </a:extLst>
              </p14:cNvPr>
              <p14:cNvContentPartPr/>
              <p14:nvPr/>
            </p14:nvContentPartPr>
            <p14:xfrm>
              <a:off x="2575941" y="3543515"/>
              <a:ext cx="282600" cy="2660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70C7A07-F0CA-A6AF-E79D-EEF88DB880D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60461" y="3528035"/>
                <a:ext cx="3132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6AC4D22-D152-2351-9445-D7472A2F230D}"/>
                  </a:ext>
                </a:extLst>
              </p14:cNvPr>
              <p14:cNvContentPartPr/>
              <p14:nvPr/>
            </p14:nvContentPartPr>
            <p14:xfrm>
              <a:off x="3703821" y="3465035"/>
              <a:ext cx="212760" cy="306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6AC4D22-D152-2351-9445-D7472A2F230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88341" y="3449555"/>
                <a:ext cx="24336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4D6C4D8-21BE-B3F1-8ADC-EC63B3149E13}"/>
                  </a:ext>
                </a:extLst>
              </p14:cNvPr>
              <p14:cNvContentPartPr/>
              <p14:nvPr/>
            </p14:nvContentPartPr>
            <p14:xfrm>
              <a:off x="1689981" y="3560075"/>
              <a:ext cx="329760" cy="3758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4D6C4D8-21BE-B3F1-8ADC-EC63B3149E1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74484" y="3544595"/>
                <a:ext cx="360393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761AE59-F349-CBB2-BD91-75CFDBE29EBD}"/>
                  </a:ext>
                </a:extLst>
              </p14:cNvPr>
              <p14:cNvContentPartPr/>
              <p14:nvPr/>
            </p14:nvContentPartPr>
            <p14:xfrm>
              <a:off x="4316181" y="3417875"/>
              <a:ext cx="312120" cy="3844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761AE59-F349-CBB2-BD91-75CFDBE29EB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00701" y="3402395"/>
                <a:ext cx="34272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DF5B710-C140-20C5-C513-D5B33570B1DE}"/>
                  </a:ext>
                </a:extLst>
              </p14:cNvPr>
              <p14:cNvContentPartPr/>
              <p14:nvPr/>
            </p14:nvContentPartPr>
            <p14:xfrm>
              <a:off x="1697901" y="4468355"/>
              <a:ext cx="266760" cy="2592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DF5B710-C140-20C5-C513-D5B33570B1D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82442" y="4452875"/>
                <a:ext cx="297319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5CDA27C-3CA7-71E8-3E22-354BB302080A}"/>
                  </a:ext>
                </a:extLst>
              </p14:cNvPr>
              <p14:cNvContentPartPr/>
              <p14:nvPr/>
            </p14:nvContentPartPr>
            <p14:xfrm>
              <a:off x="2654421" y="4350995"/>
              <a:ext cx="47520" cy="3531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5CDA27C-3CA7-71E8-3E22-354BB302080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638941" y="4335515"/>
                <a:ext cx="7812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73DC9AB-F64C-5AC0-BFD7-D3203C001AE4}"/>
                  </a:ext>
                </a:extLst>
              </p14:cNvPr>
              <p14:cNvContentPartPr/>
              <p14:nvPr/>
            </p14:nvContentPartPr>
            <p14:xfrm>
              <a:off x="3516621" y="4295915"/>
              <a:ext cx="290520" cy="4316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73DC9AB-F64C-5AC0-BFD7-D3203C001AE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01122" y="4280435"/>
                <a:ext cx="321158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B7F53A8-489A-266B-B2AC-DFB54AB28F8B}"/>
                  </a:ext>
                </a:extLst>
              </p14:cNvPr>
              <p14:cNvContentPartPr/>
              <p14:nvPr/>
            </p14:nvContentPartPr>
            <p14:xfrm>
              <a:off x="1039101" y="1732355"/>
              <a:ext cx="321840" cy="29401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B7F53A8-489A-266B-B2AC-DFB54AB28F8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23621" y="1716875"/>
                <a:ext cx="352440" cy="29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AB82167-2E95-79CA-0710-F986EF2A07BD}"/>
                  </a:ext>
                </a:extLst>
              </p14:cNvPr>
              <p14:cNvContentPartPr/>
              <p14:nvPr/>
            </p14:nvContentPartPr>
            <p14:xfrm>
              <a:off x="4206381" y="1407635"/>
              <a:ext cx="902160" cy="37980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AB82167-2E95-79CA-0710-F986EF2A07B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90895" y="1392156"/>
                <a:ext cx="932772" cy="38285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5F59320-5368-8CE6-42F3-19EF54D4AE09}"/>
                  </a:ext>
                </a:extLst>
              </p14:cNvPr>
              <p14:cNvContentPartPr/>
              <p14:nvPr/>
            </p14:nvContentPartPr>
            <p14:xfrm>
              <a:off x="1831101" y="5440715"/>
              <a:ext cx="878400" cy="3686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5F59320-5368-8CE6-42F3-19EF54D4AE0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820301" y="5429926"/>
                <a:ext cx="899640" cy="3898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C4CDC32-9F33-90E9-74DD-8AF26ACA4170}"/>
                  </a:ext>
                </a:extLst>
              </p14:cNvPr>
              <p14:cNvContentPartPr/>
              <p14:nvPr/>
            </p14:nvContentPartPr>
            <p14:xfrm>
              <a:off x="5211861" y="2828555"/>
              <a:ext cx="668160" cy="4784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C4CDC32-9F33-90E9-74DD-8AF26ACA417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196389" y="2813075"/>
                <a:ext cx="698744" cy="5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67B19639-7FFC-4F03-F8E4-B8A00E03016D}"/>
                  </a:ext>
                </a:extLst>
              </p14:cNvPr>
              <p14:cNvContentPartPr/>
              <p14:nvPr/>
            </p14:nvContentPartPr>
            <p14:xfrm>
              <a:off x="8549421" y="1690235"/>
              <a:ext cx="3053880" cy="9846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67B19639-7FFC-4F03-F8E4-B8A00E03016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533939" y="1674755"/>
                <a:ext cx="3084484" cy="10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32E3C95B-7CB8-C52B-1D3D-028657BF6A67}"/>
                  </a:ext>
                </a:extLst>
              </p14:cNvPr>
              <p14:cNvContentPartPr/>
              <p14:nvPr/>
            </p14:nvContentPartPr>
            <p14:xfrm>
              <a:off x="7115901" y="1981835"/>
              <a:ext cx="932400" cy="3103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32E3C95B-7CB8-C52B-1D3D-028657BF6A6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100421" y="1966355"/>
                <a:ext cx="96300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C224D921-4ECD-B2D3-8C24-948FC2028747}"/>
                  </a:ext>
                </a:extLst>
              </p14:cNvPr>
              <p14:cNvContentPartPr/>
              <p14:nvPr/>
            </p14:nvContentPartPr>
            <p14:xfrm>
              <a:off x="6981621" y="2891195"/>
              <a:ext cx="626760" cy="19828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C224D921-4ECD-B2D3-8C24-948FC202874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966141" y="2875715"/>
                <a:ext cx="657360" cy="20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9CDC6B5-9531-DD8A-2DCD-D20E0CDA5671}"/>
                  </a:ext>
                </a:extLst>
              </p14:cNvPr>
              <p14:cNvContentPartPr/>
              <p14:nvPr/>
            </p14:nvContentPartPr>
            <p14:xfrm>
              <a:off x="8408301" y="3000995"/>
              <a:ext cx="361080" cy="3452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9CDC6B5-9531-DD8A-2DCD-D20E0CDA567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392821" y="2985515"/>
                <a:ext cx="39168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0B4DED7F-A104-44EC-AF1F-9D4893A73536}"/>
                  </a:ext>
                </a:extLst>
              </p14:cNvPr>
              <p14:cNvContentPartPr/>
              <p14:nvPr/>
            </p14:nvContentPartPr>
            <p14:xfrm>
              <a:off x="7498941" y="4106555"/>
              <a:ext cx="212040" cy="243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0B4DED7F-A104-44EC-AF1F-9D4893A7353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483461" y="4091075"/>
                <a:ext cx="2426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C7CBF9A-4478-5196-8CBD-C686DDEF904D}"/>
                  </a:ext>
                </a:extLst>
              </p14:cNvPr>
              <p14:cNvContentPartPr/>
              <p14:nvPr/>
            </p14:nvContentPartPr>
            <p14:xfrm>
              <a:off x="9012021" y="2867795"/>
              <a:ext cx="258480" cy="17877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C7CBF9A-4478-5196-8CBD-C686DDEF904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996541" y="2852315"/>
                <a:ext cx="289080" cy="18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9D11E61-05AF-BA1E-703E-2BDB4C8EFA1B}"/>
                  </a:ext>
                </a:extLst>
              </p14:cNvPr>
              <p14:cNvContentPartPr/>
              <p14:nvPr/>
            </p14:nvContentPartPr>
            <p14:xfrm>
              <a:off x="8401461" y="4069115"/>
              <a:ext cx="187920" cy="4525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9D11E61-05AF-BA1E-703E-2BDB4C8EFA1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85951" y="4053635"/>
                <a:ext cx="218579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4272B91D-B7B0-B70A-12BF-AFC20BF902F7}"/>
                  </a:ext>
                </a:extLst>
              </p14:cNvPr>
              <p14:cNvContentPartPr/>
              <p14:nvPr/>
            </p14:nvContentPartPr>
            <p14:xfrm>
              <a:off x="7726461" y="5164955"/>
              <a:ext cx="1019520" cy="3643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4272B91D-B7B0-B70A-12BF-AFC20BF902F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715661" y="5154155"/>
                <a:ext cx="1040760" cy="385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97356-D09F-7A1F-9F54-91AE077BD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+ max pooling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CABC3C-1E30-82D8-A0A3-E2C3C6271A19}"/>
              </a:ext>
            </a:extLst>
          </p:cNvPr>
          <p:cNvSpPr txBox="1"/>
          <p:nvPr/>
        </p:nvSpPr>
        <p:spPr>
          <a:xfrm>
            <a:off x="1322364" y="5405827"/>
            <a:ext cx="9000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Main idea: with max pooling, enhance the most prominent features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AD39CFF-04C3-FF1A-87AD-8E74284CF9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591" y="2195408"/>
            <a:ext cx="5170480" cy="2705699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09F3412-51EA-EB45-4553-A17F866FE82B}"/>
                  </a:ext>
                </a:extLst>
              </p14:cNvPr>
              <p14:cNvContentPartPr/>
              <p14:nvPr/>
            </p14:nvContentPartPr>
            <p14:xfrm>
              <a:off x="3328341" y="1810835"/>
              <a:ext cx="470880" cy="337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09F3412-51EA-EB45-4553-A17F866FE8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2849" y="1795355"/>
                <a:ext cx="501503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D952C31-343D-C600-4855-90D591A00D0C}"/>
                  </a:ext>
                </a:extLst>
              </p14:cNvPr>
              <p14:cNvContentPartPr/>
              <p14:nvPr/>
            </p14:nvContentPartPr>
            <p14:xfrm>
              <a:off x="3846021" y="1691675"/>
              <a:ext cx="1050480" cy="425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D952C31-343D-C600-4855-90D591A00D0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30546" y="1676195"/>
                <a:ext cx="1081070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9B3D2FB-2C27-7C40-6919-4D86640EBBBD}"/>
                  </a:ext>
                </a:extLst>
              </p14:cNvPr>
              <p14:cNvContentPartPr/>
              <p14:nvPr/>
            </p14:nvContentPartPr>
            <p14:xfrm>
              <a:off x="6174141" y="2120075"/>
              <a:ext cx="2352240" cy="783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9B3D2FB-2C27-7C40-6919-4D86640EBBB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58661" y="2104595"/>
                <a:ext cx="2382840" cy="81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2862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227B-C305-AA03-4108-F6F878AF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convolution and max pooling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845AFAD-10E5-9073-066C-F53023FC4F45}"/>
                  </a:ext>
                </a:extLst>
              </p14:cNvPr>
              <p14:cNvContentPartPr/>
              <p14:nvPr/>
            </p14:nvContentPartPr>
            <p14:xfrm>
              <a:off x="1932981" y="1873475"/>
              <a:ext cx="16200" cy="188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845AFAD-10E5-9073-066C-F53023FC4F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7149" y="1857995"/>
                <a:ext cx="47495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AC25CEF-555C-96C6-4F6C-E452DC2AF026}"/>
                  </a:ext>
                </a:extLst>
              </p14:cNvPr>
              <p14:cNvContentPartPr/>
              <p14:nvPr/>
            </p14:nvContentPartPr>
            <p14:xfrm>
              <a:off x="2575941" y="1826675"/>
              <a:ext cx="219960" cy="196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AC25CEF-555C-96C6-4F6C-E452DC2AF0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60461" y="1811223"/>
                <a:ext cx="250560" cy="2267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99143F3-DE54-20EF-303C-C6E078B8B83E}"/>
                  </a:ext>
                </a:extLst>
              </p14:cNvPr>
              <p14:cNvContentPartPr/>
              <p14:nvPr/>
            </p14:nvContentPartPr>
            <p14:xfrm>
              <a:off x="3304941" y="1802915"/>
              <a:ext cx="125640" cy="259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99143F3-DE54-20EF-303C-C6E078B8B83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89461" y="1787435"/>
                <a:ext cx="15624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8A6966C-6E3E-C777-12C4-8338A0229796}"/>
                  </a:ext>
                </a:extLst>
              </p14:cNvPr>
              <p14:cNvContentPartPr/>
              <p14:nvPr/>
            </p14:nvContentPartPr>
            <p14:xfrm>
              <a:off x="2591421" y="2430395"/>
              <a:ext cx="133560" cy="313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8A6966C-6E3E-C777-12C4-8338A022979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75941" y="2414915"/>
                <a:ext cx="16416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B1FCC59-94F0-C473-489B-88D13B17FF37}"/>
                  </a:ext>
                </a:extLst>
              </p14:cNvPr>
              <p14:cNvContentPartPr/>
              <p14:nvPr/>
            </p14:nvContentPartPr>
            <p14:xfrm>
              <a:off x="3790941" y="1783835"/>
              <a:ext cx="423720" cy="16970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B1FCC59-94F0-C473-489B-88D13B17FF3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75461" y="1768355"/>
                <a:ext cx="454320" cy="172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758DC03-B9BE-3538-3C35-68A05E153274}"/>
                  </a:ext>
                </a:extLst>
              </p14:cNvPr>
              <p14:cNvContentPartPr/>
              <p14:nvPr/>
            </p14:nvContentPartPr>
            <p14:xfrm>
              <a:off x="1880061" y="2469275"/>
              <a:ext cx="265320" cy="1121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758DC03-B9BE-3538-3C35-68A05E15327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64581" y="2453795"/>
                <a:ext cx="295920" cy="11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09AD00F-6110-D0BC-0B16-85A00B5DD76B}"/>
                  </a:ext>
                </a:extLst>
              </p14:cNvPr>
              <p14:cNvContentPartPr/>
              <p14:nvPr/>
            </p14:nvContentPartPr>
            <p14:xfrm>
              <a:off x="3265701" y="3153995"/>
              <a:ext cx="188640" cy="319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09AD00F-6110-D0BC-0B16-85A00B5DD76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50191" y="3138498"/>
                <a:ext cx="219299" cy="3499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29D9E61-A8A3-C707-9FB5-4D1DE5487DB2}"/>
                  </a:ext>
                </a:extLst>
              </p14:cNvPr>
              <p14:cNvContentPartPr/>
              <p14:nvPr/>
            </p14:nvContentPartPr>
            <p14:xfrm>
              <a:off x="2560101" y="3222035"/>
              <a:ext cx="243360" cy="2592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29D9E61-A8A3-C707-9FB5-4D1DE5487DB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44621" y="3206555"/>
                <a:ext cx="27396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1A93EA2-531E-EBD9-8E00-DBFDE544175C}"/>
                  </a:ext>
                </a:extLst>
              </p14:cNvPr>
              <p14:cNvContentPartPr/>
              <p14:nvPr/>
            </p14:nvContentPartPr>
            <p14:xfrm>
              <a:off x="3203061" y="2430395"/>
              <a:ext cx="251280" cy="2667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1A93EA2-531E-EBD9-8E00-DBFDE544175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187581" y="2414915"/>
                <a:ext cx="28188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5784F1F-4E13-69FD-9268-DE73C676E1F1}"/>
                  </a:ext>
                </a:extLst>
              </p14:cNvPr>
              <p14:cNvContentPartPr/>
              <p14:nvPr/>
            </p14:nvContentPartPr>
            <p14:xfrm>
              <a:off x="6056781" y="2159315"/>
              <a:ext cx="16200" cy="2476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5784F1F-4E13-69FD-9268-DE73C676E1F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041301" y="2143835"/>
                <a:ext cx="4680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2F4A121-BB30-902E-94DD-38213D452023}"/>
                  </a:ext>
                </a:extLst>
              </p14:cNvPr>
              <p14:cNvContentPartPr/>
              <p14:nvPr/>
            </p14:nvContentPartPr>
            <p14:xfrm>
              <a:off x="7530621" y="1991195"/>
              <a:ext cx="337320" cy="6145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2F4A121-BB30-902E-94DD-38213D45202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15141" y="1975706"/>
                <a:ext cx="367920" cy="6451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BBA5688-F0F8-1192-1EB2-EFD4680DA24E}"/>
                  </a:ext>
                </a:extLst>
              </p14:cNvPr>
              <p14:cNvContentPartPr/>
              <p14:nvPr/>
            </p14:nvContentPartPr>
            <p14:xfrm>
              <a:off x="8337741" y="2014595"/>
              <a:ext cx="941400" cy="2512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BBA5688-F0F8-1192-1EB2-EFD4680DA24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322255" y="1999115"/>
                <a:ext cx="972012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775FFC0-F601-14CE-7D2A-694794FF2176}"/>
                  </a:ext>
                </a:extLst>
              </p14:cNvPr>
              <p14:cNvContentPartPr/>
              <p14:nvPr/>
            </p14:nvContentPartPr>
            <p14:xfrm>
              <a:off x="6377901" y="1928555"/>
              <a:ext cx="862920" cy="486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775FFC0-F601-14CE-7D2A-694794FF217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362415" y="1913075"/>
                <a:ext cx="893533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353AC7E-1899-CABA-EB98-073A3534CB62}"/>
                  </a:ext>
                </a:extLst>
              </p14:cNvPr>
              <p14:cNvContentPartPr/>
              <p14:nvPr/>
            </p14:nvContentPartPr>
            <p14:xfrm>
              <a:off x="5123661" y="2109635"/>
              <a:ext cx="525960" cy="4539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2353AC7E-1899-CABA-EB98-073A3534CB6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108170" y="2094155"/>
                <a:ext cx="556581" cy="4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8F05960-04C2-9BAC-3378-B6188D094B9F}"/>
                  </a:ext>
                </a:extLst>
              </p14:cNvPr>
              <p14:cNvContentPartPr/>
              <p14:nvPr/>
            </p14:nvContentPartPr>
            <p14:xfrm>
              <a:off x="1416381" y="1818755"/>
              <a:ext cx="367920" cy="25560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8F05960-04C2-9BAC-3378-B6188D094B9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00901" y="1803277"/>
                <a:ext cx="398520" cy="25865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D7FA2D3-32B3-BA63-07DB-613F81ABC020}"/>
                  </a:ext>
                </a:extLst>
              </p14:cNvPr>
              <p14:cNvContentPartPr/>
              <p14:nvPr/>
            </p14:nvContentPartPr>
            <p14:xfrm>
              <a:off x="3900741" y="3919715"/>
              <a:ext cx="204120" cy="3452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D7FA2D3-32B3-BA63-07DB-613F81ABC02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885261" y="3904235"/>
                <a:ext cx="23472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99D56819-4509-BEB9-E133-932CE8AFC817}"/>
                  </a:ext>
                </a:extLst>
              </p14:cNvPr>
              <p14:cNvContentPartPr/>
              <p14:nvPr/>
            </p14:nvContentPartPr>
            <p14:xfrm>
              <a:off x="3234381" y="3958955"/>
              <a:ext cx="274680" cy="2984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99D56819-4509-BEB9-E133-932CE8AFC81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218901" y="3943475"/>
                <a:ext cx="30528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51106F40-07BB-3BDF-F458-B7436F9D8C5C}"/>
                  </a:ext>
                </a:extLst>
              </p14:cNvPr>
              <p14:cNvContentPartPr/>
              <p14:nvPr/>
            </p14:nvContentPartPr>
            <p14:xfrm>
              <a:off x="2583861" y="3974435"/>
              <a:ext cx="227520" cy="2984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51106F40-07BB-3BDF-F458-B7436F9D8C5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568405" y="3958936"/>
                <a:ext cx="258072" cy="3290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7CC738EB-8D4A-B84B-D833-26834AB71BA4}"/>
                  </a:ext>
                </a:extLst>
              </p14:cNvPr>
              <p14:cNvContentPartPr/>
              <p14:nvPr/>
            </p14:nvContentPartPr>
            <p14:xfrm>
              <a:off x="2019381" y="3963275"/>
              <a:ext cx="250200" cy="3175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7CC738EB-8D4A-B84B-D833-26834AB71BA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03923" y="3947777"/>
                <a:ext cx="280756" cy="348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BAF3C1A9-7A30-6F4A-7DDC-078EB5926F12}"/>
                  </a:ext>
                </a:extLst>
              </p14:cNvPr>
              <p14:cNvContentPartPr/>
              <p14:nvPr/>
            </p14:nvContentPartPr>
            <p14:xfrm>
              <a:off x="4261461" y="1623635"/>
              <a:ext cx="249480" cy="27356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BAF3C1A9-7A30-6F4A-7DDC-078EB5926F1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45981" y="1608155"/>
                <a:ext cx="280080" cy="27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6E21FCE1-E5BF-E9DC-ADAF-F6E5C07281C0}"/>
                  </a:ext>
                </a:extLst>
              </p14:cNvPr>
              <p14:cNvContentPartPr/>
              <p14:nvPr/>
            </p14:nvContentPartPr>
            <p14:xfrm>
              <a:off x="9710781" y="1729835"/>
              <a:ext cx="2202480" cy="8488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6E21FCE1-E5BF-E9DC-ADAF-F6E5C07281C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695301" y="1714348"/>
                <a:ext cx="2233080" cy="8794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EFF25DF7-ADC2-7460-842C-D9E0C1D77A99}"/>
                  </a:ext>
                </a:extLst>
              </p14:cNvPr>
              <p14:cNvContentPartPr/>
              <p14:nvPr/>
            </p14:nvContentPartPr>
            <p14:xfrm>
              <a:off x="9059181" y="2999195"/>
              <a:ext cx="226080" cy="6231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EFF25DF7-ADC2-7460-842C-D9E0C1D77A9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043701" y="2983715"/>
                <a:ext cx="256680" cy="6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874D71B-C6B3-9B4A-E659-E0A159492486}"/>
                  </a:ext>
                </a:extLst>
              </p14:cNvPr>
              <p14:cNvContentPartPr/>
              <p14:nvPr/>
            </p14:nvContentPartPr>
            <p14:xfrm>
              <a:off x="6730701" y="2634155"/>
              <a:ext cx="1639080" cy="180360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874D71B-C6B3-9B4A-E659-E0A15949248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715221" y="2618675"/>
                <a:ext cx="1669680" cy="18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6B923FD3-8EEA-BB4F-9F2E-EEF483BA971A}"/>
                  </a:ext>
                </a:extLst>
              </p14:cNvPr>
              <p14:cNvContentPartPr/>
              <p14:nvPr/>
            </p14:nvContentPartPr>
            <p14:xfrm>
              <a:off x="5617581" y="3092075"/>
              <a:ext cx="745200" cy="5536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6B923FD3-8EEA-BB4F-9F2E-EEF483BA971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602094" y="3076585"/>
                <a:ext cx="775815" cy="584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89863D0D-186E-325C-04E0-89DFD6888BCD}"/>
                  </a:ext>
                </a:extLst>
              </p14:cNvPr>
              <p14:cNvContentPartPr/>
              <p14:nvPr/>
            </p14:nvContentPartPr>
            <p14:xfrm>
              <a:off x="7514781" y="4452875"/>
              <a:ext cx="172800" cy="69804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89863D0D-186E-325C-04E0-89DFD6888BC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499333" y="4437395"/>
                <a:ext cx="203336" cy="72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878C7B5D-584C-A288-4380-5F07A56AF0DC}"/>
                  </a:ext>
                </a:extLst>
              </p14:cNvPr>
              <p14:cNvContentPartPr/>
              <p14:nvPr/>
            </p14:nvContentPartPr>
            <p14:xfrm>
              <a:off x="8549421" y="4481675"/>
              <a:ext cx="407880" cy="4244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878C7B5D-584C-A288-4380-5F07A56AF0D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533941" y="4466208"/>
                <a:ext cx="438480" cy="4550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B5213BF2-CF0E-5B38-564C-6161645A20AC}"/>
                  </a:ext>
                </a:extLst>
              </p14:cNvPr>
              <p14:cNvContentPartPr/>
              <p14:nvPr/>
            </p14:nvContentPartPr>
            <p14:xfrm>
              <a:off x="7915461" y="5346395"/>
              <a:ext cx="924480" cy="34452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B5213BF2-CF0E-5B38-564C-6161645A20A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899987" y="5330915"/>
                <a:ext cx="955068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0734FD0A-4F09-220E-82EA-F53494D4FCA2}"/>
                  </a:ext>
                </a:extLst>
              </p14:cNvPr>
              <p14:cNvContentPartPr/>
              <p14:nvPr/>
            </p14:nvContentPartPr>
            <p14:xfrm>
              <a:off x="6236781" y="5260355"/>
              <a:ext cx="1356840" cy="93312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0734FD0A-4F09-220E-82EA-F53494D4FCA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221297" y="5244881"/>
                <a:ext cx="1387448" cy="9637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BDBAD57E-14EA-6706-CA16-8E3DECB5B3DA}"/>
                  </a:ext>
                </a:extLst>
              </p14:cNvPr>
              <p14:cNvContentPartPr/>
              <p14:nvPr/>
            </p14:nvContentPartPr>
            <p14:xfrm>
              <a:off x="5194221" y="5585075"/>
              <a:ext cx="761040" cy="2678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BDBAD57E-14EA-6706-CA16-8E3DECB5B3D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178734" y="5569595"/>
                <a:ext cx="791654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FD66019F-4A4A-8900-AF47-7B1902E15F76}"/>
                  </a:ext>
                </a:extLst>
              </p14:cNvPr>
              <p14:cNvContentPartPr/>
              <p14:nvPr/>
            </p14:nvContentPartPr>
            <p14:xfrm>
              <a:off x="7439901" y="4446755"/>
              <a:ext cx="726120" cy="54288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FD66019F-4A4A-8900-AF47-7B1902E15F7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424421" y="4431285"/>
                <a:ext cx="756720" cy="5734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B5D8C72A-96DF-E4C5-B718-60D68A04B636}"/>
                  </a:ext>
                </a:extLst>
              </p14:cNvPr>
              <p14:cNvContentPartPr/>
              <p14:nvPr/>
            </p14:nvContentPartPr>
            <p14:xfrm>
              <a:off x="5719461" y="5675795"/>
              <a:ext cx="110160" cy="1807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B5D8C72A-96DF-E4C5-B718-60D68A04B63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703981" y="5660315"/>
                <a:ext cx="14076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E1312788-B2B2-94F2-BD98-BD5619AF9E36}"/>
                  </a:ext>
                </a:extLst>
              </p14:cNvPr>
              <p14:cNvContentPartPr/>
              <p14:nvPr/>
            </p14:nvContentPartPr>
            <p14:xfrm>
              <a:off x="8533941" y="3453875"/>
              <a:ext cx="101520" cy="31752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E1312788-B2B2-94F2-BD98-BD5619AF9E3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518461" y="3438395"/>
                <a:ext cx="13212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DF042D41-E96C-9C2A-D998-2C91E076BA59}"/>
                  </a:ext>
                </a:extLst>
              </p14:cNvPr>
              <p14:cNvContentPartPr/>
              <p14:nvPr/>
            </p14:nvContentPartPr>
            <p14:xfrm>
              <a:off x="9455541" y="3281075"/>
              <a:ext cx="560160" cy="2628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DF042D41-E96C-9C2A-D998-2C91E076BA5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440071" y="3265574"/>
                <a:ext cx="590740" cy="29344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6246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E6A4-6E3A-79FC-7A0F-65BA1D02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DA2A-8994-C86D-B897-CC6DD4B8C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Padding means adding extra rows and columns around the border of an image (usually filled with zeros) </a:t>
            </a:r>
            <a:r>
              <a:rPr lang="en-US" i="1" dirty="0"/>
              <a:t>before</a:t>
            </a:r>
            <a:r>
              <a:rPr lang="en-US" dirty="0"/>
              <a:t> applying the convolution.</a:t>
            </a:r>
          </a:p>
          <a:p>
            <a:endParaRPr lang="en-US" dirty="0"/>
          </a:p>
          <a:p>
            <a:r>
              <a:rPr lang="en-US" dirty="0"/>
              <a:t>Padding allows the kernel to process border regions and prevents the output from shrinking too much.</a:t>
            </a:r>
          </a:p>
          <a:p>
            <a:endParaRPr lang="en-US" dirty="0"/>
          </a:p>
          <a:p>
            <a:r>
              <a:rPr lang="en-US" dirty="0"/>
              <a:t>With padding, you can preserve the original image size (“same” convolution).</a:t>
            </a:r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182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05195-90B6-E09F-A9AB-41321C80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32BF1-7D65-747C-4AA5-AE087A027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Stride refers to how many pixels the kernel moves at each step when sliding across the image during convolution or pooling.</a:t>
            </a:r>
          </a:p>
          <a:p>
            <a:endParaRPr lang="en-US" dirty="0"/>
          </a:p>
          <a:p>
            <a:r>
              <a:rPr lang="en-US" dirty="0"/>
              <a:t>Stride = 1, the kernel moves one pixel at a time</a:t>
            </a:r>
            <a:br>
              <a:rPr lang="en-US" dirty="0"/>
            </a:br>
            <a:r>
              <a:rPr lang="en-US" dirty="0"/>
              <a:t>(produces the largest output)</a:t>
            </a:r>
          </a:p>
          <a:p>
            <a:r>
              <a:rPr lang="en-US" dirty="0"/>
              <a:t>Stride = 2 , the kernel jumps two pixels at a time</a:t>
            </a:r>
            <a:br>
              <a:rPr lang="en-US" dirty="0"/>
            </a:br>
            <a:r>
              <a:rPr lang="en-US" dirty="0"/>
              <a:t>(output becomes smaller)</a:t>
            </a:r>
          </a:p>
          <a:p>
            <a:r>
              <a:rPr lang="en-US" dirty="0"/>
              <a:t>Larger stride means more </a:t>
            </a:r>
            <a:r>
              <a:rPr lang="en-US" dirty="0" err="1"/>
              <a:t>downsampling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(</a:t>
            </a:r>
            <a:r>
              <a:rPr lang="en-US" b="1" dirty="0" err="1"/>
              <a:t>Downsampling</a:t>
            </a:r>
            <a:r>
              <a:rPr lang="en-US" b="1" dirty="0"/>
              <a:t> means reducing the height and width of the feature map.)</a:t>
            </a:r>
          </a:p>
        </p:txBody>
      </p:sp>
    </p:spTree>
    <p:extLst>
      <p:ext uri="{BB962C8B-B14F-4D97-AF65-F5344CB8AC3E}">
        <p14:creationId xmlns:p14="http://schemas.microsoft.com/office/powerpoint/2010/main" val="3397801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73EF2-0CAA-48C6-74B1-76CA617BC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Recurrent Neural Networks (RNNs)</a:t>
            </a:r>
          </a:p>
        </p:txBody>
      </p:sp>
    </p:spTree>
    <p:extLst>
      <p:ext uri="{BB962C8B-B14F-4D97-AF65-F5344CB8AC3E}">
        <p14:creationId xmlns:p14="http://schemas.microsoft.com/office/powerpoint/2010/main" val="815322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5731" cy="1325563"/>
          </a:xfrm>
        </p:spPr>
        <p:txBody>
          <a:bodyPr/>
          <a:lstStyle/>
          <a:p>
            <a:r>
              <a:t>What </a:t>
            </a:r>
            <a:r>
              <a:rPr lang="en-US"/>
              <a:t>a</a:t>
            </a:r>
            <a:r>
              <a:t>re RNNs </a:t>
            </a:r>
            <a:r>
              <a:rPr lang="en-US"/>
              <a:t>g</a:t>
            </a:r>
            <a:r>
              <a:t>ood </a:t>
            </a:r>
            <a:r>
              <a:rPr lang="en-US"/>
              <a:t>f</a:t>
            </a:r>
            <a:r>
              <a:t>or? (</a:t>
            </a:r>
            <a:r>
              <a:rPr lang="en-US"/>
              <a:t>simple</a:t>
            </a:r>
            <a:r>
              <a:t> </a:t>
            </a:r>
            <a:r>
              <a:rPr lang="en-US"/>
              <a:t>e</a:t>
            </a:r>
            <a:r>
              <a:t>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• RNNs are good at anything that unfolds over time.</a:t>
            </a:r>
            <a:endParaRPr lang="en-US"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• They remember what happened before while processing what comes next.</a:t>
            </a:r>
            <a:endParaRPr lang="en-US"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• Ideal for sequences where order matters:</a:t>
            </a:r>
          </a:p>
          <a:p>
            <a:pPr marL="0" indent="0">
              <a:buNone/>
            </a:pPr>
            <a:r>
              <a:t>      Language (predict next word, translate, sentiment)</a:t>
            </a:r>
          </a:p>
          <a:p>
            <a:pPr marL="0" indent="0">
              <a:buNone/>
            </a:pPr>
            <a:r>
              <a:rPr lang="en-US"/>
              <a:t>      </a:t>
            </a:r>
            <a:r>
              <a:t>Video (predict next frame, understand actions)</a:t>
            </a:r>
          </a:p>
          <a:p>
            <a:pPr marL="0" indent="0">
              <a:buNone/>
            </a:pPr>
            <a:r>
              <a:t>      Speech/audio (recognition, generation)</a:t>
            </a:r>
          </a:p>
          <a:p>
            <a:pPr marL="0" indent="0">
              <a:buNone/>
            </a:pPr>
            <a:r>
              <a:t>     </a:t>
            </a:r>
            <a:r>
              <a:rPr lang="en-US"/>
              <a:t> </a:t>
            </a:r>
            <a:r>
              <a:t>Time series (weather, stocks, sensors)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RNNs </a:t>
            </a:r>
            <a:r>
              <a:rPr lang="en-US"/>
              <a:t>use the </a:t>
            </a:r>
            <a:r>
              <a:t>past </a:t>
            </a:r>
            <a:r>
              <a:rPr lang="en-US"/>
              <a:t>to </a:t>
            </a:r>
            <a:r>
              <a:t>predict the future.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09F5E-93DC-8EC0-B63C-BF616BBA1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0503"/>
          </a:xfrm>
        </p:spPr>
        <p:txBody>
          <a:bodyPr/>
          <a:lstStyle/>
          <a:p>
            <a:r>
              <a:rPr lang="en-US"/>
              <a:t>A case example from my own research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9EBA9B-1058-8B68-BC66-FD8A7D769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599" y="1418898"/>
            <a:ext cx="7104993" cy="4589276"/>
          </a:xfrm>
        </p:spPr>
      </p:pic>
    </p:spTree>
    <p:extLst>
      <p:ext uri="{BB962C8B-B14F-4D97-AF65-F5344CB8AC3E}">
        <p14:creationId xmlns:p14="http://schemas.microsoft.com/office/powerpoint/2010/main" val="12913039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66A29-8B13-BFB7-1197-D2E09C0AA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problem: predicting video frames of growth of microbial populations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459799-C0E1-87E4-E97B-818E0812CF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437" y="2374708"/>
            <a:ext cx="9621693" cy="210858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190843-67B5-39E3-0360-615218D1E015}"/>
              </a:ext>
            </a:extLst>
          </p:cNvPr>
          <p:cNvSpPr txBox="1"/>
          <p:nvPr/>
        </p:nvSpPr>
        <p:spPr>
          <a:xfrm>
            <a:off x="1690463" y="4815615"/>
            <a:ext cx="6428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highlight>
                  <a:srgbClr val="FFFF00"/>
                </a:highlight>
              </a:rPr>
              <a:t>Can we do this for Recurrent Neural Networks? </a:t>
            </a:r>
          </a:p>
        </p:txBody>
      </p:sp>
    </p:spTree>
    <p:extLst>
      <p:ext uri="{BB962C8B-B14F-4D97-AF65-F5344CB8AC3E}">
        <p14:creationId xmlns:p14="http://schemas.microsoft.com/office/powerpoint/2010/main" val="19229449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710C-1FF8-280D-2C54-73C436E3B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PredRNN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22E2F0-7028-203F-0636-0885BC3563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788" y="2392710"/>
            <a:ext cx="10246812" cy="2344042"/>
          </a:xfrm>
        </p:spPr>
      </p:pic>
    </p:spTree>
    <p:extLst>
      <p:ext uri="{BB962C8B-B14F-4D97-AF65-F5344CB8AC3E}">
        <p14:creationId xmlns:p14="http://schemas.microsoft.com/office/powerpoint/2010/main" val="3521385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972A1-736C-9C48-16B5-F409DB663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PredRNN video predictions of MNIST: comparison with other networks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C5E594-CDE3-FCC8-AB56-825E476B8C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576" y="1690688"/>
            <a:ext cx="11389488" cy="4569435"/>
          </a:xfrm>
        </p:spPr>
      </p:pic>
    </p:spTree>
    <p:extLst>
      <p:ext uri="{BB962C8B-B14F-4D97-AF65-F5344CB8AC3E}">
        <p14:creationId xmlns:p14="http://schemas.microsoft.com/office/powerpoint/2010/main" val="1090473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66CEF-35FB-B45D-D50B-887650039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PredRNN video predictions of people walking: comparison between with networks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59B07E-ED37-FDC0-251C-AECCC4E625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6564" y="1783309"/>
            <a:ext cx="10376745" cy="4709566"/>
          </a:xfrm>
        </p:spPr>
      </p:pic>
    </p:spTree>
    <p:extLst>
      <p:ext uri="{BB962C8B-B14F-4D97-AF65-F5344CB8AC3E}">
        <p14:creationId xmlns:p14="http://schemas.microsoft.com/office/powerpoint/2010/main" val="1612653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430F-A05F-9214-F947-7A7DE032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PredRNN video predictions of weather forecast: comparison between with networks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178F92-40C0-DE97-6AB9-3F03AE154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316" y="1776248"/>
            <a:ext cx="10427918" cy="4572000"/>
          </a:xfrm>
        </p:spPr>
      </p:pic>
    </p:spTree>
    <p:extLst>
      <p:ext uri="{BB962C8B-B14F-4D97-AF65-F5344CB8AC3E}">
        <p14:creationId xmlns:p14="http://schemas.microsoft.com/office/powerpoint/2010/main" val="34135105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B1DA4-8F12-B645-F301-1998325E4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931" y="333594"/>
            <a:ext cx="10515600" cy="704020"/>
          </a:xfrm>
        </p:spPr>
        <p:txBody>
          <a:bodyPr>
            <a:normAutofit fontScale="90000"/>
          </a:bodyPr>
          <a:lstStyle/>
          <a:p>
            <a:r>
              <a:rPr lang="en-US"/>
              <a:t>So it looks like PredRNN can work. But first, we needed to augment our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096A33-3E32-A0B3-7943-0C4CBFC924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7345" y="1381076"/>
            <a:ext cx="8988178" cy="5476924"/>
          </a:xfrm>
        </p:spPr>
      </p:pic>
    </p:spTree>
    <p:extLst>
      <p:ext uri="{BB962C8B-B14F-4D97-AF65-F5344CB8AC3E}">
        <p14:creationId xmlns:p14="http://schemas.microsoft.com/office/powerpoint/2010/main" val="34782888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Vanilla </a:t>
            </a:r>
            <a:r>
              <a:rPr lang="en-US"/>
              <a:t>R</a:t>
            </a:r>
            <a:r>
              <a:t>ecurrent Neural Networks (RNNs)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marL="0" indent="0">
              <a:buNone/>
            </a:pPr>
            <a:r>
              <a:t>• </a:t>
            </a:r>
            <a:r>
              <a:rPr lang="en-US"/>
              <a:t>It’s t</a:t>
            </a:r>
            <a:r>
              <a:t>he simplest recurrent architecture.</a:t>
            </a:r>
            <a:endParaRPr lang="en-US"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• </a:t>
            </a:r>
            <a:r>
              <a:rPr lang="en-US"/>
              <a:t>The RNN p</a:t>
            </a:r>
            <a:r>
              <a:t>rocesses sequences one step at a time.</a:t>
            </a:r>
            <a:endParaRPr lang="en-US"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• </a:t>
            </a:r>
            <a:r>
              <a:rPr lang="en-US"/>
              <a:t>It also s</a:t>
            </a:r>
            <a:r>
              <a:t>hares weights across time.</a:t>
            </a:r>
            <a:endParaRPr lang="en-US"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• </a:t>
            </a:r>
            <a:r>
              <a:rPr lang="en-US"/>
              <a:t>And it m</a:t>
            </a:r>
            <a:r>
              <a:t>aintains a hidden state (</a:t>
            </a:r>
            <a:r>
              <a:rPr lang="en-US"/>
              <a:t>like a </a:t>
            </a:r>
            <a:r>
              <a:t>memory).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F6C87-35DE-5D6B-9DB8-1807B262B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448"/>
            <a:ext cx="10515600" cy="1074963"/>
          </a:xfrm>
        </p:spPr>
        <p:txBody>
          <a:bodyPr/>
          <a:lstStyle/>
          <a:p>
            <a:r>
              <a:rPr lang="en-US"/>
              <a:t>Graphical representation of RNN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3480E4-DF6D-D6F4-28F0-2F48B5549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8199" y="1299411"/>
            <a:ext cx="1921805" cy="305111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A44712-305D-E221-2B80-C2049E96A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803" y="4462627"/>
            <a:ext cx="7664567" cy="219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983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6B78A-30C0-2817-6806-49ECA3F68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42DA8-3113-C64A-A4DC-2864DFAC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Ground truth vs. prediction: it worked, almost…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7267EE-E25B-D46F-F1B7-A4D55253B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651" y="1694546"/>
            <a:ext cx="10588149" cy="4798329"/>
          </a:xfrm>
        </p:spPr>
      </p:pic>
    </p:spTree>
    <p:extLst>
      <p:ext uri="{BB962C8B-B14F-4D97-AF65-F5344CB8AC3E}">
        <p14:creationId xmlns:p14="http://schemas.microsoft.com/office/powerpoint/2010/main" val="541942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57906-F091-6446-CBFA-F4D7004BF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Different types of RNNs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FA2631D-1A18-190D-6F8E-EC381E30A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3744" y="1510314"/>
            <a:ext cx="9844511" cy="4879304"/>
          </a:xfrm>
        </p:spPr>
      </p:pic>
    </p:spTree>
    <p:extLst>
      <p:ext uri="{BB962C8B-B14F-4D97-AF65-F5344CB8AC3E}">
        <p14:creationId xmlns:p14="http://schemas.microsoft.com/office/powerpoint/2010/main" val="1951975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Privilege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715</Words>
  <Application>Microsoft Macintosh PowerPoint</Application>
  <PresentationFormat>Widescreen</PresentationFormat>
  <Paragraphs>94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Introduction to CNNs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General formula</vt:lpstr>
      <vt:lpstr>Generalize now to 100x100 image, a dense neural network of 3 layers, each with 10 neurons</vt:lpstr>
      <vt:lpstr>Convolution</vt:lpstr>
      <vt:lpstr>PowerPoint Presentation</vt:lpstr>
      <vt:lpstr>Count the parameters now:</vt:lpstr>
      <vt:lpstr>More about that example of 4x4 image </vt:lpstr>
      <vt:lpstr>Now, increase the number of kernels to 2</vt:lpstr>
      <vt:lpstr>Feature maps</vt:lpstr>
      <vt:lpstr>More feature maps</vt:lpstr>
      <vt:lpstr>Max pooling</vt:lpstr>
      <vt:lpstr>How max pooling works</vt:lpstr>
      <vt:lpstr>Kernel + max pooling</vt:lpstr>
      <vt:lpstr>Example: convolution and max pooling</vt:lpstr>
      <vt:lpstr>Padding</vt:lpstr>
      <vt:lpstr>Stride</vt:lpstr>
      <vt:lpstr>PowerPoint Presentation</vt:lpstr>
      <vt:lpstr>What are RNNs good for? (simple explanation)</vt:lpstr>
      <vt:lpstr>A case example from my own research</vt:lpstr>
      <vt:lpstr>The problem: predicting video frames of growth of microbial populations  </vt:lpstr>
      <vt:lpstr>PredRNN</vt:lpstr>
      <vt:lpstr>PredRNN video predictions of MNIST: comparison with other networks</vt:lpstr>
      <vt:lpstr>PredRNN video predictions of people walking: comparison between with networks</vt:lpstr>
      <vt:lpstr>PredRNN video predictions of weather forecast: comparison between with networks</vt:lpstr>
      <vt:lpstr>So it looks like PredRNN can work. But first, we needed to augment our data</vt:lpstr>
      <vt:lpstr>Vanilla Recurrent Neural Networks (RNNs)</vt:lpstr>
      <vt:lpstr>Graphical representation of RNN</vt:lpstr>
      <vt:lpstr>Ground truth vs. prediction: it worked, almost…</vt:lpstr>
      <vt:lpstr>Different types of RNNs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Fuentes-Cabrera, Miguel</dc:creator>
  <cp:lastModifiedBy>Fuentes-Cabrera, Miguel</cp:lastModifiedBy>
  <cp:revision>4</cp:revision>
  <dcterms:created xsi:type="dcterms:W3CDTF">2025-11-19T19:31:16Z</dcterms:created>
  <dcterms:modified xsi:type="dcterms:W3CDTF">2025-12-03T05:20:08Z</dcterms:modified>
</cp:coreProperties>
</file>