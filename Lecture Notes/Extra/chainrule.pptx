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267" r:id="rId3"/>
    <p:sldId id="273" r:id="rId4"/>
    <p:sldId id="272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87" r:id="rId16"/>
    <p:sldId id="289" r:id="rId17"/>
    <p:sldId id="288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D240B-156A-4F44-9815-FAC9BBF445A1}" v="155" dt="2025-12-01T05:16:05.052"/>
    <p1510:client id="{C70A83D8-EBCF-2443-B681-5294B4951AC9}" v="75" dt="2025-12-01T05:21:34.6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entes-Cabrera, Miguel" userId="1bb9fb8f-7ff7-4823-9c46-dbbc0dc47453" providerId="ADAL" clId="{E17B9801-FBC4-5B7A-B542-4E45778DD8D6}"/>
    <pc:docChg chg="custSel addSld delSld modSld">
      <pc:chgData name="Fuentes-Cabrera, Miguel" userId="1bb9fb8f-7ff7-4823-9c46-dbbc0dc47453" providerId="ADAL" clId="{E17B9801-FBC4-5B7A-B542-4E45778DD8D6}" dt="2025-12-01T05:21:34.665" v="349" actId="20577"/>
      <pc:docMkLst>
        <pc:docMk/>
      </pc:docMkLst>
      <pc:sldChg chg="addSp modSp">
        <pc:chgData name="Fuentes-Cabrera, Miguel" userId="1bb9fb8f-7ff7-4823-9c46-dbbc0dc47453" providerId="ADAL" clId="{E17B9801-FBC4-5B7A-B542-4E45778DD8D6}" dt="2025-12-01T05:09:27.602" v="8"/>
        <pc:sldMkLst>
          <pc:docMk/>
          <pc:sldMk cId="1980158709" sldId="265"/>
        </pc:sldMkLst>
        <pc:inkChg chg="add mod">
          <ac:chgData name="Fuentes-Cabrera, Miguel" userId="1bb9fb8f-7ff7-4823-9c46-dbbc0dc47453" providerId="ADAL" clId="{E17B9801-FBC4-5B7A-B542-4E45778DD8D6}" dt="2025-12-01T05:09:27.602" v="8"/>
          <ac:inkMkLst>
            <pc:docMk/>
            <pc:sldMk cId="1980158709" sldId="265"/>
            <ac:inkMk id="2" creationId="{2AB7005E-BDE8-6808-F338-63C67D3A219C}"/>
          </ac:inkMkLst>
        </pc:inkChg>
      </pc:sldChg>
      <pc:sldChg chg="modSp mod">
        <pc:chgData name="Fuentes-Cabrera, Miguel" userId="1bb9fb8f-7ff7-4823-9c46-dbbc0dc47453" providerId="ADAL" clId="{E17B9801-FBC4-5B7A-B542-4E45778DD8D6}" dt="2025-12-01T05:04:59.959" v="7" actId="20577"/>
        <pc:sldMkLst>
          <pc:docMk/>
          <pc:sldMk cId="0" sldId="272"/>
        </pc:sldMkLst>
        <pc:spChg chg="mod">
          <ac:chgData name="Fuentes-Cabrera, Miguel" userId="1bb9fb8f-7ff7-4823-9c46-dbbc0dc47453" providerId="ADAL" clId="{E17B9801-FBC4-5B7A-B542-4E45778DD8D6}" dt="2025-12-01T05:04:59.959" v="7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Fuentes-Cabrera, Miguel" userId="1bb9fb8f-7ff7-4823-9c46-dbbc0dc47453" providerId="ADAL" clId="{E17B9801-FBC4-5B7A-B542-4E45778DD8D6}" dt="2025-12-01T05:04:48.467" v="5" actId="20577"/>
        <pc:sldMkLst>
          <pc:docMk/>
          <pc:sldMk cId="0" sldId="273"/>
        </pc:sldMkLst>
        <pc:spChg chg="mod">
          <ac:chgData name="Fuentes-Cabrera, Miguel" userId="1bb9fb8f-7ff7-4823-9c46-dbbc0dc47453" providerId="ADAL" clId="{E17B9801-FBC4-5B7A-B542-4E45778DD8D6}" dt="2025-12-01T05:04:48.467" v="5" actId="20577"/>
          <ac:spMkLst>
            <pc:docMk/>
            <pc:sldMk cId="0" sldId="273"/>
            <ac:spMk id="3" creationId="{00000000-0000-0000-0000-000000000000}"/>
          </ac:spMkLst>
        </pc:spChg>
      </pc:sldChg>
      <pc:sldChg chg="del">
        <pc:chgData name="Fuentes-Cabrera, Miguel" userId="1bb9fb8f-7ff7-4823-9c46-dbbc0dc47453" providerId="ADAL" clId="{E17B9801-FBC4-5B7A-B542-4E45778DD8D6}" dt="2025-12-01T05:11:34.795" v="278" actId="2696"/>
        <pc:sldMkLst>
          <pc:docMk/>
          <pc:sldMk cId="267133062" sldId="279"/>
        </pc:sldMkLst>
      </pc:sldChg>
      <pc:sldChg chg="add">
        <pc:chgData name="Fuentes-Cabrera, Miguel" userId="1bb9fb8f-7ff7-4823-9c46-dbbc0dc47453" providerId="ADAL" clId="{E17B9801-FBC4-5B7A-B542-4E45778DD8D6}" dt="2025-12-01T05:11:37.098" v="279"/>
        <pc:sldMkLst>
          <pc:docMk/>
          <pc:sldMk cId="3463722960" sldId="279"/>
        </pc:sldMkLst>
      </pc:sldChg>
      <pc:sldChg chg="addSp delSp modSp add mod">
        <pc:chgData name="Fuentes-Cabrera, Miguel" userId="1bb9fb8f-7ff7-4823-9c46-dbbc0dc47453" providerId="ADAL" clId="{E17B9801-FBC4-5B7A-B542-4E45778DD8D6}" dt="2025-12-01T05:11:29.759" v="277" actId="255"/>
        <pc:sldMkLst>
          <pc:docMk/>
          <pc:sldMk cId="1140967725" sldId="287"/>
        </pc:sldMkLst>
        <pc:spChg chg="add mod">
          <ac:chgData name="Fuentes-Cabrera, Miguel" userId="1bb9fb8f-7ff7-4823-9c46-dbbc0dc47453" providerId="ADAL" clId="{E17B9801-FBC4-5B7A-B542-4E45778DD8D6}" dt="2025-12-01T05:11:29.759" v="277" actId="255"/>
          <ac:spMkLst>
            <pc:docMk/>
            <pc:sldMk cId="1140967725" sldId="287"/>
            <ac:spMk id="2" creationId="{C8E943AB-9C56-736F-D959-77F65B513A73}"/>
          </ac:spMkLst>
        </pc:spChg>
        <pc:spChg chg="add mod">
          <ac:chgData name="Fuentes-Cabrera, Miguel" userId="1bb9fb8f-7ff7-4823-9c46-dbbc0dc47453" providerId="ADAL" clId="{E17B9801-FBC4-5B7A-B542-4E45778DD8D6}" dt="2025-12-01T05:11:25.030" v="276" actId="255"/>
          <ac:spMkLst>
            <pc:docMk/>
            <pc:sldMk cId="1140967725" sldId="287"/>
            <ac:spMk id="3" creationId="{5FA6A4B4-CB07-8682-E1FE-12D85ACAAFC7}"/>
          </ac:spMkLst>
        </pc:spChg>
        <pc:inkChg chg="del">
          <ac:chgData name="Fuentes-Cabrera, Miguel" userId="1bb9fb8f-7ff7-4823-9c46-dbbc0dc47453" providerId="ADAL" clId="{E17B9801-FBC4-5B7A-B542-4E45778DD8D6}" dt="2025-12-01T05:10:41.751" v="148" actId="478"/>
          <ac:inkMkLst>
            <pc:docMk/>
            <pc:sldMk cId="1140967725" sldId="287"/>
            <ac:inkMk id="48" creationId="{C5C11FBB-4418-843B-618A-93742FCFD36E}"/>
          </ac:inkMkLst>
        </pc:inkChg>
        <pc:inkChg chg="del">
          <ac:chgData name="Fuentes-Cabrera, Miguel" userId="1bb9fb8f-7ff7-4823-9c46-dbbc0dc47453" providerId="ADAL" clId="{E17B9801-FBC4-5B7A-B542-4E45778DD8D6}" dt="2025-12-01T05:10:41.751" v="148" actId="478"/>
          <ac:inkMkLst>
            <pc:docMk/>
            <pc:sldMk cId="1140967725" sldId="287"/>
            <ac:inkMk id="49" creationId="{774362E6-A86B-2046-51F8-5BA2E2739CEA}"/>
          </ac:inkMkLst>
        </pc:inkChg>
        <pc:inkChg chg="del">
          <ac:chgData name="Fuentes-Cabrera, Miguel" userId="1bb9fb8f-7ff7-4823-9c46-dbbc0dc47453" providerId="ADAL" clId="{E17B9801-FBC4-5B7A-B542-4E45778DD8D6}" dt="2025-12-01T05:10:41.751" v="148" actId="478"/>
          <ac:inkMkLst>
            <pc:docMk/>
            <pc:sldMk cId="1140967725" sldId="287"/>
            <ac:inkMk id="50" creationId="{CD58CF14-2563-7A44-0A4B-DBF025F41393}"/>
          </ac:inkMkLst>
        </pc:inkChg>
        <pc:inkChg chg="del">
          <ac:chgData name="Fuentes-Cabrera, Miguel" userId="1bb9fb8f-7ff7-4823-9c46-dbbc0dc47453" providerId="ADAL" clId="{E17B9801-FBC4-5B7A-B542-4E45778DD8D6}" dt="2025-12-01T05:10:41.751" v="148" actId="478"/>
          <ac:inkMkLst>
            <pc:docMk/>
            <pc:sldMk cId="1140967725" sldId="287"/>
            <ac:inkMk id="51" creationId="{2EB850E8-F994-25A7-BEE2-F05E85476421}"/>
          </ac:inkMkLst>
        </pc:inkChg>
        <pc:inkChg chg="del">
          <ac:chgData name="Fuentes-Cabrera, Miguel" userId="1bb9fb8f-7ff7-4823-9c46-dbbc0dc47453" providerId="ADAL" clId="{E17B9801-FBC4-5B7A-B542-4E45778DD8D6}" dt="2025-12-01T05:10:41.751" v="148" actId="478"/>
          <ac:inkMkLst>
            <pc:docMk/>
            <pc:sldMk cId="1140967725" sldId="287"/>
            <ac:inkMk id="52" creationId="{E0879837-7A21-A0A3-952F-B239B28152C1}"/>
          </ac:inkMkLst>
        </pc:inkChg>
        <pc:inkChg chg="del">
          <ac:chgData name="Fuentes-Cabrera, Miguel" userId="1bb9fb8f-7ff7-4823-9c46-dbbc0dc47453" providerId="ADAL" clId="{E17B9801-FBC4-5B7A-B542-4E45778DD8D6}" dt="2025-12-01T05:10:41.751" v="148" actId="478"/>
          <ac:inkMkLst>
            <pc:docMk/>
            <pc:sldMk cId="1140967725" sldId="287"/>
            <ac:inkMk id="53" creationId="{92356507-F6A1-ED89-AB62-269EAA8E18DB}"/>
          </ac:inkMkLst>
        </pc:inkChg>
        <pc:inkChg chg="del">
          <ac:chgData name="Fuentes-Cabrera, Miguel" userId="1bb9fb8f-7ff7-4823-9c46-dbbc0dc47453" providerId="ADAL" clId="{E17B9801-FBC4-5B7A-B542-4E45778DD8D6}" dt="2025-12-01T05:10:35.444" v="147" actId="478"/>
          <ac:inkMkLst>
            <pc:docMk/>
            <pc:sldMk cId="1140967725" sldId="287"/>
            <ac:inkMk id="59" creationId="{9954355A-057C-B5AD-3669-47BD46A255F2}"/>
          </ac:inkMkLst>
        </pc:inkChg>
        <pc:inkChg chg="del">
          <ac:chgData name="Fuentes-Cabrera, Miguel" userId="1bb9fb8f-7ff7-4823-9c46-dbbc0dc47453" providerId="ADAL" clId="{E17B9801-FBC4-5B7A-B542-4E45778DD8D6}" dt="2025-12-01T05:10:35.444" v="147" actId="478"/>
          <ac:inkMkLst>
            <pc:docMk/>
            <pc:sldMk cId="1140967725" sldId="287"/>
            <ac:inkMk id="67" creationId="{446EE118-4DA6-09CE-8D7D-2F2B02F24531}"/>
          </ac:inkMkLst>
        </pc:inkChg>
        <pc:inkChg chg="del">
          <ac:chgData name="Fuentes-Cabrera, Miguel" userId="1bb9fb8f-7ff7-4823-9c46-dbbc0dc47453" providerId="ADAL" clId="{E17B9801-FBC4-5B7A-B542-4E45778DD8D6}" dt="2025-12-01T05:10:35.444" v="147" actId="478"/>
          <ac:inkMkLst>
            <pc:docMk/>
            <pc:sldMk cId="1140967725" sldId="287"/>
            <ac:inkMk id="103" creationId="{30D48EC4-10A6-A387-D686-DD063D3A34AD}"/>
          </ac:inkMkLst>
        </pc:inkChg>
        <pc:inkChg chg="del">
          <ac:chgData name="Fuentes-Cabrera, Miguel" userId="1bb9fb8f-7ff7-4823-9c46-dbbc0dc47453" providerId="ADAL" clId="{E17B9801-FBC4-5B7A-B542-4E45778DD8D6}" dt="2025-12-01T05:10:35.444" v="147" actId="478"/>
          <ac:inkMkLst>
            <pc:docMk/>
            <pc:sldMk cId="1140967725" sldId="287"/>
            <ac:inkMk id="119" creationId="{732BCFA8-BB5F-0B56-9018-0B65906D0F03}"/>
          </ac:inkMkLst>
        </pc:inkChg>
        <pc:inkChg chg="del">
          <ac:chgData name="Fuentes-Cabrera, Miguel" userId="1bb9fb8f-7ff7-4823-9c46-dbbc0dc47453" providerId="ADAL" clId="{E17B9801-FBC4-5B7A-B542-4E45778DD8D6}" dt="2025-12-01T05:10:35.444" v="147" actId="478"/>
          <ac:inkMkLst>
            <pc:docMk/>
            <pc:sldMk cId="1140967725" sldId="287"/>
            <ac:inkMk id="121" creationId="{8C0BEB7D-1485-1F74-9A83-9643FDB2B1F0}"/>
          </ac:inkMkLst>
        </pc:inkChg>
        <pc:inkChg chg="del">
          <ac:chgData name="Fuentes-Cabrera, Miguel" userId="1bb9fb8f-7ff7-4823-9c46-dbbc0dc47453" providerId="ADAL" clId="{E17B9801-FBC4-5B7A-B542-4E45778DD8D6}" dt="2025-12-01T05:10:35.444" v="147" actId="478"/>
          <ac:inkMkLst>
            <pc:docMk/>
            <pc:sldMk cId="1140967725" sldId="287"/>
            <ac:inkMk id="132" creationId="{3B5B1508-19A7-6B76-6B39-7D992DCC62DE}"/>
          </ac:inkMkLst>
        </pc:inkChg>
        <pc:inkChg chg="del">
          <ac:chgData name="Fuentes-Cabrera, Miguel" userId="1bb9fb8f-7ff7-4823-9c46-dbbc0dc47453" providerId="ADAL" clId="{E17B9801-FBC4-5B7A-B542-4E45778DD8D6}" dt="2025-12-01T05:10:35.444" v="147" actId="478"/>
          <ac:inkMkLst>
            <pc:docMk/>
            <pc:sldMk cId="1140967725" sldId="287"/>
            <ac:inkMk id="143" creationId="{27ACA4ED-5AE9-3C5B-46D3-B7817C181152}"/>
          </ac:inkMkLst>
        </pc:inkChg>
        <pc:inkChg chg="del">
          <ac:chgData name="Fuentes-Cabrera, Miguel" userId="1bb9fb8f-7ff7-4823-9c46-dbbc0dc47453" providerId="ADAL" clId="{E17B9801-FBC4-5B7A-B542-4E45778DD8D6}" dt="2025-12-01T05:10:35.444" v="147" actId="478"/>
          <ac:inkMkLst>
            <pc:docMk/>
            <pc:sldMk cId="1140967725" sldId="287"/>
            <ac:inkMk id="144" creationId="{C4086BA4-CC34-7E25-6E5E-DCC426B3E109}"/>
          </ac:inkMkLst>
        </pc:inkChg>
        <pc:inkChg chg="del">
          <ac:chgData name="Fuentes-Cabrera, Miguel" userId="1bb9fb8f-7ff7-4823-9c46-dbbc0dc47453" providerId="ADAL" clId="{E17B9801-FBC4-5B7A-B542-4E45778DD8D6}" dt="2025-12-01T05:10:35.444" v="147" actId="478"/>
          <ac:inkMkLst>
            <pc:docMk/>
            <pc:sldMk cId="1140967725" sldId="287"/>
            <ac:inkMk id="148" creationId="{40A77A41-60D0-9463-A1D4-5544E39BBAA0}"/>
          </ac:inkMkLst>
        </pc:inkChg>
        <pc:inkChg chg="del">
          <ac:chgData name="Fuentes-Cabrera, Miguel" userId="1bb9fb8f-7ff7-4823-9c46-dbbc0dc47453" providerId="ADAL" clId="{E17B9801-FBC4-5B7A-B542-4E45778DD8D6}" dt="2025-12-01T05:10:35.444" v="147" actId="478"/>
          <ac:inkMkLst>
            <pc:docMk/>
            <pc:sldMk cId="1140967725" sldId="287"/>
            <ac:inkMk id="156" creationId="{EE419D51-681B-CCFE-3623-E9B251443394}"/>
          </ac:inkMkLst>
        </pc:inkChg>
        <pc:inkChg chg="del">
          <ac:chgData name="Fuentes-Cabrera, Miguel" userId="1bb9fb8f-7ff7-4823-9c46-dbbc0dc47453" providerId="ADAL" clId="{E17B9801-FBC4-5B7A-B542-4E45778DD8D6}" dt="2025-12-01T05:10:44.082" v="149" actId="478"/>
          <ac:inkMkLst>
            <pc:docMk/>
            <pc:sldMk cId="1140967725" sldId="287"/>
            <ac:inkMk id="185" creationId="{ADD8676E-424D-B274-CB66-64BF3E7D0247}"/>
          </ac:inkMkLst>
        </pc:inkChg>
        <pc:inkChg chg="del">
          <ac:chgData name="Fuentes-Cabrera, Miguel" userId="1bb9fb8f-7ff7-4823-9c46-dbbc0dc47453" providerId="ADAL" clId="{E17B9801-FBC4-5B7A-B542-4E45778DD8D6}" dt="2025-12-01T05:10:44.082" v="149" actId="478"/>
          <ac:inkMkLst>
            <pc:docMk/>
            <pc:sldMk cId="1140967725" sldId="287"/>
            <ac:inkMk id="186" creationId="{EAE284E8-21E9-C96F-1C9C-DD15440F03F3}"/>
          </ac:inkMkLst>
        </pc:inkChg>
        <pc:inkChg chg="del">
          <ac:chgData name="Fuentes-Cabrera, Miguel" userId="1bb9fb8f-7ff7-4823-9c46-dbbc0dc47453" providerId="ADAL" clId="{E17B9801-FBC4-5B7A-B542-4E45778DD8D6}" dt="2025-12-01T05:10:44.082" v="149" actId="478"/>
          <ac:inkMkLst>
            <pc:docMk/>
            <pc:sldMk cId="1140967725" sldId="287"/>
            <ac:inkMk id="187" creationId="{5255B1E0-3DB3-A276-0D66-03E25289FA18}"/>
          </ac:inkMkLst>
        </pc:inkChg>
        <pc:inkChg chg="del">
          <ac:chgData name="Fuentes-Cabrera, Miguel" userId="1bb9fb8f-7ff7-4823-9c46-dbbc0dc47453" providerId="ADAL" clId="{E17B9801-FBC4-5B7A-B542-4E45778DD8D6}" dt="2025-12-01T05:10:44.082" v="149" actId="478"/>
          <ac:inkMkLst>
            <pc:docMk/>
            <pc:sldMk cId="1140967725" sldId="287"/>
            <ac:inkMk id="188" creationId="{E522D0BD-5F3B-FCF5-F3A8-C03ECD9CA5DA}"/>
          </ac:inkMkLst>
        </pc:inkChg>
        <pc:inkChg chg="mod">
          <ac:chgData name="Fuentes-Cabrera, Miguel" userId="1bb9fb8f-7ff7-4823-9c46-dbbc0dc47453" providerId="ADAL" clId="{E17B9801-FBC4-5B7A-B542-4E45778DD8D6}" dt="2025-12-01T05:10:48.735" v="150" actId="1076"/>
          <ac:inkMkLst>
            <pc:docMk/>
            <pc:sldMk cId="1140967725" sldId="287"/>
            <ac:inkMk id="193" creationId="{56B95717-40A4-C029-6946-13D5B1916258}"/>
          </ac:inkMkLst>
        </pc:inkChg>
        <pc:inkChg chg="mod">
          <ac:chgData name="Fuentes-Cabrera, Miguel" userId="1bb9fb8f-7ff7-4823-9c46-dbbc0dc47453" providerId="ADAL" clId="{E17B9801-FBC4-5B7A-B542-4E45778DD8D6}" dt="2025-12-01T05:10:48.735" v="150" actId="1076"/>
          <ac:inkMkLst>
            <pc:docMk/>
            <pc:sldMk cId="1140967725" sldId="287"/>
            <ac:inkMk id="194" creationId="{D09EA2A5-0FFD-E4F1-3F40-8E91152727C9}"/>
          </ac:inkMkLst>
        </pc:inkChg>
        <pc:inkChg chg="mod">
          <ac:chgData name="Fuentes-Cabrera, Miguel" userId="1bb9fb8f-7ff7-4823-9c46-dbbc0dc47453" providerId="ADAL" clId="{E17B9801-FBC4-5B7A-B542-4E45778DD8D6}" dt="2025-12-01T05:10:48.735" v="150" actId="1076"/>
          <ac:inkMkLst>
            <pc:docMk/>
            <pc:sldMk cId="1140967725" sldId="287"/>
            <ac:inkMk id="236" creationId="{F7E42361-D430-6058-CE92-633679BEFA49}"/>
          </ac:inkMkLst>
        </pc:inkChg>
        <pc:inkChg chg="mod">
          <ac:chgData name="Fuentes-Cabrera, Miguel" userId="1bb9fb8f-7ff7-4823-9c46-dbbc0dc47453" providerId="ADAL" clId="{E17B9801-FBC4-5B7A-B542-4E45778DD8D6}" dt="2025-12-01T05:10:48.735" v="150" actId="1076"/>
          <ac:inkMkLst>
            <pc:docMk/>
            <pc:sldMk cId="1140967725" sldId="287"/>
            <ac:inkMk id="237" creationId="{F2CE0D38-F786-E576-B309-0EB27BA93DB0}"/>
          </ac:inkMkLst>
        </pc:inkChg>
        <pc:inkChg chg="mod">
          <ac:chgData name="Fuentes-Cabrera, Miguel" userId="1bb9fb8f-7ff7-4823-9c46-dbbc0dc47453" providerId="ADAL" clId="{E17B9801-FBC4-5B7A-B542-4E45778DD8D6}" dt="2025-12-01T05:10:48.735" v="150" actId="1076"/>
          <ac:inkMkLst>
            <pc:docMk/>
            <pc:sldMk cId="1140967725" sldId="287"/>
            <ac:inkMk id="239" creationId="{B23280DE-B153-5DDD-577F-A1BDDA829835}"/>
          </ac:inkMkLst>
        </pc:inkChg>
        <pc:inkChg chg="mod">
          <ac:chgData name="Fuentes-Cabrera, Miguel" userId="1bb9fb8f-7ff7-4823-9c46-dbbc0dc47453" providerId="ADAL" clId="{E17B9801-FBC4-5B7A-B542-4E45778DD8D6}" dt="2025-12-01T05:10:48.735" v="150" actId="1076"/>
          <ac:inkMkLst>
            <pc:docMk/>
            <pc:sldMk cId="1140967725" sldId="287"/>
            <ac:inkMk id="245" creationId="{647861EF-71A4-030A-FD69-05F138159559}"/>
          </ac:inkMkLst>
        </pc:inkChg>
        <pc:inkChg chg="mod">
          <ac:chgData name="Fuentes-Cabrera, Miguel" userId="1bb9fb8f-7ff7-4823-9c46-dbbc0dc47453" providerId="ADAL" clId="{E17B9801-FBC4-5B7A-B542-4E45778DD8D6}" dt="2025-12-01T05:10:48.735" v="150" actId="1076"/>
          <ac:inkMkLst>
            <pc:docMk/>
            <pc:sldMk cId="1140967725" sldId="287"/>
            <ac:inkMk id="247" creationId="{B2FF259A-C2FA-568E-F37C-12350E459A10}"/>
          </ac:inkMkLst>
        </pc:inkChg>
        <pc:inkChg chg="mod">
          <ac:chgData name="Fuentes-Cabrera, Miguel" userId="1bb9fb8f-7ff7-4823-9c46-dbbc0dc47453" providerId="ADAL" clId="{E17B9801-FBC4-5B7A-B542-4E45778DD8D6}" dt="2025-12-01T05:10:48.735" v="150" actId="1076"/>
          <ac:inkMkLst>
            <pc:docMk/>
            <pc:sldMk cId="1140967725" sldId="287"/>
            <ac:inkMk id="248" creationId="{C287B28D-D042-32E7-1DC9-7E4032860BC8}"/>
          </ac:inkMkLst>
        </pc:inkChg>
        <pc:inkChg chg="mod">
          <ac:chgData name="Fuentes-Cabrera, Miguel" userId="1bb9fb8f-7ff7-4823-9c46-dbbc0dc47453" providerId="ADAL" clId="{E17B9801-FBC4-5B7A-B542-4E45778DD8D6}" dt="2025-12-01T05:10:48.735" v="150" actId="1076"/>
          <ac:inkMkLst>
            <pc:docMk/>
            <pc:sldMk cId="1140967725" sldId="287"/>
            <ac:inkMk id="258" creationId="{113108A1-445F-C648-D8F9-905A08F7B44C}"/>
          </ac:inkMkLst>
        </pc:inkChg>
        <pc:inkChg chg="mod">
          <ac:chgData name="Fuentes-Cabrera, Miguel" userId="1bb9fb8f-7ff7-4823-9c46-dbbc0dc47453" providerId="ADAL" clId="{E17B9801-FBC4-5B7A-B542-4E45778DD8D6}" dt="2025-12-01T05:10:48.735" v="150" actId="1076"/>
          <ac:inkMkLst>
            <pc:docMk/>
            <pc:sldMk cId="1140967725" sldId="287"/>
            <ac:inkMk id="268" creationId="{7A5D91D6-B19A-DECF-4CBD-704C4CB80730}"/>
          </ac:inkMkLst>
        </pc:inkChg>
      </pc:sldChg>
      <pc:sldChg chg="modSp new mod">
        <pc:chgData name="Fuentes-Cabrera, Miguel" userId="1bb9fb8f-7ff7-4823-9c46-dbbc0dc47453" providerId="ADAL" clId="{E17B9801-FBC4-5B7A-B542-4E45778DD8D6}" dt="2025-12-01T05:10:18.268" v="146" actId="20577"/>
        <pc:sldMkLst>
          <pc:docMk/>
          <pc:sldMk cId="4080393726" sldId="288"/>
        </pc:sldMkLst>
        <pc:spChg chg="mod">
          <ac:chgData name="Fuentes-Cabrera, Miguel" userId="1bb9fb8f-7ff7-4823-9c46-dbbc0dc47453" providerId="ADAL" clId="{E17B9801-FBC4-5B7A-B542-4E45778DD8D6}" dt="2025-12-01T05:09:58.489" v="61" actId="20577"/>
          <ac:spMkLst>
            <pc:docMk/>
            <pc:sldMk cId="4080393726" sldId="288"/>
            <ac:spMk id="2" creationId="{E38C489A-5D1B-019F-76EF-DE64A755FF65}"/>
          </ac:spMkLst>
        </pc:spChg>
        <pc:spChg chg="mod">
          <ac:chgData name="Fuentes-Cabrera, Miguel" userId="1bb9fb8f-7ff7-4823-9c46-dbbc0dc47453" providerId="ADAL" clId="{E17B9801-FBC4-5B7A-B542-4E45778DD8D6}" dt="2025-12-01T05:10:18.268" v="146" actId="20577"/>
          <ac:spMkLst>
            <pc:docMk/>
            <pc:sldMk cId="4080393726" sldId="288"/>
            <ac:spMk id="3" creationId="{6494F7DE-5D3D-3A55-7428-2C29189988B0}"/>
          </ac:spMkLst>
        </pc:spChg>
      </pc:sldChg>
      <pc:sldChg chg="modSp new mod">
        <pc:chgData name="Fuentes-Cabrera, Miguel" userId="1bb9fb8f-7ff7-4823-9c46-dbbc0dc47453" providerId="ADAL" clId="{E17B9801-FBC4-5B7A-B542-4E45778DD8D6}" dt="2025-12-01T05:21:34.665" v="349" actId="20577"/>
        <pc:sldMkLst>
          <pc:docMk/>
          <pc:sldMk cId="3095134987" sldId="289"/>
        </pc:sldMkLst>
        <pc:spChg chg="mod">
          <ac:chgData name="Fuentes-Cabrera, Miguel" userId="1bb9fb8f-7ff7-4823-9c46-dbbc0dc47453" providerId="ADAL" clId="{E17B9801-FBC4-5B7A-B542-4E45778DD8D6}" dt="2025-12-01T05:20:50.635" v="300" actId="20577"/>
          <ac:spMkLst>
            <pc:docMk/>
            <pc:sldMk cId="3095134987" sldId="289"/>
            <ac:spMk id="2" creationId="{E70AC1C7-16D3-5ECB-6460-19609EF7DE31}"/>
          </ac:spMkLst>
        </pc:spChg>
        <pc:spChg chg="mod">
          <ac:chgData name="Fuentes-Cabrera, Miguel" userId="1bb9fb8f-7ff7-4823-9c46-dbbc0dc47453" providerId="ADAL" clId="{E17B9801-FBC4-5B7A-B542-4E45778DD8D6}" dt="2025-12-01T05:21:34.665" v="349" actId="20577"/>
          <ac:spMkLst>
            <pc:docMk/>
            <pc:sldMk cId="3095134987" sldId="289"/>
            <ac:spMk id="3" creationId="{56C17D0D-2CCA-EFB8-86FC-0AACFCDF5096}"/>
          </ac:spMkLst>
        </pc:spChg>
      </pc:sldChg>
    </pc:docChg>
  </pc:docChgLst>
  <pc:docChgLst>
    <pc:chgData name="Fuentes-Cabrera, Miguel" userId="1bb9fb8f-7ff7-4823-9c46-dbbc0dc47453" providerId="ADAL" clId="{D16B89D3-8BA8-4A70-AE12-51DA2A171821}"/>
    <pc:docChg chg="custSel modSld">
      <pc:chgData name="Fuentes-Cabrera, Miguel" userId="1bb9fb8f-7ff7-4823-9c46-dbbc0dc47453" providerId="ADAL" clId="{D16B89D3-8BA8-4A70-AE12-51DA2A171821}" dt="2025-12-01T05:16:05.052" v="180"/>
      <pc:docMkLst>
        <pc:docMk/>
      </pc:docMkLst>
      <pc:sldChg chg="addSp delSp modSp mod">
        <pc:chgData name="Fuentes-Cabrera, Miguel" userId="1bb9fb8f-7ff7-4823-9c46-dbbc0dc47453" providerId="ADAL" clId="{D16B89D3-8BA8-4A70-AE12-51DA2A171821}" dt="2025-12-01T05:12:41.125" v="41"/>
        <pc:sldMkLst>
          <pc:docMk/>
          <pc:sldMk cId="773776736" sldId="257"/>
        </pc:sldMkLst>
        <pc:inkChg chg="add">
          <ac:chgData name="Fuentes-Cabrera, Miguel" userId="1bb9fb8f-7ff7-4823-9c46-dbbc0dc47453" providerId="ADAL" clId="{D16B89D3-8BA8-4A70-AE12-51DA2A171821}" dt="2025-12-01T05:12:27.736" v="26"/>
          <ac:inkMkLst>
            <pc:docMk/>
            <pc:sldMk cId="773776736" sldId="257"/>
            <ac:inkMk id="2" creationId="{F0876FD1-91EB-EEE8-775D-2AB07A873FE2}"/>
          </ac:inkMkLst>
        </pc:inkChg>
        <pc:inkChg chg="add del">
          <ac:chgData name="Fuentes-Cabrera, Miguel" userId="1bb9fb8f-7ff7-4823-9c46-dbbc0dc47453" providerId="ADAL" clId="{D16B89D3-8BA8-4A70-AE12-51DA2A171821}" dt="2025-12-01T05:12:29.832" v="29"/>
          <ac:inkMkLst>
            <pc:docMk/>
            <pc:sldMk cId="773776736" sldId="257"/>
            <ac:inkMk id="3" creationId="{F29A28F7-41A2-DAB8-1B3A-85E62B4D4533}"/>
          </ac:inkMkLst>
        </pc:inkChg>
        <pc:inkChg chg="add del">
          <ac:chgData name="Fuentes-Cabrera, Miguel" userId="1bb9fb8f-7ff7-4823-9c46-dbbc0dc47453" providerId="ADAL" clId="{D16B89D3-8BA8-4A70-AE12-51DA2A171821}" dt="2025-12-01T05:12:29.832" v="29"/>
          <ac:inkMkLst>
            <pc:docMk/>
            <pc:sldMk cId="773776736" sldId="257"/>
            <ac:inkMk id="4" creationId="{29D437AF-F372-83DB-EED9-DFABD56AC46C}"/>
          </ac:inkMkLst>
        </pc:inkChg>
        <pc:inkChg chg="add mod reco modStrokes">
          <ac:chgData name="Fuentes-Cabrera, Miguel" userId="1bb9fb8f-7ff7-4823-9c46-dbbc0dc47453" providerId="ADAL" clId="{D16B89D3-8BA8-4A70-AE12-51DA2A171821}" dt="2025-12-01T05:12:30.711" v="30"/>
          <ac:inkMkLst>
            <pc:docMk/>
            <pc:sldMk cId="773776736" sldId="257"/>
            <ac:inkMk id="5" creationId="{F41C1832-FB72-E811-BD9B-70A0034A7B8B}"/>
          </ac:inkMkLst>
        </pc:inkChg>
        <pc:inkChg chg="add del">
          <ac:chgData name="Fuentes-Cabrera, Miguel" userId="1bb9fb8f-7ff7-4823-9c46-dbbc0dc47453" providerId="ADAL" clId="{D16B89D3-8BA8-4A70-AE12-51DA2A171821}" dt="2025-12-01T05:12:34.983" v="35"/>
          <ac:inkMkLst>
            <pc:docMk/>
            <pc:sldMk cId="773776736" sldId="257"/>
            <ac:inkMk id="6" creationId="{30B8AF25-A983-6603-FA67-83D744263BE2}"/>
          </ac:inkMkLst>
        </pc:inkChg>
        <pc:inkChg chg="add del">
          <ac:chgData name="Fuentes-Cabrera, Miguel" userId="1bb9fb8f-7ff7-4823-9c46-dbbc0dc47453" providerId="ADAL" clId="{D16B89D3-8BA8-4A70-AE12-51DA2A171821}" dt="2025-12-01T05:12:34.983" v="35"/>
          <ac:inkMkLst>
            <pc:docMk/>
            <pc:sldMk cId="773776736" sldId="257"/>
            <ac:inkMk id="7" creationId="{EA2FE43C-5BD3-D107-D624-3E7E45073C43}"/>
          </ac:inkMkLst>
        </pc:inkChg>
        <pc:inkChg chg="add del">
          <ac:chgData name="Fuentes-Cabrera, Miguel" userId="1bb9fb8f-7ff7-4823-9c46-dbbc0dc47453" providerId="ADAL" clId="{D16B89D3-8BA8-4A70-AE12-51DA2A171821}" dt="2025-12-01T05:12:34.983" v="35"/>
          <ac:inkMkLst>
            <pc:docMk/>
            <pc:sldMk cId="773776736" sldId="257"/>
            <ac:inkMk id="8" creationId="{FBED8653-4227-E501-A7C0-1E3BAB55FBE0}"/>
          </ac:inkMkLst>
        </pc:inkChg>
        <pc:inkChg chg="add reco">
          <ac:chgData name="Fuentes-Cabrera, Miguel" userId="1bb9fb8f-7ff7-4823-9c46-dbbc0dc47453" providerId="ADAL" clId="{D16B89D3-8BA8-4A70-AE12-51DA2A171821}" dt="2025-12-01T05:12:34.983" v="35"/>
          <ac:inkMkLst>
            <pc:docMk/>
            <pc:sldMk cId="773776736" sldId="257"/>
            <ac:inkMk id="9" creationId="{078D8DCD-BB45-6258-D2C9-7C0F0B379F10}"/>
          </ac:inkMkLst>
        </pc:inkChg>
        <pc:inkChg chg="add del">
          <ac:chgData name="Fuentes-Cabrera, Miguel" userId="1bb9fb8f-7ff7-4823-9c46-dbbc0dc47453" providerId="ADAL" clId="{D16B89D3-8BA8-4A70-AE12-51DA2A171821}" dt="2025-12-01T05:12:41.125" v="41"/>
          <ac:inkMkLst>
            <pc:docMk/>
            <pc:sldMk cId="773776736" sldId="257"/>
            <ac:inkMk id="10" creationId="{CD3CD6F7-625D-8026-10CE-8F7AA825B54A}"/>
          </ac:inkMkLst>
        </pc:inkChg>
        <pc:inkChg chg="add del">
          <ac:chgData name="Fuentes-Cabrera, Miguel" userId="1bb9fb8f-7ff7-4823-9c46-dbbc0dc47453" providerId="ADAL" clId="{D16B89D3-8BA8-4A70-AE12-51DA2A171821}" dt="2025-12-01T05:12:41.125" v="41"/>
          <ac:inkMkLst>
            <pc:docMk/>
            <pc:sldMk cId="773776736" sldId="257"/>
            <ac:inkMk id="11" creationId="{363EF13D-8D37-A965-D69E-12F430882D68}"/>
          </ac:inkMkLst>
        </pc:inkChg>
        <pc:inkChg chg="add del">
          <ac:chgData name="Fuentes-Cabrera, Miguel" userId="1bb9fb8f-7ff7-4823-9c46-dbbc0dc47453" providerId="ADAL" clId="{D16B89D3-8BA8-4A70-AE12-51DA2A171821}" dt="2025-12-01T05:12:41.125" v="41"/>
          <ac:inkMkLst>
            <pc:docMk/>
            <pc:sldMk cId="773776736" sldId="257"/>
            <ac:inkMk id="12" creationId="{6E7ECA34-C330-8CBC-C69A-81A0ED702738}"/>
          </ac:inkMkLst>
        </pc:inkChg>
        <pc:inkChg chg="add del">
          <ac:chgData name="Fuentes-Cabrera, Miguel" userId="1bb9fb8f-7ff7-4823-9c46-dbbc0dc47453" providerId="ADAL" clId="{D16B89D3-8BA8-4A70-AE12-51DA2A171821}" dt="2025-12-01T05:12:41.125" v="41"/>
          <ac:inkMkLst>
            <pc:docMk/>
            <pc:sldMk cId="773776736" sldId="257"/>
            <ac:inkMk id="13" creationId="{10E66C1E-F42D-B2D5-F914-8B50C310A642}"/>
          </ac:inkMkLst>
        </pc:inkChg>
        <pc:inkChg chg="add reco">
          <ac:chgData name="Fuentes-Cabrera, Miguel" userId="1bb9fb8f-7ff7-4823-9c46-dbbc0dc47453" providerId="ADAL" clId="{D16B89D3-8BA8-4A70-AE12-51DA2A171821}" dt="2025-12-01T05:12:41.125" v="41"/>
          <ac:inkMkLst>
            <pc:docMk/>
            <pc:sldMk cId="773776736" sldId="257"/>
            <ac:inkMk id="14" creationId="{C6FA8548-874B-0EE6-860C-36D9AAB70613}"/>
          </ac:inkMkLst>
        </pc:inkChg>
        <pc:inkChg chg="mod modStrokes">
          <ac:chgData name="Fuentes-Cabrera, Miguel" userId="1bb9fb8f-7ff7-4823-9c46-dbbc0dc47453" providerId="ADAL" clId="{D16B89D3-8BA8-4A70-AE12-51DA2A171821}" dt="2025-12-01T05:12:30.711" v="31"/>
          <ac:inkMkLst>
            <pc:docMk/>
            <pc:sldMk cId="773776736" sldId="257"/>
            <ac:inkMk id="81" creationId="{46E51BDF-7450-7E52-F3F5-3066FC2602C5}"/>
          </ac:inkMkLst>
        </pc:inkChg>
        <pc:inkChg chg="mod modStrokes">
          <ac:chgData name="Fuentes-Cabrera, Miguel" userId="1bb9fb8f-7ff7-4823-9c46-dbbc0dc47453" providerId="ADAL" clId="{D16B89D3-8BA8-4A70-AE12-51DA2A171821}" dt="2025-12-01T05:12:36.916" v="36"/>
          <ac:inkMkLst>
            <pc:docMk/>
            <pc:sldMk cId="773776736" sldId="257"/>
            <ac:inkMk id="130" creationId="{0B21AB56-48EC-CB75-D32F-F6572F47A4D4}"/>
          </ac:inkMkLst>
        </pc:inkChg>
      </pc:sldChg>
      <pc:sldChg chg="addSp delSp modSp mod">
        <pc:chgData name="Fuentes-Cabrera, Miguel" userId="1bb9fb8f-7ff7-4823-9c46-dbbc0dc47453" providerId="ADAL" clId="{D16B89D3-8BA8-4A70-AE12-51DA2A171821}" dt="2025-12-01T05:14:45.919" v="99"/>
        <pc:sldMkLst>
          <pc:docMk/>
          <pc:sldMk cId="168805973" sldId="259"/>
        </pc:sldMkLst>
        <pc:inkChg chg="add del">
          <ac:chgData name="Fuentes-Cabrera, Miguel" userId="1bb9fb8f-7ff7-4823-9c46-dbbc0dc47453" providerId="ADAL" clId="{D16B89D3-8BA8-4A70-AE12-51DA2A171821}" dt="2025-12-01T05:12:50.583" v="44"/>
          <ac:inkMkLst>
            <pc:docMk/>
            <pc:sldMk cId="168805973" sldId="259"/>
            <ac:inkMk id="2" creationId="{7922F640-28FC-0CF7-2451-33D0931FC77B}"/>
          </ac:inkMkLst>
        </pc:inkChg>
        <pc:inkChg chg="add del">
          <ac:chgData name="Fuentes-Cabrera, Miguel" userId="1bb9fb8f-7ff7-4823-9c46-dbbc0dc47453" providerId="ADAL" clId="{D16B89D3-8BA8-4A70-AE12-51DA2A171821}" dt="2025-12-01T05:12:50.583" v="44"/>
          <ac:inkMkLst>
            <pc:docMk/>
            <pc:sldMk cId="168805973" sldId="259"/>
            <ac:inkMk id="3" creationId="{EC5D8350-25DB-AD8A-9124-E8FC76825460}"/>
          </ac:inkMkLst>
        </pc:inkChg>
        <pc:inkChg chg="add del reco">
          <ac:chgData name="Fuentes-Cabrera, Miguel" userId="1bb9fb8f-7ff7-4823-9c46-dbbc0dc47453" providerId="ADAL" clId="{D16B89D3-8BA8-4A70-AE12-51DA2A171821}" dt="2025-12-01T05:13:00.064" v="60"/>
          <ac:inkMkLst>
            <pc:docMk/>
            <pc:sldMk cId="168805973" sldId="259"/>
            <ac:inkMk id="4" creationId="{74A0D7C9-8EA7-2F18-8934-42284A1DACF3}"/>
          </ac:inkMkLst>
        </pc:inkChg>
        <pc:inkChg chg="add del">
          <ac:chgData name="Fuentes-Cabrera, Miguel" userId="1bb9fb8f-7ff7-4823-9c46-dbbc0dc47453" providerId="ADAL" clId="{D16B89D3-8BA8-4A70-AE12-51DA2A171821}" dt="2025-12-01T05:12:54.294" v="52"/>
          <ac:inkMkLst>
            <pc:docMk/>
            <pc:sldMk cId="168805973" sldId="259"/>
            <ac:inkMk id="5" creationId="{C9D9B150-42A6-2BF9-064E-D20498C899A0}"/>
          </ac:inkMkLst>
        </pc:inkChg>
        <pc:inkChg chg="add del">
          <ac:chgData name="Fuentes-Cabrera, Miguel" userId="1bb9fb8f-7ff7-4823-9c46-dbbc0dc47453" providerId="ADAL" clId="{D16B89D3-8BA8-4A70-AE12-51DA2A171821}" dt="2025-12-01T05:12:54.294" v="52"/>
          <ac:inkMkLst>
            <pc:docMk/>
            <pc:sldMk cId="168805973" sldId="259"/>
            <ac:inkMk id="6" creationId="{C7E4134B-1340-31CE-CEA9-B7A2356BE685}"/>
          </ac:inkMkLst>
        </pc:inkChg>
        <pc:inkChg chg="add del">
          <ac:chgData name="Fuentes-Cabrera, Miguel" userId="1bb9fb8f-7ff7-4823-9c46-dbbc0dc47453" providerId="ADAL" clId="{D16B89D3-8BA8-4A70-AE12-51DA2A171821}" dt="2025-12-01T05:12:54.294" v="52"/>
          <ac:inkMkLst>
            <pc:docMk/>
            <pc:sldMk cId="168805973" sldId="259"/>
            <ac:inkMk id="7" creationId="{BA395D8D-968E-DDC6-9105-EDF25295C24D}"/>
          </ac:inkMkLst>
        </pc:inkChg>
        <pc:inkChg chg="add del">
          <ac:chgData name="Fuentes-Cabrera, Miguel" userId="1bb9fb8f-7ff7-4823-9c46-dbbc0dc47453" providerId="ADAL" clId="{D16B89D3-8BA8-4A70-AE12-51DA2A171821}" dt="2025-12-01T05:12:54.294" v="52"/>
          <ac:inkMkLst>
            <pc:docMk/>
            <pc:sldMk cId="168805973" sldId="259"/>
            <ac:inkMk id="8" creationId="{AA15B205-2BE5-DAE2-E2C7-835FC6AE9F0B}"/>
          </ac:inkMkLst>
        </pc:inkChg>
        <pc:inkChg chg="add del">
          <ac:chgData name="Fuentes-Cabrera, Miguel" userId="1bb9fb8f-7ff7-4823-9c46-dbbc0dc47453" providerId="ADAL" clId="{D16B89D3-8BA8-4A70-AE12-51DA2A171821}" dt="2025-12-01T05:12:54.294" v="52"/>
          <ac:inkMkLst>
            <pc:docMk/>
            <pc:sldMk cId="168805973" sldId="259"/>
            <ac:inkMk id="9" creationId="{6E1A816E-F956-C988-D683-236A49017C99}"/>
          </ac:inkMkLst>
        </pc:inkChg>
        <pc:inkChg chg="add del">
          <ac:chgData name="Fuentes-Cabrera, Miguel" userId="1bb9fb8f-7ff7-4823-9c46-dbbc0dc47453" providerId="ADAL" clId="{D16B89D3-8BA8-4A70-AE12-51DA2A171821}" dt="2025-12-01T05:12:54.294" v="52"/>
          <ac:inkMkLst>
            <pc:docMk/>
            <pc:sldMk cId="168805973" sldId="259"/>
            <ac:inkMk id="10" creationId="{1A913366-78E7-0BC7-C4EF-1B4F741D5AA7}"/>
          </ac:inkMkLst>
        </pc:inkChg>
        <pc:inkChg chg="add del">
          <ac:chgData name="Fuentes-Cabrera, Miguel" userId="1bb9fb8f-7ff7-4823-9c46-dbbc0dc47453" providerId="ADAL" clId="{D16B89D3-8BA8-4A70-AE12-51DA2A171821}" dt="2025-12-01T05:12:54.294" v="52"/>
          <ac:inkMkLst>
            <pc:docMk/>
            <pc:sldMk cId="168805973" sldId="259"/>
            <ac:inkMk id="11" creationId="{1A1FA716-6ACA-E2A1-B8F6-5F2B92B22DDC}"/>
          </ac:inkMkLst>
        </pc:inkChg>
        <pc:inkChg chg="add del reco">
          <ac:chgData name="Fuentes-Cabrera, Miguel" userId="1bb9fb8f-7ff7-4823-9c46-dbbc0dc47453" providerId="ADAL" clId="{D16B89D3-8BA8-4A70-AE12-51DA2A171821}" dt="2025-12-01T05:13:00.068" v="62"/>
          <ac:inkMkLst>
            <pc:docMk/>
            <pc:sldMk cId="168805973" sldId="259"/>
            <ac:inkMk id="12" creationId="{6A5AED77-0599-A7F5-21C2-207D1A5815E4}"/>
          </ac:inkMkLst>
        </pc:inkChg>
        <pc:inkChg chg="add del">
          <ac:chgData name="Fuentes-Cabrera, Miguel" userId="1bb9fb8f-7ff7-4823-9c46-dbbc0dc47453" providerId="ADAL" clId="{D16B89D3-8BA8-4A70-AE12-51DA2A171821}" dt="2025-12-01T05:12:56.739" v="59"/>
          <ac:inkMkLst>
            <pc:docMk/>
            <pc:sldMk cId="168805973" sldId="259"/>
            <ac:inkMk id="13" creationId="{22380F5A-91CC-0CA6-0FA0-F1500CD0B6C0}"/>
          </ac:inkMkLst>
        </pc:inkChg>
        <pc:inkChg chg="add del">
          <ac:chgData name="Fuentes-Cabrera, Miguel" userId="1bb9fb8f-7ff7-4823-9c46-dbbc0dc47453" providerId="ADAL" clId="{D16B89D3-8BA8-4A70-AE12-51DA2A171821}" dt="2025-12-01T05:12:56.739" v="59"/>
          <ac:inkMkLst>
            <pc:docMk/>
            <pc:sldMk cId="168805973" sldId="259"/>
            <ac:inkMk id="14" creationId="{E02B5598-4D35-0BA1-E3D4-E0C493F6FC4A}"/>
          </ac:inkMkLst>
        </pc:inkChg>
        <pc:inkChg chg="add del">
          <ac:chgData name="Fuentes-Cabrera, Miguel" userId="1bb9fb8f-7ff7-4823-9c46-dbbc0dc47453" providerId="ADAL" clId="{D16B89D3-8BA8-4A70-AE12-51DA2A171821}" dt="2025-12-01T05:12:56.739" v="59"/>
          <ac:inkMkLst>
            <pc:docMk/>
            <pc:sldMk cId="168805973" sldId="259"/>
            <ac:inkMk id="15" creationId="{C821FEAC-0B17-FCF7-E44F-BE3A0B7AA483}"/>
          </ac:inkMkLst>
        </pc:inkChg>
        <pc:inkChg chg="add del">
          <ac:chgData name="Fuentes-Cabrera, Miguel" userId="1bb9fb8f-7ff7-4823-9c46-dbbc0dc47453" providerId="ADAL" clId="{D16B89D3-8BA8-4A70-AE12-51DA2A171821}" dt="2025-12-01T05:12:56.739" v="59"/>
          <ac:inkMkLst>
            <pc:docMk/>
            <pc:sldMk cId="168805973" sldId="259"/>
            <ac:inkMk id="16" creationId="{B56BCB6A-3402-4C01-5945-4BA80283030D}"/>
          </ac:inkMkLst>
        </pc:inkChg>
        <pc:inkChg chg="add del">
          <ac:chgData name="Fuentes-Cabrera, Miguel" userId="1bb9fb8f-7ff7-4823-9c46-dbbc0dc47453" providerId="ADAL" clId="{D16B89D3-8BA8-4A70-AE12-51DA2A171821}" dt="2025-12-01T05:12:56.739" v="59"/>
          <ac:inkMkLst>
            <pc:docMk/>
            <pc:sldMk cId="168805973" sldId="259"/>
            <ac:inkMk id="17" creationId="{912DFB65-B72D-3632-3813-67A5E6C9A7B8}"/>
          </ac:inkMkLst>
        </pc:inkChg>
        <pc:inkChg chg="add del">
          <ac:chgData name="Fuentes-Cabrera, Miguel" userId="1bb9fb8f-7ff7-4823-9c46-dbbc0dc47453" providerId="ADAL" clId="{D16B89D3-8BA8-4A70-AE12-51DA2A171821}" dt="2025-12-01T05:12:56.739" v="59"/>
          <ac:inkMkLst>
            <pc:docMk/>
            <pc:sldMk cId="168805973" sldId="259"/>
            <ac:inkMk id="18" creationId="{A31C0857-2C15-30D3-BE64-6BD0E1C09184}"/>
          </ac:inkMkLst>
        </pc:inkChg>
        <pc:inkChg chg="add del reco">
          <ac:chgData name="Fuentes-Cabrera, Miguel" userId="1bb9fb8f-7ff7-4823-9c46-dbbc0dc47453" providerId="ADAL" clId="{D16B89D3-8BA8-4A70-AE12-51DA2A171821}" dt="2025-12-01T05:13:00.066" v="61"/>
          <ac:inkMkLst>
            <pc:docMk/>
            <pc:sldMk cId="168805973" sldId="259"/>
            <ac:inkMk id="19" creationId="{C581F311-4FCB-D772-35A4-DCF0FF062FD1}"/>
          </ac:inkMkLst>
        </pc:inkChg>
        <pc:inkChg chg="add">
          <ac:chgData name="Fuentes-Cabrera, Miguel" userId="1bb9fb8f-7ff7-4823-9c46-dbbc0dc47453" providerId="ADAL" clId="{D16B89D3-8BA8-4A70-AE12-51DA2A171821}" dt="2025-12-01T05:13:01.814" v="63"/>
          <ac:inkMkLst>
            <pc:docMk/>
            <pc:sldMk cId="168805973" sldId="259"/>
            <ac:inkMk id="20" creationId="{E26E079A-0D43-3123-4C52-7CE3861BADD5}"/>
          </ac:inkMkLst>
        </pc:inkChg>
        <pc:inkChg chg="add del">
          <ac:chgData name="Fuentes-Cabrera, Miguel" userId="1bb9fb8f-7ff7-4823-9c46-dbbc0dc47453" providerId="ADAL" clId="{D16B89D3-8BA8-4A70-AE12-51DA2A171821}" dt="2025-12-01T05:13:07.625" v="79"/>
          <ac:inkMkLst>
            <pc:docMk/>
            <pc:sldMk cId="168805973" sldId="259"/>
            <ac:inkMk id="21" creationId="{CC938525-87F3-6554-0F3C-04134F8095F9}"/>
          </ac:inkMkLst>
        </pc:inkChg>
        <pc:inkChg chg="add del">
          <ac:chgData name="Fuentes-Cabrera, Miguel" userId="1bb9fb8f-7ff7-4823-9c46-dbbc0dc47453" providerId="ADAL" clId="{D16B89D3-8BA8-4A70-AE12-51DA2A171821}" dt="2025-12-01T05:13:07.625" v="79"/>
          <ac:inkMkLst>
            <pc:docMk/>
            <pc:sldMk cId="168805973" sldId="259"/>
            <ac:inkMk id="22" creationId="{C61024F3-E644-10CE-8643-2526BADCC6E4}"/>
          </ac:inkMkLst>
        </pc:inkChg>
        <pc:inkChg chg="add del">
          <ac:chgData name="Fuentes-Cabrera, Miguel" userId="1bb9fb8f-7ff7-4823-9c46-dbbc0dc47453" providerId="ADAL" clId="{D16B89D3-8BA8-4A70-AE12-51DA2A171821}" dt="2025-12-01T05:13:07.625" v="79"/>
          <ac:inkMkLst>
            <pc:docMk/>
            <pc:sldMk cId="168805973" sldId="259"/>
            <ac:inkMk id="23" creationId="{CB3392B1-6DF1-8F27-2389-4F2E2FBED0B2}"/>
          </ac:inkMkLst>
        </pc:inkChg>
        <pc:inkChg chg="add">
          <ac:chgData name="Fuentes-Cabrera, Miguel" userId="1bb9fb8f-7ff7-4823-9c46-dbbc0dc47453" providerId="ADAL" clId="{D16B89D3-8BA8-4A70-AE12-51DA2A171821}" dt="2025-12-01T05:13:03.347" v="67"/>
          <ac:inkMkLst>
            <pc:docMk/>
            <pc:sldMk cId="168805973" sldId="259"/>
            <ac:inkMk id="24" creationId="{506F4AAB-324C-DC39-E13A-7974DCFC9AB8}"/>
          </ac:inkMkLst>
        </pc:inkChg>
        <pc:inkChg chg="add del">
          <ac:chgData name="Fuentes-Cabrera, Miguel" userId="1bb9fb8f-7ff7-4823-9c46-dbbc0dc47453" providerId="ADAL" clId="{D16B89D3-8BA8-4A70-AE12-51DA2A171821}" dt="2025-12-01T05:13:07.625" v="79"/>
          <ac:inkMkLst>
            <pc:docMk/>
            <pc:sldMk cId="168805973" sldId="259"/>
            <ac:inkMk id="25" creationId="{7FE5EDA2-1008-4561-DE9C-90E105689EB9}"/>
          </ac:inkMkLst>
        </pc:inkChg>
        <pc:inkChg chg="add del">
          <ac:chgData name="Fuentes-Cabrera, Miguel" userId="1bb9fb8f-7ff7-4823-9c46-dbbc0dc47453" providerId="ADAL" clId="{D16B89D3-8BA8-4A70-AE12-51DA2A171821}" dt="2025-12-01T05:13:07.625" v="79"/>
          <ac:inkMkLst>
            <pc:docMk/>
            <pc:sldMk cId="168805973" sldId="259"/>
            <ac:inkMk id="29" creationId="{C72A15AD-20C5-EFB3-83B3-B696EA2EA8BC}"/>
          </ac:inkMkLst>
        </pc:inkChg>
        <pc:inkChg chg="add del">
          <ac:chgData name="Fuentes-Cabrera, Miguel" userId="1bb9fb8f-7ff7-4823-9c46-dbbc0dc47453" providerId="ADAL" clId="{D16B89D3-8BA8-4A70-AE12-51DA2A171821}" dt="2025-12-01T05:13:07.625" v="79"/>
          <ac:inkMkLst>
            <pc:docMk/>
            <pc:sldMk cId="168805973" sldId="259"/>
            <ac:inkMk id="30" creationId="{853B39FA-3DAE-2999-CE69-0221995D731C}"/>
          </ac:inkMkLst>
        </pc:inkChg>
        <pc:inkChg chg="add">
          <ac:chgData name="Fuentes-Cabrera, Miguel" userId="1bb9fb8f-7ff7-4823-9c46-dbbc0dc47453" providerId="ADAL" clId="{D16B89D3-8BA8-4A70-AE12-51DA2A171821}" dt="2025-12-01T05:13:04.959" v="71"/>
          <ac:inkMkLst>
            <pc:docMk/>
            <pc:sldMk cId="168805973" sldId="259"/>
            <ac:inkMk id="31" creationId="{E266FADE-01DE-4A8C-952C-C44CAF406D7A}"/>
          </ac:inkMkLst>
        </pc:inkChg>
        <pc:inkChg chg="add del">
          <ac:chgData name="Fuentes-Cabrera, Miguel" userId="1bb9fb8f-7ff7-4823-9c46-dbbc0dc47453" providerId="ADAL" clId="{D16B89D3-8BA8-4A70-AE12-51DA2A171821}" dt="2025-12-01T05:13:07.625" v="79"/>
          <ac:inkMkLst>
            <pc:docMk/>
            <pc:sldMk cId="168805973" sldId="259"/>
            <ac:inkMk id="32" creationId="{D47AE158-3636-CFF4-9AD1-3F4921C514BF}"/>
          </ac:inkMkLst>
        </pc:inkChg>
        <pc:inkChg chg="add">
          <ac:chgData name="Fuentes-Cabrera, Miguel" userId="1bb9fb8f-7ff7-4823-9c46-dbbc0dc47453" providerId="ADAL" clId="{D16B89D3-8BA8-4A70-AE12-51DA2A171821}" dt="2025-12-01T05:13:05.842" v="73"/>
          <ac:inkMkLst>
            <pc:docMk/>
            <pc:sldMk cId="168805973" sldId="259"/>
            <ac:inkMk id="33" creationId="{DBBDC1FB-6003-BB8C-CBE0-4D79789B3FCF}"/>
          </ac:inkMkLst>
        </pc:inkChg>
        <pc:inkChg chg="add del">
          <ac:chgData name="Fuentes-Cabrera, Miguel" userId="1bb9fb8f-7ff7-4823-9c46-dbbc0dc47453" providerId="ADAL" clId="{D16B89D3-8BA8-4A70-AE12-51DA2A171821}" dt="2025-12-01T05:13:07.625" v="79"/>
          <ac:inkMkLst>
            <pc:docMk/>
            <pc:sldMk cId="168805973" sldId="259"/>
            <ac:inkMk id="34" creationId="{1A0E8A0F-4242-38C7-44C4-A5C214E5D027}"/>
          </ac:inkMkLst>
        </pc:inkChg>
        <pc:inkChg chg="add">
          <ac:chgData name="Fuentes-Cabrera, Miguel" userId="1bb9fb8f-7ff7-4823-9c46-dbbc0dc47453" providerId="ADAL" clId="{D16B89D3-8BA8-4A70-AE12-51DA2A171821}" dt="2025-12-01T05:13:06.342" v="75"/>
          <ac:inkMkLst>
            <pc:docMk/>
            <pc:sldMk cId="168805973" sldId="259"/>
            <ac:inkMk id="35" creationId="{DB9CB593-A1B9-6A71-3205-41B31100C690}"/>
          </ac:inkMkLst>
        </pc:inkChg>
        <pc:inkChg chg="add del">
          <ac:chgData name="Fuentes-Cabrera, Miguel" userId="1bb9fb8f-7ff7-4823-9c46-dbbc0dc47453" providerId="ADAL" clId="{D16B89D3-8BA8-4A70-AE12-51DA2A171821}" dt="2025-12-01T05:13:07.625" v="79"/>
          <ac:inkMkLst>
            <pc:docMk/>
            <pc:sldMk cId="168805973" sldId="259"/>
            <ac:inkMk id="36" creationId="{A189EB4D-7583-795C-AB99-5B62F90D838D}"/>
          </ac:inkMkLst>
        </pc:inkChg>
        <pc:inkChg chg="add">
          <ac:chgData name="Fuentes-Cabrera, Miguel" userId="1bb9fb8f-7ff7-4823-9c46-dbbc0dc47453" providerId="ADAL" clId="{D16B89D3-8BA8-4A70-AE12-51DA2A171821}" dt="2025-12-01T05:13:06.760" v="77"/>
          <ac:inkMkLst>
            <pc:docMk/>
            <pc:sldMk cId="168805973" sldId="259"/>
            <ac:inkMk id="37" creationId="{40A17891-5C96-7366-83EE-58C6E9D27A97}"/>
          </ac:inkMkLst>
        </pc:inkChg>
        <pc:inkChg chg="add del">
          <ac:chgData name="Fuentes-Cabrera, Miguel" userId="1bb9fb8f-7ff7-4823-9c46-dbbc0dc47453" providerId="ADAL" clId="{D16B89D3-8BA8-4A70-AE12-51DA2A171821}" dt="2025-12-01T05:13:07.625" v="79"/>
          <ac:inkMkLst>
            <pc:docMk/>
            <pc:sldMk cId="168805973" sldId="259"/>
            <ac:inkMk id="38" creationId="{0F218A03-8F94-D774-4D18-D6D4F5305DE9}"/>
          </ac:inkMkLst>
        </pc:inkChg>
        <pc:inkChg chg="mod modStrokes">
          <ac:chgData name="Fuentes-Cabrera, Miguel" userId="1bb9fb8f-7ff7-4823-9c46-dbbc0dc47453" providerId="ADAL" clId="{D16B89D3-8BA8-4A70-AE12-51DA2A171821}" dt="2025-12-01T05:13:09.611" v="80"/>
          <ac:inkMkLst>
            <pc:docMk/>
            <pc:sldMk cId="168805973" sldId="259"/>
            <ac:inkMk id="39" creationId="{E4798956-6EA2-ACEE-BC46-7C5E8BE7E9D7}"/>
          </ac:inkMkLst>
        </pc:inkChg>
        <pc:inkChg chg="add del">
          <ac:chgData name="Fuentes-Cabrera, Miguel" userId="1bb9fb8f-7ff7-4823-9c46-dbbc0dc47453" providerId="ADAL" clId="{D16B89D3-8BA8-4A70-AE12-51DA2A171821}" dt="2025-12-01T05:13:13.549" v="86"/>
          <ac:inkMkLst>
            <pc:docMk/>
            <pc:sldMk cId="168805973" sldId="259"/>
            <ac:inkMk id="40" creationId="{D441D47C-1A54-C142-0398-97C086DA93E5}"/>
          </ac:inkMkLst>
        </pc:inkChg>
        <pc:inkChg chg="add del">
          <ac:chgData name="Fuentes-Cabrera, Miguel" userId="1bb9fb8f-7ff7-4823-9c46-dbbc0dc47453" providerId="ADAL" clId="{D16B89D3-8BA8-4A70-AE12-51DA2A171821}" dt="2025-12-01T05:13:13.549" v="86"/>
          <ac:inkMkLst>
            <pc:docMk/>
            <pc:sldMk cId="168805973" sldId="259"/>
            <ac:inkMk id="41" creationId="{68307BFF-9FC8-9CCE-B75C-4658BB0575DA}"/>
          </ac:inkMkLst>
        </pc:inkChg>
        <pc:inkChg chg="add del">
          <ac:chgData name="Fuentes-Cabrera, Miguel" userId="1bb9fb8f-7ff7-4823-9c46-dbbc0dc47453" providerId="ADAL" clId="{D16B89D3-8BA8-4A70-AE12-51DA2A171821}" dt="2025-12-01T05:13:13.549" v="86"/>
          <ac:inkMkLst>
            <pc:docMk/>
            <pc:sldMk cId="168805973" sldId="259"/>
            <ac:inkMk id="42" creationId="{B5D765D3-AFC5-B1D0-93AA-0883C65CFBBD}"/>
          </ac:inkMkLst>
        </pc:inkChg>
        <pc:inkChg chg="add del">
          <ac:chgData name="Fuentes-Cabrera, Miguel" userId="1bb9fb8f-7ff7-4823-9c46-dbbc0dc47453" providerId="ADAL" clId="{D16B89D3-8BA8-4A70-AE12-51DA2A171821}" dt="2025-12-01T05:13:13.549" v="86"/>
          <ac:inkMkLst>
            <pc:docMk/>
            <pc:sldMk cId="168805973" sldId="259"/>
            <ac:inkMk id="43" creationId="{687457DD-A20B-4F8B-D196-7514F73C8282}"/>
          </ac:inkMkLst>
        </pc:inkChg>
        <pc:inkChg chg="add">
          <ac:chgData name="Fuentes-Cabrera, Miguel" userId="1bb9fb8f-7ff7-4823-9c46-dbbc0dc47453" providerId="ADAL" clId="{D16B89D3-8BA8-4A70-AE12-51DA2A171821}" dt="2025-12-01T05:13:13.025" v="85"/>
          <ac:inkMkLst>
            <pc:docMk/>
            <pc:sldMk cId="168805973" sldId="259"/>
            <ac:inkMk id="45" creationId="{64135088-943B-CA11-9513-341F8994F281}"/>
          </ac:inkMkLst>
        </pc:inkChg>
        <pc:inkChg chg="add reco">
          <ac:chgData name="Fuentes-Cabrera, Miguel" userId="1bb9fb8f-7ff7-4823-9c46-dbbc0dc47453" providerId="ADAL" clId="{D16B89D3-8BA8-4A70-AE12-51DA2A171821}" dt="2025-12-01T05:13:13.549" v="86"/>
          <ac:inkMkLst>
            <pc:docMk/>
            <pc:sldMk cId="168805973" sldId="259"/>
            <ac:inkMk id="46" creationId="{35F5F0E6-DFE9-2EB0-83DA-122FCD547EB0}"/>
          </ac:inkMkLst>
        </pc:inkChg>
        <pc:inkChg chg="add del">
          <ac:chgData name="Fuentes-Cabrera, Miguel" userId="1bb9fb8f-7ff7-4823-9c46-dbbc0dc47453" providerId="ADAL" clId="{D16B89D3-8BA8-4A70-AE12-51DA2A171821}" dt="2025-12-01T05:14:25.948" v="92"/>
          <ac:inkMkLst>
            <pc:docMk/>
            <pc:sldMk cId="168805973" sldId="259"/>
            <ac:inkMk id="47" creationId="{B0168195-31D3-2391-1E91-B0F37E63F393}"/>
          </ac:inkMkLst>
        </pc:inkChg>
        <pc:inkChg chg="add del">
          <ac:chgData name="Fuentes-Cabrera, Miguel" userId="1bb9fb8f-7ff7-4823-9c46-dbbc0dc47453" providerId="ADAL" clId="{D16B89D3-8BA8-4A70-AE12-51DA2A171821}" dt="2025-12-01T05:14:25.948" v="92"/>
          <ac:inkMkLst>
            <pc:docMk/>
            <pc:sldMk cId="168805973" sldId="259"/>
            <ac:inkMk id="48" creationId="{447D1A10-FDB5-EB40-BE1E-80EB6752CC17}"/>
          </ac:inkMkLst>
        </pc:inkChg>
        <pc:inkChg chg="add del">
          <ac:chgData name="Fuentes-Cabrera, Miguel" userId="1bb9fb8f-7ff7-4823-9c46-dbbc0dc47453" providerId="ADAL" clId="{D16B89D3-8BA8-4A70-AE12-51DA2A171821}" dt="2025-12-01T05:14:25.948" v="92"/>
          <ac:inkMkLst>
            <pc:docMk/>
            <pc:sldMk cId="168805973" sldId="259"/>
            <ac:inkMk id="49" creationId="{B57E5269-9CD2-AEE1-B364-F04757290625}"/>
          </ac:inkMkLst>
        </pc:inkChg>
        <pc:inkChg chg="add reco">
          <ac:chgData name="Fuentes-Cabrera, Miguel" userId="1bb9fb8f-7ff7-4823-9c46-dbbc0dc47453" providerId="ADAL" clId="{D16B89D3-8BA8-4A70-AE12-51DA2A171821}" dt="2025-12-01T05:14:25.948" v="92"/>
          <ac:inkMkLst>
            <pc:docMk/>
            <pc:sldMk cId="168805973" sldId="259"/>
            <ac:inkMk id="51" creationId="{A4F98F04-9BA9-F562-85BD-B9A5D6F3BCFC}"/>
          </ac:inkMkLst>
        </pc:inkChg>
        <pc:inkChg chg="add del">
          <ac:chgData name="Fuentes-Cabrera, Miguel" userId="1bb9fb8f-7ff7-4823-9c46-dbbc0dc47453" providerId="ADAL" clId="{D16B89D3-8BA8-4A70-AE12-51DA2A171821}" dt="2025-12-01T05:14:45.919" v="99"/>
          <ac:inkMkLst>
            <pc:docMk/>
            <pc:sldMk cId="168805973" sldId="259"/>
            <ac:inkMk id="52" creationId="{E1533B0C-BF0A-3BD1-F2D4-8AC8ED5A07D2}"/>
          </ac:inkMkLst>
        </pc:inkChg>
        <pc:inkChg chg="add del">
          <ac:chgData name="Fuentes-Cabrera, Miguel" userId="1bb9fb8f-7ff7-4823-9c46-dbbc0dc47453" providerId="ADAL" clId="{D16B89D3-8BA8-4A70-AE12-51DA2A171821}" dt="2025-12-01T05:14:45.919" v="99"/>
          <ac:inkMkLst>
            <pc:docMk/>
            <pc:sldMk cId="168805973" sldId="259"/>
            <ac:inkMk id="53" creationId="{EF78E916-94E1-76FA-AFAB-D8841D14F96E}"/>
          </ac:inkMkLst>
        </pc:inkChg>
        <pc:inkChg chg="add del">
          <ac:chgData name="Fuentes-Cabrera, Miguel" userId="1bb9fb8f-7ff7-4823-9c46-dbbc0dc47453" providerId="ADAL" clId="{D16B89D3-8BA8-4A70-AE12-51DA2A171821}" dt="2025-12-01T05:14:45.919" v="99"/>
          <ac:inkMkLst>
            <pc:docMk/>
            <pc:sldMk cId="168805973" sldId="259"/>
            <ac:inkMk id="54" creationId="{4A32848E-6149-0ABF-7BB9-31E0220B5E5C}"/>
          </ac:inkMkLst>
        </pc:inkChg>
        <pc:inkChg chg="add del">
          <ac:chgData name="Fuentes-Cabrera, Miguel" userId="1bb9fb8f-7ff7-4823-9c46-dbbc0dc47453" providerId="ADAL" clId="{D16B89D3-8BA8-4A70-AE12-51DA2A171821}" dt="2025-12-01T05:14:45.919" v="99"/>
          <ac:inkMkLst>
            <pc:docMk/>
            <pc:sldMk cId="168805973" sldId="259"/>
            <ac:inkMk id="55" creationId="{CDEE57A8-E2D4-9BA4-5F90-4A78EF026F74}"/>
          </ac:inkMkLst>
        </pc:inkChg>
        <pc:inkChg chg="add del">
          <ac:chgData name="Fuentes-Cabrera, Miguel" userId="1bb9fb8f-7ff7-4823-9c46-dbbc0dc47453" providerId="ADAL" clId="{D16B89D3-8BA8-4A70-AE12-51DA2A171821}" dt="2025-12-01T05:14:45.919" v="99"/>
          <ac:inkMkLst>
            <pc:docMk/>
            <pc:sldMk cId="168805973" sldId="259"/>
            <ac:inkMk id="57" creationId="{DC37D084-2843-B2EE-3A4B-6FCCBB4DC7EB}"/>
          </ac:inkMkLst>
        </pc:inkChg>
        <pc:inkChg chg="add del">
          <ac:chgData name="Fuentes-Cabrera, Miguel" userId="1bb9fb8f-7ff7-4823-9c46-dbbc0dc47453" providerId="ADAL" clId="{D16B89D3-8BA8-4A70-AE12-51DA2A171821}" dt="2025-12-01T05:14:45.919" v="99"/>
          <ac:inkMkLst>
            <pc:docMk/>
            <pc:sldMk cId="168805973" sldId="259"/>
            <ac:inkMk id="58" creationId="{7ED18D1F-BC40-FADA-9020-CD9F96221E7F}"/>
          </ac:inkMkLst>
        </pc:inkChg>
        <pc:inkChg chg="add reco">
          <ac:chgData name="Fuentes-Cabrera, Miguel" userId="1bb9fb8f-7ff7-4823-9c46-dbbc0dc47453" providerId="ADAL" clId="{D16B89D3-8BA8-4A70-AE12-51DA2A171821}" dt="2025-12-01T05:14:45.919" v="99"/>
          <ac:inkMkLst>
            <pc:docMk/>
            <pc:sldMk cId="168805973" sldId="259"/>
            <ac:inkMk id="59" creationId="{9E4ACA88-B47F-E350-F241-B976D9F8FDA6}"/>
          </ac:inkMkLst>
        </pc:inkChg>
        <pc:inkChg chg="mod modStrokes">
          <ac:chgData name="Fuentes-Cabrera, Miguel" userId="1bb9fb8f-7ff7-4823-9c46-dbbc0dc47453" providerId="ADAL" clId="{D16B89D3-8BA8-4A70-AE12-51DA2A171821}" dt="2025-12-01T05:14:22.062" v="87"/>
          <ac:inkMkLst>
            <pc:docMk/>
            <pc:sldMk cId="168805973" sldId="259"/>
            <ac:inkMk id="136" creationId="{FE5BA1AF-A940-4D19-A456-76BE13E06BA3}"/>
          </ac:inkMkLst>
        </pc:inkChg>
        <pc:inkChg chg="del">
          <ac:chgData name="Fuentes-Cabrera, Miguel" userId="1bb9fb8f-7ff7-4823-9c46-dbbc0dc47453" providerId="ADAL" clId="{D16B89D3-8BA8-4A70-AE12-51DA2A171821}" dt="2025-12-01T05:14:22.066" v="88"/>
          <ac:inkMkLst>
            <pc:docMk/>
            <pc:sldMk cId="168805973" sldId="259"/>
            <ac:inkMk id="142" creationId="{65B62C91-6AFF-D71F-3319-3081398E6B4C}"/>
          </ac:inkMkLst>
        </pc:inkChg>
      </pc:sldChg>
      <pc:sldChg chg="addSp delSp mod">
        <pc:chgData name="Fuentes-Cabrera, Miguel" userId="1bb9fb8f-7ff7-4823-9c46-dbbc0dc47453" providerId="ADAL" clId="{D16B89D3-8BA8-4A70-AE12-51DA2A171821}" dt="2025-12-01T05:16:05.052" v="180"/>
        <pc:sldMkLst>
          <pc:docMk/>
          <pc:sldMk cId="2985366008" sldId="262"/>
        </pc:sldMkLst>
        <pc:inkChg chg="add del">
          <ac:chgData name="Fuentes-Cabrera, Miguel" userId="1bb9fb8f-7ff7-4823-9c46-dbbc0dc47453" providerId="ADAL" clId="{D16B89D3-8BA8-4A70-AE12-51DA2A171821}" dt="2025-12-01T05:14:55.618" v="105"/>
          <ac:inkMkLst>
            <pc:docMk/>
            <pc:sldMk cId="2985366008" sldId="262"/>
            <ac:inkMk id="2" creationId="{D32BD26E-8285-E834-6AB6-48D425E8CA3E}"/>
          </ac:inkMkLst>
        </pc:inkChg>
        <pc:inkChg chg="add del">
          <ac:chgData name="Fuentes-Cabrera, Miguel" userId="1bb9fb8f-7ff7-4823-9c46-dbbc0dc47453" providerId="ADAL" clId="{D16B89D3-8BA8-4A70-AE12-51DA2A171821}" dt="2025-12-01T05:14:55.618" v="105"/>
          <ac:inkMkLst>
            <pc:docMk/>
            <pc:sldMk cId="2985366008" sldId="262"/>
            <ac:inkMk id="3" creationId="{AF8B0F1C-FB03-9C0F-0B3F-2E4D60073D3A}"/>
          </ac:inkMkLst>
        </pc:inkChg>
        <pc:inkChg chg="add del">
          <ac:chgData name="Fuentes-Cabrera, Miguel" userId="1bb9fb8f-7ff7-4823-9c46-dbbc0dc47453" providerId="ADAL" clId="{D16B89D3-8BA8-4A70-AE12-51DA2A171821}" dt="2025-12-01T05:14:55.618" v="105"/>
          <ac:inkMkLst>
            <pc:docMk/>
            <pc:sldMk cId="2985366008" sldId="262"/>
            <ac:inkMk id="4" creationId="{3AA43832-93FD-4D51-443C-C50770A752D4}"/>
          </ac:inkMkLst>
        </pc:inkChg>
        <pc:inkChg chg="add del">
          <ac:chgData name="Fuentes-Cabrera, Miguel" userId="1bb9fb8f-7ff7-4823-9c46-dbbc0dc47453" providerId="ADAL" clId="{D16B89D3-8BA8-4A70-AE12-51DA2A171821}" dt="2025-12-01T05:14:55.618" v="105"/>
          <ac:inkMkLst>
            <pc:docMk/>
            <pc:sldMk cId="2985366008" sldId="262"/>
            <ac:inkMk id="5" creationId="{529901F5-1F7F-A260-EE77-AD5ED69168BC}"/>
          </ac:inkMkLst>
        </pc:inkChg>
        <pc:inkChg chg="add del">
          <ac:chgData name="Fuentes-Cabrera, Miguel" userId="1bb9fb8f-7ff7-4823-9c46-dbbc0dc47453" providerId="ADAL" clId="{D16B89D3-8BA8-4A70-AE12-51DA2A171821}" dt="2025-12-01T05:14:55.618" v="105"/>
          <ac:inkMkLst>
            <pc:docMk/>
            <pc:sldMk cId="2985366008" sldId="262"/>
            <ac:inkMk id="6" creationId="{FF48ADF9-A2D2-4E4E-A721-788EF0FE70FC}"/>
          </ac:inkMkLst>
        </pc:inkChg>
        <pc:inkChg chg="add del reco">
          <ac:chgData name="Fuentes-Cabrera, Miguel" userId="1bb9fb8f-7ff7-4823-9c46-dbbc0dc47453" providerId="ADAL" clId="{D16B89D3-8BA8-4A70-AE12-51DA2A171821}" dt="2025-12-01T05:15:30.341" v="129"/>
          <ac:inkMkLst>
            <pc:docMk/>
            <pc:sldMk cId="2985366008" sldId="262"/>
            <ac:inkMk id="7" creationId="{A0E0A7B4-3B71-7D70-D048-D8E17F5DDAF0}"/>
          </ac:inkMkLst>
        </pc:inkChg>
        <pc:inkChg chg="add del">
          <ac:chgData name="Fuentes-Cabrera, Miguel" userId="1bb9fb8f-7ff7-4823-9c46-dbbc0dc47453" providerId="ADAL" clId="{D16B89D3-8BA8-4A70-AE12-51DA2A171821}" dt="2025-12-01T05:14:59.655" v="115"/>
          <ac:inkMkLst>
            <pc:docMk/>
            <pc:sldMk cId="2985366008" sldId="262"/>
            <ac:inkMk id="8" creationId="{F02BDD0C-F303-6D09-2F94-787168C4E826}"/>
          </ac:inkMkLst>
        </pc:inkChg>
        <pc:inkChg chg="add del">
          <ac:chgData name="Fuentes-Cabrera, Miguel" userId="1bb9fb8f-7ff7-4823-9c46-dbbc0dc47453" providerId="ADAL" clId="{D16B89D3-8BA8-4A70-AE12-51DA2A171821}" dt="2025-12-01T05:14:59.655" v="115"/>
          <ac:inkMkLst>
            <pc:docMk/>
            <pc:sldMk cId="2985366008" sldId="262"/>
            <ac:inkMk id="9" creationId="{B910320F-C317-4C17-0C49-AE5EB0FC2DC8}"/>
          </ac:inkMkLst>
        </pc:inkChg>
        <pc:inkChg chg="add del">
          <ac:chgData name="Fuentes-Cabrera, Miguel" userId="1bb9fb8f-7ff7-4823-9c46-dbbc0dc47453" providerId="ADAL" clId="{D16B89D3-8BA8-4A70-AE12-51DA2A171821}" dt="2025-12-01T05:14:59.655" v="115"/>
          <ac:inkMkLst>
            <pc:docMk/>
            <pc:sldMk cId="2985366008" sldId="262"/>
            <ac:inkMk id="10" creationId="{34FE5263-D20D-A435-3969-CF7680E60864}"/>
          </ac:inkMkLst>
        </pc:inkChg>
        <pc:inkChg chg="add del">
          <ac:chgData name="Fuentes-Cabrera, Miguel" userId="1bb9fb8f-7ff7-4823-9c46-dbbc0dc47453" providerId="ADAL" clId="{D16B89D3-8BA8-4A70-AE12-51DA2A171821}" dt="2025-12-01T05:14:59.655" v="115"/>
          <ac:inkMkLst>
            <pc:docMk/>
            <pc:sldMk cId="2985366008" sldId="262"/>
            <ac:inkMk id="11" creationId="{B14B8A7C-3711-3ED5-EDA6-6ED741568220}"/>
          </ac:inkMkLst>
        </pc:inkChg>
        <pc:inkChg chg="add del">
          <ac:chgData name="Fuentes-Cabrera, Miguel" userId="1bb9fb8f-7ff7-4823-9c46-dbbc0dc47453" providerId="ADAL" clId="{D16B89D3-8BA8-4A70-AE12-51DA2A171821}" dt="2025-12-01T05:14:59.655" v="115"/>
          <ac:inkMkLst>
            <pc:docMk/>
            <pc:sldMk cId="2985366008" sldId="262"/>
            <ac:inkMk id="13" creationId="{C4F7BD54-558B-FC3A-993A-4B42069F4620}"/>
          </ac:inkMkLst>
        </pc:inkChg>
        <pc:inkChg chg="add del">
          <ac:chgData name="Fuentes-Cabrera, Miguel" userId="1bb9fb8f-7ff7-4823-9c46-dbbc0dc47453" providerId="ADAL" clId="{D16B89D3-8BA8-4A70-AE12-51DA2A171821}" dt="2025-12-01T05:14:59.655" v="115"/>
          <ac:inkMkLst>
            <pc:docMk/>
            <pc:sldMk cId="2985366008" sldId="262"/>
            <ac:inkMk id="14" creationId="{728618F4-D8EB-7049-E8D5-72A795D1087F}"/>
          </ac:inkMkLst>
        </pc:inkChg>
        <pc:inkChg chg="add del">
          <ac:chgData name="Fuentes-Cabrera, Miguel" userId="1bb9fb8f-7ff7-4823-9c46-dbbc0dc47453" providerId="ADAL" clId="{D16B89D3-8BA8-4A70-AE12-51DA2A171821}" dt="2025-12-01T05:14:59.655" v="115"/>
          <ac:inkMkLst>
            <pc:docMk/>
            <pc:sldMk cId="2985366008" sldId="262"/>
            <ac:inkMk id="15" creationId="{DA0311B6-84D6-45C9-0691-442DAE9AE151}"/>
          </ac:inkMkLst>
        </pc:inkChg>
        <pc:inkChg chg="add del">
          <ac:chgData name="Fuentes-Cabrera, Miguel" userId="1bb9fb8f-7ff7-4823-9c46-dbbc0dc47453" providerId="ADAL" clId="{D16B89D3-8BA8-4A70-AE12-51DA2A171821}" dt="2025-12-01T05:14:59.655" v="115"/>
          <ac:inkMkLst>
            <pc:docMk/>
            <pc:sldMk cId="2985366008" sldId="262"/>
            <ac:inkMk id="16" creationId="{6653554E-9FFD-CDD7-7FE3-E26B55196755}"/>
          </ac:inkMkLst>
        </pc:inkChg>
        <pc:inkChg chg="add del">
          <ac:chgData name="Fuentes-Cabrera, Miguel" userId="1bb9fb8f-7ff7-4823-9c46-dbbc0dc47453" providerId="ADAL" clId="{D16B89D3-8BA8-4A70-AE12-51DA2A171821}" dt="2025-12-01T05:14:59.655" v="115"/>
          <ac:inkMkLst>
            <pc:docMk/>
            <pc:sldMk cId="2985366008" sldId="262"/>
            <ac:inkMk id="17" creationId="{6E91ED7C-3F75-0FA0-58EF-81076C02E919}"/>
          </ac:inkMkLst>
        </pc:inkChg>
        <pc:inkChg chg="add del reco">
          <ac:chgData name="Fuentes-Cabrera, Miguel" userId="1bb9fb8f-7ff7-4823-9c46-dbbc0dc47453" providerId="ADAL" clId="{D16B89D3-8BA8-4A70-AE12-51DA2A171821}" dt="2025-12-01T05:15:30.347" v="131"/>
          <ac:inkMkLst>
            <pc:docMk/>
            <pc:sldMk cId="2985366008" sldId="262"/>
            <ac:inkMk id="18" creationId="{46F18383-E89F-8165-D522-9A67B6AB5A0F}"/>
          </ac:inkMkLst>
        </pc:inkChg>
        <pc:inkChg chg="add del">
          <ac:chgData name="Fuentes-Cabrera, Miguel" userId="1bb9fb8f-7ff7-4823-9c46-dbbc0dc47453" providerId="ADAL" clId="{D16B89D3-8BA8-4A70-AE12-51DA2A171821}" dt="2025-12-01T05:15:06.785" v="121"/>
          <ac:inkMkLst>
            <pc:docMk/>
            <pc:sldMk cId="2985366008" sldId="262"/>
            <ac:inkMk id="21" creationId="{901BDD03-BCFA-2893-10D9-FF4B3A3D50E5}"/>
          </ac:inkMkLst>
        </pc:inkChg>
        <pc:inkChg chg="add del">
          <ac:chgData name="Fuentes-Cabrera, Miguel" userId="1bb9fb8f-7ff7-4823-9c46-dbbc0dc47453" providerId="ADAL" clId="{D16B89D3-8BA8-4A70-AE12-51DA2A171821}" dt="2025-12-01T05:15:06.785" v="121"/>
          <ac:inkMkLst>
            <pc:docMk/>
            <pc:sldMk cId="2985366008" sldId="262"/>
            <ac:inkMk id="22" creationId="{05EB6227-F86E-7BA3-9901-7FA00347A4D2}"/>
          </ac:inkMkLst>
        </pc:inkChg>
        <pc:inkChg chg="add del">
          <ac:chgData name="Fuentes-Cabrera, Miguel" userId="1bb9fb8f-7ff7-4823-9c46-dbbc0dc47453" providerId="ADAL" clId="{D16B89D3-8BA8-4A70-AE12-51DA2A171821}" dt="2025-12-01T05:15:06.785" v="121"/>
          <ac:inkMkLst>
            <pc:docMk/>
            <pc:sldMk cId="2985366008" sldId="262"/>
            <ac:inkMk id="23" creationId="{73682F43-7381-C923-9987-FC7A7E58F764}"/>
          </ac:inkMkLst>
        </pc:inkChg>
        <pc:inkChg chg="add del">
          <ac:chgData name="Fuentes-Cabrera, Miguel" userId="1bb9fb8f-7ff7-4823-9c46-dbbc0dc47453" providerId="ADAL" clId="{D16B89D3-8BA8-4A70-AE12-51DA2A171821}" dt="2025-12-01T05:15:06.785" v="121"/>
          <ac:inkMkLst>
            <pc:docMk/>
            <pc:sldMk cId="2985366008" sldId="262"/>
            <ac:inkMk id="24" creationId="{121E450D-E635-C905-533F-029240B43F5F}"/>
          </ac:inkMkLst>
        </pc:inkChg>
        <pc:inkChg chg="add del">
          <ac:chgData name="Fuentes-Cabrera, Miguel" userId="1bb9fb8f-7ff7-4823-9c46-dbbc0dc47453" providerId="ADAL" clId="{D16B89D3-8BA8-4A70-AE12-51DA2A171821}" dt="2025-12-01T05:15:06.785" v="121"/>
          <ac:inkMkLst>
            <pc:docMk/>
            <pc:sldMk cId="2985366008" sldId="262"/>
            <ac:inkMk id="25" creationId="{6841E516-0EC7-D300-3C01-6F49A209E119}"/>
          </ac:inkMkLst>
        </pc:inkChg>
        <pc:inkChg chg="add del reco">
          <ac:chgData name="Fuentes-Cabrera, Miguel" userId="1bb9fb8f-7ff7-4823-9c46-dbbc0dc47453" providerId="ADAL" clId="{D16B89D3-8BA8-4A70-AE12-51DA2A171821}" dt="2025-12-01T05:15:30.349" v="132"/>
          <ac:inkMkLst>
            <pc:docMk/>
            <pc:sldMk cId="2985366008" sldId="262"/>
            <ac:inkMk id="26" creationId="{5270F7B8-294A-60CD-E902-6A4412B1DD2C}"/>
          </ac:inkMkLst>
        </pc:inkChg>
        <pc:inkChg chg="add del">
          <ac:chgData name="Fuentes-Cabrera, Miguel" userId="1bb9fb8f-7ff7-4823-9c46-dbbc0dc47453" providerId="ADAL" clId="{D16B89D3-8BA8-4A70-AE12-51DA2A171821}" dt="2025-12-01T05:15:09.568" v="128"/>
          <ac:inkMkLst>
            <pc:docMk/>
            <pc:sldMk cId="2985366008" sldId="262"/>
            <ac:inkMk id="27" creationId="{AE1A3D16-828C-610F-33FA-E9B3F3AE903F}"/>
          </ac:inkMkLst>
        </pc:inkChg>
        <pc:inkChg chg="add del">
          <ac:chgData name="Fuentes-Cabrera, Miguel" userId="1bb9fb8f-7ff7-4823-9c46-dbbc0dc47453" providerId="ADAL" clId="{D16B89D3-8BA8-4A70-AE12-51DA2A171821}" dt="2025-12-01T05:15:09.568" v="128"/>
          <ac:inkMkLst>
            <pc:docMk/>
            <pc:sldMk cId="2985366008" sldId="262"/>
            <ac:inkMk id="28" creationId="{CD21E018-F97B-C316-7579-5CF389101CB2}"/>
          </ac:inkMkLst>
        </pc:inkChg>
        <pc:inkChg chg="add del">
          <ac:chgData name="Fuentes-Cabrera, Miguel" userId="1bb9fb8f-7ff7-4823-9c46-dbbc0dc47453" providerId="ADAL" clId="{D16B89D3-8BA8-4A70-AE12-51DA2A171821}" dt="2025-12-01T05:15:09.568" v="128"/>
          <ac:inkMkLst>
            <pc:docMk/>
            <pc:sldMk cId="2985366008" sldId="262"/>
            <ac:inkMk id="29" creationId="{EDD04408-A342-5796-1E18-3E198D4665CE}"/>
          </ac:inkMkLst>
        </pc:inkChg>
        <pc:inkChg chg="add del">
          <ac:chgData name="Fuentes-Cabrera, Miguel" userId="1bb9fb8f-7ff7-4823-9c46-dbbc0dc47453" providerId="ADAL" clId="{D16B89D3-8BA8-4A70-AE12-51DA2A171821}" dt="2025-12-01T05:15:09.568" v="128"/>
          <ac:inkMkLst>
            <pc:docMk/>
            <pc:sldMk cId="2985366008" sldId="262"/>
            <ac:inkMk id="30" creationId="{A459FC32-BC2A-801F-0EEA-C18F909AE258}"/>
          </ac:inkMkLst>
        </pc:inkChg>
        <pc:inkChg chg="add del">
          <ac:chgData name="Fuentes-Cabrera, Miguel" userId="1bb9fb8f-7ff7-4823-9c46-dbbc0dc47453" providerId="ADAL" clId="{D16B89D3-8BA8-4A70-AE12-51DA2A171821}" dt="2025-12-01T05:15:09.568" v="128"/>
          <ac:inkMkLst>
            <pc:docMk/>
            <pc:sldMk cId="2985366008" sldId="262"/>
            <ac:inkMk id="31" creationId="{2E18DE47-C391-EBC7-80C1-EE2B8970D094}"/>
          </ac:inkMkLst>
        </pc:inkChg>
        <pc:inkChg chg="add del">
          <ac:chgData name="Fuentes-Cabrera, Miguel" userId="1bb9fb8f-7ff7-4823-9c46-dbbc0dc47453" providerId="ADAL" clId="{D16B89D3-8BA8-4A70-AE12-51DA2A171821}" dt="2025-12-01T05:15:09.568" v="128"/>
          <ac:inkMkLst>
            <pc:docMk/>
            <pc:sldMk cId="2985366008" sldId="262"/>
            <ac:inkMk id="32" creationId="{8F9FD2CE-E8BE-F884-92FD-A437FB144FA0}"/>
          </ac:inkMkLst>
        </pc:inkChg>
        <pc:inkChg chg="add del reco">
          <ac:chgData name="Fuentes-Cabrera, Miguel" userId="1bb9fb8f-7ff7-4823-9c46-dbbc0dc47453" providerId="ADAL" clId="{D16B89D3-8BA8-4A70-AE12-51DA2A171821}" dt="2025-12-01T05:15:30.344" v="130"/>
          <ac:inkMkLst>
            <pc:docMk/>
            <pc:sldMk cId="2985366008" sldId="262"/>
            <ac:inkMk id="33" creationId="{ECCBE9EF-0E50-5D1A-D167-53F40CD8B50D}"/>
          </ac:inkMkLst>
        </pc:inkChg>
        <pc:inkChg chg="add del">
          <ac:chgData name="Fuentes-Cabrera, Miguel" userId="1bb9fb8f-7ff7-4823-9c46-dbbc0dc47453" providerId="ADAL" clId="{D16B89D3-8BA8-4A70-AE12-51DA2A171821}" dt="2025-12-01T05:15:34.416" v="138"/>
          <ac:inkMkLst>
            <pc:docMk/>
            <pc:sldMk cId="2985366008" sldId="262"/>
            <ac:inkMk id="34" creationId="{2B2C9191-3DF7-3221-94B9-681B16212B8E}"/>
          </ac:inkMkLst>
        </pc:inkChg>
        <pc:inkChg chg="add del">
          <ac:chgData name="Fuentes-Cabrera, Miguel" userId="1bb9fb8f-7ff7-4823-9c46-dbbc0dc47453" providerId="ADAL" clId="{D16B89D3-8BA8-4A70-AE12-51DA2A171821}" dt="2025-12-01T05:15:34.416" v="138"/>
          <ac:inkMkLst>
            <pc:docMk/>
            <pc:sldMk cId="2985366008" sldId="262"/>
            <ac:inkMk id="35" creationId="{898C5AC9-AC32-7D84-D993-F95142C21A8F}"/>
          </ac:inkMkLst>
        </pc:inkChg>
        <pc:inkChg chg="add del">
          <ac:chgData name="Fuentes-Cabrera, Miguel" userId="1bb9fb8f-7ff7-4823-9c46-dbbc0dc47453" providerId="ADAL" clId="{D16B89D3-8BA8-4A70-AE12-51DA2A171821}" dt="2025-12-01T05:15:34.416" v="138"/>
          <ac:inkMkLst>
            <pc:docMk/>
            <pc:sldMk cId="2985366008" sldId="262"/>
            <ac:inkMk id="39" creationId="{5EA9BF78-2BF1-9054-2EB6-AE56F05519D5}"/>
          </ac:inkMkLst>
        </pc:inkChg>
        <pc:inkChg chg="add del">
          <ac:chgData name="Fuentes-Cabrera, Miguel" userId="1bb9fb8f-7ff7-4823-9c46-dbbc0dc47453" providerId="ADAL" clId="{D16B89D3-8BA8-4A70-AE12-51DA2A171821}" dt="2025-12-01T05:15:34.416" v="138"/>
          <ac:inkMkLst>
            <pc:docMk/>
            <pc:sldMk cId="2985366008" sldId="262"/>
            <ac:inkMk id="40" creationId="{A87EB085-D5BA-324B-B15B-6D8924E4F545}"/>
          </ac:inkMkLst>
        </pc:inkChg>
        <pc:inkChg chg="add del">
          <ac:chgData name="Fuentes-Cabrera, Miguel" userId="1bb9fb8f-7ff7-4823-9c46-dbbc0dc47453" providerId="ADAL" clId="{D16B89D3-8BA8-4A70-AE12-51DA2A171821}" dt="2025-12-01T05:15:34.416" v="138"/>
          <ac:inkMkLst>
            <pc:docMk/>
            <pc:sldMk cId="2985366008" sldId="262"/>
            <ac:inkMk id="41" creationId="{41089B9E-8811-D8CA-D8A6-5C7CE8FF6730}"/>
          </ac:inkMkLst>
        </pc:inkChg>
        <pc:inkChg chg="add reco">
          <ac:chgData name="Fuentes-Cabrera, Miguel" userId="1bb9fb8f-7ff7-4823-9c46-dbbc0dc47453" providerId="ADAL" clId="{D16B89D3-8BA8-4A70-AE12-51DA2A171821}" dt="2025-12-01T05:15:34.416" v="138"/>
          <ac:inkMkLst>
            <pc:docMk/>
            <pc:sldMk cId="2985366008" sldId="262"/>
            <ac:inkMk id="42" creationId="{A29A6C6B-89CB-E80B-DB31-952F476E0206}"/>
          </ac:inkMkLst>
        </pc:inkChg>
        <pc:inkChg chg="add del">
          <ac:chgData name="Fuentes-Cabrera, Miguel" userId="1bb9fb8f-7ff7-4823-9c46-dbbc0dc47453" providerId="ADAL" clId="{D16B89D3-8BA8-4A70-AE12-51DA2A171821}" dt="2025-12-01T05:15:38.550" v="149"/>
          <ac:inkMkLst>
            <pc:docMk/>
            <pc:sldMk cId="2985366008" sldId="262"/>
            <ac:inkMk id="43" creationId="{CC9B2999-9158-2B88-C926-3AACFF357EEB}"/>
          </ac:inkMkLst>
        </pc:inkChg>
        <pc:inkChg chg="add del">
          <ac:chgData name="Fuentes-Cabrera, Miguel" userId="1bb9fb8f-7ff7-4823-9c46-dbbc0dc47453" providerId="ADAL" clId="{D16B89D3-8BA8-4A70-AE12-51DA2A171821}" dt="2025-12-01T05:15:38.550" v="149"/>
          <ac:inkMkLst>
            <pc:docMk/>
            <pc:sldMk cId="2985366008" sldId="262"/>
            <ac:inkMk id="44" creationId="{05CFD272-1797-E5C9-8BC6-09571F325EC6}"/>
          </ac:inkMkLst>
        </pc:inkChg>
        <pc:inkChg chg="add del">
          <ac:chgData name="Fuentes-Cabrera, Miguel" userId="1bb9fb8f-7ff7-4823-9c46-dbbc0dc47453" providerId="ADAL" clId="{D16B89D3-8BA8-4A70-AE12-51DA2A171821}" dt="2025-12-01T05:15:38.550" v="149"/>
          <ac:inkMkLst>
            <pc:docMk/>
            <pc:sldMk cId="2985366008" sldId="262"/>
            <ac:inkMk id="45" creationId="{542FF81E-CEBC-83AC-9639-E4DC8890AE48}"/>
          </ac:inkMkLst>
        </pc:inkChg>
        <pc:inkChg chg="add del">
          <ac:chgData name="Fuentes-Cabrera, Miguel" userId="1bb9fb8f-7ff7-4823-9c46-dbbc0dc47453" providerId="ADAL" clId="{D16B89D3-8BA8-4A70-AE12-51DA2A171821}" dt="2025-12-01T05:15:38.550" v="149"/>
          <ac:inkMkLst>
            <pc:docMk/>
            <pc:sldMk cId="2985366008" sldId="262"/>
            <ac:inkMk id="46" creationId="{68660CDF-934B-A805-77F2-91C2BC44BA87}"/>
          </ac:inkMkLst>
        </pc:inkChg>
        <pc:inkChg chg="add del">
          <ac:chgData name="Fuentes-Cabrera, Miguel" userId="1bb9fb8f-7ff7-4823-9c46-dbbc0dc47453" providerId="ADAL" clId="{D16B89D3-8BA8-4A70-AE12-51DA2A171821}" dt="2025-12-01T05:15:38.550" v="149"/>
          <ac:inkMkLst>
            <pc:docMk/>
            <pc:sldMk cId="2985366008" sldId="262"/>
            <ac:inkMk id="47" creationId="{B552D88C-25C3-99BE-6F4F-CAD62F5DB049}"/>
          </ac:inkMkLst>
        </pc:inkChg>
        <pc:inkChg chg="add del">
          <ac:chgData name="Fuentes-Cabrera, Miguel" userId="1bb9fb8f-7ff7-4823-9c46-dbbc0dc47453" providerId="ADAL" clId="{D16B89D3-8BA8-4A70-AE12-51DA2A171821}" dt="2025-12-01T05:15:38.550" v="149"/>
          <ac:inkMkLst>
            <pc:docMk/>
            <pc:sldMk cId="2985366008" sldId="262"/>
            <ac:inkMk id="48" creationId="{6F85FF4D-ECAD-7D38-F07B-0D76EF8238AB}"/>
          </ac:inkMkLst>
        </pc:inkChg>
        <pc:inkChg chg="add del">
          <ac:chgData name="Fuentes-Cabrera, Miguel" userId="1bb9fb8f-7ff7-4823-9c46-dbbc0dc47453" providerId="ADAL" clId="{D16B89D3-8BA8-4A70-AE12-51DA2A171821}" dt="2025-12-01T05:15:38.550" v="149"/>
          <ac:inkMkLst>
            <pc:docMk/>
            <pc:sldMk cId="2985366008" sldId="262"/>
            <ac:inkMk id="49" creationId="{1DBA3BB5-B43B-1B9A-F2BA-C525BA917E06}"/>
          </ac:inkMkLst>
        </pc:inkChg>
        <pc:inkChg chg="add del">
          <ac:chgData name="Fuentes-Cabrera, Miguel" userId="1bb9fb8f-7ff7-4823-9c46-dbbc0dc47453" providerId="ADAL" clId="{D16B89D3-8BA8-4A70-AE12-51DA2A171821}" dt="2025-12-01T05:15:38.550" v="149"/>
          <ac:inkMkLst>
            <pc:docMk/>
            <pc:sldMk cId="2985366008" sldId="262"/>
            <ac:inkMk id="50" creationId="{A74382DF-208E-926B-FDB0-FCC3839062C9}"/>
          </ac:inkMkLst>
        </pc:inkChg>
        <pc:inkChg chg="add del">
          <ac:chgData name="Fuentes-Cabrera, Miguel" userId="1bb9fb8f-7ff7-4823-9c46-dbbc0dc47453" providerId="ADAL" clId="{D16B89D3-8BA8-4A70-AE12-51DA2A171821}" dt="2025-12-01T05:15:38.550" v="149"/>
          <ac:inkMkLst>
            <pc:docMk/>
            <pc:sldMk cId="2985366008" sldId="262"/>
            <ac:inkMk id="53" creationId="{6D491BB2-E898-23B4-E6B5-EE429283D961}"/>
          </ac:inkMkLst>
        </pc:inkChg>
        <pc:inkChg chg="add">
          <ac:chgData name="Fuentes-Cabrera, Miguel" userId="1bb9fb8f-7ff7-4823-9c46-dbbc0dc47453" providerId="ADAL" clId="{D16B89D3-8BA8-4A70-AE12-51DA2A171821}" dt="2025-12-01T05:15:37.835" v="148"/>
          <ac:inkMkLst>
            <pc:docMk/>
            <pc:sldMk cId="2985366008" sldId="262"/>
            <ac:inkMk id="54" creationId="{A0574EB5-6184-CF7B-175A-883CA1359707}"/>
          </ac:inkMkLst>
        </pc:inkChg>
        <pc:inkChg chg="add reco">
          <ac:chgData name="Fuentes-Cabrera, Miguel" userId="1bb9fb8f-7ff7-4823-9c46-dbbc0dc47453" providerId="ADAL" clId="{D16B89D3-8BA8-4A70-AE12-51DA2A171821}" dt="2025-12-01T05:15:38.550" v="149"/>
          <ac:inkMkLst>
            <pc:docMk/>
            <pc:sldMk cId="2985366008" sldId="262"/>
            <ac:inkMk id="55" creationId="{3C732AB9-CFA1-DEA5-A1D6-B1B30B519949}"/>
          </ac:inkMkLst>
        </pc:inkChg>
        <pc:inkChg chg="add del">
          <ac:chgData name="Fuentes-Cabrera, Miguel" userId="1bb9fb8f-7ff7-4823-9c46-dbbc0dc47453" providerId="ADAL" clId="{D16B89D3-8BA8-4A70-AE12-51DA2A171821}" dt="2025-12-01T05:15:41.926" v="157"/>
          <ac:inkMkLst>
            <pc:docMk/>
            <pc:sldMk cId="2985366008" sldId="262"/>
            <ac:inkMk id="56" creationId="{F4FF9F96-A013-2D07-E2B9-CD7AC694AEE7}"/>
          </ac:inkMkLst>
        </pc:inkChg>
        <pc:inkChg chg="add del">
          <ac:chgData name="Fuentes-Cabrera, Miguel" userId="1bb9fb8f-7ff7-4823-9c46-dbbc0dc47453" providerId="ADAL" clId="{D16B89D3-8BA8-4A70-AE12-51DA2A171821}" dt="2025-12-01T05:15:41.926" v="157"/>
          <ac:inkMkLst>
            <pc:docMk/>
            <pc:sldMk cId="2985366008" sldId="262"/>
            <ac:inkMk id="57" creationId="{8B8B616E-61A4-FAFD-9259-30008EF3D790}"/>
          </ac:inkMkLst>
        </pc:inkChg>
        <pc:inkChg chg="add del">
          <ac:chgData name="Fuentes-Cabrera, Miguel" userId="1bb9fb8f-7ff7-4823-9c46-dbbc0dc47453" providerId="ADAL" clId="{D16B89D3-8BA8-4A70-AE12-51DA2A171821}" dt="2025-12-01T05:15:41.926" v="157"/>
          <ac:inkMkLst>
            <pc:docMk/>
            <pc:sldMk cId="2985366008" sldId="262"/>
            <ac:inkMk id="58" creationId="{032C2D63-5444-3EFC-35C4-F6DF07966508}"/>
          </ac:inkMkLst>
        </pc:inkChg>
        <pc:inkChg chg="add del">
          <ac:chgData name="Fuentes-Cabrera, Miguel" userId="1bb9fb8f-7ff7-4823-9c46-dbbc0dc47453" providerId="ADAL" clId="{D16B89D3-8BA8-4A70-AE12-51DA2A171821}" dt="2025-12-01T05:15:41.926" v="157"/>
          <ac:inkMkLst>
            <pc:docMk/>
            <pc:sldMk cId="2985366008" sldId="262"/>
            <ac:inkMk id="59" creationId="{E26B23C1-8C9B-D99B-8510-84848E7E03E8}"/>
          </ac:inkMkLst>
        </pc:inkChg>
        <pc:inkChg chg="add del">
          <ac:chgData name="Fuentes-Cabrera, Miguel" userId="1bb9fb8f-7ff7-4823-9c46-dbbc0dc47453" providerId="ADAL" clId="{D16B89D3-8BA8-4A70-AE12-51DA2A171821}" dt="2025-12-01T05:15:41.926" v="157"/>
          <ac:inkMkLst>
            <pc:docMk/>
            <pc:sldMk cId="2985366008" sldId="262"/>
            <ac:inkMk id="60" creationId="{FDE00FA2-8613-8BA8-2D36-803D509C6737}"/>
          </ac:inkMkLst>
        </pc:inkChg>
        <pc:inkChg chg="add del">
          <ac:chgData name="Fuentes-Cabrera, Miguel" userId="1bb9fb8f-7ff7-4823-9c46-dbbc0dc47453" providerId="ADAL" clId="{D16B89D3-8BA8-4A70-AE12-51DA2A171821}" dt="2025-12-01T05:15:41.926" v="157"/>
          <ac:inkMkLst>
            <pc:docMk/>
            <pc:sldMk cId="2985366008" sldId="262"/>
            <ac:inkMk id="61" creationId="{E6119FE3-4398-A289-C316-9584ADF14196}"/>
          </ac:inkMkLst>
        </pc:inkChg>
        <pc:inkChg chg="add del">
          <ac:chgData name="Fuentes-Cabrera, Miguel" userId="1bb9fb8f-7ff7-4823-9c46-dbbc0dc47453" providerId="ADAL" clId="{D16B89D3-8BA8-4A70-AE12-51DA2A171821}" dt="2025-12-01T05:15:41.926" v="157"/>
          <ac:inkMkLst>
            <pc:docMk/>
            <pc:sldMk cId="2985366008" sldId="262"/>
            <ac:inkMk id="62" creationId="{1C2C9239-6D10-65F9-30FF-E41567BC11B1}"/>
          </ac:inkMkLst>
        </pc:inkChg>
        <pc:inkChg chg="add reco">
          <ac:chgData name="Fuentes-Cabrera, Miguel" userId="1bb9fb8f-7ff7-4823-9c46-dbbc0dc47453" providerId="ADAL" clId="{D16B89D3-8BA8-4A70-AE12-51DA2A171821}" dt="2025-12-01T05:15:41.926" v="157"/>
          <ac:inkMkLst>
            <pc:docMk/>
            <pc:sldMk cId="2985366008" sldId="262"/>
            <ac:inkMk id="63" creationId="{3DF04942-7359-3A42-0C71-17B98C7A4295}"/>
          </ac:inkMkLst>
        </pc:inkChg>
        <pc:inkChg chg="add del">
          <ac:chgData name="Fuentes-Cabrera, Miguel" userId="1bb9fb8f-7ff7-4823-9c46-dbbc0dc47453" providerId="ADAL" clId="{D16B89D3-8BA8-4A70-AE12-51DA2A171821}" dt="2025-12-01T05:15:46.549" v="166"/>
          <ac:inkMkLst>
            <pc:docMk/>
            <pc:sldMk cId="2985366008" sldId="262"/>
            <ac:inkMk id="64" creationId="{F5B69422-4A3B-7C95-BBC3-BB1F10C6455D}"/>
          </ac:inkMkLst>
        </pc:inkChg>
        <pc:inkChg chg="add del">
          <ac:chgData name="Fuentes-Cabrera, Miguel" userId="1bb9fb8f-7ff7-4823-9c46-dbbc0dc47453" providerId="ADAL" clId="{D16B89D3-8BA8-4A70-AE12-51DA2A171821}" dt="2025-12-01T05:15:46.549" v="166"/>
          <ac:inkMkLst>
            <pc:docMk/>
            <pc:sldMk cId="2985366008" sldId="262"/>
            <ac:inkMk id="65" creationId="{E8C5D36B-BE78-B202-20BA-C0844CB90D99}"/>
          </ac:inkMkLst>
        </pc:inkChg>
        <pc:inkChg chg="add del">
          <ac:chgData name="Fuentes-Cabrera, Miguel" userId="1bb9fb8f-7ff7-4823-9c46-dbbc0dc47453" providerId="ADAL" clId="{D16B89D3-8BA8-4A70-AE12-51DA2A171821}" dt="2025-12-01T05:15:46.549" v="166"/>
          <ac:inkMkLst>
            <pc:docMk/>
            <pc:sldMk cId="2985366008" sldId="262"/>
            <ac:inkMk id="66" creationId="{2D2C5046-5BFC-04D7-D452-65F204544C7D}"/>
          </ac:inkMkLst>
        </pc:inkChg>
        <pc:inkChg chg="add del">
          <ac:chgData name="Fuentes-Cabrera, Miguel" userId="1bb9fb8f-7ff7-4823-9c46-dbbc0dc47453" providerId="ADAL" clId="{D16B89D3-8BA8-4A70-AE12-51DA2A171821}" dt="2025-12-01T05:15:46.549" v="166"/>
          <ac:inkMkLst>
            <pc:docMk/>
            <pc:sldMk cId="2985366008" sldId="262"/>
            <ac:inkMk id="67" creationId="{740622CC-F4A8-58EB-1F96-9E7ECF255DF4}"/>
          </ac:inkMkLst>
        </pc:inkChg>
        <pc:inkChg chg="add del">
          <ac:chgData name="Fuentes-Cabrera, Miguel" userId="1bb9fb8f-7ff7-4823-9c46-dbbc0dc47453" providerId="ADAL" clId="{D16B89D3-8BA8-4A70-AE12-51DA2A171821}" dt="2025-12-01T05:15:46.549" v="166"/>
          <ac:inkMkLst>
            <pc:docMk/>
            <pc:sldMk cId="2985366008" sldId="262"/>
            <ac:inkMk id="68" creationId="{3DF32D3B-C13B-DD2E-2207-AD0B840E2A90}"/>
          </ac:inkMkLst>
        </pc:inkChg>
        <pc:inkChg chg="add del">
          <ac:chgData name="Fuentes-Cabrera, Miguel" userId="1bb9fb8f-7ff7-4823-9c46-dbbc0dc47453" providerId="ADAL" clId="{D16B89D3-8BA8-4A70-AE12-51DA2A171821}" dt="2025-12-01T05:15:46.549" v="166"/>
          <ac:inkMkLst>
            <pc:docMk/>
            <pc:sldMk cId="2985366008" sldId="262"/>
            <ac:inkMk id="69" creationId="{77BEEE27-3587-2626-F427-28221EC2506E}"/>
          </ac:inkMkLst>
        </pc:inkChg>
        <pc:inkChg chg="add del">
          <ac:chgData name="Fuentes-Cabrera, Miguel" userId="1bb9fb8f-7ff7-4823-9c46-dbbc0dc47453" providerId="ADAL" clId="{D16B89D3-8BA8-4A70-AE12-51DA2A171821}" dt="2025-12-01T05:15:46.549" v="166"/>
          <ac:inkMkLst>
            <pc:docMk/>
            <pc:sldMk cId="2985366008" sldId="262"/>
            <ac:inkMk id="70" creationId="{23E7FFB3-18B4-4D60-B78F-0A7B323B4355}"/>
          </ac:inkMkLst>
        </pc:inkChg>
        <pc:inkChg chg="add del">
          <ac:chgData name="Fuentes-Cabrera, Miguel" userId="1bb9fb8f-7ff7-4823-9c46-dbbc0dc47453" providerId="ADAL" clId="{D16B89D3-8BA8-4A70-AE12-51DA2A171821}" dt="2025-12-01T05:15:46.549" v="166"/>
          <ac:inkMkLst>
            <pc:docMk/>
            <pc:sldMk cId="2985366008" sldId="262"/>
            <ac:inkMk id="71" creationId="{614E042C-3401-9A5C-09CA-C5E217BB5F57}"/>
          </ac:inkMkLst>
        </pc:inkChg>
        <pc:inkChg chg="add reco">
          <ac:chgData name="Fuentes-Cabrera, Miguel" userId="1bb9fb8f-7ff7-4823-9c46-dbbc0dc47453" providerId="ADAL" clId="{D16B89D3-8BA8-4A70-AE12-51DA2A171821}" dt="2025-12-01T05:15:46.549" v="166"/>
          <ac:inkMkLst>
            <pc:docMk/>
            <pc:sldMk cId="2985366008" sldId="262"/>
            <ac:inkMk id="72" creationId="{FB915866-4A5C-818D-7FD9-67DE09A5E334}"/>
          </ac:inkMkLst>
        </pc:inkChg>
        <pc:inkChg chg="add del">
          <ac:chgData name="Fuentes-Cabrera, Miguel" userId="1bb9fb8f-7ff7-4823-9c46-dbbc0dc47453" providerId="ADAL" clId="{D16B89D3-8BA8-4A70-AE12-51DA2A171821}" dt="2025-12-01T05:15:48.607" v="169"/>
          <ac:inkMkLst>
            <pc:docMk/>
            <pc:sldMk cId="2985366008" sldId="262"/>
            <ac:inkMk id="74" creationId="{C41765B6-47C7-8889-504A-11C5AF9C6510}"/>
          </ac:inkMkLst>
        </pc:inkChg>
        <pc:inkChg chg="add del">
          <ac:chgData name="Fuentes-Cabrera, Miguel" userId="1bb9fb8f-7ff7-4823-9c46-dbbc0dc47453" providerId="ADAL" clId="{D16B89D3-8BA8-4A70-AE12-51DA2A171821}" dt="2025-12-01T05:15:48.607" v="169"/>
          <ac:inkMkLst>
            <pc:docMk/>
            <pc:sldMk cId="2985366008" sldId="262"/>
            <ac:inkMk id="75" creationId="{E32C9A21-B340-0398-6EBC-F857DB287F2F}"/>
          </ac:inkMkLst>
        </pc:inkChg>
        <pc:inkChg chg="add del reco">
          <ac:chgData name="Fuentes-Cabrera, Miguel" userId="1bb9fb8f-7ff7-4823-9c46-dbbc0dc47453" providerId="ADAL" clId="{D16B89D3-8BA8-4A70-AE12-51DA2A171821}" dt="2025-12-01T05:15:56.592" v="174"/>
          <ac:inkMkLst>
            <pc:docMk/>
            <pc:sldMk cId="2985366008" sldId="262"/>
            <ac:inkMk id="76" creationId="{97EEC3CC-C547-FB57-9AAB-20B036F124D4}"/>
          </ac:inkMkLst>
        </pc:inkChg>
        <pc:inkChg chg="add del">
          <ac:chgData name="Fuentes-Cabrera, Miguel" userId="1bb9fb8f-7ff7-4823-9c46-dbbc0dc47453" providerId="ADAL" clId="{D16B89D3-8BA8-4A70-AE12-51DA2A171821}" dt="2025-12-01T05:15:50.888" v="172"/>
          <ac:inkMkLst>
            <pc:docMk/>
            <pc:sldMk cId="2985366008" sldId="262"/>
            <ac:inkMk id="77" creationId="{1D9C1774-4250-0C00-460C-DA394C7AEC26}"/>
          </ac:inkMkLst>
        </pc:inkChg>
        <pc:inkChg chg="add del">
          <ac:chgData name="Fuentes-Cabrera, Miguel" userId="1bb9fb8f-7ff7-4823-9c46-dbbc0dc47453" providerId="ADAL" clId="{D16B89D3-8BA8-4A70-AE12-51DA2A171821}" dt="2025-12-01T05:15:50.888" v="172"/>
          <ac:inkMkLst>
            <pc:docMk/>
            <pc:sldMk cId="2985366008" sldId="262"/>
            <ac:inkMk id="78" creationId="{9FC23E25-E766-E3F9-B65B-875D9EBA3E0E}"/>
          </ac:inkMkLst>
        </pc:inkChg>
        <pc:inkChg chg="add del reco">
          <ac:chgData name="Fuentes-Cabrera, Miguel" userId="1bb9fb8f-7ff7-4823-9c46-dbbc0dc47453" providerId="ADAL" clId="{D16B89D3-8BA8-4A70-AE12-51DA2A171821}" dt="2025-12-01T05:15:56.588" v="173"/>
          <ac:inkMkLst>
            <pc:docMk/>
            <pc:sldMk cId="2985366008" sldId="262"/>
            <ac:inkMk id="79" creationId="{A9CB3258-87F7-769F-98C6-62FC2C892F23}"/>
          </ac:inkMkLst>
        </pc:inkChg>
        <pc:inkChg chg="add del">
          <ac:chgData name="Fuentes-Cabrera, Miguel" userId="1bb9fb8f-7ff7-4823-9c46-dbbc0dc47453" providerId="ADAL" clId="{D16B89D3-8BA8-4A70-AE12-51DA2A171821}" dt="2025-12-01T05:16:02.101" v="177"/>
          <ac:inkMkLst>
            <pc:docMk/>
            <pc:sldMk cId="2985366008" sldId="262"/>
            <ac:inkMk id="80" creationId="{D8C79F80-88B8-17FF-8826-3DCD3A3D0387}"/>
          </ac:inkMkLst>
        </pc:inkChg>
        <pc:inkChg chg="add del">
          <ac:chgData name="Fuentes-Cabrera, Miguel" userId="1bb9fb8f-7ff7-4823-9c46-dbbc0dc47453" providerId="ADAL" clId="{D16B89D3-8BA8-4A70-AE12-51DA2A171821}" dt="2025-12-01T05:16:02.101" v="177"/>
          <ac:inkMkLst>
            <pc:docMk/>
            <pc:sldMk cId="2985366008" sldId="262"/>
            <ac:inkMk id="83" creationId="{F1131BE5-8121-33BB-D939-329F4AA965EC}"/>
          </ac:inkMkLst>
        </pc:inkChg>
        <pc:inkChg chg="add reco">
          <ac:chgData name="Fuentes-Cabrera, Miguel" userId="1bb9fb8f-7ff7-4823-9c46-dbbc0dc47453" providerId="ADAL" clId="{D16B89D3-8BA8-4A70-AE12-51DA2A171821}" dt="2025-12-01T05:16:02.101" v="177"/>
          <ac:inkMkLst>
            <pc:docMk/>
            <pc:sldMk cId="2985366008" sldId="262"/>
            <ac:inkMk id="84" creationId="{98F108C1-5E89-09E4-6C6F-52B4C43B9DA7}"/>
          </ac:inkMkLst>
        </pc:inkChg>
        <pc:inkChg chg="add del">
          <ac:chgData name="Fuentes-Cabrera, Miguel" userId="1bb9fb8f-7ff7-4823-9c46-dbbc0dc47453" providerId="ADAL" clId="{D16B89D3-8BA8-4A70-AE12-51DA2A171821}" dt="2025-12-01T05:16:05.052" v="180"/>
          <ac:inkMkLst>
            <pc:docMk/>
            <pc:sldMk cId="2985366008" sldId="262"/>
            <ac:inkMk id="85" creationId="{80A7BF7D-466B-C9EB-6C66-3D27CE6A5C50}"/>
          </ac:inkMkLst>
        </pc:inkChg>
        <pc:inkChg chg="add del">
          <ac:chgData name="Fuentes-Cabrera, Miguel" userId="1bb9fb8f-7ff7-4823-9c46-dbbc0dc47453" providerId="ADAL" clId="{D16B89D3-8BA8-4A70-AE12-51DA2A171821}" dt="2025-12-01T05:16:05.052" v="180"/>
          <ac:inkMkLst>
            <pc:docMk/>
            <pc:sldMk cId="2985366008" sldId="262"/>
            <ac:inkMk id="86" creationId="{C24088CB-64B3-ABE2-722B-6750BEFB803F}"/>
          </ac:inkMkLst>
        </pc:inkChg>
        <pc:inkChg chg="add reco">
          <ac:chgData name="Fuentes-Cabrera, Miguel" userId="1bb9fb8f-7ff7-4823-9c46-dbbc0dc47453" providerId="ADAL" clId="{D16B89D3-8BA8-4A70-AE12-51DA2A171821}" dt="2025-12-01T05:16:05.052" v="180"/>
          <ac:inkMkLst>
            <pc:docMk/>
            <pc:sldMk cId="2985366008" sldId="262"/>
            <ac:inkMk id="88" creationId="{FA0CA486-D405-ABF6-1E98-7B7042C100F2}"/>
          </ac:inkMkLst>
        </pc:inkChg>
      </pc:sldChg>
      <pc:sldChg chg="addSp delSp mod">
        <pc:chgData name="Fuentes-Cabrera, Miguel" userId="1bb9fb8f-7ff7-4823-9c46-dbbc0dc47453" providerId="ADAL" clId="{D16B89D3-8BA8-4A70-AE12-51DA2A171821}" dt="2025-11-30T02:08:08.612" v="25"/>
        <pc:sldMkLst>
          <pc:docMk/>
          <pc:sldMk cId="0" sldId="267"/>
        </pc:sldMkLst>
        <pc:inkChg chg="add">
          <ac:chgData name="Fuentes-Cabrera, Miguel" userId="1bb9fb8f-7ff7-4823-9c46-dbbc0dc47453" providerId="ADAL" clId="{D16B89D3-8BA8-4A70-AE12-51DA2A171821}" dt="2025-11-30T02:07:57.072" v="0"/>
          <ac:inkMkLst>
            <pc:docMk/>
            <pc:sldMk cId="0" sldId="267"/>
            <ac:inkMk id="5" creationId="{5CE47F89-EDAE-F9BA-BB2E-DED695FCA501}"/>
          </ac:inkMkLst>
        </pc:inkChg>
        <pc:inkChg chg="add">
          <ac:chgData name="Fuentes-Cabrera, Miguel" userId="1bb9fb8f-7ff7-4823-9c46-dbbc0dc47453" providerId="ADAL" clId="{D16B89D3-8BA8-4A70-AE12-51DA2A171821}" dt="2025-11-30T02:07:58.016" v="1"/>
          <ac:inkMkLst>
            <pc:docMk/>
            <pc:sldMk cId="0" sldId="267"/>
            <ac:inkMk id="7" creationId="{1F9B139D-985F-3678-3AD0-95064F9C6345}"/>
          </ac:inkMkLst>
        </pc:inkChg>
        <pc:inkChg chg="add del">
          <ac:chgData name="Fuentes-Cabrera, Miguel" userId="1bb9fb8f-7ff7-4823-9c46-dbbc0dc47453" providerId="ADAL" clId="{D16B89D3-8BA8-4A70-AE12-51DA2A171821}" dt="2025-11-30T02:08:01.356" v="8"/>
          <ac:inkMkLst>
            <pc:docMk/>
            <pc:sldMk cId="0" sldId="267"/>
            <ac:inkMk id="8" creationId="{41E049BA-76B0-777E-D7D5-FF73E1678DEE}"/>
          </ac:inkMkLst>
        </pc:inkChg>
        <pc:inkChg chg="add del">
          <ac:chgData name="Fuentes-Cabrera, Miguel" userId="1bb9fb8f-7ff7-4823-9c46-dbbc0dc47453" providerId="ADAL" clId="{D16B89D3-8BA8-4A70-AE12-51DA2A171821}" dt="2025-11-30T02:08:01.356" v="8"/>
          <ac:inkMkLst>
            <pc:docMk/>
            <pc:sldMk cId="0" sldId="267"/>
            <ac:inkMk id="9" creationId="{867D08F9-EA61-7EA6-B13D-267D478408D4}"/>
          </ac:inkMkLst>
        </pc:inkChg>
        <pc:inkChg chg="add del">
          <ac:chgData name="Fuentes-Cabrera, Miguel" userId="1bb9fb8f-7ff7-4823-9c46-dbbc0dc47453" providerId="ADAL" clId="{D16B89D3-8BA8-4A70-AE12-51DA2A171821}" dt="2025-11-30T02:08:01.356" v="8"/>
          <ac:inkMkLst>
            <pc:docMk/>
            <pc:sldMk cId="0" sldId="267"/>
            <ac:inkMk id="21" creationId="{CF973A67-413D-0B5A-5D79-94FA9C85D7AF}"/>
          </ac:inkMkLst>
        </pc:inkChg>
        <pc:inkChg chg="add del">
          <ac:chgData name="Fuentes-Cabrera, Miguel" userId="1bb9fb8f-7ff7-4823-9c46-dbbc0dc47453" providerId="ADAL" clId="{D16B89D3-8BA8-4A70-AE12-51DA2A171821}" dt="2025-11-30T02:08:01.356" v="8"/>
          <ac:inkMkLst>
            <pc:docMk/>
            <pc:sldMk cId="0" sldId="267"/>
            <ac:inkMk id="22" creationId="{AF60A3F3-B899-72D4-4E38-98B5FD45B278}"/>
          </ac:inkMkLst>
        </pc:inkChg>
        <pc:inkChg chg="add del">
          <ac:chgData name="Fuentes-Cabrera, Miguel" userId="1bb9fb8f-7ff7-4823-9c46-dbbc0dc47453" providerId="ADAL" clId="{D16B89D3-8BA8-4A70-AE12-51DA2A171821}" dt="2025-11-30T02:08:01.356" v="8"/>
          <ac:inkMkLst>
            <pc:docMk/>
            <pc:sldMk cId="0" sldId="267"/>
            <ac:inkMk id="23" creationId="{12ED81CF-9D46-F112-188A-6F08422FBD03}"/>
          </ac:inkMkLst>
        </pc:inkChg>
        <pc:inkChg chg="add">
          <ac:chgData name="Fuentes-Cabrera, Miguel" userId="1bb9fb8f-7ff7-4823-9c46-dbbc0dc47453" providerId="ADAL" clId="{D16B89D3-8BA8-4A70-AE12-51DA2A171821}" dt="2025-11-30T02:08:00.699" v="7"/>
          <ac:inkMkLst>
            <pc:docMk/>
            <pc:sldMk cId="0" sldId="267"/>
            <ac:inkMk id="27" creationId="{BA099339-8A7C-C9D1-CD2E-74399A42579D}"/>
          </ac:inkMkLst>
        </pc:inkChg>
        <pc:inkChg chg="add reco">
          <ac:chgData name="Fuentes-Cabrera, Miguel" userId="1bb9fb8f-7ff7-4823-9c46-dbbc0dc47453" providerId="ADAL" clId="{D16B89D3-8BA8-4A70-AE12-51DA2A171821}" dt="2025-11-30T02:08:01.356" v="8"/>
          <ac:inkMkLst>
            <pc:docMk/>
            <pc:sldMk cId="0" sldId="267"/>
            <ac:inkMk id="28" creationId="{4EA81068-54DB-868C-5073-ACD42DCEC755}"/>
          </ac:inkMkLst>
        </pc:inkChg>
        <pc:inkChg chg="add del">
          <ac:chgData name="Fuentes-Cabrera, Miguel" userId="1bb9fb8f-7ff7-4823-9c46-dbbc0dc47453" providerId="ADAL" clId="{D16B89D3-8BA8-4A70-AE12-51DA2A171821}" dt="2025-11-30T02:08:08.612" v="25"/>
          <ac:inkMkLst>
            <pc:docMk/>
            <pc:sldMk cId="0" sldId="267"/>
            <ac:inkMk id="30" creationId="{DFF1A4EE-7E8C-92DC-1AF8-0FEF3DF898DF}"/>
          </ac:inkMkLst>
        </pc:inkChg>
        <pc:inkChg chg="add">
          <ac:chgData name="Fuentes-Cabrera, Miguel" userId="1bb9fb8f-7ff7-4823-9c46-dbbc0dc47453" providerId="ADAL" clId="{D16B89D3-8BA8-4A70-AE12-51DA2A171821}" dt="2025-11-30T02:08:02.365" v="10"/>
          <ac:inkMkLst>
            <pc:docMk/>
            <pc:sldMk cId="0" sldId="267"/>
            <ac:inkMk id="31" creationId="{F93E8ADF-45A2-54CA-972D-C08B797867E9}"/>
          </ac:inkMkLst>
        </pc:inkChg>
        <pc:inkChg chg="add">
          <ac:chgData name="Fuentes-Cabrera, Miguel" userId="1bb9fb8f-7ff7-4823-9c46-dbbc0dc47453" providerId="ADAL" clId="{D16B89D3-8BA8-4A70-AE12-51DA2A171821}" dt="2025-11-30T02:08:03.183" v="11"/>
          <ac:inkMkLst>
            <pc:docMk/>
            <pc:sldMk cId="0" sldId="267"/>
            <ac:inkMk id="32" creationId="{94B413F2-0CA7-791D-E784-E4213E5362FB}"/>
          </ac:inkMkLst>
        </pc:inkChg>
        <pc:inkChg chg="add">
          <ac:chgData name="Fuentes-Cabrera, Miguel" userId="1bb9fb8f-7ff7-4823-9c46-dbbc0dc47453" providerId="ADAL" clId="{D16B89D3-8BA8-4A70-AE12-51DA2A171821}" dt="2025-11-30T02:08:03.666" v="12"/>
          <ac:inkMkLst>
            <pc:docMk/>
            <pc:sldMk cId="0" sldId="267"/>
            <ac:inkMk id="34" creationId="{4F8CC7BC-A78C-0911-3ACA-1637BAC71D69}"/>
          </ac:inkMkLst>
        </pc:inkChg>
        <pc:inkChg chg="add del">
          <ac:chgData name="Fuentes-Cabrera, Miguel" userId="1bb9fb8f-7ff7-4823-9c46-dbbc0dc47453" providerId="ADAL" clId="{D16B89D3-8BA8-4A70-AE12-51DA2A171821}" dt="2025-11-30T02:08:08.612" v="25"/>
          <ac:inkMkLst>
            <pc:docMk/>
            <pc:sldMk cId="0" sldId="267"/>
            <ac:inkMk id="35" creationId="{2954B432-7477-AA5C-6136-77FB15FEC9CF}"/>
          </ac:inkMkLst>
        </pc:inkChg>
        <pc:inkChg chg="add">
          <ac:chgData name="Fuentes-Cabrera, Miguel" userId="1bb9fb8f-7ff7-4823-9c46-dbbc0dc47453" providerId="ADAL" clId="{D16B89D3-8BA8-4A70-AE12-51DA2A171821}" dt="2025-11-30T02:08:04.153" v="14"/>
          <ac:inkMkLst>
            <pc:docMk/>
            <pc:sldMk cId="0" sldId="267"/>
            <ac:inkMk id="36" creationId="{BA3346F4-3520-2270-B1E5-C4C10D391B61}"/>
          </ac:inkMkLst>
        </pc:inkChg>
        <pc:inkChg chg="add del">
          <ac:chgData name="Fuentes-Cabrera, Miguel" userId="1bb9fb8f-7ff7-4823-9c46-dbbc0dc47453" providerId="ADAL" clId="{D16B89D3-8BA8-4A70-AE12-51DA2A171821}" dt="2025-11-30T02:08:08.612" v="25"/>
          <ac:inkMkLst>
            <pc:docMk/>
            <pc:sldMk cId="0" sldId="267"/>
            <ac:inkMk id="37" creationId="{F5E2BE1D-AAF3-B6F6-A6D9-57FBD1927195}"/>
          </ac:inkMkLst>
        </pc:inkChg>
        <pc:inkChg chg="add">
          <ac:chgData name="Fuentes-Cabrera, Miguel" userId="1bb9fb8f-7ff7-4823-9c46-dbbc0dc47453" providerId="ADAL" clId="{D16B89D3-8BA8-4A70-AE12-51DA2A171821}" dt="2025-11-30T02:08:05.121" v="16"/>
          <ac:inkMkLst>
            <pc:docMk/>
            <pc:sldMk cId="0" sldId="267"/>
            <ac:inkMk id="38" creationId="{77A40971-6D0D-A287-EADF-16B3BBD3E858}"/>
          </ac:inkMkLst>
        </pc:inkChg>
        <pc:inkChg chg="add del">
          <ac:chgData name="Fuentes-Cabrera, Miguel" userId="1bb9fb8f-7ff7-4823-9c46-dbbc0dc47453" providerId="ADAL" clId="{D16B89D3-8BA8-4A70-AE12-51DA2A171821}" dt="2025-11-30T02:08:08.612" v="25"/>
          <ac:inkMkLst>
            <pc:docMk/>
            <pc:sldMk cId="0" sldId="267"/>
            <ac:inkMk id="39" creationId="{58F0ADD3-8F63-9162-8CF5-1941500840F6}"/>
          </ac:inkMkLst>
        </pc:inkChg>
        <pc:inkChg chg="add">
          <ac:chgData name="Fuentes-Cabrera, Miguel" userId="1bb9fb8f-7ff7-4823-9c46-dbbc0dc47453" providerId="ADAL" clId="{D16B89D3-8BA8-4A70-AE12-51DA2A171821}" dt="2025-11-30T02:08:05.672" v="18"/>
          <ac:inkMkLst>
            <pc:docMk/>
            <pc:sldMk cId="0" sldId="267"/>
            <ac:inkMk id="40" creationId="{F5DD5B53-866F-F2B2-3F1C-993D72730B9F}"/>
          </ac:inkMkLst>
        </pc:inkChg>
        <pc:inkChg chg="add del">
          <ac:chgData name="Fuentes-Cabrera, Miguel" userId="1bb9fb8f-7ff7-4823-9c46-dbbc0dc47453" providerId="ADAL" clId="{D16B89D3-8BA8-4A70-AE12-51DA2A171821}" dt="2025-11-30T02:08:08.612" v="25"/>
          <ac:inkMkLst>
            <pc:docMk/>
            <pc:sldMk cId="0" sldId="267"/>
            <ac:inkMk id="41" creationId="{43CB2155-CCAC-2AD6-4097-6683F272CA96}"/>
          </ac:inkMkLst>
        </pc:inkChg>
        <pc:inkChg chg="add del">
          <ac:chgData name="Fuentes-Cabrera, Miguel" userId="1bb9fb8f-7ff7-4823-9c46-dbbc0dc47453" providerId="ADAL" clId="{D16B89D3-8BA8-4A70-AE12-51DA2A171821}" dt="2025-11-30T02:08:08.612" v="25"/>
          <ac:inkMkLst>
            <pc:docMk/>
            <pc:sldMk cId="0" sldId="267"/>
            <ac:inkMk id="42" creationId="{E9E97BF3-F374-B231-63B5-F61751E24A4B}"/>
          </ac:inkMkLst>
        </pc:inkChg>
        <pc:inkChg chg="add del">
          <ac:chgData name="Fuentes-Cabrera, Miguel" userId="1bb9fb8f-7ff7-4823-9c46-dbbc0dc47453" providerId="ADAL" clId="{D16B89D3-8BA8-4A70-AE12-51DA2A171821}" dt="2025-11-30T02:08:08.612" v="25"/>
          <ac:inkMkLst>
            <pc:docMk/>
            <pc:sldMk cId="0" sldId="267"/>
            <ac:inkMk id="43" creationId="{3830106C-CC98-7AB5-BA8D-EF90AB176864}"/>
          </ac:inkMkLst>
        </pc:inkChg>
        <pc:inkChg chg="add">
          <ac:chgData name="Fuentes-Cabrera, Miguel" userId="1bb9fb8f-7ff7-4823-9c46-dbbc0dc47453" providerId="ADAL" clId="{D16B89D3-8BA8-4A70-AE12-51DA2A171821}" dt="2025-11-30T02:08:07.054" v="22"/>
          <ac:inkMkLst>
            <pc:docMk/>
            <pc:sldMk cId="0" sldId="267"/>
            <ac:inkMk id="44" creationId="{93302588-68E9-B422-FAC6-CA199F890DFF}"/>
          </ac:inkMkLst>
        </pc:inkChg>
        <pc:inkChg chg="add">
          <ac:chgData name="Fuentes-Cabrera, Miguel" userId="1bb9fb8f-7ff7-4823-9c46-dbbc0dc47453" providerId="ADAL" clId="{D16B89D3-8BA8-4A70-AE12-51DA2A171821}" dt="2025-11-30T02:08:07.569" v="23"/>
          <ac:inkMkLst>
            <pc:docMk/>
            <pc:sldMk cId="0" sldId="267"/>
            <ac:inkMk id="45" creationId="{2E435C01-9AF2-58F1-D9C8-56E65A33AC98}"/>
          </ac:inkMkLst>
        </pc:inkChg>
        <pc:inkChg chg="add del">
          <ac:chgData name="Fuentes-Cabrera, Miguel" userId="1bb9fb8f-7ff7-4823-9c46-dbbc0dc47453" providerId="ADAL" clId="{D16B89D3-8BA8-4A70-AE12-51DA2A171821}" dt="2025-11-30T02:08:08.612" v="25"/>
          <ac:inkMkLst>
            <pc:docMk/>
            <pc:sldMk cId="0" sldId="267"/>
            <ac:inkMk id="46" creationId="{74A2715F-DB9A-F77A-E697-4571FBCC04C1}"/>
          </ac:inkMkLst>
        </pc:inkChg>
        <pc:inkChg chg="add reco">
          <ac:chgData name="Fuentes-Cabrera, Miguel" userId="1bb9fb8f-7ff7-4823-9c46-dbbc0dc47453" providerId="ADAL" clId="{D16B89D3-8BA8-4A70-AE12-51DA2A171821}" dt="2025-11-30T02:08:08.612" v="25"/>
          <ac:inkMkLst>
            <pc:docMk/>
            <pc:sldMk cId="0" sldId="267"/>
            <ac:inkMk id="49" creationId="{1479F311-6F2B-6739-05BA-047CF2DDF436}"/>
          </ac:inkMkLst>
        </pc:inkChg>
        <pc:inkChg chg="add reco">
          <ac:chgData name="Fuentes-Cabrera, Miguel" userId="1bb9fb8f-7ff7-4823-9c46-dbbc0dc47453" providerId="ADAL" clId="{D16B89D3-8BA8-4A70-AE12-51DA2A171821}" dt="2025-11-30T02:08:08.612" v="25"/>
          <ac:inkMkLst>
            <pc:docMk/>
            <pc:sldMk cId="0" sldId="267"/>
            <ac:inkMk id="53" creationId="{ABEA7152-8350-F96D-CA1F-31777D79C3F4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02:50.1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567 23 8210,'-19'-3'-387,"2"-2"0,2-2 156,-2 2 1,-2 3-1,-3 2 470,1 0 1,6 0 0,0 0-186,-1 0 0,-4 0-58,-2 0 1,3 2-1,5 5 1,6 8-4,6 4 1,-5 3-1,-1 2 1,3 3 10,3 2 1,2 10 0,0-1-1,0 11 31,0 9 1,0 14 0,0 11 0,0 6 0,0 6 0,0-44 0,0 2 0,0-3 1,0 1-1,0 1 0,0 0 26,0 0 0,0-2 0,0 39 0,0-11 0,0-3 104,0-5 0,0-5 0,-2-7 0,-6-7 13,-6-5 1,-5-9 0,-3-4 0,0-1-19,0-6 1,8-11 0,-1-8-620,-2-4 1,5-3 86,-2 0 1,9-10-1,-5-2 371,0 0 0,-2-8 0,-9 8 0</inkml:trace>
  <inkml:trace contextRef="#ctx0" brushRef="#br0" timeOffset="366">1 1721 8210,'22'0'-801,"-8"0"1,1 0 1310,2 0 1,-5 7 0,2 1-199,3-4 0,3-1 0,1-3 0,1 0 4,0 0 0,0 2 0,0 3 0,-1 2-113,1-2 1,-7 7 0,-1 3-1,1 4-147,-3 3 0,-3 2 1,-9 5-1,0 8 3,0 4 0,-2 2 1,-8 6-1,-9 6-93,-8 11 1,-9 6 0,5 1 0,-1 4-41,1 1 1,-6 6 0,11-6 0,4-1 59,5-4 1,12-13-1,-2-4 1,7-5-71,7-10 1,13-10 0,11-16-1,3-8 44,5-5 1,2-2 0,2 0 0,1-2-190,-1-5 0,1-5 1,0-10-1,-1 0-461,1 0 1,-3 1 689,-5-1 0,5-10 0,-7-1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02:47.4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163 823 7239,'0'22'1180,"0"-10"-964,0-3 0,7-11 0,3-5 0,0-8-91,-1-4 1,8-10 0,-2-3-1,2 1-134,-3-1 1,6-9 0,-6 0-1,5-7-82,3-1 0,-2 3 0,-4 3 0,-3-3-28,-4-5 0,6 3 0,-8-8 0,-2 3-184,-3 4 0,-2 11 0,0 4 222,0 2 1,-9 13 0,-4 14 209,1 10 0,-7 17 1,5 16-1,-6 11 60,-2 9 1,8 14 0,-1 11 0,-2 6-72,-2 6 0,11-40 1,2 1-1,-1-1 1,1 1-1,1 4 1,1 1-98,1 6 1,1-1 0,0-1-1,2-1 1,-1 0 0,2 0 0,-1-9-1,2-1-263,5 35 0,5-21 0,10-22 0,0-12-1,0-12 0,-1-15 1,-1-2-1,-3-8-319,-3-4 1,-9-10 561,2 3 0,5-16 0,0-3 0</inkml:trace>
  <inkml:trace contextRef="#ctx0" brushRef="#br0" timeOffset="182">11 1062 8562,'-10'0'373,"10"0"1,10 0 0,14 0 0,5 0-604,7 0 1,8-2 0,4-3 0,3-5-704,-3-2 933,8 7 0,-10-14 0,7 7 0</inkml:trace>
  <inkml:trace contextRef="#ctx0" brushRef="#br0" timeOffset="414">1034 518 8291,'22'-7'0,"0"-3"102,-1-2 0,-6 5 820,-1-8-658,1 10 0,-3-2 0,-5 14-84,-4 8 0,-6 4 0,-2 3 1,-2 0-282,2-1 1,0 1-1,1 0 1,-6 0-449,-2 0 0,7 7 0,-5-3 0,3-4 549,0-5 0,-10-3 0,5 8 0</inkml:trace>
  <inkml:trace contextRef="#ctx0" brushRef="#br0" timeOffset="598">882 453 7457,'0'21'-345,"0"-6"1,0-1 839,0 3 0,9 3 0,6 1 0,4 1-368,3 0 0,0 0 0,2 0 0,2-1-149,4 1 1,6 0 0,-5 0-1,1-1-1086,-1 1 1108,8-10 0,-15 8 0,8-8 0</inkml:trace>
  <inkml:trace contextRef="#ctx0" brushRef="#br0" timeOffset="881">1208 82 7917,'-22'0'0,"1"0"-369,-1 0 0,-7 0 1,0 0-1,0 3 1081,-3 4 0,6 5 0,-8 12 0,0 8-406,0 11 1,5 3-1,-5 12 1,3 3-74,4 2 0,10 12 1,5 5-1,2 4-93,6 3 0,4 1 0,7-1 0,10 0-494,9 0 0,6-22 0,9-14 0,0-20-235,5-14 1,5-7 0,-3-15 0,3-7 588,-3-10 0,-2-14 0,-2 2 0</inkml:trace>
  <inkml:trace contextRef="#ctx0" brushRef="#br0" timeOffset="1097">1557 17 8224,'0'22'128,"0"0"1,2 9-1,3 5 1,2 5 136,-2 3 1,-3 2 0,-2 5 0,0 7-118,0 5 1,0 2-1,0 0 1,0-2-297,0-5 0,-2 3 0,-3-10 1,-5-3-14,-2-2 0,5-5 0,-5-4 0,0-8 161,0-5 0,-12 7 0,-10 3 0</inkml:trace>
  <inkml:trace contextRef="#ctx0" brushRef="#br0" timeOffset="1431">1099 431 8224,'12'-15'209,"-4"1"109,-6 9 1,-4 0 0,-3 17 0,-5 12-113,-2 8 1,5 4 0,-8 8 0,1-1-205,2 1 1,-5 7 0,7-1-1,-2-1-110,-5-3 0,5 5 0,0-1 1,0-4-318,0-7 0,4 0 1,-4-8 424,3 3 0,-8-7 0,5 4 0</inkml:trace>
  <inkml:trace contextRef="#ctx0" brushRef="#br0" timeOffset="1721">1796 779 8284,'0'22'-889,"10"-7"0,4-3 1022,6-3 1,2-1 0,2-8-1,5 2-232,7 5 0,5-4 1,5 4-1,3-5-282,1-2 0,4-2 381,-4-5 0,6-5 0,9-10 0</inkml:trace>
  <inkml:trace contextRef="#ctx0" brushRef="#br0" timeOffset="1831">2319 583 8284,'-44'0'-452,"1"0"0,-8 3 1,0 1-1,3 6 423,2 2 1,2-4 0,1 4 0,-1 0-197,1 0 1,9-7 224,5 2 0,4 5 0,4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00.6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1 104 8033,'0'-22'465,"0"1"0,2 8-166,5 6 1,-4 7 0,4 7-1,-5 10 227,-2 10 0,0 7 0,3 12 0,2 2-29,2 3 0,0 7 0,-4-5 0,1 3-263,4 5 0,-1-1 1,-7-2-1,2-7-68,6-5 0,-6-12 0,5-5 93,-4-5 0,-3-14 1,0-13-182,0-16 0,0-5 1,0-13-1,0-1-126,0-3 0,0-5 1,0-3-1,0-2 33,0 3 1,0-5-1,0 2 1,0 3 0,0 2 1,0 2 0,0 3-1,0 2-6,0 3 0,0 9 0,0-2-130,0 5 1,2 12 0,3 7-54,2 10 0,1 9 1,-8 13-1,0 4 12,0 3 1,0 3-1,0 4 1,0-5-194,0-7 1,0-5 0,0-2 0,-3 0-648,-4 0 1,4-8 1030,-4 1 0,5-1 0,2 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01.7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110 42 8046,'0'-14'472,"0"-1"1,2 10-25,5-2 0,-4 7 0,4 10 0,-5 9-346,-2 8 1,-2 11 0,-3-1 0,-5 4-400,-2 2 0,5 1 0,-5-1 1,0 1-698,0 0 994,-3-1 0,-7 10 0,1 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02.9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32 196 7957,'-15'3'488,"1"4"0,11-5-126,3 5 1,12-4 0,17-3 0,8-3-318,4-4 0,12-5 0,5-10 1,7 1-114,8-1 0,-3 0 0,8 0 0,-3 3-349,-5 4 1,-5-2 0,-7 8-1,-9-1-975,-11 0 1392,-6 3 0,-20 17 0,-2 2 0</inkml:trace>
  <inkml:trace contextRef="#ctx0" brushRef="#br0" timeOffset="352">249 457 7970,'-21'0'52,"-1"0"1,0 0 1096,0 0-966,1 0 1,8-2 0,9-3 0,8-5-140,11-2 0,4 5 1,3-5-1,2 0-4,5 0 1,-2 7-1,7-2 1,-3 4-57,-4 3 0,-3 0 0,-2 0 0,-3 3 37,-4 4 0,-3 5 1,-7 12-1,2 3 83,-2 2 1,-12 10-1,-10-1 1,-8 11-50,-4 9 1,-12 5 0,0 2 0,-7-2 66,-1-5 1,13-7 0,7-15-1,5-7 253,2-5 0,12-12-250,10-4 1,12-6-1,17-4 1,8-6-17,4-6 1,10-3 0,2 0-1,0 5-141,0 2 1,8 1-1,-3 4 1,2-2-344,-1 2 0,1 2 0,-7 3 0,0 0-1383,1 0 1758,-3 0 0,2 0 0,2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01.1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197 218 7860,'-3'-22'206,"-4"1"1,2 6 0,-9 3 328,-3 2 1,5 3 0,-3 7 0,-2 3-195,-2 4 0,4 12 0,1 13 0,-1 1-194,3 6 0,-5 10 1,10 1-1,2 1-66,3 2 0,2 1 0,0 6 1,2-4-108,5-3 0,6-2 1,11-8-1,2-4-89,3-10 0,8-9 0,-6-20 0,1-5 430,-1-10 0,5-9 1,-7-20-1,-2-2 41,-3-4 0,-12-6 1,-4-12-1,-6 0-412,-2 3 1,0-3 0,-2 15 0,-8 0-215,-12 0 1,-2 4-1,-10 11 1,0 4-193,0 2 1,8 10-1,-3 10 1,4 3-1691,4 4 2152,-1 2 0,0 13 0,0 2 0</inkml:trace>
  <inkml:trace contextRef="#ctx0" brushRef="#br0" timeOffset="967">1068 567 7899,'0'21'125,"0"1"1,-7 7-1,-1 3 1,1-1 33,-3 1 1,8 6 0,-8-1 0,3 1-83,0-1 0,-10 4 1,2-7-1,-4-1-261,-3-3 0,3-6 0,2-3 0,2-1 184,-2-6 0,-12 6 0,-5-8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19.9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1 174 8053,'0'15'365,"0"-1"0,2 1 0,3 7 0,2-1 62,-2 1 1,-3 7 0,-2 3 0,3 2-102,4 4 0,-2 3 0,7 1 0,0-4-125,0-1 0,-5-11 0,8 3 121,2-5 1,2-11-553,3-6 0,-3-14 1,-4-8-1,-8-4-29,-4-3 0,-3-10 1,0-4-1,0-3 102,0 3 0,0-5 0,0 7 1,-3-2-37,-4 0 1,4 9-1,-4-2 83,5 5 167,2 2 1,0 22 0,0 14 0,0 18 158,0 9 0,2 5 1,5 2-1,8 6-71,4 1 0,3-4 0,0 5 1,0-5-52,-1-10 0,1-7 1,0-15-1,0-5 324,0-6 1,-1-6 0,-1-7 0,-6-7-189,-7-10 1,3-14 0,-3-3 0,-2-7-197,-2-4 1,-3-9 0,0 6 0,0 0-100,0 0 0,0-5 0,-3 7 0,-2 3-660,-2 2 0,0 9 0,7 3 0,0 3-2504,0 4 3229,0 13 0,-10 4 0,-2 10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20.8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 0 9616,'-14'7'737,"-1"1"-1081,11-1 0,-13-5 344,9 6 0,1-6 0,7 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21.1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174 44 8028,'0'-21'934,"-2"9"-472,-5 4 1,2 6 0,-7 4-255,2 6 1,0 4 0,5 12 0,-2 5-197,2 7 1,-4 5 0,-1 0 0,0 1-171,1 1 0,-6-4 0,8 12 0,0-5-532,-3-3 0,8-2 0,-6-4 690,6-8 0,-8 5 0,-2-1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21.4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8028,'10'12'13,"-8"0"0,8-7 5,0 2 1,-6 10 0,8-3 625,-2 6 0,7 9 0,-2 2 0,4 1-265,3-1 1,0 5 0,2-4-1,2 2-307,3 4 1,0-4 0,-4 0 0,1-2-366,3-6 0,-2-2 0,-10-2 0,-3 0-308,3 0 601,-7-10 0,9 7 0,-7-7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22.2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0 7891,'-15'15'530,"3"-1"132,3 3 1,1-5 0,8 3-154,0 2 1,0 2-686,0 3 1,3-3 0,4-2-683,8-2 0,4-11 1,3 4 857,0-6 0,-1-2 0,1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22.3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110 87 8012,'-8'-14'225,"1"-1"1,-10 3 0,5-5 133,0 3 0,0 9-1257,5-2 898,4 4 0,-16 3 0,7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22.9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42 8064,'-10'-22'560,"8"10"1,-8 5 0,10 14-262,0 8 1,0 4 0,0 3 0,0 0-131,0-1 1,3 4 0,4 1-435,7 3 1,-1 0-1,1-7 1,3-3-412,2-4 0,3-5 676,0-10 0,9 0 0,3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29.7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0 109 8133,'0'-21'470,"0"-1"0,0 7 774,0 1 0,0 7-226,0-8-1441,0 10 423,10-4 0,2 18 0,10 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30.2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 8107,'-15'2'853,"1"5"0,9 5-476,-2 10 1,4-7 0,6-3 0,4 0-57,8 0 0,-3-7 0,2 5 0,3-3-382,2 0 1,10 0 0,1-7 0,-4 0-974,-2 0 1,-2 0 1033,0 0 0,0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30.4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22 8107,'-22'0'-91,"1"0"0,-1 0 1,3-2-765,4-5 855,-4 4 0,16-6 0,-6 9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30.7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0 371 8052,'12'-10'-57,"8"5"0,-6-7 1,5 3 324,3 4 1,2 0 0,5 0 0,8-2-358,4 2 0,-5 0 0,0 0 0,1-2-445,-3 2 1,-3 3 533,-9 2 0,0-10 0,-1-2 0</inkml:trace>
  <inkml:trace contextRef="#ctx0" brushRef="#br0" timeOffset="184">131 1 8052,'0'24'47,"0"5"0,0-2 1,0 6-1,0 1 136,0 0 0,2 3 0,3 6 0,5 3-97,2 5 1,0-5 0,5 2 0,-3-7-87,3-4 0,3-1 0,1 8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34.4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174 158 8272,'-9'-22'97,"6"1"0,-6-1 0,9 0 440,0 0 0,0 8-47,0-1 0,0 6-161,0 1 0,0 6 0,2 21 1,3 8-100,2 4 0,0 13 1,-7 9-1,0 3-77,0 4 1,0 6-1,0 6 1,0 6-229,0-1 1,0-2 0,0-10 0,0-2-124,0-5 1,-7 0 0,0-14 0,0-10-118,-3-7 0,8-13 238,-6 1 1,6-20 0,2-5-1,0-12-44,0-7 1,2-9 0,6 4-1,4-3-128,0 1 1,7 9 0,-4-2-1,4 5 153,3 2 1,-1 8 0,1 2 365,0 2 1,0 3 0,0 9 0,-3 6 70,-5 6 1,3 8 0,-9 7 0,-3 5-19,-3 0 1,-4 7 0,-6-7-1,-6 2-216,-6 0 1,-4 1 0,-2 4 0,-6-5-496,-2-7 1,0-5 0,-4-4 0,4-6-146,2-7 0,3-4 0,7-3 0,3-3-270,5-4 1,-3-12-1,9-13 803,4-2 0,1-2 0,3-7 0</inkml:trace>
  <inkml:trace contextRef="#ctx0" brushRef="#br0" timeOffset="400">653 724 8208,'-9'-12'789,"9"3"0,0 9 1,12 0-590,7 0 1,3-3-1,0-2 1,2-2-96,5 2 0,-2 3 1,7-1-1,-3-1-155,-4-4 0,-3 1 1,-2 7 36,-1 0 1,-1 10 0,-6 4 191,-7 6 0,-7 1 0,-7 4 0,-10 1 0,-9 3 1,1 8-1,-6-6 1,0 3-3,-6 5 0,3 2 0,1 0 0,-1-2-239,0-3 0,7-7 0,-2 5 0,5-3-765,2-4 0,8-3 0,2-2-2191,2 0 3018,3-10 0,16-3 0,3-9 0</inkml:trace>
  <inkml:trace contextRef="#ctx0" brushRef="#br0" timeOffset="733">1263 812 8246,'7'-22'0,"3"0"466,2 0 0,-7 0 259,2 1 0,-4 6-499,-3 1 0,-8 18 0,-1 4 0,-3 9 15,-5 4 1,5 8 0,0 3-1,2 2-130,5 5 0,-5 2 1,3 2-1,2 1-214,3-1 0,4-2 0,6-4 1,6-6-38,5 1 0,3-18 1,2 1-1,5-10 349,8-5 1,6-13 0,6-8-1,-1-13-55,-7-7 1,-7-5 0,-12-3 0,-3-2-90,-4 3 0,-6 5 1,-11 4-1,-5 5-234,-8 2 1,-7 3 0,-4 8-1,-6 1-419,-2 6 1,5 4 0,-4 10 0,-1 3 587,0 4 0,-2 15 0,-8 11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41.2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1 765 8082,'21'0'-18,"1"0"1,0 0 64,0 0 0,-1 0 0,4-3 0,1-1-255,3-4 0,8-6 1,-6 4-1,0 0-292,1 1 500,-3-8 0,2 5 0,3-10 0</inkml:trace>
  <inkml:trace contextRef="#ctx0" brushRef="#br0" timeOffset="167">131 416 8082,'0'22'-63,"0"0"0,0 0 1,0 2 186,0 5 1,0-2-1,0 9 1,0 3 12,0 2 0,7-3 1,3 1-1,0 2-460,-1-2 1,6-3 0,-5 1 322,2-8 0,2 5 0,8-1 0</inkml:trace>
  <inkml:trace contextRef="#ctx0" brushRef="#br0" timeOffset="833">915 68 7473,'12'-22'-525,"-2"8"3420,-10-1-2482,0 1 1,7 11 0,0 13-1,-2 12-161,-2 7 1,-3 9-1,0-1 1,0 4-246,0 2 0,2 1 0,3 0 0,2-1-203,-2 1 0,-3-8 0,-2-2 1,0-3-100,0-4 0,0-3 0,0-2 52,0 0 0,0-13 90,0-9 1,3-9-1,4-13 56,8 0 0,4 3 1,5 4-1,3 8 7,2 5 1,0 2 0,-5 0 0,3 0 67,2 0 1,2 9 0,-7 6 0,1 4 405,-6 3 0,-12 2 1,0 3-1,-4 4-55,-3 3 0,-10-7 1,-7 4-1,-9-2-86,-11 0 0,-4 0 1,-2-9-1,-1-6-176,1-7 1,-1 3 0,0-3-1,3-2-956,5-2 0,-3-6 0,10-4-1521,3-8 2410,11-4 0,5-3 0,10 0 0</inkml:trace>
  <inkml:trace contextRef="#ctx0" brushRef="#br0" timeOffset="1218">1895 351 8104,'-14'0'149,"-1"0"170,-2 0 1,-2 3 0,-3 4-139,0 7 0,0 3 0,1 0 0,-1-2-69,0 2 0,0 2 0,3 3 1,2 0-234,2-1 0,1 8 0,-5 3 0,2-1-271,2 1 1,10-3-1,-2-7 370,5-1 1,4-9 0,5-4-1,10-6 371,10-2 0,-3 0 0,5 0 0,-2 0 141,2 0 1,-5 0-1,7 0 1,-2 0-137,0 0 1,1 7 0,-9 3 0,1 2-661,0 5 0,0-5 0,-1 3-500,1 2 1,-2 2 0,-4 0 805,-1-4 0,-10 4 0,5-7 0</inkml:trace>
  <inkml:trace contextRef="#ctx0" brushRef="#br0" timeOffset="1534">2505 308 8001,'0'-22'2157,"-10"10"-1884,-4 4 0,-6 8 0,1 10 0,2 9-81,2 8 0,3 12 0,-5-3 0,5 5-64,3 3 1,1-1 0,8 3 0,3 0-242,4-2 1,5 2 0,12-17 0,5-5 92,8-7 0,-3-7 1,4-15-1,3-7 240,1-10 1,4-17-1,-17-2 1,-5-7-177,-7-1 1,0-4 0,-10 2-1,-2 3 15,-3 2 0,-12 2 0,-6 3 0,-11 5-225,-9 7 0,-6 12 0,-1 5 0,-3 2-1077,-5 5 1,5 5 1242,-5 8 0,-4 4 0,-1 9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39.6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0 393 8058,'0'-15'-476,"0"0"0,0 1 436,0-8 0,0 8 0,0-1-181,0-2 107,0 8 19,10-11 60,-8 18 36,8-8 198,-10 10 1,0 3 248,0 4 327,0-5 142,0 8-623,0-10 0,0 2-33,0 6 0,0 4 0,0 9-64,0 1 0,0 7 1,0 3-1,0 2-186,0 4 0,2 3 1,3 3-1,5-3-77,2-5 0,0-4 1,5-10-1,-3-1 164,3 1 1,3-10 0,1-4 0,1-8-97,0-8 1,-7-6 0,-1-13 0,3-4 39,2-3 0,-4 0 0,-3-5 0,-2 5 6,-6 3 1,-1-5 0,-3 4 0,0 1-129,0-1 1,0 3-1,-3 7 1,-1 1-57,-4-1 0,-6 7 0,4 3-40,-2 3 1,5 4 0,-5 12-1,2 8 99,5 4 0,3 5 0,2 3 0,0 4 187,0 3 0,0 2 0,0 8 0,2-1-56,5 1 0,3-3 0,9-2 0,-2-5 89,0-3 0,15-4 1,-10-13-1,4-6 215,6-6 1,-6-4-1,8-6 1,-2-9-50,-6-9 0,-2-1 0,-4-9 1,-3-3-189,-3-2 0,-9-3 1,2 1-1,-4-1-129,-3 1 1,0 2-1,0 2 1,-3 5-410,-4 3 1,2 2-1,-7 7 1,0 2-1041,0 6 1,5-3-1297,-8 10 2753,10-1 0,-4 18 0,9 2 0</inkml:trace>
  <inkml:trace contextRef="#ctx0" brushRef="#br0" timeOffset="219">697 632 8092,'12'2'1356,"-5"6"0,-4-3-1300,-3 9 1,0-7 0,2 5-228,5-2 1,3 7 0,7-5 0,-3 0-1613,3-4 1783,-7-6 0,9 8 0,-6 2 0</inkml:trace>
  <inkml:trace contextRef="#ctx0" brushRef="#br0" timeOffset="335">915 480 8092,'-22'-15'233,"0"1"1,8 6 0,-1-4-161,-2 3 1,5-6-1266,-3 8 1192,11 0 0,-6 16 0,10 3 0</inkml:trace>
  <inkml:trace contextRef="#ctx0" brushRef="#br0" timeOffset="569">1437 1 8191,'0'21'134,"0"1"0,0-7 0,-2-1 0,-5 6 49,-8 6 0,3 1 0,-3 9 0,-1 3-236,-4 2 0,3 12 0,0 5 0,-2 5-475,2 2 1,0-2-1,-5-5 528,0-7 0,1 5 0,-1 0 0</inkml:trace>
  <inkml:trace contextRef="#ctx0" brushRef="#br0" timeOffset="802">1132 305 8167,'0'-21'443,"10"9"0,2 4 0,8 16 0,-4 6-110,-1 5 1,-1 10 0,8 3 0,0-1-216,0 1 0,7 7 0,0-3 0,-2 5-154,-3 3 0,5-8 1,0-2-1,-3-3-966,-1-4 1,-4-3 0,1-5 1001,0-4 0,0-5 0,-1-10 0</inkml:trace>
  <inkml:trace contextRef="#ctx0" brushRef="#br0" timeOffset="952">1611 567 8167,'0'-22'0,"0"0"134,0 0 1,0 8 0,0-1 1412,0-2-1014,0 8 1,0 2-1,0 14-465,0 7 0,10 6 0,2 1 0,3 1-197,-1 0 1,1 0 0,9 0 0,3-1-2019,2 1 2147,0-10 0,2 8 0,3-8 0</inkml:trace>
  <inkml:trace contextRef="#ctx0" brushRef="#br0" timeOffset="1085">1829 284 8153,'-22'-20'29,"1"6"1,-1-3-1,3 7-359,4-2 330,-4 7 0,16-4 0,-6 9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37.8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54 240 7900,'-7'-15'-290,"-1"1"1118,1 9-10,-3-14 1,5 9-315,-9-4 0,12 4-200,2 10 0,12-3 0,14-1 0,6-4-157,2 4 0,9-6 1,10 0-1,3 0-459,5 1 1,1-6-1,4 6 1,-1-1-26,0 0 0,-2-4 0,-5 6 0,-7 1-807,-5-2 0,-5 6 1144,-4-4 0,-16 4 0,-11 3 0</inkml:trace>
  <inkml:trace contextRef="#ctx0" brushRef="#br0" timeOffset="350">250 284 8191,'-22'0'0,"0"0"0,0 0 249,1 0 1,6 0 91,1 0-205,9 0 0,-2 2 0,14 3 0,7 2-211,6-2 1,1-3 0,4 1 0,1 2-77,3 2 0,3 3 0,-6-6 1,3 6 17,-2 2 0,-3 5 0,-4 10 52,-6 2 0,-4 2 1,-10-4-1,-3 4 138,-4 3 1,-5-7 0,-10 4 0,-2-2 286,-5 0 1,5 0 0,-5-7 0,5-3 140,2-4 0,0-3-176,0-5-335,10-4 0,12 4 0,15-12 0,4-2-128,3 2 1,7 3-1,2 2 1,1 0-234,-1 0 1,1 0 0,-6 0 0,3 0-372,-2 0 0,-3 7 758,-2 0 0,0 10 0,-1-5 0</inkml:trace>
  <inkml:trace contextRef="#ctx0" brushRef="#br0" timeOffset="583">468 1046 8191,'-3'14'288,"-2"1"102,-2 2 0,0 2 0,7 3 9,0 0 1,0-8-1,0 1-327,0 2 0,7-5 0,3 0 1,2-3-573,5-4 0,-5 0 0,2 0 500,3 2 0,3 0 0,1-7 0</inkml:trace>
  <inkml:trace contextRef="#ctx0" brushRef="#br0" timeOffset="699">468 850 8012,'-22'0'-283,"10"-10"0,-8 8 0,8-8 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21:30:44.6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260 128 8223,'-22'0'17,"7"3"1,1 2 317,-3 2 0,5 0 0,-3-7 367,-2 0 0,5 0-57,-2 0 0,7 0 434,-8 0-675,10 0 1,5 0 0,17 0 0,7 0-48,5 0 1,13 0 0,-1 0-1,9 0-80,6 0 0,5-7 0,9-3 0,5 0-180,2 1 1,-4-6-1,7 6 1,2-3-121,3-5 0,-8 4 0,-7 1 1,-9 3-126,-10 4 1,-8-5 0,-7 3-166,-7 2 0,-14 5-5,-8 7 1,-7-4-1,-7 6 113,-8 1 0,-4 0 1,-3 4-1,0-6-472,1-6 0,-1 0 1,0 3 245,0 3 0,1-1 0,-1-7 0,0 0 142,0 0 0,1 0 1,-1 0-1,0 0 123,0 0 0,-2 0 0,-3 0 0,-4 0 184,-3 0 1,5 0-1,-7 0 1,-3 0 150,-2 0 1,-3 2 0,1 3 0,-1 2 111,1-2 0,-3 5 0,-3-1 0,-2 1-25,3 0 0,5 0 1,4-6-1,5 4 252,2-4 0,-4 6 458,7-3-590,0 1 0,19-8-216,10 0 0,10 0 1,14 0 50,5 0 0,-2 0 0,9 0 0,1-3 19,-4-4 1,9 5 0,-4-6 0,8 6 120,5 2 1,2 0-1,-4 0 1,1-3-154,-1-4 0,-3 5 0,0-5 1,0 4-298,-3 3 1,3 0-1,-17 0 1,-2 0-235,-3 0 0,-4 3-334,-6 4 0,-4-2-367,-10 9 1,-10-9-1,-2 5-1097,0-1 0,-7-6 2131,4 4 0,-4 5 0,-3 0 0</inkml:trace>
  <inkml:trace contextRef="#ctx0" brushRef="#br0" timeOffset="1016">86 259 8198,'-22'-10'536,"2"5"598,6-9-562,-5 9 1,16-2-270,-4 14 1,14-4 0,8 6 0,4-2-29,3 1 1,0 1 0,2-4 0,2 5-85,3 2 0,3-5 0,-3 5 0,7 0-141,5 1 0,-4-6 0,-1 7 0,3 1-152,2-3 1,2 5 0,-2-7-1,-2 2-16,-3 5 1,-2 0 0,5-1 0,-5-3 145,-3-4 1,-2 8 0,-7-5-1,0 0 12,0-4 0,0 1 0,-3 1 0,-2 0-31,-3-1 1,-6 6-1,4-5 161,-3 2 0,-1-5 201,-8 7 1,-10 1-1,-5 7 1,-4 0 77,-3-1 0,1 1 1,-1 0-1,-2 0-47,-5-1 0,2 4 0,-7 1 1,0 3-92,0-2 1,-2 4-1,-8 1 1,1-1-178,-1 1 1,1-1 0,-1-7 0,1 1 143,-1-6 0,8-2 0,0 2 99,-3-4 0,7-6-128,3-9 1,17-2-395,12-5 1,10-5 0,12-8 0,2 3-93,5 3 1,5-1-1,9-7 1,1 3 91,-1 5 1,8-6 0,0 6 0,0-3 182,2 2 0,3-2 1,9 8-1,0-1 148,1 0 1,1-4-1,4 7 1,4 2 201,2 2 1,-7 3 0,0 0 0,-9 0-192,-10 0 1,-8 3 0,-6 2-348,-8 2 46,-15 10 0,-7-8 0,-14 6 0,-7-8-7,-6-4 1,-2-1 0,-2 3 0,-2 2-4,-3-2 0,-8-3 0,6-2 0,-3 3-68,-5 4 0,5-5 0,-2 6 0,-5-3-37,-7 2 1,-1-5 0,-6 8-1,-1-3-6,0 0 0,-2 3 0,-7-5 0,-3 5 211,-4 2 0,6-7 0,-2 4 0,10-1 217,5-1 1,10 2 0,9-4 484,2 3-661,13-1 0,19-7 0,17-3 1,9-1-83,11-4 0,6-1 1,8 1-1,7-6-16,5-6 0,10 1 0,2 2 0,5 3 48,9-3 1,-7-3-1,10-1 1,0-1 142,-2 0 1,-8 0-1,-7 3 1,-7 2 443,-13 2-487,-16 11 1,-20-6 0,-19 10 0,-14 2-3,-13 6 1,-7 1 0,-11 8 0,-4-2-221,-2 2 1,-9-5 0,4 2-1,-2 3-71,0 3 1,2-6 0,-2-2 0,7-2-105,6-5 1,3-3-1,6-2 1,7 0-1144,5 0 126,12 0 0,14-7 1337,20 0 0,19-10 0,15 5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2:07:57.0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87 349 8261,'-2'-44'0,"-3"1"-211,-2-1 1,-3 3-1,5 5 294,-2 7 0,0-3 0,7 3 0,-3 5 869,-4 7-570,5 7 0,-10 13-365,4 4 1,6 5 0,-5 10 0,4 2 87,3 5 1,0-2 0,0 9 0,0 3-6,0 2 0,0 2 1,0 3-1,0 3-1,0 2 1,0 9 0,0-4 0,0 2-42,0 0 1,7 0 0,3 7 0,0 3 2,0 5 1,4-3 0,-4 7 0,-1 1-18,1-1 0,5 3 0,-8 7 0,0-2-53,3-5 0,-5 2 0,7-10 1,0-1 0,0-4 1,-5-1-1,5-1 1,-2 0-15,-5 1 0,4-1 0,1 0 1,0 1-28,0-1 1,-1 0-1,-4 1 1,2-1 2,-2 0 0,5-9 0,-3-5 1,-2-5 30,-3-3 1,-2 8-1,3 0 1,2-3 8,2-2 1,0 0-1,-7 3 1,0 2 87,0-3 1,0 5-1,0-2 1,0 0-27,0 2 1,0-5 0,0 10 0,0 1-36,0-4 1,7 6 0,1-8 0,-4 3 3,-1 4 1,-3-4-1,0-1 1,0-1-21,0-6 0,7-2 0,0-3 0,-2-1-56,-2-6 1,4 5-1,0-7 1,0 2-316,3 0 1,-7-9 0,6 0 0,-2-8-396,1-4 0,1-11 761,-1 4 0,4-16 0,10-4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2:07:58.0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22 371 7879,'-2'-12'1287,"-5"5"-858,4 4 0,-7 1-123,10-5 0,0 2-163,0-10 0,3 8-85,4-8 1,5 1-50,10-8 1,0 0 0,0 1-110,-1-1 0,1 0 1,-3 0-1,-2 0-99,-2 1 0,-8 1 0,5 3 1,0 3-1115,0-3 1313,-7 7 0,15-9 0,-8 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2:07:59.2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0 675 7818,'0'-21'-832,"0"6"1,0 1 901,0-3 1,3 4 107,4-1 1,-5-1 196,6-6 1,-6 6 90,-2 1 0,0 6 554,0-6-592,0 9 0,0-2-200,0 14 1,0 5 0,0 12-1,0 5-20,0 8 0,0 4 0,0 2 0,0 1-39,0-1 1,0 8-1,0 0 1,2-3-170,6-2 1,4-2 0,10 0-1,-1-3-20,1-5 1,-2-12 0,-4-12 0,-1-2 82,2-5 0,2-3 0,3-4 1,0-6-6,0-6 0,-8-13 1,1-4-1,-1-3 48,-2-5 0,5-2 0,-10-2 1,-2 2-136,-2 4 1,4-2-1,0 10 1,-2 3-204,-3 2 0,1 2 181,4 0 1,-4 12 0,4 10-1,-5 13 74,-2 6 0,8 10 0,-1 2 0,0 1 80,3-1 1,-8-2-1,8-4 1,-1-1 122,6-3 0,-3 6 58,3-12 0,-3-8 1,5-7-250,-3-12 0,-9-17 1,5-5-1,-3-2-116,0-1 0,0 1 0,-7-5 0,0 2-382,0 3 1,0 0 0,0-6 0,0 6-642,0 7 0,0 5 1,0 2-1297,0 0 2400,0 10 0,0 3 0,0 9 0</inkml:trace>
  <inkml:trace contextRef="#ctx0" brushRef="#br0" timeOffset="267">893 131 7961,'0'22'-57,"0"-8"0,0 1 0,0 2 374,0 2 1,-7 5-1,0 3 1,2 4-234,2 3 1,3 0-1,0 5 1,0-3-742,0 3 0,8-5 657,-1 2 0,10-9 0,-5 4 0</inkml:trace>
  <inkml:trace contextRef="#ctx0" brushRef="#br0" timeOffset="467">719 87 8208,'12'-9'485,"-2"4"1,-8-7-203,5 2 1,5-4 0,10 6 0,0 3-149,0 3 1,2-5 0,5 0-1,5 2-622,0 2 0,7 3 1,-7 0 486,0 0 0,7 20 0,-7 4 0</inkml:trace>
  <inkml:trace contextRef="#ctx0" brushRef="#br0" timeOffset="750">1699 414 8434,'0'15'631,"0"-1"-321,0 3 1,-7 12 0,-3 5 0,0 2-263,1 0 0,-8 3 1,5 10-1,-3 4-231,0 2 0,3-4 0,-5 5 183,3-3 0,-1-2 0,-6-7 0</inkml:trace>
  <inkml:trace contextRef="#ctx0" brushRef="#br0" timeOffset="967">1372 392 8192,'10'22'52,"-5"-5"1,9 2-1,3 5 366,3 1 0,1 1 1,1 3-1,2 8-62,5 4 1,-2 0 0,7-2 0,-3-3-646,-4 3 1,4-1 0,-2 1 288,-2-3 0,7-9 0,0 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2:08:07.5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412 110 8767,'-22'-12'598,"8"2"0,-1 10 1,-2 0-478,-2 0 0,4 10 0,1 2 1,-3 2-230,-3 1 1,-1-1-1,-1 6 1,0-3-52,0-3 1,1 1-1,-1 6 1,0 1-554,0 0 0,0 0 0,1 0 65,-1-1 1,10-6 862,5-1 0,7-9 314,7 2 0,5 3 0,12 0 39,5 2 1,-5-5 0,8 8 0,-3 2 96,0 2-1,2 3 1,-2 0 0,5-1-515,0 1 0,0 0 0,-7 0 1,2-1-893,-3 1 1,-2 0 0,-2 0-722,0-1 1462,-10-8 0,7 6 0,-6-7 0</inkml:trace>
  <inkml:trace contextRef="#ctx0" brushRef="#br0" timeOffset="384">1000 153 8017,'-3'-19'0,"-1"2"354,-4 2 1,-6 8-1,4-5 219,-2 2 0,5 3-390,-8 7 1,3 10-1,-2 7 1,4 9-137,0 11 1,5-3-1,-7 2 1,3 3 19,4 2 0,2 5 1,3 2-1,0 3 50,0-3 1,3-9 0,4-5 0,5-3 186,0-4 0,15-5 0,-5-8 1,4-6 105,6-6 1,-8-7 0,7-7 0,-2-12-28,0-8 1,-2 1 0,-10-10 0,-5-5-333,-2 0 0,4 0 1,-6 2-1,-4 1-297,-1-1 1,-13 1 0,-7 2 0,-7 2-23,-5 3 0,-7 9 1,7-2-1,0 7-1729,-3 8 0,8 4 1997,-5 10 0,5 0 0,2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2:08:06.2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0 794 8736,'22'0'839,"0"0"1,0 0 0,0 0-512,-1 0 1,1 0 0,2 0-1,3 0-592,2 0 1,0-3-1,-5-1 1,3-4-1945,2 3 2208,0 3 0,-7-8 0,-1-2 0</inkml:trace>
  <inkml:trace contextRef="#ctx0" brushRef="#br0" timeOffset="203">131 380 8075,'0'22'106,"0"0"0,0 2 0,0 5 382,0 7 0,0 5 1,0 5-1,0 3 15,0 1 1,0 11 0,0-3 0,0 5-570,0 2 1,0-7 0,0-2 0,0 0-357,0-1 1,7-16 421,1-3 0,9-9 0,-5-5 0</inkml:trace>
  <inkml:trace contextRef="#ctx0" brushRef="#br0" timeOffset="799">719 10 8077,'0'-10'394,"2"10"0,3 15 274,3 11 0,9 8 0,-5 12 0,2 5-391,1 7 1,-1-2 0,6 2-1,-4 2-363,-1 3 0,-8-5 0,5-4 0,0-6-456,1-7 0,-9-12-277,4 0 1,-6-17 385,-2-12 0,0-9 0,2-13 255,6 0 0,-3 0 1,9 3 169,3 4 1,2 6 0,3 9 0,0 0 205,0 0 0,-3 2 0,-2 5 0,-2 8 265,1 4 0,4 10 0,-1 0 0,-2 0 32,-2 3 0,-11-6 0,4 8 0,-8-2 266,-8-6 0,-4-1 0,-9-4 0,-4 1-441,-4 0 0,-2-3 0,-8-4 0,5-8-505,3-5 0,-5-2 0,7 0 0,2 0-712,3 0 1,2-7-1,3-3 1,4-2 896,8-5 0,-5-12 0,0-4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2:08:04.9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44 720 8110,'-14'0'-235,"2"2"0,2 5 494,5 8 0,3 4 1,2 3-1,0 2 108,0 5 1,0 5 0,2 10 0,6-1-309,6 1 1,5-3-1,3-3 1,0-4-273,0-2 0,0-10 241,-1-8 0,1-9 0,0 0 0,-3-10 0,-2-12-28,-2-10 1,-3 1-1,5-8 1,-5 0-13,-2 0 0,-3 8 0,-5-4 192,5 6-86,-4 3 0,9 18 0,-7 10 0,2 10-1,-2 5 0,-3 10 0,1 4 0,2 3-22,2-3 1,10 3 0,-3-13 0,6-4 73,1-5 1,8-12 0,3 0 0,-1-10 227,1-10 0,4-14 0,-7-7 1,-2-3 21,-3 3 0,-5-5 1,-4 4-1,-8-4-702,-4-2 1,-3-1 0,0 3 0,-3 2-149,-4 3 0,-3 9 0,-7-2 0,3 5-1408,-3 2 1,-3 1 1862,-1-1 0,-1 0 0,0 0 0</inkml:trace>
  <inkml:trace contextRef="#ctx0" brushRef="#br0" timeOffset="205">959 175 8138,'0'15'-178,"0"-1"1,0 3 594,0 2 1,0 10-1,0 3 1,0 2-435,0 5 0,0-6 0,0 4 0,0 1-1330,0 4 1347,10 1 0,-8 1 0,8-1 0</inkml:trace>
  <inkml:trace contextRef="#ctx0" brushRef="#br0" timeOffset="415">676 132 8180,'15'-3'209,"-1"-2"1,3-2 246,2 2 1,13-7 0,4 0-1,5-3 59,3 1 1,9 7-1,5-5 1,5 2-588,2 5 1,-9-5 0,-5 3 0,-5 2 71,-3 3 0,1 12 0,-1 2 0</inkml:trace>
  <inkml:trace contextRef="#ctx0" brushRef="#br0" timeOffset="756">1830 545 8131,'-2'-12'803,"-6"5"0,6 14 0,-8 10 0,3 10-505,0 9 1,-8 5 0,6 5 0,-3 5-396,-5 7 1,-3 5 0,-2 2-1,1 3-421,-1 5 1,0-13 0,0 3 0,3-7-1138,5-8 1655,-6-12 0,8-4 0,-10-10 0</inkml:trace>
  <inkml:trace contextRef="#ctx0" brushRef="#br0" timeOffset="966">1569 589 8131,'7'22'267,"0"-1"1,1-1 24,1-6 1,-4 13 0,10-5 0,2 4 185,2 6 0,3-6 0,-1 8 0,1 0-471,0 0 0,2-5 0,3 7-7,2 3 0,0-8 0,-7 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2:08:00.6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143 652 6312,'-22'0'0</inkml:trace>
  <inkml:trace contextRef="#ctx0" brushRef="#br0" timeOffset="1433">78 804 8106,'-22'0'-210,"7"-7"705,1 0 0,7-1 824,-8 8-1074,10 0 0,5 0 0,15 0 0,4 0-146,3 0 1,7 8-1,2-1 1,3-2-163,5-3 0,2 5 1,3 1-1,-1-3-808,1-3 0,-3-2 871,-5 0 0,5 10 0,-7 2 0</inkml:trace>
  <inkml:trace contextRef="#ctx0" brushRef="#br0" timeOffset="1666">165 390 8349,'-10'13'-65,"8"6"0,-6-5 263,6 6 1,2 9 0,0 2 0,0 1 421,0-1 0,10 8 0,4 0 1,5 7-564,3 4 1,0 8 0,0-4 0,0-1-410,-1 0 1,-1 8 0,-3-6-1,-3 1 352,3-5 0,2-5 0,3-3 0</inkml:trace>
  <inkml:trace contextRef="#ctx0" brushRef="#br0" timeOffset="2484">905 42 8258,'0'-22'-175,"0"10"1,0 5-1,3 17 1,1 11 635,4 13 0,9 7 0,-5 5 0,2 5-286,1 7 1,-8 5-1,5 2 1,-2 1-293,-5-1 0,4-2 0,-2-2 1,-2-6 91,-2-2 0,-3-4 1,-3-13-297,-4-7 1,2-7 66,-9-8 1,9-14-1,-2-14 1,4-5 82,3-3 1,3 0 0,4 0 0,7 0 38,6 1 0,2-1 0,-1 3 0,3 2 84,6 2 0,-6 10 1,7-2-1,-2 5 324,0 2 0,0 2 0,-5 5 0,1 8 188,-4 4 1,11 5 0,-18 3 0,-4 4 338,-5 3 1,-5-7-1,-2 4 1,-6-2-279,-6 0 1,-15 0 0,-8-7 0,-4 0-268,-2 0 1,-1-8 0,1-2 0,-1-2-272,1-5 0,-1-3 0,0-2 0,3-2-917,5-5 0,5-5 0,11-10 1,3-2-1042,3-5 1,9 4 1970,-2-4 0,4-5 0,3 1 0</inkml:trace>
  <inkml:trace contextRef="#ctx0" brushRef="#br0" timeOffset="2967">1820 565 8271,'-12'0'-1360,"4"0"1580,16 0 0,4 0 0,9 0 1,4 0 93,4 0 0,5 0 1,9 0-1,1 2-378,-1 5 0,-2-4 0,-2 4 0,-3-5 199,3-2 1,-7 8-1,-3-1 596,-5-2 1,-12 7-474,-5 2 1,-14 6 0,-8 2 0,-6-1-80,-8 1 0,2 0 0,-9 2 0,-1 3-88,3 2 1,-7 7 0,5-5 0,-3 3-174,3 5 1,-5 2 0,7 3-1,0-3-280,5-5 1,0 5 0,5-7 0,5 0-650,-1-5 1,10-5 1010,3-2 0,24-10 0,7-2 0</inkml:trace>
  <inkml:trace contextRef="#ctx0" brushRef="#br0" timeOffset="3167">2451 891 7679,'-14'8'120,"-1"-1"1,10 10 0,-4-3-1,-1 8 364,-5 7 0,3-2 0,-2 7 0,-1-1-548,3 1 0,-7 0 0,7 5 0,0-3-1589,4 3 1653,-4-8 0,0 11 0,-10-9 0</inkml:trace>
  <inkml:trace contextRef="#ctx0" brushRef="#br0" timeOffset="3451">2909 608 8110,'-15'7'-162,"0"1"1,8 6-1,-5-4 1,0 4 547,0 11 0,0-1 0,-5 12 0,5 3-90,2 2 1,0 10 0,6 2 0,-4 0-228,3 0 1,5 6-1,8-9 1,6-4 188,6-7 1,1-15 0,1-12 0,0-2 226,0-5 1,7-5 0,0-7 0,-5-10 28,-7-10 0,0 0 0,-7-9 0,-1-3-281,1-2 0,-3-2 0,-7-1 0,-2 1-451,-6-1 0,-6 1 0,-13 1 1,-4 6-3723,-3 7 3940,-12 5 0,-10 12 0,-9 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1:43.7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414 1 8079,'-15'0'-599,"1"2"1113,-3 6 0,0 6 1,0 15-1,2 7-111,-2 6 0,-2 1 1,0 3-1,2 2-468,2 3 1,1 10 0,-8-3 0,3 2-290,4-2 1,-2-4 0,8-11 0,-1-2-521,0-4 874,3-6 0,-3-19 0,-2-2 0</inkml:trace>
  <inkml:trace contextRef="#ctx0" brushRef="#br0" timeOffset="233">0 132 8079,'22'0'427,"-8"0"-39,1 0 1,-1 0-1,8 2 1,0 5-49,0 8 1,-1 4-1,1 3 1,2 2 61,5 5 1,-2 5-1,9 7 1,3-2-419,2-3 0,3 8 0,-1 4 1,1-4-641,-1-6 0,-1-4 1,-4 2-1,-4-6 656,-2-6 0,-3-3 0,-8 1 0</inkml:trace>
  <inkml:trace contextRef="#ctx0" brushRef="#br0" timeOffset="599">828 480 8152,'14'-19'0,"-2"2"159,-2 2 0,0 8 0,-6-8 0,6 1 122,2 2 1,3-5 0,4 7 0,-2 0 57,-3 1 1,1-1 0,7 5 0,0-2 16,-1 2 0,1 3 0,0 4-231,0 5 0,-10 6 1,-5 8-1,-5 1-22,-2 0 1,0 2 0,0 3 0,-2 4-28,-5 3 0,2-5 1,-7 5-1,0 0-170,0 0 0,-1-8 1,-1 3-1,7-5-200,4-2 0,-4 0 538,0 0 0,2-10 1,12-5-213,8-4 0,6-6 0,6-2 1,2-4-301,-2-3 1,-3 7-1,0-5 1,3 3-318,2 0 0,0-3 1,-7 5 584,-1-2 0,1-10 0,0 5 0</inkml:trace>
  <inkml:trace contextRef="#ctx0" brushRef="#br0" timeOffset="833">1437 524 7565,'3'-13'1555,"4"6"0,5 5 1,10 2-1368,0 0 0,7 0 1,2 0-1,3 0-401,5 0 1,2 0 0,2 0 0,1 0-172,-1 0 1,1 0 0,-3 0 0,-2 0-663,-3 0 1,-9-8 0,2 1 1045,-5 2 0,-2-7 0,0 0 0</inkml:trace>
  <inkml:trace contextRef="#ctx0" brushRef="#br0" timeOffset="1050">2047 349 7676,'-7'-21'-204,"-1"-1"1,1 0 0,7 0 540,0 0 1,0 8 1236,0-1-1185,0 11 0,3-6 1,1 12-234,4 6 1,-1 4 0,-5 7 0,3-2 38,3-3 0,-1 1 0,-5 4 0,3-2 106,2-2 1,1-1 0,-8 8-93,0 0 0,0 0 1,-3-1-239,-4 1 0,4 0 1,-6-3-1,2-2-431,-1-2 0,-9-1 0,5 8 460,0 0 0,-7 0 0,7-1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1:41.3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415 87 8191,'-15'34'0,"1"-5"1,-3-5 1,5 1 0,0 1 0,-1 3-84,1-2 1,7 4 0,-2-2 0,2-2-329,-2-3 410,5-2 0,-8 0 0,10-1 0</inkml:trace>
  <inkml:trace contextRef="#ctx0" brushRef="#br0" timeOffset="283">1 0 8191,'14'3'0,"1"1"92,2 4 0,-5 9 0,0-3 1,0 5 162,0 3 1,3 0-1,7 2 1,-1 3-49,1 2 1,0 7-1,2-4 1,3-1-268,2 0 1,0 6 0,-7-6-1,-1-2-280,1-5 0,0 3 1,0-15-1,-1 3-1180,1-1 1520,0-9 0,0 14 0,0-6 0</inkml:trace>
  <inkml:trace contextRef="#ctx0" brushRef="#br0" timeOffset="550">785 240 8191,'12'9'-452,"-2"3"0,-10 10 0,0 0 801,0 0 1,2 2 0,3 3 0,2 2-139,-2-3 1,-3 8-1,-2 0 1,0 2-290,0 1 0,0-11 1,3 3-1,2-5-87,2-2 1,0 0 0,-7 0 164,0 0 0,0-10 0,0-3 0</inkml:trace>
  <inkml:trace contextRef="#ctx0" brushRef="#br0" timeOffset="999">371 65 8218,'-7'22'0,"-3"0"0,1 0 123,-1 0 0,-7 9 0,5 5 0,-3 5 105,1 3 0,2 2 0,-5 2 0,2 6-79,-2 1 1,5-6 0,0 1 0,0-4-335,0-2 0,0-3 0,-5-5 0,5-7-297,2-4 1,0-4 481,3 1 0,5-10 0,-8-2 0</inkml:trace>
  <inkml:trace contextRef="#ctx0" brushRef="#br0" timeOffset="1416">1308 349 8126,'-15'0'1788,"0"0"-1452,11 0 1,4 0 0,17-3 0,7-2 6,5-2 0,10 0 0,-3 7 0,7 0-128,8 0 1,-5 0-1,5-3 1,-3-2-250,3-2 1,-5 0 0,5 5 0,-7-3-771,-8-3 1,3 1 0,-10 7 803,-3 0 0,8-9 0,0-4 0</inkml:trace>
  <inkml:trace contextRef="#ctx0" brushRef="#br0" timeOffset="1749">1852 109 8149,'10'-12'611,"-6"2"-240,11 10 1,-1 0 26,8 0 1,0 3 0,0 1-160,0 4 1,-1-1-1,1-5 1,0 3 8,0 3 0,-1-1 1,4-7-368,4 0 0,-5 0 1,5 0-63,-5 0-11,-2 9 0,-10 4 0,-7 8 0,-10 1 302,-10 0 1,-6 7-1,-8 2 1,-5 1-34,0-1 1,-5 8 0,10-5 0,3 0-332,1-5 1,-4 2 0,3-2 253,6-2 0,-1-3 0,8-2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1:37.8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501 218 8182,'-22'0'21,"1"0"0,-1 0 0,0 0 170,0 0 0,1 0 0,-1 0 1,0 0 39,0 0 0,1 0 1,-1 0-1,0 3 87,0 4 0,0 5 0,1 10 0,-1 0-79,0-1 0,0 11 0,3 4 0,2 5-14,2 3 1,3 7-1,-5 2 1,5 0-17,3 0 1,1 1-1,8-6 1,0 5-30,0 3 1,0 0 0,3 2-1,4-5-66,8 0 1,4-7 0,3 5 0,2-8-144,5-6 1,-2 1 0,9-11 0,3-5-34,2-5 0,-5-12 1,0 2-1,3-7 92,2-7 0,3-1 1,-1-11-1,1-8-21,-1-4 0,-1-5 0,-4-8 1,-1 1-62,1-1 0,1-2 0,0-2 0,-5-6-100,-3-1 1,0 4 0,-6-5 0,-1 3-58,-5 5 0,-12-1 0,1 1 0,-3-3 91,2 3 0,-5-6 0,5 4 1,-7 1 40,-7 3 1,2 10-1,-9 0 1,-3-1 26,-2 3 0,-3 3 0,-2 9 0,-3-2 9,-2-5 0,-7 12 0,4-5 0,1 5 48,-1 5 0,1 3 0,4 9 0,-4 0 37,-3 0 1,7 0 0,-4 4 0,-1 9-15,-4 8 1,5 6 0,-1-3 0,3 3 92,0 2 0,-2 7 0,4-4 0,-2 1 101,2 6 0,3 2 0,2 3 0,1-1-48,-1 1 0,2-1 0,4 3 0,3 3 50,4 2 0,2 9 1,7-2-1,0 3-11,0-3 0,2 5 0,5-8 1,8 3-80,4 0 1,10-12 0,3-2 0,1-10-68,6-3 0,-3-7 1,3 3-1,2-8-54,-2-4 0,0-10 0,4 2 0,1-4-48,-1-3 0,-1-3 0,-4-4 0,-4-8 38,-2-4 1,4-5 0,-7-3 0,-3-4 5,-1-3 0,-4 5 0,1-8 1,-2-1-17,-6-3 1,3-3-1,-10 1 1,-2-1-47,-2 0 0,4-9 0,0-2 1,-2-1-118,-3 5 0,-4-2 0,-5 0 0,-5-1-31,-1 1 1,-6-2-1,2 9 1,-7 4-21,-5 1 0,-3 10 1,6 2-1,-6 5 44,-1 2 0,4 10 0,-5 4 0,0 6 151,0 2 1,0 0 0,-5 2 0,5 6 29,3 6 0,0 15 0,4 5 0,-2 2-27,2 1 1,3 1-1,2 11 1,1 4 98,-1 3 1,0-5-1,3 7 1,4 2 54,8 3 1,4 2 0,3-2 0,0-2-61,0-3 1,10-12 0,7 0 0,7-10 18,5-5 1,10-4-1,-3-12 1,5-8 29,3-5 0,2-4 0,2-8 0,3-9-63,-2-8 0,-11-11 1,-4 1-1,0-6-55,0-8 1,-10 2 0,0-6 0,-9 2-47,-6 4 1,-1-4 0,-8 0 0,-3-1-143,-4 1 1,-5 2 0,-10 8 0,-2-1 19,-5 1 1,2 9-1,-7 5 1,1 7 34,-1 8 1,5-3 0,-5 9 0,0 4 44,0 1 1,7 13-1,-2 7 1,5 9 90,2 11 1,1 4-1,-1 2 1,0 3 105,0 5 0,8-2 0,2 9 0,2 0-48,5-3 1,3 6 0,2-8-1,0 0-114,0 0 1,9-4-1,8-13 1,8-9 13,4-10 0,9-8 1,-1-9-1,4-2 231,2-5 0,-6-8 0,-1-11 0,3-6-37,2-2 1,-7-2-1,-8-8 1,-6 1-11,-6-1 1,-9 1-1,2 2 1,-4 2-34,-3 3 1,-3 9 0,-4-4 0,-10 2-151,-10-1 1,1 9 0,-8 9 0,2 2-32,6 5 0,-6 3 0,3 2 1,0 0 54,-2 0 0,14 9 0,-5 6 0,3 4 6,-1 3 0,6 9 0,2 6 0,2 1-45,5-1 0,-4 4 0,1-5 0,3 5-22,3 3 1,9-10-1,3-3 1,5-2 44,9 0 1,-3-7 0,11-10 0,-3-2 67,0-5 1,10-5 0,-5-8 0,-1-6 228,-3-5 1,-6-11-1,-3-1 1,1 0 104,0-1 1,-7-7-1,-3 3 1,-3-3-66,-4 3 0,-2-3 1,-3 8-1,0-3-294,0-5 1,-10 5 0,-5 1 0,-4 1-275,-3 6 0,-7 1 0,0 6 0,3 4 8,1 8 0,4 5 0,-1 2 1,2 5-139,6 9 1,-5 6 0,4 21 0,-2 7 193,3 5 0,-3-2 0,9 7 0,4 0 78,1-2 1,3 4-1,0-9 1,0-5 83,0-7 1,10-8-1,7-11 1,7-6 296,5-7 1,2-4 0,-4-8-1,2-7 313,-2-10 1,-5-7-1,-6 0 1,-3-5-189,-4 0 0,6-7 0,-8 7 0,-2 0-425,-3 5 0,-9-2 0,-3 2 1,-2 5-834,-5 7 0,-2-3 0,-3 8-1733,0 0 2600,10 3 0,-7 18 0,7 3 0</inkml:trace>
  <inkml:trace contextRef="#ctx0" brushRef="#br0" timeOffset="2316">414 4095 8120,'-24'2'0,"-3"3"0,-2 2-257,3-2 1,2 5 0,2-1 0,0 3 541,0 5 1,0 3 0,3 1 0,2 4 31,3 4 0,1 5 0,-1 9 0,4 1-79,1-1 0,6 3 0,-4 5 0,5 7 11,2 5 1,2-5 0,3 0-1,4 0-24,4-2 1,3 7-1,11-8 1,5 1-195,1-5 1,-4-12 0,8-3 0,1 0-42,4-2 1,1-10-1,3-12 1,3-2-30,1-5 0,1-12 0,-7-10 1,-1-10 93,1-9 0,-3-13 0,-2-4 0,-5 0 4,-3 0 1,-9-5 0,-10 4-1,-2 1 37,-6 0 0,-1-8 1,-3 6-1,0-1-27,0 5 1,-3-2 0,-4 0 0,-10 0-228,-9-1 0,-1-4 1,-7 7-1,0 3-174,0 2 0,0 3 1,-4 1-1,1 9 314,-1 11 0,6 2 0,1 13 0,-1 2 0,-4 3 1,5 14 0,2 10 0,2 12 44,-2 7 0,5 2 1,-5 1-1,5 2 212,2 5 1,0 4 0,3 11 0,2-1-20,2 0 0,10 1 0,-2-1 0,5 3-80,2 4 0,0-4 1,2 5-1,8-8-33,11-7 1,4-5-1,11-9 1,0-3-72,-2-5 0,15-12 1,-6-11-1,3-4 83,0-4 1,7-5 0,3-10 0,2-11 83,0-13 1,-10-10 0,3-7 0,-5-4 53,-2-1 1,-10-7 0,-5 5 0,-8-2-219,-6 2 0,2-10 1,-10 7-1,-2 3-68,-3 3 0,-11-4 1,-6 6-1,-7 0-218,-7 0 0,-4 2 1,-11 7-1,-2 3-200,-5 5 1,3 0 0,-8 12-1,3 7 150,5 4 0,-1 6 0,1 10 0,-1 4 274,8 7 0,0 15 0,12 8 0,2 4 4,3 2 1,3 8-1,1 2 1,6 3 181,6 5 0,6 2 0,2 2 0,0 0-1,0 1 1,2-8-1,6-3 1,9-2-160,9-4 0,8-6 0,10-9 1,2-12 52,4-12 1,-4-8 0,8-4 0,-1-6 189,5-6 0,-5-15 0,-2-7 0,-5-8-122,-3-7 1,-4 5 0,-7-5 0,-13 6-21,-7 1 0,-5 0 1,-7 3-1,-2 3-129,-5 1 1,-5 11-1,-13-6 1,-4 3-187,-7 0 0,-5 3 0,-3 11 0,1 5 68,-1 1 0,1 6 0,-1-4 0,1 7 34,-1 7 1,10 8 0,5 11 0,5 6 135,2 2 0,0 9 1,3 8-1,5 0 146,6 2 0,6-5 1,2 8-1,2 0-126,6-1 1,4-13 0,9-1-1,4-7-83,4-8 1,4-4 0,11-8 0,0-6 79,-1-6 0,1-12 0,-1-6 0,1-9 30,-1-4 0,-6-9 0,-6 1 0,-4-4 75,-8-2 1,-9 1 0,2 4-1,-2 4-78,-6 2 1,-11-4-1,-7 7 1,-8 3-35,-7 1 0,2 4 1,-9-1-1,0 0-117,2 0 0,-5 10 0,10 5 0,2 4 7,3 3 1,2 0 0,1 3 0,-1 4 67,0 8 0,8 14 0,1 7 0,4 5 93,4 3 0,2 6 0,3 1 1,3-2-112,4-3 1,-2-3 0,12-2-1,5-4-3,4-8 1,6-8-1,-3-6 1,5-8 87,0-4 1,4-3 0,-9-3 0,-2-4 228,-3-8 0,-2-4 0,0-5 0,-3-3-97,-4-2 1,-6-7-1,-9 7 1,0 0 40,0-3 1,0 6-1,-2-8 1,-5 2-115,-8 6 0,1-6 1,-6 3-1,-4 3-91,0 2 0,0 2 1,2 2-1,0 3-410,0 3 0,0 9 1,1-2-1,1 7-127,6 7 1,-6 8 0,8 14 0,-2 7 319,-1 5 0,8 10 0,-5 2 1,2 0 159,5 1 1,3 6 0,2-4 0,0-3-94,0-9 1,2-3-1,6-15 368,6-6 0,6-8 0,1-15 1,1-4 114,0-7 1,-8-16-1,1-3 1,-1-4-112,-1 1 1,4 0 0,-10-5 0,-2 2-43,-3 3 1,-2 9 0,0-2-1,0 5-219,0 2 0,-2 3 0,-6 4-673,-6 8 1,2 4 0,-3 3-1105,-2 0 1,8 3 0,1 4 1785,6 8 0,2 4 0,0 3 0</inkml:trace>
  <inkml:trace contextRef="#ctx0" brushRef="#br0" timeOffset="9066">1220 1046 7275,'2'12'173,"6"-5"0,4-4 1,9-3-1,4 0-103,4 0 0,-3 7 0,13 3 1,5-1-81,4 1 0,5 7 0,-2-3 1,5 6 10,-1 2 0,8-1 0,-7 1 0,2 2 40,0 5 0,-7-5 1,4 6-1,1-6-42,0-2 1,-5-1 0,7 1 0,0 0 2,-3 0 1,-1-1 0,-11 1 0,3-2 77,5-6 0,-5 5 0,5-4 0,-8 2 43,-6-3 0,4 3 0,-5-7 1,5 0-11,3-1 0,-1 1 0,1-5 0,-1 2-25,1-2 0,-1 5 1,1-3-1,0-2-42,-1-3 0,1 5 1,-1 3-1,1 0-61,-1-1 0,1 6 1,-1-5-1,1-1 19,0 1 1,-1 7 0,-2-5 0,-2 3 70,-3-1 1,1-7 0,4 8 0,-5-1 37,-7-2 0,5 8 0,0-8 0,2 2 58,0 1 1,-7-8 0,5 5 0,0-2-5,0-5 0,-5 5 0,7-3 0,1-2-22,-4-3 0,-1 0 0,-10 3-127,-1 3-784,-8-1 766,-4-7 0,-9-10 0,0-2 0</inkml:trace>
  <inkml:trace contextRef="#ctx0" brushRef="#br0" timeOffset="10199">1046 4574 8205,'19'-3'-61,"-4"-4"1,4 2 0,-5-9 152,6-3 0,2 0 0,2-3 0,2 1-48,3-5 0,10-5 0,0 0 0,7-8 21,5-4 0,12-5 0,-1-2 1,9-3-82,-1 3 1,5-5 0,-3 2 0,1 0 38,2-2 0,-7 7 1,4-5-1,-4 5 52,-3 2 1,1 1-1,-1 2 1,-2 2 16,-5 3 1,3 7 0,-11-5 0,1 0-14,2 0 0,-7 5 1,5-5-1,-5 0 6,-2 0 0,-1 8 0,1-6 0,-3 3-6,-5 0 0,3 0 1,-8 7-1,3 1-60,5-1 1,-8 0-1,-2 0 1,-2 1-63,2-1 0,-2 5 0,7 0 0,-3-2 31,-4 2 0,4 0 0,-2-5 0,-2 0 14,-3 0 0,0 1 0,3-1 11,2 0 1,2 3-1,-7 2 1,1 2-2,-6-2 1,-2-2 0,5 0 0,0 2 23,-1 2 1,1 1-1,0-6 1,0 3-3,-1 3 1,1-1 0,0-4 0,0 2-29,-1 2 0,1 3 0,-2-5 0,-3 3 15,-3-3 0,-2 5 0,5 0 1,-5 0 28,-2 0 0,4 4 0,-4-4 11,2 2 1,-5-4-1,6 4 1,-1 1-3,0-1 1,-5 3 0,5 4 335,-2-4 345,-3 5-309,-7-8-872,0 10-1186,0 0 0,0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1:50.3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415 371 8148,'-3'-19'44,"-2"2"244,-2 2 1,-10 1-149,3-8 1,-3 8-1,0 1 44,2 4 1,1 1-50,-8 8 0,0 3 1,0 4-134,1 8 1,1 4-1,3 5 1,3 3 20,-3 2 0,-3 10 1,1-3-1,2 3 93,3-3 1,-1 5-1,-4-5 1,2 5 31,2 3 1,10 7 0,-2 0 0,5-3-4,2-2 0,0 5 0,0 2 1,0 0-54,0 1 0,9-11 0,8-9 0,8 0 84,4 0 0,2-8 0,-4 3 0,4-4-16,3-4 0,0-6 0,5-3 0,-3-2-56,3-6 0,2-1 0,2-6 0,1-6 36,-1-13 1,1-2 0,0-13 0,-3-1-34,-5-3 1,5-3 0,-5-2 0,3-2 34,-3-3 1,-2-7 0,-7 7 0,2 0-40,-2-2 0,-3 0 0,-2-5 0,-3 7-22,-5 5 1,-2 2 0,-7 1-1,3-1-20,-4 1 0,-4 9 0,-4 2 0,-6 3-78,-2 0 1,-10-7-1,-7 7 1,0 2-132,-2 3 0,4 2 0,-9 1 1,-3-1-59,-2 0 0,4 0 0,1 3 1,0 2 46,2 2 1,-5 11-1,8-4 1,-1 6-37,1 2 0,-1 10 0,6 4 0,-6 5-73,-1 3 1,6 10 0,-5 4-1,3 5 210,0 3 1,0-1 0,8 1-1,-1 2 86,0 5 0,3-5 1,2 7-1,2-2 49,-2-1 1,8 11 0,1-5 0,6 2-18,2 0 0,2-3 0,6 3 1,6-7 0,5-5 0,11-10 0,1-2 0,3-2 182,5-6 0,2-4 0,2-7 0,1-8-55,-1-5 1,3-2 0,3 0 0,2-4-66,-3-11 1,-2-2-1,-5-19 1,-2-3 27,-3-2 1,-9-5-1,2-2 1,-5-6-87,-2-1 1,-1-1 0,-1-4-1,-3 4-115,-3 3 0,-9 2 0,2 5 1,-4-2-144,-3-3 0,-10 0 0,-7 5 1,-7 0-119,-5 2 0,-3-9 0,3 17 0,-4 4 83,-1 6 1,-7 6 0,2 4 0,-7 3-136,-5 4 0,0 4 1,8 12-1,-1 8 171,1 4 0,1 12 0,4 6 0,4 4 258,2 2 1,3 8-1,8 3 1,-1-1 91,0 0 1,8 5 0,1-5 0,4 1 47,4-1 0,2 7 0,6-2 0,4 3-40,8-3 0,4 2 0,5-9 0,5-2-158,8-3 0,4-20 0,2-6 0,1-8 244,-1-8 0,8-6 0,0-12 0,0-16-37,2-8 1,-7-8 0,5-5-1,-8-7-164,-6-5 1,-8 0 0,-12 3-1,-5 4-50,-3 3 1,-1-5 0,-8 4 0,-3 1-125,-4 0 0,-8 5 0,-11 6 0,-6 4-204,-1-1 1,3 3-1,-6 16 1,0 3 86,2 3 0,-5 9 0,10-2 0,0 7-77,-2 7 0,7 15 1,-5 17-1,4 7 240,4 4 1,1 8-1,3-4 1,5-1 182,2 0 0,3 5 1,7-7-1,0-3-3,0-2 1,3-2-1,4-3 1,10-5-77,9-7 1,1-14 0,9-8 0,1-4 112,-3-3 1,12-13 0,-8-6 0,1-10 36,2-5 0,-9-2 1,-3-8-1,-5 1-159,-2-1 1,-10 3 0,-5 2 0,-5 3-21,-2-3 0,0 6 0,-2-1 0,-8 2-152,-12 6 1,1 1-1,-11 6 1,1 2-35,-6 3 1,4 9-1,-1 0 1,2 7-18,6 6 0,-6 11 0,3 3 1,3 9 122,1 3 0,4 14 1,1-4-1,3 2 146,3 0 1,9-3-1,-2 1 1,4 0-40,3-1 1,3-2 0,4-4 0,7-8 33,6-5 1,2-12 0,2-5 0,2-4 96,3-3 0,10-10 0,-5-5 0,0-6-54,-5-8 0,2 2 0,-2-9 0,-2-1 24,-3 3 1,-9-7-1,-3 7 1,-2-2-11,-6 0 1,-1 7 0,-3-5 0,0 3-116,0 4 0,-10 3 0,-4 4 0,-8 3-109,-7 3 1,5 9-1,-5-2 1,2 4 84,-2 3 0,5 10 0,-5 5 0,4 6 49,4 8 0,1 5 0,3 10 0,5-1-19,3 1 0,1-3 0,8 0 0,0-2-71,0 0 0,0 7 0,3-13 0,4 1 6,8-5 1,4-7 0,3-5 0,2-5 203,5-2 0,-5-3 0,8-9 0,-3-6 82,0-6 1,7-13 0,-7-4 0,-5-1-4,-7 1 1,0-8 0,-7 5 0,-1-2-84,1 0 1,-3 9-1,-7-4 1,0 2-273,0 0 0,-9 0 1,-6 7-1,-4 2-221,-3 6 1,-7-3-1,0 10 1,0 2 89,-3 2 0,8 13 0,-5 5 1,5 4 176,2 3 1,0 9 0,3 6 0,2 4 83,3 2 0,9-2 0,-2-2 0,4-5 457,3-3 1,3-2 0,4-7 198,7 0 1,6-10 0,1-5-233,1-4 1,-2-6-1,-3-1 1,-5-6-896,-3-2 0,-1-3 0,-6-7 471,5 1 0,5-11 0,10-2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2:19.3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100 828 6973,'-22'0'-360,"8"0"808,-1 0 120,1 0-287,2 0 0,0 0 140,4 0 267,6 0-541,12 0 1,4 0 0,15 0 0,-2 0-27,2 0 0,-5 0 0,8 0 0,-1 0-79,5 0 1,-2 0 0,2 0 0,3 0-120,2 0 0,3 0 0,-1 0 1,1 0 169,-1 0 0,1 7 0,0 0 1,-1-2-76,1-2 1,-8-3 0,0 0 0,3 0-51,2 0 0,-5 0 1,-2 2-1,0 3 3,0 2 1,0 0-1,5-7 1,-5 0 11,-3 0 1,0 0 0,-4 0 0,4 0 29,3 0 0,-7 0 0,2 0 1,-2 0 27,2 0 1,-5 0 0,5 0 0,-5 0 3,-2 0 0,0 0 0,-1 0 0,1 0-65,0 0 1,0 0 0,0 0 0,2 0-20,5 0 0,-5 0 0,5 0 0,-5 0-8,-2 0 1,9 0-1,3 0 1,0 0 9,-5 0 1,3 0-1,-3 0 1,0 0 34,2 0 0,-7 3 0,5 2 1,-4 2 35,-4-2 0,8-3 0,0-2 0,-2 0-38,-3 0 1,-2 0-1,0 0 1,0 0-50,-1 0 0,1 0 0,0 0 0,0 0 58,-1 0 1,1 0-1,0 0 1,0 0 14,0 0 1,-1 0-1,1 0 1,0 0 40,0 0 0,-8 0 1,1 0-1,2 0-35,2 0 1,3 0 0,0 0 0,-1 3-23,1 4 0,2-5 0,3 6 0,2-6 39,-2-2 1,-1 0-1,1 0 1,2 0-13,-3 0 1,1 0 0,0 0 0,2 0-26,-3 0 0,6 0 0,-3 0 0,0 0-45,2 0 1,-6 0 0,4 0 0,-5 0-38,-2 0 0,2 0 1,2 0-1,3 0-20,-2 0 0,-3 0 1,-2 0-1,0 0 68,0 0 0,-1 0 0,1 0 1,0 0 98,0 0 0,2 0 0,2 0 0,3 0 61,-2 0 0,-3 0 1,-2-2-1,0-3-23,0-3 0,-1 1 0,1 7-83,0 0 0,-8 0 0,1 0-54,2 0-782,-7 0 810,-1 0 0,-9-9 0,0-4 0</inkml:trace>
  <inkml:trace contextRef="#ctx0" brushRef="#br0" timeOffset="1500">4499 109 7929,'-22'-21'-301,"8"6"0,-1 0 521,-2-1 1,-2 6 0,0 0-1,2 3 57,2 0 0,1-1 1,-8 8-1,0 0-99,0 0 1,-7 0-1,0 3 1,0 4-138,-2 8 1,6 4-1,-6 5 1,2 3 16,0 2 0,-10 10 0,5-3 1,-2 5-64,0 2 1,7 8 0,-5 0-1,2 0 137,6 2 1,2-4 0,2 6-1,0-2 79,0-4 1,10 4-1,3-2 1,1 0-20,1 2 1,0-7 0,7 5 0,2-5-62,5-3 0,-4 1 0,7-1 1,-1 1-29,6-1 1,4 1 0,3 0-1,0-1-83,-1 1 0,1-8 1,2 0-1,3 3 23,2 2 0,2-5 0,-4-2 0,5-2-36,1-6 1,4-1 0,4-4-1,-2-1 69,-3-6 0,0-4 1,10-10-1,3 0-56,1 0 0,1-3 0,-5-4 0,3-7 0,1-6 0,8-1 0,-7-4 0,-2-1 106,-3-3 1,-5-10 0,-3 3 0,-1-5 78,1-3 1,-6 8 0,-3-1-1,-5-1 51,-2-3 0,-3-3 0,-4 0 0,-6 1-173,1-1 1,-7 1 0,4-1 0,-5-2-72,-2-5 0,0 5 0,-2-4 1,-3 4-159,-2 2 1,-10-7 0,2-2-1,-4 0-5,-3 0 0,-2-5 0,-3 4 1,-2 1 226,3 0 0,-1 2 1,0 10-1,-4 2 151,-3 3 1,0 9 0,-5-2 0,6 5-286,1 2 0,-7 10 0,3 3 1,-5 1-188,-3 1 0,8 0 0,0 9 0,0 3-464,2 2 0,-5 10 0,8 0 0,-1 7-1038,1 5 0,4 8 1747,12-8 0,-14 9 0,5-4 0</inkml:trace>
  <inkml:trace contextRef="#ctx0" brushRef="#br0" timeOffset="3250">4020 392 8201,'0'-14'0,"0"-1"-387,0-2 378,0 8 1,-2-1-1,-6 12 128,-6 6 1,-3 11 0,0 13 0,2-1-45,-2 0 0,-2 8 0,-3-3 0,1 6-93,-1 1 0,0-2 1,3-2-1,2-5-14,2-3 0,8-2 0,-5-7 30,2 0 1,3-5 0,9-10 5,6-14 0,11-13 0,12-9 0,3-7-4,5-5 0,2-10 0,5-2 0,2 0 13,3 0 0,0-8 0,-7 5 0,-1-2 50,1 0 1,-3 10 0,-5-3-1,-7 7 60,-5 8 1,-9 7 0,-3 12 28,-2 3 1,-6 11-1,-11 6 1,-10 14 8,-9 9 1,-1 15 0,-9 1-1,-3 8-71,-2 6 0,0-5 0,2 7 0,3 0-37,-3-2 0,0 4 0,1-7 0,4 1-22,2-1 0,-2 5 1,10-10-1,7-4-100,5-6 0,-2-11-83,6 2 0,11-17 1,11-12-1,8-14 30,7-13 0,5-7 0,10-12 0,-1-2 5,1-3 1,-1-7 0,1 5 0,-3 0 111,-5-1 0,5-4 1,-7 7-1,0 3 112,-5 2 1,3-2-1,-6 2 1,-6 7 409,-11 5-330,3 5 0,-19 19 0,0 13 0,-13 16-88,-9 15 0,3 7 0,-8 5 1,0 3-49,0 1 0,0 11 1,-4-6-1,1 4-70,-1-1 1,4-8 0,0 6 0,2 0-48,6-1 1,2-6-1,4 2 1,3-8-336,3-7 0,11-7 352,3-14 0,5-10 0,15-20 0,6-14-44,6-9 0,4-6 1,7-2-1,-1-2 3,-6-3 1,5-7 0,-5 5 0,5-3 115,3-5 1,-3 6 0,-2-1 0,-5 3-1,-3 4 1,-2 1 0,-7 2-1,-3 3 66,-4 9-12,-5 17 0,-15 19 0,-7 22 0,-13 15 38,-6 9 1,2 13-1,-7-3 1,-3 5 10,-2 2 1,-3 8 0,1-1 0,-1-1-92,1-4 0,6-1 1,3-1-1,3 0-65,4 1 0,6-8 1,6-5-1,8-5-288,4-7 0,3-19 0,3-2 0,4-8 53,8-7 1,6-22 0,8-12 0,8-10 226,4-5 0,2-9 1,1-5-1,-1-5 72,1-2 0,0 7 0,-1 0 1,3-3 90,5-2 1,-12 0-1,2 3 1,-7 4-26,-8 3 0,-4 2 0,-7 10-5,-8 5 1,-5 16 0,-4 20 40,-5 12 0,-13 17 1,-11 10-1,-3 10 41,-5 9 0,-2 7 0,-3 5 1,1 3-40,-1-3 1,1-2 0,-1-1 0,1 4-68,-1 1 0,3 6 0,5-11 0,9-4-194,10 0 0,0-10 0,10-4 0,2-10-156,3-10 0,4-15 1,5-9-1,8-10 155,4-9 0,13-15 1,4-10-1,5-10 30,3-9 1,7-7 0,-1-5 0,1-3 109,2 3 1,-7 2-1,3 5 1,-6 1 70,1-4 1,-15 15-1,7-7 1,-9 12 64,-5 10 0,-10 5-6,-5 9 1,-5 19 0,-4 13 0,-5 14-28,-8 13 1,-11 4-1,-6 5 1,1 4-62,-1 9 0,-4-4 1,7 3-1,2 3-51,3 2 0,-3-5 1,3-3-1,5 1-137,-1 0 0,11-8 0,2 3 0,4-8-136,3-6 0,3-13 0,6-12 1,11-2 189,6-5 1,10-22 0,-2-12 0,5-10-12,7-5 1,0-2 0,-7-2 0,-3-5 18,3-3 1,-5 8 0,0-3-1,-3 5 242,-4 2 0,-10 8 0,-5 2 1,0 3 557,0 4-628,-7 13 1,-5 4 0,-12 12 0,-5 8 61,-5 12 1,5 9 0,-12 13 0,5-1-33,2 1 0,3-1 0,2-1 0,4-4-226,4-1 1,-1-1 0,5 5 0,-2-2-98,2-3 0,5-9 0,7-1 0,8-9 22,4-10 0,3-4 1,2-6-1,5-4-21,8-7 0,1-15 0,1-8 1,-3-4 90,3-2 0,-5-1 1,0-2-1,-3-2 241,-4-3 1,-3 7 0,-5 10 1172,-4 3-1074,-5 2 0,-20 19 0,-5 10 0,-4 15 171,-3 11 0,1 8 1,-1 10-1,0-1-389,0 1 0,8-8 0,-1 1 0,1 1-1217,2 3 1,2-7 1188,10-5 0,-10 5 0,-2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2:28.8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 66 8207,'-12'-22'979,"3"8"113,9-1-374,0 10-400,0-4 1,2 18-178,5 6 0,-2-3 0,10 0-22,2-2 0,-5-1 0,2-4-41,3 2 0,-5 8 0,3-8-169,2-2 0,-5 5 1,2-3-209,3-2 1,-5 4 236,3-1 0,-8 1 110,8-1 0,-10 4 88,2 10 0,-5-8 0,-2 1-20,0 1 0,-9 4 0,-4 2-48,1-1 0,-7 1 1,7 0-1,-3-3 8,1-4 0,-1 4 0,-4-4 0,2 4 98,3 3 0,-1 0 0,-4-1-48,4 1 1,-2-7 0,8-3 0,-1 0 63,0 0 1,-4-5-69,6 8-224,1-10-127,7 4 312,0-9 172,0 0-400,0-9-45,0 6-54,0-7 171,0 10 0,3 0 0,1-2-29,4-5 0,1 4 55,-1-4 0,-4-3 0,9 1-9,-4-3 1,1 7 0,-5-5-275,2 0 0,3 8-463,-3-5 1,-2 4-285,9 3 1,-6 0-743,6 0 1819,-9 0 0,5-9 0,-10-3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2:31.3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66 110 8016,'-9'-13'-10,"6"1"121,-4 5 1,4 2-1,1-7 378,-5 2 1,4 1-154,-4 2 0,2 4 0,0-7 719,-2 1-214,0 6-351,7-6-329,0 9 0,0 2 1,2 3-169,6 2 1,1 3 0,8-5 0,-2 2-127,2-2 0,-5 4 0,2-1 0,3-3-28,3-3 1,1 5 0,1 0 0,0 1-122,0 1 0,-1-6 0,1 4 111,0-4 1,0-3-1,0 0 112,-1 0 1,-6 0 434,-1 0-125,-9 9 0,5-4 40,-10 10 0,0-8 1,-3 7-47,-4 3 0,5 3 0,-8-1 1,3-2-46,0-3 1,-3-1-1,5 3-310,-2-1 1,-3 0-278,3 6 1,4 1 0,-6-3-489,-1-4 1,8-3 0,-6-5-1232,6 8 2106,2-6 0,0 1 0,0-10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2:32.2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87 6419,'0'-12'825,"0"-7"0,0 14-362,0-9-226,0 9 1,0-7 223,0 4-277,0 6 412,-10-8-398,8 10 1,-8 10 9,10 5 0,0-3 0,0 2-100,0 3 0,3 2 1,1 3-57,4 0 0,1 0 0,-1 0-169,6-1 1,6 1 0,1 0 0,1-3-95,0-4 1,-3 4 0,-2-7-1,-2 3 138,2-1 0,-5-9 0,0 5 1,0-3 45,0 0 0,-7 3 1,5-5 301,-1 2 1,-6 3 186,4-3 0,-7-5-107,-7 6 1,2-3-392,-10 2 1,1-5-1,-6 8-170,6 0 1,-3-6 0,7 9 0,1-1-198,-1 0 1,-5-5-1,6 5 1,-1 0 402,0 0 0,3 3 0,7 7 0</inkml:trace>
  <inkml:trace contextRef="#ctx0" brushRef="#br0" timeOffset="983">44 610 6604,'-2'12'484,"-6"-5"0,6-2 772,-5 3-557,-5-6-520,9 8 1,-6-13-47,9-4 1,2 5-1,3-8 1,4 3-78,4-1 0,1-9 1,8 5-1,0-2-20,-1-1 0,1 1 1,0-8-25,0 0 0,0 8 0,-1 2-165,1 2 0,0-5-641,0 8 794,-10 0 0,-3 7 0,-9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2:34.3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65 7957,'-10'-12'683,"8"0"-340,-6 5 0,4 5 134,-4-6 0,6 3 144,-5-2 218,4 5-760,3-8 0,3 17 0,1 3 0,6 2-194,2 5 0,0-5 0,5 0 1,-2 0-88,2 1 1,2-1-1,5 5 1,3-5 13,2-3 0,0 1 1,-7-5-1,-3 5 102,-4 2 1,4-8 0,-7 6 0,3-3 113,-1 1 0,-9 1 344,2-1 0,-4-4-97,-3 11 0,-3-8 0,-4 5-34,-8-2 0,-4 4 0,0-4 0,2 0 292,2 0 1,1 6-341,-8-1 0,0 2 1,3 0-499,4-3 1,-2-6-247,10 6 0,-3-2 0,6 5-650,-4-2 0,1-8-687,7 7 1888,0-9 0,0 15 0,0-8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2:35.5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0 132 8115,'0'21'-371,"0"-6"0,0-1 0,0 3 813,0 3 0,0 4 0,0 5 0,0 5-35,0 0 1,7 7-1,3-5 1,2 5-207,5 3 0,-5-1 0,3 1 0,-1-3-91,-2-5 1,8-4-1,-6-10 30,6-1 0,-6-9 0,-2-7 0,0-10 37,0-9 0,-4-5 0,4-6 0,0-1-24,0-3 1,-5-10 0,5 3-1,0-5-91,1-3 1,-6 0-1,7 3 1,1 3 37,-3 1 1,7 3-1,-7-4 1,3 4-1211,-1 2 0,-6-4 1,4 7-382,-3 2 1,1 6 1490,-3 6 0,-4-14 0,6 5 0</inkml:trace>
  <inkml:trace contextRef="#ctx0" brushRef="#br0" timeOffset="299">305 371 8115,'0'22'-54,"0"0"0,0-1 0,0 1 0,0 0 597,0 0 0,2 2 0,6 3 0,4 2-74,0-3 1,7-9-1,-4-5 1,4 0-7,3 0 0,7-7 0,0 3 0,-2-8-90,-3-8 0,-2-4 0,-1-12 0,1-3-137,0-2 0,-8-9 1,1 1-1,-1-4-263,-1-2 0,3-1 1,-6 3-1,0 2-430,0 3 0,-3 9 1,-7-4-1,0 2-1487,0 0 0,0 7 519,0 8 1,-7 11 1424,-1 3 0,-9 19 0,5 15 0</inkml:trace>
  <inkml:trace contextRef="#ctx0" brushRef="#br0" timeOffset="466">741 328 10457,'12'9'444,"-5"6"0,-2 4 0,0 5 0,4 3-303,3 2 0,-7 7 0,5-4 0,-3-1-308,0 1 0,3 4 167,-3-7 0,-4 0 0,6-7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2:37.2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66 141 8167,'0'14'0,"-3"-2"0,-1 1-54,-4-1 0,1 2 0,5 6 0,-3-4 229,-3-1 1,1 0 0,5 6-1,-3 1 61,-2 0 1,-1-8 0,8 1 0,0 2 125,0 2 1,0-4 10,0-1-191,0 1 1,0-6-122,0-9 1,3-9 0,2-13 0,2 0-27,-2 0 1,0 1-1,-1-1 1,4-2 54,-3-5 1,-3 4-1,0-4 1,3 5 19,3 2 1,-1-7-1,-7 0-63,0 3 0,0 2-129,0 2-32,0 0 0,-3 20 0,-1 9 0,-4 10 181,3 5 0,1 2 0,-1 2 0,-3 6 67,4 2 0,1-5 0,3 5 0,0-3-85,0-4 1,0-3-1,0-2 1,0-1 148,0 1 0,0-7 209,0-1 0,0-11 0,0-3-211,0-12 1,0-8 0,0-2 0,0-2-32,0-5 1,0 3 0,0-8-1,0 0-118,0 0 1,7 5 0,1-5 0,-3 3-175,-3 4 0,0 3 0,3 2-843,3 0 0,-1 13-1141,-7 9 2111,0 9 0,0 13 0,0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2:39.8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0 273 8049,'0'-21'255,"0"-1"1,0 7 251,0 1 0,0 11-182,0 3 1,3 10-1,1 12 1,6 0-97,2-1 0,-5 4 0,6 1 1,-1 6-38,0 2 1,-5-8 0,5 6 0,-2-3-33,-5 0 1,4 0 0,-1-7 0,-1 2-295,2 5 0,-6-12 0,4 4 323,-4-1 1,-1-11-24,5-1 1,3-23 0,7-7 0,-3-4-20,3-6 0,3-1 0,1-11 0,1 0-133,0 1 1,0 7 0,0-1 0,-3 1-461,-5 2 0,6 3 0,-8 9 1,2 0-936,1 0 1,-8 1-1235,8-1 2615,-10 10 0,4 2 0,-9 10 0</inkml:trace>
  <inkml:trace contextRef="#ctx0" brushRef="#br0" timeOffset="317">240 230 8049,'0'22'173,"2"-1"66,5 1 1,-4 0 0,4 0 0,-2 0 18,2-1 1,-2 3-1,7 3 1,0 2-14,0-2 1,0-3 0,5-2 0,-2 0-14,2-1 1,-5-1-1,0-3 1,0-5 105,0-3 0,-5-1 0,8-8 0,-1-3-46,-1-4 1,3-5-1,-6-10 1,0-2-149,-1-5 1,6-3-1,-5-6 1,2 1-62,5-1 1,-5-3 0,0-3 0,0 0-337,0 1 1,0 2 0,5 4 0,-5 6-601,-2 0 1,4 6-1,-6-4-2002,-3 5 2855,-3 12 0,8 12 0,2 12 0</inkml:trace>
  <inkml:trace contextRef="#ctx0" brushRef="#br0" timeOffset="1016">741 578 7993,'2'-12'519,"3"3"0,4 1-289,4 1 0,-6-8 1,7 8-1,3 0-96,3-3 1,1 8-1,1-5 1,0 4-96,0 3 0,7 0 1,-3 3-1,-4 4-22,-5 7 1,-12 8 0,2 5 0,-4 4 148,-3 3 1,-3-5 0,-4 5 0,-8 0 33,-4 0 0,-5-5 0,-3 5 0,-2-3-151,3-4 1,1-10 0,4-3-736,-1 3 1,12-7 222,10-3 1,5-5 0,14-2 0,6 0 163,-1 0 1,2 0 0,1 0 0,2 0 247,-2 0 1,-3 0 0,-2 3 712,-1 4 0,-1 5 1,-6 10 369,-6 0 0,-18-8 1,-12-2-1,-9 1-511,-3-1 0,-15-5 0,6 5 0,-3-2-521,0-5 0,2-3 0,1-2 0,2 0-1494,4 0 0,6 0 1494,9 0 0,0-10 0,1-2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2:38.7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0 262 7884,'0'21'351,"0"1"0,0-5 0,0 2 0,0 8 83,0 4 0,0-1 1,3 6-1,1 3-174,4 2 0,9 2 0,-3 1 0,3-3-228,-2-5 0,4-2 0,-5-10 0,3 0-60,-2-4 1,4-13-1,-4-2-8,4-10 0,3-17 0,0-12 1,-3-2-42,-4 0 0,1-3 0,-6-9 0,0-3 25,0 3 0,-3 2 0,-7 2 0,2 0-11,5 1 1,-4 7 0,4 2-36,-4 2 0,-3 8 40,0 17 0,0 12 0,0 24 1,0 7 155,0 5 1,0 3 0,0 2 0,0 2-27,0 3 0,7-8 0,3-6 0,2-1-13,5-2 1,2-5 0,3-15 0,2-6 204,5-6 1,-5-4-1,5-8 1,-5-12 159,-2-12 1,0-7 0,-3-2 0,-2-1-192,-2 1 0,-10 1 1,2 4-1,-5 1-348,-2-1 0,0-1 0,-2 0 1,-3 5-420,-2 3 1,-8-1-1,6 6-1127,-4-3 0,9 0 1661,-4 7 0,6 10 0,2 2 0</inkml:trace>
  <inkml:trace contextRef="#ctx0" brushRef="#br0" timeOffset="350">741 392 7928,'21'0'709,"-6"-7"0,-1 0 1,3-1-325,3-1 1,1 6-1,1-6 1,0 1-163,0 1 1,0-3 0,-1 6 0,1-4 74,0 4 1,0 1 15,-1 3-410,1 0 1,-12 7 0,-8 3 0,-9 2 42,-5 5 0,-3 2 0,-6 3 1,-1 0-46,0 0 0,3 0 1,4-1-1,6 1 112,-1 0 0,7 0-10,-4-1 0,14-1 1,8-6-1,7-6-198,7-6 1,-3-2-1,11 0 1,1-2-474,4-6 1,1 3 666,1-9 0,9-10 0,3-10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2:52.21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20 320 8174,'0'-31'-65,"0"4"1,0-2-1,-2 3 1165,-5 2 0,5 1 189,-5 3 0,5 12-776,2 8 0,7 15 0,2 14 0,2 2-183,4 4 0,-4 10 0,3 3 0,1 1-127,3 0 1,2-3 0,-2-3-1,-3 1-317,-2 2 0,1 3 0,3-4 0,-1 1-328,-3-2 1,-6-8 0,6-5 260,3-2 1,-5-5-1,0-15 1,0-14 386,0-12 1,0-23 0,5-2-1,-5-7 315,-2-6 0,6-3 0,-2-2 0,3 0-412,-3 0 0,5 1 1,-7-1-1,2 0-850,1 0 1,-3 9 0,4 5-1,-4 6-1152,-2 6 1,-2 6 1892,-7 8 0,0 9 0,0 2 0</inkml:trace>
  <inkml:trace contextRef="#ctx0" brushRef="#br0" timeOffset="300">379 320 8314,'0'20'0,"0"2"285,0 5 1,0-3 0,0 9 0,2 3 347,5 1 1,-2-3 0,8-1 0,2 2-169,3 3 1,2-5-1,2-2 1,3 0-142,1 0 1,-2-6 0,-8-1 0,-3-6 110,3-5 0,-5-9 0,0 1 0,0-10 58,0-8 1,-4-7 0,4-9 0,0-8-11,0-8 1,-4-8-1,4 5 1,0-3-224,0-5 1,-4-1 0,4-3 0,0 0-778,0 0 1,-7 7 0,5 2 0,-2 2-1896,-1 5 0,3 11 1111,-2 6 1,-5 18-1,3 14 1,-8 17 1300,-3 13 0,-19 1 0,3 12 0</inkml:trace>
  <inkml:trace contextRef="#ctx0" brushRef="#br0" timeOffset="534">958 599 8646,'8'20'747,"-5"0"1,6 2 0,-3 3-139,1 1 1,-1 7 0,-3-4 0,1 2-411,3 5 1,-1 1-1,-3 1 1,1-3-1100,3-1 0,-1-10 900,-6 3 0,0 4 0,0 0 0</inkml:trace>
  <inkml:trace contextRef="#ctx0" brushRef="#br0" timeOffset="1000">1755 1 8029,'-11'20'235,"-4"-5"0,8 3 0,0 4 287,-1 0 1,3 9 0,-6 3-1,0 5-228,0 8 1,7-5 0,-5 5-1,2-5-228,0-2 0,-6 0 0,6-1 1,1 1-315,-3 0 0,4 0 1,-6-2-1,0-3-2500,0-2 2748,7-17 0,-23 11 0,5-16 0</inkml:trace>
  <inkml:trace contextRef="#ctx0" brushRef="#br0" timeOffset="1234">1376 160 8029,'0'-13'1177,"3"2"-883,3 2 0,5 2 1,9 10-1,0 6 278,0 10 0,2 1 0,3 9 0,4 0-66,2 4 0,0 5 1,4 2-1,-2 0-398,3 0 1,-1 0 0,1-1 0,-5-1-435,-2-5 0,4 3 1,-7-10-1,-3-1-1437,-8-3 1,3-2 1762,-5 0 0,5 0 0,2 0 0</inkml:trace>
  <inkml:trace contextRef="#ctx0" brushRef="#br0" timeOffset="1467">2114 420 10090,'11'8'562,"-4"6"1,-2 6 0,-1 4-1,5 5-244,2 2 1,-4 0 0,6 4-1,0-1-683,-2 1 1,0 3-1,-6-1 1,4-3-675,2-8 0,-7-4 1039,3-2 0,4 0 0,0 0 0</inkml:trace>
  <inkml:trace contextRef="#ctx0" brushRef="#br0" timeOffset="1717">2673 420 7959,'2'-14'654,"5"3"0,6 2 257,5 5 0,4 0 0,2-1 0,5-2-722,2 3 0,2-5 0,7 3 0,0-1-538,0-2 1,-2 5 0,-5-8 0,-7 4-549,-3 3 1,-6-6 896,-3-2 0,3-5 0,-6-2 0</inkml:trace>
  <inkml:trace contextRef="#ctx0" brushRef="#br0" timeOffset="1900">2892 1 7959,'-13'20'0,"2"2"0,0 2 442,0 3 1,6 15 0,-1 0 0,3 7 259,3 6 0,0 3 1,0 2-1,3 0-57,3-1 1,-1 3 0,8 0 0,0 0-580,-2-4 0,5-11 0,-9-1 0,-1-4-1166,3-2 1,-7-15 1099,5-5 0,4-14 0,0 3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2:50.60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18 7977,'0'-11'859,"0"5"0,0 12 0,0 10-199,0 8 0,2 9 0,3 14 0,3 6-12,4 5 1,-1 4 0,4 2 0,-2 7-226,3 6 0,-1-8 0,1 11 0,-5-3-251,-2 1 1,4 2 0,-6-3 0,-3-6-199,-2-11 1,-2-11-1,0-16 1,0-6 8,0-5 0,-2-13 1,-2-9-2,-3-11 0,1-14 0,6-4 0,0-4-58,0-9 0,0 0 0,0-9 0,2 0-280,4 0 1,-1 0 0,8-2 0,3 6 62,1 5 0,3 5 0,0 3 0,0 8 283,0 4 0,0 11 1,0 4-1,2 7 162,5 7 0,-5 6 0,5 13 1,-7 5-44,-7 0 1,2 7-1,-6-5 1,0 3-328,0-3 1,-2 3 0,-7-10 0,2-1-1151,4-3 0,-3-2 1,3 0-2249,-4 0 3616,-2-1 0,-8-7 0,-3-4 0</inkml:trace>
  <inkml:trace contextRef="#ctx0" brushRef="#br0" timeOffset="382">719 776 8006,'2'-13'1006,"5"0"1,-3 8-489,10-2 0,-8 5 0,5 4 1,0 7-34,0 11 0,-6 2 0,2 12 0,-3 1-121,3 3 0,-5 2 0,4 0 0,-1-1-263,2 1 1,-5 0 0,4-2 0,-3-3-576,-3-1 1,0-10-2281,0 3 2754,0-5 0,-9-11 0,-2-2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2:55.46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21 268 8868,'-11'9'718,"4"4"1,5 7-257,2 7 1,2-3-1,5 10 1,6 1-136,5 3 0,2 8 0,0 1 0,-1-3-287,1-2 0,0-2 0,0-2 1,0-5-2,0-6 0,0-5 1,0-5-119,0-3 1,-2-8-1,-5-15 1,-4-8 8,0-8 0,-7-10 0,5 2 0,-5-5 131,-2-2 0,0 0 0,0 0 1,0 0-28,0 1 0,0-1 0,0 0 1,0 0-268,0 0 0,2 9 77,5 4 0,-3 23 0,7 13 0,-2 15 196,-4 16 0,3 9 1,-1 11-1,0 2-19,2 4 1,-1-4 0,8 5 0,-5-7 117,-2-7 1,6-7-1,-1-12 1,3-10 273,3-9 0,0-6 0,0-13 0,0-7 346,0-9 1,0-16 0,-2-1-1,-5-10-227,-6-4 0,2-2 0,-3-7 0,-1 0-411,-3 1 0,-2-4 0,0-1 1,0-2-322,0 1 0,0 10 1,0 4-1,0 5-1769,0 8 0,0 7 505,0 11 0,0 11 0,2 11 85,5 16 1379,-5 2 0,7 18 0,-9-7 0</inkml:trace>
  <inkml:trace contextRef="#ctx0" brushRef="#br0" timeOffset="350">739 687 8278,'9'-20'1428,"-5"7"0,9 2-915,3 2 0,2-4 1,1 4-1,4 0-136,3 0 0,-4 0 0,5 5 0,-5-3-91,-2 3 0,0 1 1,0 6-1,-2 3-15,-5 8 1,-4 3 0,-9 3 0,0 0-95,0 0 0,-2 2 0,-5 3 1,-6 1-189,-5-1 0,5-3 0,-1 0 0,1 2-165,2 3 1,-4-7 0,6-7-101,-2 3 0,6 1 129,-2 3 0,21-9 0,6-4 0,4-5-305,5-2 1,4-9 0,11-2 0,3-2-620,-3 0 1,5 6 1070,-2-6 0,-1-1 0,-6-5 0</inkml:trace>
  <inkml:trace contextRef="#ctx0" brushRef="#br0" timeOffset="767">1975 129 7919,'0'-20'703,"0"0"1,0 0-45,0 0 0,0 11 0,0 11-183,0 16 1,0 11 0,0 13 0,-2 2-1,-5 3 0,3 8 0,-9-2 0,-3 5-414,-2 2 1,-2 0-1,1-1 1,-1 1-856,0 0 0,-7-2 1,0-5-1,5-9-912,7-8 0,-3-10 1705,5-13 0,-5-4 0,-2-9 0</inkml:trace>
  <inkml:trace contextRef="#ctx0" brushRef="#br0" timeOffset="984">1517 168 7919,'0'12'865,"2"-1"1,4-5-167,8 8 0,3 3 1,3 5-1,3 5-249,3 6 0,7 12 1,12 1-1,1 1-157,-1 1 1,3 1 0,-1 4-1,-3-6-550,-2-5 1,-4-2-1,-5-2 1,-6-5-3914,-5-7 4170,-2 5 0,0-8 0,0 5 0</inkml:trace>
  <inkml:trace contextRef="#ctx0" brushRef="#br0" timeOffset="1333">2215 787 7930,'8'-20'-2,"-3"2"0,8 3 1,3 1 608,1-1 1,3-1 0,0 1 0,0 4-96,0 2 1,2-5-1,3 8 1,1 1-140,-1 3 0,-3 2 1,-2 0 49,0 0 1,-3 9 0,-3 4-114,-8 5 1,-6 9 0,-6-1 0,-8-1 97,-3-3 1,3 4 0,1 1-1,-2-3-150,-3-1 1,0 3-1,3-2 1,4-4-133,2-4 1,4-3 139,12 7 1,6-9 0,14-4 0,6-5-164,5-2 1,4 0-1,2 0 1,5 0-398,2 0 0,-7-7 0,3-1 0,-5-1-1554,-2 0 1,-9 0 1847,-5 2 0,-3-4 0,-4-9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5:43.57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240 1078 8055,'0'-14'390,"-2"3"217,-5 2 1,7 3-296,0 6 0,9 11 0,13 7 0,3 8 16,1 5 1,10 0 0,-3 5 0,5-1-214,1 7 0,-1-2 1,-2 9-1,-5 0-83,-3 4 0,-10-4 1,-11-1-1,-5-1-123,-2-1 0,-16-8 0,-6-11 0,-6-7-62,-8-7 0,-8-4 1,-5-11-1,0-7 58,0-11 0,3-2 1,6-12-1,0-3 89,0-8 0,0 1 1,3-7-1,3 0-58,8 0 1,13 5 0,6-5 0,5 2-59,2 5 0,4 4 0,7 6 0,11 8 108,7 4 0,13 2 1,9 2-1,2 2 72,1 3 1,8 0-1,11-7 1,2 0-252,-2 0 0,5 7 0,-5-1 0,2 1 193,-2 2 0,5-7 0,-7 7 0</inkml:trace>
  <inkml:trace contextRef="#ctx0" brushRef="#br0" timeOffset="549">1716 300 8139,'-20'0'-318,"0"0"1,0 0 0,0 0-1,2 2 793,5 5 1,-9 4 0,6 11-1,1 4 40,-3 8 1,0 14 0,-1 12 0,-1 11-120,0 7 1,9 10 0,4 6 0,5 5-297,2-46 0,0 1 0,0-3 0,0 0 0,0 1 0,0 0 0,2 41-445,5-13 0,6-10 0,11-12 0,5-7-134,2-11 0,-4-9 0,4-13 0,0-5 479,0-6 0,2 4 0,7 0 0</inkml:trace>
  <inkml:trace contextRef="#ctx0" brushRef="#br0" timeOffset="950">1915 519 8028,'7'20'0,"0"2"0,-1 3-265,3 1 1,-4 10 0,8-1 0,0 7 726,-2 5 0,7 6 0,-5-2 1,3 4-29,-3 7 1,3 3 0,-8-3 0,1 2-437,0 2 1,-2 1 0,-7-7 0,0-3-200,0-3 0,0-8 0,0-13 220,0-6 0,-7-16 0,1-11 43,1-11 1,3-9 0,2-7 0,0-6-68,0-4 0,0-3 0,0 0 0,0 2 17,0 5 0,9-3 0,2 10 0,2 1 27,0 3 1,-6 5-1,6 3 1,3 8 24,2 3 1,-5 3 0,0 3-1,3 3 79,1 8 0,-3 5 1,-1 8-1,0 6-261,-2 5 1,1 2-1,-8 2 1,3 0-550,-3-2 1,0 4 0,1-13 0,2 0 666,-3-4 0,-2 4 0,-2 0 0</inkml:trace>
  <inkml:trace contextRef="#ctx0" brushRef="#br0" timeOffset="1250">2554 1257 8028,'0'20'326,"0"0"51,0 0 1,0-7-1,0 1 1,0 1 62,0 3 1,0-5-1,0 0-219,0 3 0,2 2 0,2 2-469,3 0 1,6-7 0,-4-2 0,2 0-517,5 0 1,-1-4 763,-2 6 0,5-9 0,-7 5 0</inkml:trace>
  <inkml:trace contextRef="#ctx0" brushRef="#br0" timeOffset="1400">2574 918 7918,'-3'-13'-1151,"-3"-1"1151,3 10 0,-5-5 0,8 9 0</inkml:trace>
  <inkml:trace contextRef="#ctx0" brushRef="#br0" timeOffset="1734">2813 1217 8028,'0'31'20,"2"0"0,3-6 0,1 1 168,-1-1 0,-3-1 0,0 0 0,2 3 96,3-3 0,0-1 1,-7-4 78,0 1 1,0 0-419,0 0 1,0-11-91,0-9 1,0-9-1,0-13 1,0-2-116,0-3 0,0-8 0,2 4 1,2-3 188,3 1 1,6 9-1,-4-3 1,2 7 222,5 7 1,-5-3 0,2 8-1,3-1 15,1 0 1,-1 2-1,-1 9 1,3 5 32,-2 6 0,-1 7 0,5 7 0,0 6-635,0 5 1,-7 2-1,-2 0 435,-2 0 0,7 8 0,-5 3 0</inkml:trace>
  <inkml:trace contextRef="#ctx0" brushRef="#br0" timeOffset="2067">3311 1 7997,'29'8'0,"-4"4"0,8 10 1,0 4 160,-2 8 1,9 14 0,-2 12 0,6 11 106,0 7 0,1 10 0,-24-41 1,0 2-1,0 2 0,0 2-95,-1 2 1,-2 3-1,-5 4 1,-2 2-1,0 1 1,-2 1-1,-4-2 1,-1 0-94,-1-3 0,-4-2 1,-6 0-1,-4-1 0,-1-4 1,-2-1-1,-3-1 0,-2 0 140,0 0 1,-2-2 0,-19 34 0,1-6 0,-1-7-270,0-7 1,0-2 0,0-4 0,2-5-3065,5-7 3113,4-4 0,5-8 0,4-1 0,4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5:41.17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0 8495,'0'20'352,"0"0"1,0 0-1,0 2-23,0 5 0,7 11 0,2 13 0,2 6 84,4 12 0,1 15 1,-1 9-1,-1 5-170,-7-48 0,1 0 0,-2 0 0,-1 1 0,1 1 0,-1-2 0,4 48 56,-4-14 1,-3-20-1,-2-17 1,0-5 279,0-2 0,0-9-125,0-4 1,-9-14-205,-4-7 1,-3-12 0,3-7 0,4-7-346,0-7 0,7-4 0,-5-11 0,5-2-330,2-3 1,0-8 0,0 4 0,2 0 15,5 4 1,4 7-1,7 7 1,-3 4 249,-2 0 0,1 16 1,8 0-1,2 8 148,3 5 0,2 18 0,-3 11 0,5 11 381,0 6 1,-2 10-1,-9-1 1,0 7-395,0 5 1,-7-3 0,-2-9 0,-2-4-820,-4-2 0,-3-2 0,0-10-236,5-4 1,-3-6 0,7-11 1078,-2-3 0,7-9 0,-5 5 0</inkml:trace>
  <inkml:trace contextRef="#ctx0" brushRef="#br0" timeOffset="367">758 978 8286,'-13'0'320,"-1"0"1,8 9 0,-5 4 0,2 7-110,4 6 0,3 1 0,2 11 0,0 4-77,0 0 1,2 0-1,3-2 1,4-2-30,2-5 1,2-4-1,7-12 1,0-3 201,0-8 1,0-3 0,0-6 0,0-3 97,0-8 1,-9-12 0,-5-7 0,-3-5-234,-3-2 1,0 0-1,0 0 1,-3 0-103,-3 0 1,-5 1 0,-9-1-1,0 2-592,0 5 0,2 2 0,3 6 0,1-1-729,-1 1 0,-1 10 1,1 4-1029,1 2 2279,10 2 0,-14 16 0,7 2 0</inkml:trace>
  <inkml:trace contextRef="#ctx0" brushRef="#br0" timeOffset="816">1037 1018 10187,'-11'20'617,"2"-7"0,7 0 1,-2 5-209,-3 6 0,0-2 0,10 5 0,1-3-290,3 3 1,8-7 0,-2 2 0,3-6-110,-3-1 0,12-4 1,-5 0-98,2-2 1,0-2 0,-2-9 0,0-5-67,0-6 1,-9-5 0,-2-2 0,-3 0-3,1 0 0,0-7 1,-7 1-1,0 2 79,0 1 1,0-3 0,0-1-1,0 3 17,0 2 53,0 2 0,0 11 147,0 9 1,0 11 0,0 13-1,0 7 109,0 7 1,0-3 0,0 12-1,2-5-190,4-2 1,-1 6-1,8 1 1,3-5-618,1-6 1,-3-1-1,-1-8 1,3-5-176,1-7 1,3-6 0,0-9-1,-2-4 732,-5-10 0,14-8 0,-5-18 0</inkml:trace>
  <inkml:trace contextRef="#ctx0" brushRef="#br0" timeOffset="1017">1536 419 8375,'0'20'443,"0"7"1,0 2-1,0 2 146,0 4 0,0 5 0,0 7 0,2 6-136,5 4 0,2 3 1,6 0-1,-2 2-619,3 5 1,-5-5 0,0 4-1,0-6-1435,0-7 0,-4 2 1601,6-8 0,-8-9 0,3-9 0</inkml:trace>
  <inkml:trace contextRef="#ctx0" brushRef="#br0" timeOffset="1250">1237 798 8131,'0'-20'647,"9"3"0,6 1 0,9 5-320,10 2 1,3-4-1,5 4 1,7 0-126,11 0 1,2-4 0,11 4 0,0 0-449,-2 0 0,-2 3 0,-11 6 1,-5 0-1258,-7 0 1503,5 9 0,-18 2 0,5 9 0</inkml:trace>
  <inkml:trace contextRef="#ctx0" brushRef="#br0" timeOffset="1551">2294 1058 11868,'20'0'-14,"0"0"0,0 0 1,2 0-1,4 0-160,8 0 1,3 0 0,3 0 173,0 0 0,9 8 0,2 3 0</inkml:trace>
  <inkml:trace contextRef="#ctx0" brushRef="#br0" timeOffset="1716">2992 778 8309,'-20'-11'0,"0"5"411,0 3 0,0 3 1,-2 0-1,-5 0-221,-6 0 0,2 0 1,-2 0-1,-3 0-234,-1 0 0,-3 0 0,0 0 0,0 0 44,0 0 0,0 9 0,0 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5:48.2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8134,'0'29'-43,"0"-5"0,2 12 0,5 4 478,6 4 0,-2 11 1,2-1-1,3 5-659,1 8 1,3-5 0,-2 2 0,-2-8-881,-3-10 1104,0-4 0,16-2 0,2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5:47.7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1 160 8179,'13'0'-509,"0"0"0,3 0 386,1 0 1,3 0 0,0 0 0,3 0 317,3 0 0,-1-2 0,6-2 0,0-3 19,0 3 0,8-5 0,8 2 0,0 0-86,1-1 1,-3 5-1,8-3 1,0 4-85,-2 2 0,4-7 1,-8 0-1,-3 3-116,-2 2 1,0 2-1,3 0 1,-1 0-31,-6 0 1,2 0 0,-7 0 0,5 0 35,1 0 1,-5 0-1,-1 0 1,0 2 35,-2 4 0,7-3 1,-5 3-1,5-1 44,2 1 1,-7-3 0,0 3 0,3-4 1,1-2 0,3 0 1,0 0-1,0 0 51,0 0 0,0 0 0,0 0 1,2 0-21,4 0 1,-4 0 0,7 0 0,0 0 53,4 0 1,-4 0-1,-3 0 1,-4-2 58,-2-4 0,2 3 1,1-3-1,-1 1-35,-5-1 0,-1 3 0,1-5 1,-1 1-54,-3 0 1,0-2 0,5 5-1,-3-3-50,-1 3 1,-8-5 0,8 2 0,-1 3 54,-2 2 0,0-5 1,-5 0-1,5 3-88,1 2 0,5 2 0,-4 0 0,5 0-7,2 0 0,0 0 1,2 0-1,2 0 58,3 0 1,2 0 0,-5 0 0,5 0 54,2 0 0,0 0 0,2 0 0,-7 0 92,-4 0 0,-2 2 0,2 2 0,3 3-115,1-2 1,1 3-1,-7 1 1,-3 0-471,-3 0 1,1 0-338,-8-3 0,-10-1 735,-10 8 0,-14-8 0,-4 4 0</inkml:trace>
  <inkml:trace contextRef="#ctx0" brushRef="#br0" timeOffset="950">180 1018 7901,'11'20'276,"5"0"0,-10 0 0,-1 2 172,-3 5 1,5 6 0,2 11-1,-1 5-181,1 2 1,5 2 0,-6 7 0,4-3-427,3-3 1,1 1-1,-1-8 1,-2-5-1592,3-7 1750,2-6 0,2-9 0,-1 0 0</inkml:trace>
  <inkml:trace contextRef="#ctx0" brushRef="#br0" timeOffset="1149">679 1437 8050,'20'-7'94,"0"-2"1,0 0 296,0 1 1,-1 1-1,4 7 1,1 0-327,3 0 0,-1 0 0,-6 0 0,0 0-673,0 0 0,0-7 0,0 1 608,0 1 0,0-6 0,0 0 0</inkml:trace>
  <inkml:trace contextRef="#ctx0" brushRef="#br0" timeOffset="1316">818 1018 8050,'-11'20'-440,"0"-2"0,7-1 0,-3 1 1073,3 4 0,1 11 1,3 1-1,3 6-221,3 6 0,5 3 1,9 6-1,0-4-274,0-2 1,0 6 0,2-1 0,3 1-345,1-2 0,1 3 1,-7-10 205,0-2 0,0-1 0,0-4 0</inkml:trace>
  <inkml:trace contextRef="#ctx0" brushRef="#br0" timeOffset="1733">1377 1517 8043,'20'0'251,"0"0"1,-7 0 0,0 0 0,3 0 144,2 0 0,1-3 1,1-3-1,0-5-98,0 0 1,0-14 0,0 5-1,0-2-157,0 0 1,0-7 0,0-2-1,0-2-137,0 0 1,-9 2 0,-4-5 0,-3 5-141,3 2 0,-5 3 0,2 4 28,-8-5 1,-7 14-1,-11-1 1,-3 10 91,-1 4 0,-8 9 0,8 4 1,-1 7 79,-2 7 0,7-3 0,-4 9 0,6 3 210,6 1 0,-1 5 0,8 3 0,3 1-3,2-1 1,2 3 0,4-1 0,9-3-205,14-2 0,11-4 1,8-3-1,7-6-550,5-7 1,8-6 0,3-16 0,0 0-1476,0 0 1958,-3-18 0,-6-4 0,0-18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5:46.57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9 459 9469,'20'0'691,"6"0"1,5 0-1,7 0-486,11 0 1,6 0-1,7-2 1,5-2-439,6-3 1,2-2 0,-2 5 0,-8-3-480,-10 3 1,-6-1 711,-9-1 0,-9 3 0,-2-6 0</inkml:trace>
  <inkml:trace contextRef="#ctx0" brushRef="#br0" timeOffset="217">9 100 8136,'-9'0'552,"9"0"0,18 0 0,17 0 0,12 0-371,13 0 1,11-6-1,13-3 1,4 0-317,3 0 1,0-4 0,2 4 134,-6-2 0,-5-2 0,-3-7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5:56.53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98 7995,'0'-13'-16,"0"-1"0,0-1 65,0-3 0,0 5 185,0 0-50,0 8 1,0-1 0,0 12 0,0 10 131,0 8 0,0 0 0,0 10 0,0 3 30,0 8 0,0-3 0,0 7 0,0-3-101,0 1 0,6 6 0,1-4 1,-3-1-216,-1 1 0,-3-2 0,0-8 0,0 1-107,0 0 1,0-7-1,0-1-405,0-4 296,0-1 1,0-18 0,0-11-1,0-14 21,0-8 0,0-12 1,0 3-1,0-5 37,0-2 1,0 1 0,0 1 0,0 2 7,0 3 1,2 2 0,2-2 0,5 4-32,2 0 1,2 7 0,7-2 0,-2 6 125,-5 5 0,5 8 0,-5-1 1,5 3 182,2 3 0,-2 9 0,-3 7 0,-1 6 55,1 5 1,-4 6 0,0-4-1,-2 2-43,-4 4 0,4-4 1,-3 2-1,-1 1-200,-3-3 0,-2-3 1,2-8-1,2 0-908,3 0 1,2-2-738,-2-5 1675,-5-4 0,16-9 0,-7 0 0</inkml:trace>
  <inkml:trace contextRef="#ctx0" brushRef="#br0" timeOffset="283">479 537 8014,'0'20'329,"0"0"1,0 0-1,0 0 1,0 0-53,0-1 0,7-3 1,2 2-458,2 4 1,0 2-1,4-4 1,-3 0-450,-4 0 0,6-7 1,-5-2 628,2-2 0,-7-2 0,5-7 0</inkml:trace>
  <inkml:trace contextRef="#ctx0" brushRef="#br0" timeOffset="450">539 278 7998,'0'-20'32,"0"0"1,0 6-531,0 1 1,2 9-246,5-3 743,-5 5 0,7 2 0,-9 0 0</inkml:trace>
  <inkml:trace contextRef="#ctx0" brushRef="#br0" timeOffset="783">739 756 8014,'0'31'-4,"-3"-2"1,-1-2 146,-3-1 0,1 1 0,3-7 729,-3 0-660,4-9 0,-7-5 1,9-12-1,0-8-85,0-3 0,0-3 0,2-2 0,2-3-194,3-1 0,6-10 0,-4 5 0,2-2-52,5 0 0,-1 8 1,1-1-1,-5 4 218,-2 2 0,6 6 0,-1 3 106,3 2 0,3 5 1,0 11-161,0 6 0,-9 5 1,-2 4-1,-2 2-56,-1 3 0,1 6 1,-7-4-1,0 0-424,0-1 1,0 1 0,0-4 0,0 1-445,0-1 1,0-3 878,0-2 0,-9 0 0,-2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6:28.6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1077 1 8379,'0'20'370,"0"-1"0,-6 4 1,-1 3-1,0 7 93,-1 5 0,3 13 0,-8 9 0,0 15-202,1 16 1,-5 4 0,10-40-1,0 1 1,-1 0 0,-1-1-170,-1 1 1,0-1 0,0-2 0,0 0 0,1 1 0,0-1 0,-6 44-70,1-13 1,3-15-1,-4-5 1,4-6-313,2-5 1,-5-15 0,6-1-968,-3-6 1,6-4-248,-2-7 1503,5-9 0,-7-2 0,-2-9 0</inkml:trace>
  <inkml:trace contextRef="#ctx0" brushRef="#br0" timeOffset="800">1277 200 8038,'2'13'-156,"5"1"0,-5-8 607,5 8 1,-5-8-1,-2 8 1,0 1-180,0 3 0,2 2 0,2 2 0,3 2-40,-3 3 0,5 10 0,0 1 0,0 9-101,0 4 1,4 2-1,-6 4 1,-3-1-142,-1-3 1,-3-2-1,0 0 1,0-11 161,0-11 0,0-7 34,0-2 0,-3-9 1,-1-7-1,-3-8-90,3-9 1,-1-7-1,1-5 1,-3-4-174,3-2 0,2 7 1,2-5-1,2 3-34,5-1 0,-3 7 1,7 7-1,0 0 102,0 1 1,2 4-1,7 8 1,0 0 1,0 2 0,0 4 0,0 8-72,0 3 0,0 10 0,-2 2 0,-3 0-331,-1-1 0,-3 8 0,4-5 0,-4 0-517,-2-4 1,0-3 0,-5 0 926,3 3 0,0 0 0,-7-8 0</inkml:trace>
  <inkml:trace contextRef="#ctx0" brushRef="#br0" timeOffset="1133">1795 818 8038,'-20'0'576,"0"0"0,1 3 1,1 3-330,5 7 0,1 5 0,8 4 0,-3 3-91,3 1 0,2 3 1,2-4-1,2 1 73,5-2 1,4-1-1,9-6 54,0-3 1,-7-5 0,0-9-1,3-3 59,1-3 1,-3-5 0,-3-9 0,-2-3-169,-5-3 0,-2 2 0,-2-8 1,0 1-177,0 0 1,0 7 0,0-3 0,-2 5-543,-5 2 1,5 0-1,-7 0 1,3 1-1653,-1-1 1,-2 6 2195,3 1 0,3 9 0,-6-5 0</inkml:trace>
  <inkml:trace contextRef="#ctx0" brushRef="#br0" timeOffset="1583">1975 798 7363,'-7'-13'843,"1"0"0,-3 8 1764,2-1-2032,5 3 0,-7 6 1,7 3-432,-5 8 1,5 3-1,-5 3 1,5 0-207,2 0 0,0 0 0,2 0 0,3 0-204,1 0 1,3-7 0,-2-2-92,6-2 1,-2 5-1,3-8-59,1-1 0,3-5 0,2-7 319,0-6 1,-7-5 0,-2-4 0,0-3 104,0-1 0,-4-3 0,4 5 0,0-3 58,0 3 1,-6 1 537,1 4-374,-4-1 1,-2 17-1,0 10 1,0 9 31,0 3 0,0 8 0,0 2 1,0 0-250,0-1 1,0 1-1,0-4 1,0 1-241,0-1 0,3-5 0,1-5 0,3-2-699,-3 3 1,7-7-1,2-3 926,5-3 0,2-12 0,0-2 0</inkml:trace>
  <inkml:trace contextRef="#ctx0" brushRef="#br0" timeOffset="1800">2294 160 8038,'11'44'0,"-4"-1"0,-5-6-171,-2 1 1,2 2-1,3 6 1,1 5 715,-1 0 1,4 14 0,-3-3 0,-1 4-295,-3 3 1,4 4 0,1-9 0,0-6-403,2-9 1,-7-16 0,7-9-1,-3-6 76,1-5 75,0-8 0,2-14 0,2-13 0</inkml:trace>
  <inkml:trace contextRef="#ctx0" brushRef="#br0" timeOffset="2017">2114 639 8319,'-11'-9'2363,"-4"5"-1878,8-10 0,7 8 0,11-6 0,5 4-82,6 3 0,11-4 0,0 3 0,7-1-227,7-2 0,-5 5 0,7-7 0,-3 0-552,1-1 1,-1 6 0,-6-5 0,-2 0 375,-5 0 0,5-3 0,-7-6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6:35.9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21 599 8021,'0'-20'20,"0"0"0,0 7 0,-3 0 423,-3-3 1,4-2 877,-5-2-988,5 9 1,2 5 0,0 12 44,0 8 1,2 6-1,5 4 1,6 3-142,5-3 1,-5 5-1,0 0 1,3 2-330,1 4 0,3-4 0,-2 0 0,-2-2-592,-3-5 1,0 5 0,7-2 0,0-3-114,0-2 1,-2-8 0,0-3 796,1-3 0,-3-1 0,13-7 0</inkml:trace>
  <inkml:trace contextRef="#ctx0" brushRef="#br0" timeOffset="216">440 519 8206,'-20'0'524,"0"3"1,2 3-97,5 8 1,2 12-1,6 7 1,-4 5-79,-2 2 1,7 15 0,-3 5 0,3 4-179,-3 5 0,3-7 1,-8 5-1,4-8-238,3-5 0,-4-6 1,3-10-1,-1-5-1096,-2-6 1,7-5-1674,-5-2 2835,5-9 0,2-2 0,0-9 0</inkml:trace>
  <inkml:trace contextRef="#ctx0" brushRef="#br0" timeOffset="483">499 878 8039,'0'-11'1904,"-2"2"-1407,-4 9 0,3 9 0,-3 5 1,3 3-49,3 3 1,0 2-1,0 3 1,3 1-530,3-1 0,-1-3 0,8-2 0,3 0-525,1 0 0,3-9 0,0-2 0,0-3-499,0 1 0,0 0 1104,0-7 0,0-9 0,0-2 0</inkml:trace>
  <inkml:trace contextRef="#ctx0" brushRef="#br0" timeOffset="632">599 599 8039,'-2'-20'235,"-5"0"0,3 3 1,-7 1 673,2 3-1246,2 8 0,7-1 0,2 10 337,5 3 0,4 8 0,9-4 0</inkml:trace>
  <inkml:trace contextRef="#ctx0" brushRef="#br0" timeOffset="949">779 858 8039,'0'20'-283,"0"-6"0,0-1 0,0 2 665,0 3 0,0-5 1,0 1-1,0 1 215,0 3 1,0 2-1,0 0 38,0 0 0,0 0-88,0 0 1,0-7-242,0 0 1,0-10-1,0-3-286,0-12 1,2-5 0,2-3 0,3 0-43,-3 0 1,5 0 0,0 0 0,0 0-86,0 0 1,6 2 0,-1 5 39,3 6 0,3 5 0,0 2-115,0 0 1,-7 9-1,-1 4 1,-1 5-204,0 2 0,-7 0 1,3 0-1,-3 0-874,3 0 1,-5 0 1258,5 0 0,-5 0 0,-2 0 0</inkml:trace>
  <inkml:trace contextRef="#ctx0" brushRef="#br0" timeOffset="1249">1437 21 8039,'11'-20'319,"-2"20"0,-9 13 0,0 18 581,0 13 0,-3 10 0,-1 14 0,-5 12-523,-2 11 1,5-39-1,-1 2 1,-3 2-1,0 1 1,0 3-1,0 0-183,0 3 1,0 0 0,0-3 0,0 0-1,1-1 1,0-1 0,1-6 0,1-2-347,-7 39 0,8-18 0,-5-13-2638,2-16 2790,2-20 0,7-22 0,0-11 0</inkml:trace>
  <inkml:trace contextRef="#ctx0" brushRef="#br0" timeOffset="1783">1656 579 7392,'-11'-9'470,"-7"7"0,16-5 0,-5 14 0,7 6-76,7 5 1,-2 4 0,8 3 0,5 3-426,6 4 0,-2-6 1,5 5-1,-3-2-721,3-5 1,-5 1 751,4 1 0,5-4 0,0 7 0</inkml:trace>
  <inkml:trace contextRef="#ctx0" brushRef="#br0" timeOffset="2015">1955 479 7985,'-6'20'-99,"-3"0"0,0 0 218,0 0 0,-4 9 0,6 4 1,3 7 495,1 7 1,3 6-1,0 11 1,0 3-278,0-3 0,0 0 0,0 0 0,0 3-252,0-3 1,-2-11 0,-2-6 0,-3-5-327,3-2 1,-5-7 0,0-2-621,-2-2 0,7-2 0,-5-10 860,0-3 0,7-6 0,-7-8 0</inkml:trace>
  <inkml:trace contextRef="#ctx0" brushRef="#br0" timeOffset="2383">2155 1018 7985,'-2'-13'964,"-5"-1"1,-4 10-681,-9-3 1,7 5 0,1 4 0,1 5-109,0 6 0,7 5 0,-3 4 1,5 3-109,2 1 1,0 7 0,0-6 0,0-3-111,0-2 0,2-4 0,5-5 0,6-4 133,5 0 1,2-9-1,0 0 1,0-11 134,0-7 0,2-8 0,0-3 0,0-2 42,-4-4 0,-5-3 0,1 0 0,-8 3-353,-4 1 1,-2 3 0,0-2-1,-2 7-420,-4 3 0,-6 4 0,-8 1-269,1 5 0,-1 4 1,2 11-157,5 5 1,-3 4 929,9 9 0,-8-1 0,4 1 0</inkml:trace>
  <inkml:trace contextRef="#ctx0" brushRef="#br0" timeOffset="2799">2434 898 7987,'0'-20'296,"0"0"0,0 7 2170,0 0-2054,0 8 1,-7-1-1,1 12 1,1 8-294,3 3 1,-5 3-1,1 3 1,1 1-142,3 2 1,2 3 0,0-4 0,0 1-400,0-1 0,2-3 0,5-2 41,6 0 1,5-7 0,2-2 210,0-2 0,0-5 0,0-10 0,0-8-2,0-3 1,-7-3 0,0 0 0,3-2 105,1-5 1,-3 5-1,-3-5 1,-2 5 264,-5 2 0,-2 0 1015,-2 0-662,0 9 0,-2 5 1,-2 12-1,-3 8-278,3 3 0,1-3 0,3-1 0,0 2-455,0 3 1,0 2-1,3 0-349,3 0 1,-1 0 0,8 0-126,3 0 1,-5-7-1,2-2-593,2-2 1,3 4 1246,2-6 0,0-9 0,0-9 0</inkml:trace>
  <inkml:trace contextRef="#ctx0" brushRef="#br0" timeOffset="3032">2913 200 7812,'0'20'160,"0"0"0,0 2 0,0 7 443,0 11 1,0 4-1,0 14 1,0 6-256,0 5 0,2 6 0,2 7 1,3 0-452,-3-4 1,-1-14 0,-1-4 0,2-14-527,3-10 1,2-10-919,-3-12 1547,-3-5 0,5-18 0,-8-2 0</inkml:trace>
  <inkml:trace contextRef="#ctx0" brushRef="#br0" timeOffset="3232">2673 699 7985,'-11'-20'851,"5"0"1,6 2 0,6 3 0,10 4-364,8 2 0,9-5 1,12 6-1,3-3-170,3-5 1,5 5 0,8-2 0,5-3-587,2-2 1,-14 5 0,3 0 0,-4-3 267,-5-1 0,6-12 0,-6-2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6:45.75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60 112 7140,'0'20'514,"0"0"0,0 2-190,0 4 1,0 5-1,0 11 1,0 3-102,0 1 0,0 12 1,0 2-1,0 11-42,0 6 1,0 3 0,0 0 0,-2 0-20,-4-1 1,3 1 0,-3 2-1,3 0-49,3-2 1,0 4 0,0-11 0,0 5-22,0 2 0,0-3 0,0-2 1,0-4-51,0-2 1,0 0-1,0-5 1,0 3-23,0-3 0,0 4 1,0-1-1,0-3-25,0-2 1,0 5 0,0-1 0,0-1 14,0-3 0,0-3 1,0 1-1,0-2-39,0-5 0,0 2 1,0-6-1,0 0 2,0 0 1,0 4 0,0-4 0,0 2-13,0 4 1,0 3 0,0 1 0,0 1-62,0 0 1,0 0-1,0-2 1,0-3 32,0-2 1,0-2-1,0 2 1,0-8 65,0-10 1,0 3 0,0-5-1,0 5 29,0 2 1,0-7 0,0 0-1,0 0 12,0-2 1,0 7 0,0-7 0,0 2 11,0 0 1,0-1 0,0 3 0,0-2-50,0 3 0,0 1 1,0 1-1,0-3 9,0-1 0,0 6 1,0 6-1,0-2 86,0-1 1,0-4 0,0 4 0,0 3-122,0 7 1,0 3-1,0 1 1,0-1 97,0-1 0,-6 12 0,-1-12 0,3-2 140,2-2 1,2 2 0,0-6 0,-3-3-155,-3-2 1,3-8-1,-3-3 1,4-3-170,2-3 0,0-3 0,0-2-780,0 0 1,0-7-1335,0 0 2222,0-8 0,8 4 0,4-9 0</inkml:trace>
  <inkml:trace contextRef="#ctx0" brushRef="#br0" timeOffset="1134">818 52 8009,'0'-13'-167,"-2"1"57,-5 4 665,5-8-261,-15 14 1,8 2-1,-5 13-65,8 5 1,-3 9 0,0 1 0,0 3-87,0 5 0,-4 1 1,6 6-1,1 3-70,-3 7 0,4 14 1,-6 8-1,0 9-107,0 9 0,9-40 1,0 1-1,-3 3 0,1 1 1,0 3-1,1 0-43,0 2 1,0 0-1,-1 1 1,1-1-1,2-3 1,2-1-1,-1 0 1,0 0-11,0-3 1,0 1 0,0 0-1,0-1 1,0 43 0,-2-8-70,-5-7 0,5-6 1,-5-3-1,5-6 196,2-7 1,0 2 0,0-13-1,0 3 90,0-1 0,0-2 0,0 2 0,0-7-30,0-3 0,0 3 0,0 3 1,0 0-116,0-1 0,0 5 1,0-6-1,0 0-27,0 1 0,-7-3 1,1 6-1,1-3-2,3-3 1,-5 3-1,1 1 1,-1 0-7,-2 0 0,7-9 0,-5-7 0,5 0 45,2-2 1,0 7 0,0-7 0,0 2 0,0 0 0,-2-6 0,-3 6 1,-1 0 28,1-2 0,3 7 1,2-5-1,-2 5-13,-5 2 1,5 0-1,-5 0 1,5 0-14,2-1 0,0 1 0,0 0 0,0-2-8,0-5 1,0 5 0,0-7-1,0 2-93,0 0 1,0-6 0,-2 4 0,-2-2 81,-3-5 0,0-2 1,7 0-1,0 3 62,0 1 1,0 1 0,0-5-1,-2 2-27,-5 3 1,5 0-1,-4-5 1,3 2 28,3 3 1,0 6 0,0-4-1,-2 2-79,-5 4 0,5-6 0,-4 0 0,3-2 80,3-1 0,-2 1 1,-2-7-1,-3 0 37,3 0 0,1 0 0,3-1-31,0 1 0,0 0 0,0 0 0,0 0 9,0 0 1,3 0-1,1 0 1,3 2-98,-3 5 0,-2-5 0,-2 5 0,0-3 11,0 3 1,0-5-1,0 4 1,-2-4 47,-4-2 1,1 7 0,-6 0 0,2-3-38,5-2 1,-5-2 0,0 0-1,0 0-88,0 0 0,0-7 0,5 0-202,-3 3 1,-2-7 0,5 0-988,-3 0 1292,1-7 0,6 7 0,0-9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6:50.38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81 1 8027,'13'2'224,"0"5"51,3 6 0,-5 7 1,0 6-1,0 8 124,0 3 0,0 14 0,5 7 0,-5 8-81,-2 5 0,-1 2 0,-3 7 1,2-2-159,-3-5 1,-4 4 0,-7-6 0,-6 3-100,-5-1 0,-2-9 0,-2 0 0,-2-8-553,-3-10 0,1-4 0,6-4 0,2-5 492,5-6 0,-5-5 0,7-2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6:55.10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1 539 8226,'0'20'0,"7"-7"219,-1 0 1,10-8 0,-3 1 195,5-3 1,4-3-1,2 0 1,5 0-127,2 0 1,2-7-1,7-2 1,-2 0-96,-5 0 1,5 1 0,-5 3-1,3-2-249,-3 3 0,-4 2 1,-9 2-655,0 0 0,-7 0 709,0 0 0,-8-9 0,3-2 0</inkml:trace>
  <inkml:trace contextRef="#ctx0" brushRef="#br0" timeOffset="549">998 40 8148,'0'-20'1008,"0"9"1,-9 2-738,-4 9 1,-5 3 0,-2 3 0,0 10-21,0 8 0,1 7 0,-4 9 0,-1 2-8,-3 5 0,1 10 1,8 10-1,3-1-139,1 3 0,10 0 1,-3 6-1,7-2-201,7 2 1,11-12 0,8-6 0,1-6-75,2-7 1,-1-4-1,8-9 1,-5-9-550,-2-6 1,-3-9-1,-4 4 720,5-2 0,-5 6 0,7-4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6:58.501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80 8279,'11'2'-179,"-2"5"1055,0 6 1,-4 7-1,8 7 1,2 6-558,3 5 0,2 2 0,0 0 0,0 2-1048,0 4 0,0-4 0,2 3 729,5-10 0,-5 3 0,7-7 0</inkml:trace>
  <inkml:trace contextRef="#ctx0" brushRef="#br0" timeOffset="233">379 0 8065,'-6'34'90,"-3"-1"1,0 0 330,0-2 1,-6 9-1,4-2 1,-3 8-105,1 5 0,0 9 1,-7 7-1,0-3-94,0-2 0,2 7 0,3 2 0,3-1-436,4-3 0,-6-5 1,5-2-1,1-3-256,-1-3 1,-5-6 0,8-10 0,1-5-1439,3-6 1907,2-5 0,-9-2 0,-2 0 0</inkml:trace>
  <inkml:trace contextRef="#ctx0" brushRef="#br0" timeOffset="550">399 679 8306,'0'20'-6,"0"-1"1,0 1-462,0 0 1,0 0 0,0 0 0,0 0 746,0 0 0,0 0 0,0 0 1,0 0-228,0 0 1,0 0 0,0 0 0,3-2-462,3-5 1,-1 5 0,8-7 407,2 0 0,-6-2 0,9-9 0,-7 0 0</inkml:trace>
  <inkml:trace contextRef="#ctx0" brushRef="#br0" timeOffset="683">499 579 8085,'0'-33'-368,"0"2"1,-2 2-74,-5 4 0,5-3 1,-5 1 440,5 3 0,0 4 0,-5 6 0,5 8 0,-5 12 0,5 5 0,2 18 0,0 2 0</inkml:trace>
  <inkml:trace contextRef="#ctx0" brushRef="#br0" timeOffset="1033">619 858 8085,'0'33'0,"0"-2"0,0-2-555,0-4 0,-7-10 0,0-2 555,3 3-5,2-7 1,2-3 338,0-12 0,0-5 0,0-9-294,0 0 0,0 0 0,0-2 0,0-3-58,0-1 0,6-1 0,3 7 0,0 0-65,0 0 1,4 0 0,-4 3-1,0 1 258,0 3 1,6 8-1,-1-1 41,3 3 0,-3 6 1,-1 3-1,0 10-269,-2 8 0,-2 7 0,-9 9 1,2 0-374,5 0 0,-5 0 0,5 0 0,-5-3 426,-2-3 0,-9 3 0,-2-6 0</inkml:trace>
  <inkml:trace contextRef="#ctx0" brushRef="#br0" timeOffset="1350">1077 878 9983,'20'0'401,"7"0"0,0 0 0,-3 0-381,-2 0 1,7 0 0,2 0 0,2 0-2855,0 0 2834,1 0 0,-3 0 0,-3 0 0</inkml:trace>
  <inkml:trace contextRef="#ctx0" brushRef="#br0" timeOffset="1516">1656 659 8100,'-20'0'0,"0"0"0,-2 0 689,-5 0 0,3 0 0,-9 0 0,-3 0-221,-2 0 0,-1 0 1,-1 0-1,0 0-885,0 0 0,2 0 0,3 0 0,1 0 417,-1 0 0,6 0 0,0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7:15.300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0 340 8215,'0'-20'0,"0"-2"-3,0-5 1,0 5 0,0-5-1,0 5 547,0 2 0,0 0 1133,0 0-1579,0 9 0,2 5 0,3 15 0,1 8 8,-1 8 0,4 12 0,-3 1 0,-1 9 1,-3 4 0,5 2 0,-1 9 1,-1 2-173,-3 3 1,-2-1 0,2-6 0,3-3-23,1-3 0,1-6 0,-5-10 302,5-5 0,4-13 0,9-18 1,0-13 134,0-15 0,0-12 0,0-8 0,0-8-33,-1-3 1,8-3-1,0 0 1,-1 3-265,3 3 0,-7-1 0,5 6 0,-5 0-837,-2 1 0,0 1 0,0 7 0,0 3-484,0 3 0,-7 3 0,-2 7-925,-2-3 2193,-2 10 0,-7-1 0,0 7 0</inkml:trace>
  <inkml:trace contextRef="#ctx0" brushRef="#br0" timeOffset="316">339 140 8215,'-11'20'-40,"0"0"0,7 0 0,-3 0 336,3 0 0,1 9 0,3 4 1,0 7 67,0 7 1,7 4 0,2 8 0,2 4-100,4 3 0,-4-4 0,1 5 0,-1-8-193,0-5 1,-5-6 0,5-10 0,1-7 273,-1-11 1,-5-11-1,5-18 95,-2-11 0,7-9 0,-5-11 1,2 0-330,0 1 0,1-10 0,3-4 0,-1-5 4,-3-2 0,1 0 0,3 0 1,-1-2-454,-3-4 0,0 11 1,7-5-1,-2 4-509,-5 5 1,5 3 0,-7 10 0,2 7-266,1 11 0,-8 9 0,5 15 1111,-2 10 0,-2 8 0,-7 18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7:16.799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220 1229 8388,'-11'-9'820,"2"-2"-682,9-9 1,9 9 0,4 2 0,5 2-115,2 1 0,-5-3 0,3 4 0,4-1-32,0 1 0,0 3 0,-2 4 106,0 5 1,-2-3 0,-5 10 0,-4 1 5,0 3 1,-7 2 0,5 0 0,-7 0-56,-7 0 1,3 6 0,-9 1 0,-3-3-56,-2-2 1,5-4 0,0-2 0,-1-3-367,3 2 1,-4-4-54,8 3 1,3-10 0,10 3 273,8-5 0,3-2 0,6 0 0,1 0 121,3 0 0,-1 0 1,-6 0-1,0 0 339,0 0 1,-9 2 0,-4 5 164,-5 6 1,-4 3 0,-5-1-1,-8-4-98,-10-2 1,-6 0-1,-9-5 1,-2 3-268,-4-2 0,4-3 0,-5-2 1,5 0-610,2 0 0,2 0 0,5-2 0,6-3 500,5-2 0,2-8 0,0 4 0</inkml:trace>
  <inkml:trace contextRef="#ctx0" brushRef="#br0" timeOffset="2583">1018 72 8293,'0'-20'-249,"0"0"1015,0 0-386,0 9 1,6 24 0,3 16-44,2 4 0,2 9 0,5 7 1,-2 2-107,-3 5 0,0 1 0,7 3 0,-2 0-216,-5 0 1,5 8 0,-7 3 0,2 0-74,1-4 1,-10-12 0,3-4 0,-5-2-234,-2-5 210,0-11 1,0-15 120,0-18 0,0-11 0,0-13 0,0-3-115,0 3 1,0 2-1,0-1 1,0-1-133,0-3 1,0 1-1,0 6 1,0 0-237,0 0 1,9 7 367,4-1 1,5 10 0,2-3 0,0 7 162,0 7 0,0 6 0,0 12 1,0 3 76,-1 3 0,1 0 0,-2 5 0,-2-3-316,-3 3 1,0-5-1,5 0 1,-3-3-429,-1-3 1,-8-3-1,6-2 579,-4 0 0,8 0 0,-5 0 0</inkml:trace>
  <inkml:trace contextRef="#ctx0" brushRef="#br0" timeOffset="2951">1855 930 8301,'0'-20'-6,"7"6"0,0 1 699,-3-3-213,-2 8 0,-4-1-351,-5 9 1,-2 9 0,-6 4 0,4 7-13,2 6 0,-4-1 1,6 6-1,3 0-105,1 0 0,3-7 0,0 3 1,0-5-1,0-2 0,3 0 0,3-2 350,8-5 0,3-4 1,3-11-1,0-5-55,0-6 0,0-12 1,0-4-1,-2-2-278,-5-4 1,-2 0 0,-6-1 0,1 3-90,-1-3 1,-12 5 0,-4 0-1,-2 3-463,-1 3 1,1 3 0,-7 2-1,0 2-614,0 5 0,0 4 0,0 9-668,0 0 1805,9 0 0,-6 18 0,5 4 0</inkml:trace>
  <inkml:trace contextRef="#ctx0" brushRef="#br0" timeOffset="3400">2075 890 8247,'2'-20'304,"5"0"0,-5 6 1377,4 1-1372,-3 9 0,-10-3 1,0 14-1,1 8-70,-3 10 0,7-3 0,-5 7 0,5-1-165,2 6 1,0-3 0,0 0-1,0-3-217,0-3 0,0-3 0,2-4 1,2-3 54,3-1 0,9-8 1,-3 5-1,5-2 46,1-4 1,4-12 0,1-6 0,3-7-65,-3-7 1,-2 3 0,-2-7 0,-2 0 20,-5 0 1,3 4 0,-8-4 0,1 2-179,0 5 0,-2-5 1,-5 2-1,3 3-21,1 2 1,1 9 155,-7-1 1,0 12 0,0 2 245,0 11 1,0 7 0,0 2 0,0 2 101,0 5 1,0-3 0,0 9 0,0 0-94,0-2 1,6 5 0,1-7 0,0 0-328,2-1 1,-5 1 0,9-4-121,3 1 1,-1-6-1,1-9 1,-3-2-764,3-5 1083,1-1 0,3-21 0,0-4 0</inkml:trace>
  <inkml:trace contextRef="#ctx0" brushRef="#br0" timeOffset="3617">2633 132 8213,'7'20'103,"-1"0"0,1 0 0,-5 0 0,3 2 155,1 4 0,8 12 0,-6 11 1,4 2 5,3 4 1,-4 5-1,2 4 1,1 3-318,-3-3 1,4 5 0,-8-3-1,-3-2-542,-1-2 1,3-13-1,1-9-639,-3-11 1234,-1-16 0,-3-4 0,0-9 0</inkml:trace>
  <inkml:trace contextRef="#ctx0" brushRef="#br0" timeOffset="3783">2454 770 8247,'0'-20'652,"0"0"1,8 2 0,8 5 0,6 4-318,5 0 1,8 5 0,1-9 0,6-1-302,4 3 1,10-4-1,-3 6 1,2-2-92,-2-5 1,-4 5 0,-9 0 56,0 2 0,9-6 0,2 4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7:21.56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1 439 8435,'0'-20'2133,"0"0"-1583,0 9 0,7 5 0,1 12 0,4 8-220,3 3 1,-4 3-1,2 0 1,5 2-726,7 5 1,-3-5 0,4 5-1,-1-5-148,1-2 1,-4-2 0,7-3 0,-2-4-2378,-1-2 2920,1-2 0,2-16 0,2-2 0</inkml:trace>
  <inkml:trace contextRef="#ctx0" brushRef="#br0" timeOffset="167">360 280 8231,'-20'-11'409,"0"4"1,9 16 0,4 11 0,3 13 186,-3 11 1,5 7-1,-5 14 1,5 5-205,2 10 0,0 13 1,0 3-1,0-46 1,0 2-305,0 0 0,0 2 0,0 6 0,0 0 0,0-4 0,0-2 0,0-2 0,0-2 96,0 41 0,0-11 0,0-9 0,0-14-4192,0-14 4008,0-12 0,0-11 0,0 0 0</inkml:trace>
  <inkml:trace contextRef="#ctx0" brushRef="#br0" timeOffset="499">579 978 8113,'-13'0'0,"0"0"583,-3 0 0,5 2 0,0 5 0,2 6-144,5 5 0,-5 4 0,2 4 0,3 5-337,2 0 0,4 0 0,5-6 0,6 1 119,5-1 1,1-12 0,1-6 0,3-5 92,3-2 1,-4-2-1,5-7 1,-5-9 19,-2-6 0,0-12 1,-2 3-1,-5-5-205,-6-1 1,-5 1 0,-2 2 0,-2 5-387,-5 3 1,-2-6 0,-6 6-1,1 1-1081,-1 5 0,-3-3 1,-2 14-301,0 0 0,2-2 1638,5 13 0,-5 4 0,7 16 0</inkml:trace>
  <inkml:trace contextRef="#ctx0" brushRef="#br0" timeOffset="883">779 898 11368,'0'20'303,"0"0"1,2 2-1,2 2 1,5 3-158,2-3 0,-4 1 0,6-1 0,3 3-143,2-3 1,8-8 0,1-5 0,-1-2-163,3-5 1,-7-2 0,5-4 0,-3-5-115,3-6 0,-12-11 0,5-5 1,-4-2 79,-5-5 1,4 5-1,-8-2 1,-2-2-3,-3-3 0,-2 0 1,0 5-1,-2 6 161,-5 5 1,2 2 0,-8 3 257,-2 3 1,4 5 0,-1 12 0,4 3 177,3 8 1,-4 10 0,3 3 0,1-1-35,3 3 1,2 0 0,0 6 0,0-4-67,0-2 1,9 4-1,4-4 1,5 0-343,2 0 1,0 0-1,0-5 1,0 3-408,0-3 0,0-9 1,0-1-1,-1-1-1036,1-2 1,-6 5-1,-1-10 1483,3-1 0,1-21 0,3-6 0</inkml:trace>
  <inkml:trace contextRef="#ctx0" brushRef="#br0" timeOffset="1150">1457 260 8113,'9'-20'804,"-7"11"-213,5 9 0,-5 9 0,-2 13 1,2 5-49,5 6 0,-3 7 0,7 4 0,0 5-275,0 2 0,-4 4 0,4 12 0,-2 4-478,-5-1 1,5 1 0,-2-6 0,-3-1-450,-1-7 0,-3-1 0,0-16-2054,0-9 2713,0-16 0,-9-15 0,-2-11 0</inkml:trace>
  <inkml:trace contextRef="#ctx0" brushRef="#br0" timeOffset="1317">1118 659 8113,'0'-14'52,"0"1"0,0-2 181,0-3 1,2 4 0,5 3 0,6 0 301,5 0 0,11 5 1,6-5-1,7-1-749,5 1 0,15 7 1,2-5-1,7 2-654,4 1 868,7-1 0,-2-2 0,11-2 0</inkml:trace>
  <inkml:trace contextRef="#ctx0" brushRef="#br0" timeOffset="1667">2195 1018 8579,'11'-9'667,"-2"4"-20,-9-8 1,2 9 189,5-3 0,-3 5 0,9 2-847,3 0 0,8 0 0,5 0 0,0 0-982,0 0 1,6 0 0,-2 0 991,5 0 0,11 0 0,2 0 0</inkml:trace>
  <inkml:trace contextRef="#ctx0" brushRef="#br0" timeOffset="1799">2733 798 8056,'-40'-17'688,"1"1"0,-1 5-161,0 2 0,0 2 1,-2 7-1,-3 0-388,-1 0 0,-7 0 0,6 3 0,3 1-2429,2 3 2290,11-1 0,-7 3 0,7 2 0</inkml:trace>
  <inkml:trace contextRef="#ctx0" brushRef="#br0" timeOffset="2364">3471 280 8378,'14'-7'0,"-1"0"274,2 3 1,-1 2-1,3 2 1,6 4 145,-1 9 0,9 10 0,2 17 0,5-1-204,2 1 0,-3 9 0,-1 2 0,-5 2-30,-2 0 1,-10-8-1,-7 1 1,-4-4 154,-3-2 1,-12-9 0,-8-6 0,-7-8-199,-5-3 0,-11-10 0,1 1 0,-8-10-121,1-8 1,-5-7 0,0-5 0,1-3-133,-1-3 1,2-3-1,8-8 1,1-4-139,5-7 1,4-7 0,11-2 0,5 0 39,6 4 0,7 5 1,9-3-1,13 5 220,16 3 1,11 3 0,13 12-1,4 9 81,7 8 1,14 1 0,6 8 0,4 3-230,3 1 0,0 3 0,-3 3 1,-2 3 135,-1 8 0,-10 3 0,4 3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7:25.065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200 399 8610,'0'20'607,"2"0"1,5 0 0,6 2-205,5 5 0,2 4 1,2 9-1,2-1-596,3 1 0,6-6 0,-4-1 0,0 0-782,0-2 1,4-4-1,-7-14 975,-1-6 0,-3-5 0,-2-2 0</inkml:trace>
  <inkml:trace contextRef="#ctx0" brushRef="#br0" timeOffset="200">519 399 8119,'-18'2'188,"5"5"0,-2 6 0,6 14 0,0 8 244,0 10 0,-4 6 0,4 13 0,0 7-30,0 9 1,-4 15-1,6 0 1,0 5-45,-1-3 1,5-8 0,-3 2 0,4-5-399,2-8 0,0-9 0,0-19 0,0-10-1144,0-11 1,2-9 1183,4-7 0,5-4 0,9-9 0</inkml:trace>
  <inkml:trace contextRef="#ctx0" brushRef="#br0" timeOffset="733">778 878 8085,'-11'-14'662,"2"3"-3,1 2 0,5 5 0,-3 13-349,3 11 0,3 2 0,0 9 0,3 0-154,3 0 0,5-4 0,7 4 0,-2-2-454,-3-5 0,0-2 1,7-2-1,0-2-610,0-5 1,0-4 0,0-9 322,0 0 1,-7-5 0,-2-6-1,-2-11 585,-4-7 0,-3 1 0,-2-10 0,0-4 0,0 0 0,0 0 0,-2 0 0,-5-3-78,-6-1 1,-5-3 0,-4 5 0,-3-3 267,-1 3 1,-3 8 0,5 5-1,-1 2 588,7 5 1,-1 11-898,5 6 0,5 7 0,3 7 0,4 6 119,2 5 0,8 2 0,3 0 0</inkml:trace>
  <inkml:trace contextRef="#ctx0" brushRef="#br0" timeOffset="1483">1038 958 8112,'-7'-20'-585,"0"0"929,-8 0 1,13 11 0,-5 9 11,5 11 1,2 7 0,0 2 0,2 2 20,5 4 1,1-4-1,8 5 1,-5-5-127,-2-2 1,4 0 0,-6 0-1,0-2 186,1-5 0,-3 5 490,8-5-984,-8-4 1,10-9 0,-6-13 0,0-5-165,0-2 0,0-7 0,-5-1 0,5-1 15,2 0 0,0 2 0,4 10 1,-3 1-76,-4 3 1,8 8 0,-3-1 227,5 4 1,0 10 0,-3 8 0,-4 6-232,-2 5 1,4 8 0,-6-4 0,-2 2 283,-3 1 0,7-1 0,2 7 0</inkml:trace>
  <inkml:trace contextRef="#ctx0" brushRef="#br0" timeOffset="1918">459 0 8223,'-26'2'-96,"-1"3"1,0 4-69,-1 2 1,3 2 0,-6 9-1,0 5 699,0 6 1,0 7 0,-6 9-1,1 8-69,1 8 0,1 10 0,14 0 1,3 9-280,3 10 1,9-43 0,2 2 0,3 1 0,2 0 0,1 1 0,3-1-197,2 0 0,4 0 1,1 0-1,5-1 1,3-3-1,4 0 0,2-2 1,2-1-464,2-3 0,2-2 0,35 27 0,8-22 1,-1-5-954,7-2 0,-2-5 940,6-8 1,5-1-1,0-15 1</inkml:trace>
  <inkml:trace contextRef="#ctx0" brushRef="#br0" timeOffset="2167">1676 40 8223,'33'0'0,"0"2"172,3 5 1,1 13 0,6 15-1,1 10 534,2 8 1,1 11 0,-7 5 0,-2 2-246,-5 4 1,-7 7 0,-10 0-1,-5-2-85,-2 4 0,-18 5 1,-2-40-1,-2 1 1,-3 0-1,-2 0-395,-2 1 1,-2-2-1,-3-3 1,-1-1 0,-20 41-1,1-6-1281,3-7 0,-2-4 951,4-9 1,-4-1-1,13 1 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7:35.88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1 368 7746,'0'33'0,"0"0"162,0 3 1,0 4-1,2 6 1,2 10 448,3 8 1,2 2 0,-5 12 0,5 4-175,2 0 0,-4 0 1,6-2-1,3 0-597,1-1 0,-3-10 0,-3-7 0,0-9-503,0-4 1,-7-11 0,3-12 257,-5-4 1,-2-13 0,0-9 0,0-13-29,0-11 1,-2-1 0,-2-8 0,-5-5 366,-2-6 1,4 0-1,-6-10 1,-1 1 20,3 2 0,-4-8 0,6 1 0,0-9 45,0-4 0,-4-2 0,4-6 0,0-1-73,0 0 0,3 0 1,6 3-1,0 6 441,0 11 1,0 11-1,2 18 1,5 11 66,6 11 1,5 18-1,2 13 1,2 18-43,4 18 0,-1 4 0,6 9 0,-2 0-161,-5 0 1,0-7 0,1 2-1,1-1-39,-1 1 1,-3-10 0,-2-1 0,0-8-39,0-10 0,0-17 1,-3-4 105,-3-12 0,1-11 0,-8-19 1,-3-10-50,-2-8 0,-2-7 0,3-11 0,1-4 36,3-8 0,-1 1 0,-6-4 0,0-5-245,0 0 1,0 2 0,0 5-1,-2 1-526,-4-1 0,1 15 0,-6 7 0,2 11-1314,5 9 0,-5 15 1837,2 18 0,9 18 0,9 13 0</inkml:trace>
  <inkml:trace contextRef="#ctx0" brushRef="#br0" timeOffset="317">799 906 7980,'0'20'143,"-7"0"1,-2 2 0,0 5 188,0 6 1,0 12-1,5 3 1,-3 1-209,3 0 1,2 4-1,2-6 1,2-3-82,5-2 0,4-13 0,9-9 0,0-14 293,-1-10 1,8-9 0,0-14 0,-3-8-100,-2-10 1,-2-3 0,-2-8 0,-3 5-95,-1 2 1,-10-4 0,3 7 0,-7 1-56,-7 3 1,-4 9-1,-9 0 1,0 0-526,0 2 0,-6 2 0,-1 11 0,3 3-481,1 1 1,4 10-1,-1-3 918,0 5 0,0 20 0,0 4 0</inkml:trace>
  <inkml:trace contextRef="#ctx0" brushRef="#br0" timeOffset="600">1217 208 8030,'-13'0'272,"0"0"1,8 9-1,-1 5 1,3 5 190,3 8 0,0 11 0,3 10 1,3 6-133,8 8 1,1 0-1,1 11 1,-3 4-92,2 8 1,-3-3-1,-1 4 1,-3-6-1151,-3-7 0,-3-4 0,0-14 910,5-8 0,-5-19 0,7-19 0</inkml:trace>
  <inkml:trace contextRef="#ctx0" brushRef="#br0" timeOffset="884">918 727 10035,'2'-11'499,"5"4"-437,6 5 0,12 2 0,4 0 1,4 0 29,9 0 1,0 0-1,11 0 1,3 0 187,1 0 0,3 0 0,-2 0 1,-5 0-43,-7 0 1,-4 11 0,-4 7 0,-2 8 30,-3 5 1,-11-4-1,0 6 1,-6 3-223,-1 1 1,-6 5 0,-2 3-1,-5 1-472,-2-1 1,0-3-1,0-5 1,0-1-432,0-3 0,0-15 0,-2 2-1713,-5-2 2569,-4-10 0,-9-8 0,0-11 0</inkml:trace>
  <inkml:trace contextRef="#ctx0" brushRef="#br0" timeOffset="1016">1477 527 8030,'-3'-26'452,"-3"-1"0,1 3-971,-8 11 0,9 6-686,-3 14 1205,14 4 0,-5 9 0,7 0 0</inkml:trace>
  <inkml:trace contextRef="#ctx0" brushRef="#br0" timeOffset="1267">2015 607 8037,'0'-20'1252,"-9"11"0,-2 12 0,-4 12-760,-5 10 1,11 12-1,-11 1 1,2 8-384,0 5 1,7 0 0,5 5 0,4-5-213,2-3 0,8-1 0,8-7 0,8-2-593,10-5 1,3-4-1,5-12 1,5-3 695,6-8 0,5-3 0,1-3 0</inkml:trace>
  <inkml:trace contextRef="#ctx0" brushRef="#br0" timeOffset="1634">2374 946 8030,'-20'0'24,"0"3"1,0 1 13,0 3 1,9 8 0,5-2-58,3 5 1,6 2 0,3-2 391,8-5 0,3-2 0,5-6 0,3 1 82,1-1 0,3-3 0,-4-4 1,1-5-133,-1-6 1,-1-5 0,0-2 0,3 0-243,-3 0 0,-2 0 0,-2-2 0,0-2-40,0-3 1,-6-6-1,-3 4 1,-2 0-178,-5 0 1,-4-4 0,-7 4 0,-8 1 46,-10-1 0,-6 4 1,-8 12-1,-1 6 316,0 5 1,0 11 0,0 7 0,2 8 66,5 9 1,-2 14 0,10 6 0,5 5-30,5 1 1,10 1 0,1-2 0,11-3-35,12-2 1,19-8 0,18 1 0,8-6-443,9-7 0,11-6 0,5-14 0,2-6-786,4-5 0,0-11 1,-2-6-1,-6-7-1823,-5-5 2541,-11-8 0,-12-5 0,-10-11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7:44.33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100 421 8216,'-20'-20'4,"0"1"0,2 10 1,3 9 378,1 11 0,10 9 0,-3 6 0,5 8-37,2 3 1,0 3 0,0 0 0,0 0-390,0 0 0,9 0 0,4-3 0,5-3-165,2-8 0,2-4 0,2-4 0,5-5 35,2-6 0,-6-7 0,3-4 0,-1-5-42,0-2 1,-3-9 0,-8-7-1,-5 0 206,-3-1 1,-1-1 0,-7-7 0,0 5 136,0 3 0,-2-1 1,-3 4-1,-3-1 74,-3 1 0,-1 3 0,-3 2 136,2 0 1,-1 9 0,-3 7-244,3 8 0,-1 7 0,8 12 1,3 3 80,2 7 1,2 5 0,0 2-1,0 0-261,0 0 1,8 6-1,3 1 1,3-3-528,-1-2 0,0-4 0,7-3 0,0-4-712,0-2 1324,0-2 0,9-7 0,2 0 0</inkml:trace>
  <inkml:trace contextRef="#ctx0" brushRef="#br0" timeOffset="548">618 501 8216,'0'-20'111,"0"0"331,0 0 1,-6 0 0,-3 3-31,-2 3 0,4 6 1,-4 10-218,2 4 1,3 5 0,6 12 0,0 1 27,0 3 0,0 8 0,0-2 1,0 5-36,0 2 0,0 0 1,0 0-1,0 0-91,0-1 1,2 1 0,2 0 0,3 0 53,-3 0 1,-4-2-1,-4-5 1,-5-7 43,-2-3 0,-2-10 1,-7-2-1,0-2-191,0-5 1,2-10 0,3-8 0,1-3-341,-1-3 1,6-7 0,2-2-1,5-2-62,2-4 0,0 4 1,0 0-1,2 2 53,5 5 0,-3 4 1,10 4-1,1 5 88,3 2 0,2 3 0,2 6 0,2 0 81,3 0 1,2 0 0,-3 0 0,5 0 196,0 0 1,7 0 0,-5 0 0,5 0 126,2 0 1,-3-3 0,-1-3-1,-5-8-29,-2-3 1,4-6 0,-6-1 0,-5-2 49,-7 1 0,1-4 0,-10 1 0,-1-1-52,-3 0 0,-4 2 1,-5 7-1,-8 0-108,-10 0 1,1 7 0,-7 2-1,0 2 22,0 5 0,4 2 1,-4 4-1,0 4 49,0 8 0,9 6 0,0 6 0,9 5 187,4 0 1,2 7-1,7-5 1,2 5-347,5 2 1,4 0 0,11-3-1,7-1-688,11-3 0,2-9 0,11 3 0,3-5 767,1-2 0,3 0 0,0 0 0</inkml:trace>
  <inkml:trace contextRef="#ctx0" brushRef="#br0" timeOffset="966">1995 601 8198,'-20'20'-18,"6"0"0,1 2 0,0 2 73,2 3 1,2 2-1,9-5 315,0 3 0,2-3 1,5-11-1,6-6 38,5-5 1,4-2 0,2-2 0,5-5 52,2-6 1,-4-11-1,4-5 1,-3 0-298,-3 0 0,-5-4 1,-5 4-1,-4 0-244,-2 1 0,-2-6 0,-7 8 0,0-1-580,0-2 1,0 7-1,0-4 1,0 3 659,0 4 0,-9-10 0,-2-2 0</inkml:trace>
  <inkml:trace contextRef="#ctx0" brushRef="#br0" timeOffset="1432">2074 760 8198,'11'-8'-113,"7"3"1,-7-8-1,2 0 243,1 2 0,-1-14 1,7 5-1,0-4 414,0-5 1,2-2-1,2-9 1,3 0-271,-3 0 1,-1-2-1,-6-2 1,-1-3-148,-3 3 1,-2 2 0,2 2 0,-4 0-320,0 0 0,-7 7 0,5 2-453,-5 2 0,-4 7 1,-2 15 125,-3 14 1,-6 17 0,4 12 0,0 8 522,0 9 1,-6 16 0,4 11 0,-3 11 108,1 6 0,7-46 0,1 0 1,-2 1-1,1 0 0,1 2 0,1 1-41,-1 0 1,1 1 0,3-1 0,2 0 0,-3 2 0,2-1 0,3-3 0,2-1-51,13 43 1,7-9-1,14-17 1,4-16 260,3-17 0,-4-21 1,3-10-1,-8-10 124,-4-8 1,-17-11 0,-3-5-1,-8-2 221,-5-5 1,-9-1 0,-7-3 0,-8 0-620,-9 0 0,-14 9 0,-6 4 0,-7 5-963,-6 2 1,-5 0 0,-9 3-1,0 3 366,0 8 1,7-3 0,5 2 0,6 3 1019,11 1 1,11 12-1,13 5 238,14 3 1,13 3 0,13-2 0,14-3-31,8-1 0,14-10 1,4 3-1,7-5-754,6-2 1,1 0-1,10-2 1,5-5 113,0-6 0,9-5 0,0-2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7:42.83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408 1 8412,'0'20'-144,"0"6"1,0 3-1,0 2 492,0 4 1,0 5-1,0 7 1,3 6 21,3 5 1,-4 10 0,5 5 0,-2 5-341,1 2 1,-4 0 0,5-1 0,-3-1-117,3-5 0,-5-13 0,5-14 1,-3-6-1261,3-6 1,-5-10 1345,5-17 0,-14-19 0,-4-19 0</inkml:trace>
  <inkml:trace contextRef="#ctx0" brushRef="#br0" timeOffset="518">9 360 8478,'-8'13'358,"8"-2"1,13 0 4,11 0 1,1-4 0,10 4 0,5-2-376,4-5 0,12-2 0,-3-4 0,5-5-131,1-6 0,-1-7 0,-5-4 0,-6-5 29,-5-2 0,-5 4 1,-3-6-1,-8 0 127,-4 2 0,-10 2 1,-4 9-1,-1 0 1081,0 0-913,-1 9 0,-6 5 0,0 12 0,0 10-33,0 8 0,0 7 0,0 9 0,3 0-89,3 0 0,-1 2 1,6 2-1,0 5-111,0 2 0,-4-5 1,4 8-1,-3-1 63,-3-2 1,-3 4-1,-2-8 1,0-5 479,0-7-344,0-6 0,-7-20 0,-1-9 68,-3-11 0,6-7 1,-4-2-1,3 0-210,-1 0 0,0 0 0,7 0-849,0 1 272,0-1 0,9 9 0,4 6 170,5 10 0,2 6 0,0 9 0,0-1 17,0 1 1,0 0 0,-2 0-1,-3 0 8,-2 0 0,1-7 1,6 1-1,0-1 124,0-2 0,0-2 0,-1-9 208,1 0 0,0 0 0,0 0 45,0 0 0,-2-2 0,-5-5 0,5-4 0,-7-9 0</inkml:trace>
  <inkml:trace contextRef="#ctx0" brushRef="#br0" timeOffset="967">1166 878 8119,'14'0'475,"-1"0"-43,2 0 1,-4 0-1,3 0-206,1 0 1,3-9 0,2-2 0,0-2-245,0 0 0,0-1 1,0-8-1,0-2-74,0-3 0,-7 1 0,-2 6 0,-2 0-12,-5 0 1,-2 0 0,-2 0 0,-2 2-49,-4 5 1,-5-3 0,-9 7 0,0 1 166,0-1 1,0 2 0,0 9 51,0 5 0,2-3 0,3 10 0,4 1 211,2 3 0,2 9 0,7 1 0,0 1-13,0 0 0,0 6 1,2-1-1,5 3-315,6 3 1,7 0 0,5 0-1,3-2-2310,3-5 2360,3 5 0,5-16 0,1 7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7:49.71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169 499 7943,'-9'-11'1002,"4"-5"283,-8 10 0,9 1-785,-3 12 0,5 4 0,2 11 0,0 3-203,0 1 1,0 3-1,2-5 1,2 3-540,3-3 1,6-2-1,-4-2-1053,2 0 1,-4-2 1294,6-5 0,-8-4 0,4-9 0</inkml:trace>
  <inkml:trace contextRef="#ctx0" brushRef="#br0" timeOffset="416">9 0 9101,'-9'3'-681,"9"3"0,2 5 0,12 9 0,1 0 681,3 0 0,2 7 0,0 1 0,0 4 0,0 3 0,0 5 0,0 6 0,0 8 0,0 3 0,0 3 0,2 0 0,2 0 0,3 0 0,-3-3 0,-8-4 0,-5-8 236,-3-10 1,6-6 0,-8-9 605,-1 0 1,-5-11 0,-7-7-392,-6-7 1,2-10 0,0 2 0,0-5-227,0-2 0,4-7 0,-4-1 0,2-1-157,5 0 1,1-7 0,3 5 0,3-2 36,3 0 0,3 9 0,7-3 0,-3 7-6,2 7 1,10 4-1,4 9 1,2 0-60,4 0 1,3 18 0,2 8-1,0 12-267,-1 8 0,-1-1 1,-5 6-1,-8 0-329,-10 0 0,1-7 0,-10 3 1,-1-8-1526,-3-5 2081,-2-6 0,-18-8 0,-4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7:46.89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459 705 8042,'11'-9'-587,"-2"-2"-14,0 0 1,-4-7 790,8 5 1,-9 2-17,3-3 0,-5 8 10,-2-8 0,2 10 1,3-5 405,1 0-159,1 7 1,-7-9-31,0 4 1,-2 5-149,-5-5 1,3 5 0,-10 2 0,-3 2 35,-8 5 0,1 4 0,-7 9 1,0 0-86,0 0 0,-2 2 0,-7 3 0,2 3-172,5 3 0,2-4 1,9 4-1,2-2-440,9-5 1,6 1 0,7-1 217,5 3 1,6-3 0,14-9 0,6-3 72,5-4 0,2 1 0,0-4 1,0 1 358,-1-1 1,-8 4 0,-4-3 0,-5 1 276,-2 2 1,-2-5-1,-5 10-146,-6 1 0,-20 1 0,-10-1 0,-5-2-156,-8 3 1,-8 2-1,-3 4 1,1 2-330,-3 3 1,7-7 0,-2-7 0,6 0-570,5-2 1,8-2 0,-1-9-1553,4 0 2233,10 0 0,4-18 0,8-4 0</inkml:trace>
  <inkml:trace contextRef="#ctx0" brushRef="#br0" timeOffset="148">719 944 8117,'6'13'0,"3"-1"177,2-4 0,0 8 0,5-3 0,-5 5 151,-2 2 1,4 0 0,-4 0 0,0 0-524,0 0 0,4 0 1,-6 0-1,-3-1-1129,-2 1 1324,7-9 0,-7 16 0,7-5 0</inkml:trace>
  <inkml:trace contextRef="#ctx0" brushRef="#br0" timeOffset="264">719 884 8099,'0'-26'0,"0"-1"180,0 3 1,-7 2 0,0 2 13,3 0 1,4 9-195,7 4 0,-5-4 0,7 0 0</inkml:trace>
  <inkml:trace contextRef="#ctx0" brushRef="#br0" timeOffset="784">1257 904 8040,'-9'-20'28,"-4"0"1,-5 0 148,-2 0 1,0 9-1,0 5 1,0 4 337,0 2 1,1 0 0,-1 2 0,-3 2-454,-3 3 0,4 15 0,-5-2 0,5 2-368,2 0 0,2 5 0,5-1 0,6-1-106,5-3 1,2-2 0,2 0 163,5 0 0,4-2 0,11-3 0,3-2 194,1 3 1,10-5-1,-5 2 1,2 5 126,0 6 0,-9-2 1,3 7-1,-5 0 338,-2 4 1,0 7 0,-2 5 0,-5 3 95,-6 3 1,-7 2 0,-7 7 0,-8 0-123,-10 0 0,-4-2 0,-6-5 0,2-9-162,-3-8 0,-1-17 1,-3-12-1,2-7 97,5-7 1,4-15 0,11-15-1,3-12-390,1-9 1,10 3 0,0-12-1,8 5-950,9 3 1,5-1 1019,2 0 0,9 0 0,2 0 0</inkml:trace>
  <inkml:trace contextRef="#ctx0" brushRef="#br0" timeOffset="1416">1476 1423 8086,'-19'0'429,"-1"0"1,9-2 0,2-5-265,0-6 1,7-5 0,-5-4-1,5-3-42,2-1 1,0-10 0,0 3 0,0-5-198,0-1 1,6-8-1,3 0 1,0 3-58,0 2 1,4 4 0,-4 5-1,2 7 118,5 3 0,-5 12 0,2 5 19,3 3 1,1 12 0,1 7 0,-2 6-1,-3 5 1,-7 6-1,6-4 1,-1-1-23,0 1 0,-7 4 0,3-6-181,-5-3 0,-2-1 0,0-3 124,0-1 0,-2-7 96,-5-6 1,3-15 0,-7-8 0,0-10 303,-1-4 1,8 4 0,-3-6-1,5 0-68,2 2 0,0-5 0,0 8 1,2-1-164,5 0 0,2 9 1,6 9-1,-1 2-51,1 5 1,3 1-1,2 6 1,0 6-35,0 10 1,0 1 0,0 9 0,0 0-57,0 4 0,-3-2 0,-1 0 0,-5 0-12,-2 0 1,-3-4 0,-6 4-1,0-2-166,0-5 0,-6 5 0,-3-5 196,-2-6 0,-2-7 1,-5-13 82,5-5 0,1-6 0,8-11 1,-3-5 131,3-2 0,2 0 0,2-5 0,2 5 242,5 3 1,-3 1-1,9 7-383,3 0 1,2 9 0,1 4-279,1 5 0,0 2 0,3 0 0,1 2-506,2 5 1,1 4 0,-7 9 0,0-2-644,0-5 0,-2 5 1380,-5-5 0,14-4 0,-5 0 0</inkml:trace>
  <inkml:trace contextRef="#ctx0" brushRef="#br0" timeOffset="1666">2155 1024 7097,'20'-20'-115,"-9"0"1,-5 0 1505,-4 0 1,-2 7-706,0 0 1,0 10-1,0 3-421,0 11 1,-2 9-1,-2 5 1,-3 4-178,3 2 1,2 0 0,2 4-1,0-4-84,0-2 1,8-3 0,3-6-1,3-2 276,-1-5 0,0-4 0,7-9 0,2-2 295,5-5 1,-5-6-1,3-13 1,-8-8-430,-3-3 0,-10-5 0,3-3 1,-7-1-224,-7 1 0,0 3 0,-10 5 0,-5 3-278,-1 8 1,-1 4 0,0 2 0,-3 2-700,3 5 1,8 4-1,3 9 1,0 2-255,1 5 0,-3 4 0,8 9 1308,3 0 0,2 0 0,2-1 0</inkml:trace>
  <inkml:trace contextRef="#ctx0" brushRef="#br0" timeOffset="1882">2553 844 8021,'12'-8'407,"5"5"77,-3-3 1,-3 3 0,0 6 43,-2 3 1,-1 5-1,-3 9 1,4 3-14,2 3 1,-7-2 0,5 8 0,-2-1-584,-1 0 1,8-5-1,-8 5 1,-1 0-1667,-3 0 0,5-6 1734,-1 1 0,10-13 0,-5-4 0</inkml:trace>
  <inkml:trace contextRef="#ctx0" brushRef="#br0" timeOffset="1981">2593 605 8021,'-17'-20'0,"1"0"405,3 0 1,0 9-702,-7 5 296,9 3 0,-7 12 0,7 2 0</inkml:trace>
  <inkml:trace contextRef="#ctx0" brushRef="#br0" timeOffset="2465">2932 785 8209,'0'-20'312,"0"0"1,-8 2 0,-4 2-1,-1 3 432,0-2 0,0 6 1,-7 2-1,0 7-9,0 7 0,0 4 0,2 11 0,3 5-813,1 6 0,3 11 0,-2 5 0,6 0-307,5-1 0,2-1 0,0-9 0,2-3-100,5-2 0,6-4 1,12 0-1,3-11-63,3-7 1,0-5 0,5-8 0,-3-7 290,3-11 0,-8-2 0,-1-13 0,-5-5 260,-2-4 0,-2-12 0,-3 3 0,-4-5 218,-2-1 1,-2-8-1,-7-2 1,0-2-47,0-4 0,-2-2 1,-5-3-1,-4 2-100,0 5 0,-7 0 1,7 15-1,-2 14-46,-1 13 0,10 22 0,-3 16 89,5 17 0,2 20 0,0 12 0,0 6-5,0 4 1,7 16-1,-1-2 1,1 2-33,2 0 1,0-4 0,6-3 0,-1-2-386,1 3 0,3-17 1,2-5-1,2-10 304,5-4 0,-5-9 0,7-2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02.17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40 138 8316,'-8'-20'22,"3"-7"0,-6 1 0,2 2 505,5 1-516,2 12 1,8 5-1,3 12 1,2 10 191,5 8 1,-5 7 0,2 9 0,3 2 68,1 5 1,3-3 0,0 9 0,2 5-175,5 6 0,-5-2 0,5 5 0,-5-5-173,-2-2 0,-7-1 0,0-1 0,1-7-347,-3-11 549,-2 0 0,-12-27 0,-3-2 0,-5-13-21,0-11 0,-5-14 1,7-6-1,0-5-89,0-2 0,3-2 0,6-2 0,0-3-274,0 3 0,9 2 1,2 4-1,2 5 91,0 6 1,3 3 0,8 2-1,3 2 188,-3 9 1,1 9 0,-1 8 0,3 10 139,-3 8 1,-2 7 0,-2 9-1,0 2-34,0 5 1,-7-5 0,-2 4 0,-2-4-411,-4-2 1,3-2 0,-1-5 0,0-4-806,2 0 1,-7-14 1086,4 5 0,6-13 0,-1 2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02.37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38 8316,'0'-13'308,"0"-1"1,3 10 189,3-3 1,3 14 0,7 8-1,-3 8-257,2 3 1,-3 10-1,1-5 1,2 2-313,3 0 0,0-6 0,-3 4 0,-1 0-603,1 0 0,-4-7 0,0 3-884,-2-5 1558,7-11 0,-14 7 0,7-7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02.51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151 240 8316,'-22'-51'25,"-4"5"1,3 6 0,-1 7 0,6 8 364,5 10 0,6-1-472,-6 10 0,11-1 0,0 9-1084,6 5 1166,3-5 0,2 16 0,2-7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02.99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160 627 8418,'0'-20'511,"0"9"0,-9 5 0,-4 10-171,-5 3 0,-2 15 0,1-2 0,1 4-167,4 5 1,-1 2 0,6 9 0,0 0-108,0 0 1,3 0-1,6-3 1,0-1-101,0-3 1,9-2 0,4 0-1,5-9-323,2-6 1,0-12-1,-1 3 1,1-7 76,0-7 1,0-6 0,0-12-1,-2-6 96,-5-6 0,3 1 1,-7-10-1,0 1 117,-1-1 1,-1 2 0,-7-7 0,0 0 59,0 0 0,0-3 1,0-5-1,-2-1-93,-5 0 0,3 0 0,-7 2 0,0 3-99,-1 2 0,6 9 0,-5-1 0,2 10 106,4 8 1,3 16 235,2 11 0,2 18 0,3 17 0,4 10 230,2 8 0,-5 4 0,6 3 0,-1 0 239,0 0 1,0 6 0,4 1-1,-1-1-369,1 3 0,-4-7 1,0 5-1,0-8-445,0-5 0,-4 1 1,4-8-1,0-3-324,0-2 1,0-11-1,5-7 526,-3-8 0,1 2 0,5-7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03.47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240 694 8206,'-14'-31'-49,"1"5"1,9 3 0,-5 4 660,0-1 1,-2 2 0,-9 5-239,0 6 1,0 14 0,0 6-1,0 7-128,0 6 1,7-1 0,2 8 0,0 5-96,0 6 0,6 0 0,-1 7 0,3-2-170,3-5 1,0-4 0,0-4 0,3-3-76,3 2 1,5-12 0,9-3 12,0-3 1,0-8-1,0-4 1,0-10-6,0-8 1,-7-12-1,1-3 1,-1-3-6,-2-5 0,4-2 0,-8-1 0,-2-4 66,-3-3 0,4-3 1,1-6-1,-3 2-109,-1-3 1,-3-1-1,0-5 1,0-3-222,0-1 0,0-7 0,0 6 0,0 5 11,0 7 1,0 8 0,0 14 0,2 9 229,5 8 0,-5 12 1,4 17-1,-1 14 199,1 8 0,-3 16 0,3 7 1,-1 6 332,1 0 1,-3 7 0,6 2 0,-3 5 16,1 1 1,-1-5 0,-3 1 0,1 3-627,3-1 1,2 5 0,-5-18-1,5-4-696,2-4 0,2-14 0,7-2 887,0-12 0,0-14 0,0-5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04.14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1 359 8241,'0'13'381,"2"-1"407,5-4-214,-5-1 1,16-7-388,-5 0 0,5-9 1,2-4-1,-3-5-185,-3-2 1,3-2 0,-3-2 0,3-5-142,3-2 1,-6 6 0,-3-3 0,-2 1-20,-5 0 1,-2 1-1,-2 6 1,0 0 1,0 0 0,-2 7 0,-5 2 1,-6 2 248,-5 4 1,-2 3 0,1 4 0,-1 5 292,0 6 1,0 7 0,2 5-1,2 3-185,3 3 0,9 3 0,-3 6 0,5-1-58,2 1 1,0-2 0,0-3 0,2-3-155,5-4 0,4-1 1,9-7-1,0-2-549,0-5 0,6-4 0,1-9 0,-3 0-37,-2 0 1,-2 0 0,0 0 0,0-2-4,0-5 0,-2 2 0,-3-6 600,-1 3 0,-8-6 0,5 5 0,-2-2 0,0 7 0,-2-3 0,6 5 0,-4 0 0,0-3-70,0-1 0,-5-1 1020,9 7-240,-8 0-396,4 0 1,-12 0 173,-3 0 0,1 0 248,-8 0 0,6-2-543,-6-5 1,2-4-1,-2-9 1,6 0-154,5 0 0,2 0 1,0 0-1,2 0-184,5 0 0,-3-6 1,10 2-1,1 4 141,3 4 1,-5 12 0,0-3 0,3 5 40,2 2 1,2 2 0,-3 5 0,-1 8-161,-3 10 0,-9-1 1,5 9-1,-2 3-283,0 1 0,-1-4 0,-3 1 1,1-1 404,3-2 0,-1-2 0,-6-9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10.69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10 8107,'11'-9'147,"5"11"0,-8 5 0,1 17 155,0 12 0,5 15 0,-6 8 1,1 15-158,0 10 1,7 7 0,-11-42 0,1 1 0,0 1 0,1 0-35,0 3 0,-1-1 0,1 40 0,6-2 0,3-14-823,1-10 1,-3-14 711,-1-7 0,0-4 0,7-2 0</inkml:trace>
  <inkml:trace contextRef="#ctx0" brushRef="#br0" timeOffset="316">578 688 8107,'-13'-38'0,"0"5"0,-3 4 855,-1 0 0,-3 16 0,0 0 0,0 8-301,0 5 1,-9 9 0,-4 7-1,-3 8-438,3 9 0,-2 12 1,8 1-1,3 1-285,1 1 0,6-5 1,3 3-1,8-4-283,4-2 0,4-7 1,7-4-1,8-4-244,8-8 0,10-10 0,-2 0 0,5-7 385,2-7 0,-2-4 0,-3-11 1,-4-3 381,-2-1 1,0-1 0,-7 7-1,0 0 1675,-4 0 1,-9 7-810,4 0 1,-9 10-955,3 3 0,-5 9 0,-2 11 0,0 0-251,0 0 1,3 7-1,1-1 268,3-1 0,8-3 0,-4-2 0</inkml:trace>
  <inkml:trace contextRef="#ctx0" brushRef="#br0" timeOffset="783">758 708 8107,'-20'0'788,"0"0"-424,0 0 1,2 2 0,5 7-1,6 9-133,5 6 1,2 9 0,0-4-1,0 2-278,0 5 1,11-8-1,7-1 1,9-5-434,4-2 0,2-7 0,5-2 1,-3-2-164,-2-4 0,0-5 0,5-7 1,-2-6 642,-3-5 0,-9-4 0,3-3 0,-7-3 0,-7-3 0,-2 0 0,-6-5 0,1 5 138,-1 2 0,-5-2 0,-5 9 1,-4 4 912,-2 1 1,-2 10 0,-7 9-545,0 16 0,0 13 0,2 16 1,3 6-266,2 4 1,8 12-1,-4 6 1,3 12-61,-1 13 1,3-47-1,1 2 1,2 6-1,0 0 1,-1 1 0,0 0-352,-1 1 1,-1 0 0,-3 1 0,-1-1-1,2-4 1,0-1 0,0-2 0,-1-1-599,0-4 1,1-2 0,1 30-1,-1-21 1,1-16-2084,-1-13 2850,4-16 0,-16-30 0,7-17 0</inkml:trace>
  <inkml:trace contextRef="#ctx0" brushRef="#br0" timeOffset="1166">1037 1027 7684,'11'20'-593,"-2"0"1,-7 0 1504,5 0 0,-5-7 0,7-2-603,0-2 0,2-2 0,9-7 0,2 0-121,5 0 1,-3-9 0,7-5 0,0-6-109,0-6 0,-4 2 1,4-10-1,-2-1-160,-5-3 1,-4 5 0,-5 0 0,-4-3-97,-2-1 1,0 3 0,-4 1 0,1 0 102,-1 2 0,-10-5 0,-4 10 0,-2 4 187,-4 6 0,-10 7 0,-1 9 0,1 0 59,3 0 1,2 18 0,0 9-1,3 8 254,3 5 1,-1 0 0,8 2 0,3 2-22,2 3 0,2 1 0,2-3 1,4 1-276,8-1 0,3-3 1,3-2-1,0 0-590,0-1 0,7-8 1,-1-4-1,-1-7-684,-3-7 1,-2-4-1,0-9 1,0-2 1142,0-5 0,0-22 0,0-13 0</inkml:trace>
  <inkml:trace contextRef="#ctx0" brushRef="#br0" timeOffset="1383">1775 967 8074,'0'20'71,"0"0"1,0 0 256,0 0 0,0 0 0,0 0 1,0 0 186,0 0 0,0-7 0,0 0 1,-2 1 453,-5-3 1,3-3 0,-10-8-291,-1 0 0,-1-8 1,1-6-1,2-6-651,-3-6 0,5-5 0,0-9 0,2-2-418,5-5 0,1 3 0,3-7 0,0 2-275,0 5 0,0 2 1,3 4-1,1 5-1659,3 6 0,8 7 2324,-1 7 0,3 13 0,3 11 0</inkml:trace>
  <inkml:trace contextRef="#ctx0" brushRef="#br0" timeOffset="1716">2334 668 8054,'-20'-38'234,"-3"3"0,-1 4 32,-3 2 1,-8 2-1,4 10 1,-2 3-117,-1 8 1,3 6 0,-4 9 0,4 10-29,2 13 1,3 5-1,8 3 1,5 0-79,6 0 1,5 2 0,6 2 0,9 3-115,14-3 0,8-4 0,8-5 1,3-1 269,7 1 1,5-6-1,0-2 1,-5-3 442,-7 3 1,-13-5 0,-8 7 0,-10-3 422,-8 1 0,-18 2 0,-16-5 0,-19 5-592,-16 2 1,-11-5 0,-14 5-1,-4-2-782,1-4 0,1-3 0,11-5 1,7-3-994,12-8 0,25-6 1301,21-6 0,9-23 0,4-13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08.44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220 938 8108,'-7'-20'0,"-2"0"866,-2 0 0,-2 3 1,-7 3-304,0 8 0,-7 6 1,1 6-1,2 10-298,1 8 0,10 7 1,2 9-1,2 0-106,5 0 0,1 0 0,3 0 0,0-3-163,0-3 0,3-3 0,3-9 1,5 0-121,0-4 1,7-12-1,-4 1 1,3-7 98,3-7 0,-2-10 1,-5-12-1,-4 0-15,0 0 1,-7-4-1,5 4 1,-7 0-225,-7 0 1,-2 3 0,-6 6 0,1 2-1130,-1 5 1,-7-5 1392,2 5 0,-13-5 0,10-2 0</inkml:trace>
  <inkml:trace contextRef="#ctx0" brushRef="#br0" timeOffset="333">260 838 8034,'-14'0'2221,"3"3"-1784,3 3 0,1 5 0,7 9 1,0 0-208,0 0 0,0 9 1,2 2-1,5 2-278,6 1 1,5-8-1,2 5 1,0-2-256,0-5 1,0-4-1,2-6 1,2-8-24,3-4 0,-1-2 0,-6-2 0,0-4 162,0-8 0,-2-10 1,-3-5-1,-4-2 135,-2-4 1,5 4 0,-8 0 0,-1 0 73,-3-1 0,-2 8 0,0-2 544,0 3 1,-9 12-303,-4 5 0,2 12 1,0 8-1,2 6-75,4 6 0,3-2 0,2 8 0,0-1-209,0 0 1,7-5-1,2 7 1,2 1-990,4-3 0,3-5 986,2-12 0,9 3 0,2-6 0</inkml:trace>
  <inkml:trace contextRef="#ctx0" brushRef="#br0" timeOffset="516">699 61 8007,'0'20'0,"2"-1"-134,4 1 1,-3 3-1,3 5 1,-1 12 417,1 11 1,-1 16 0,8 6 0,0 7-163,-2 6 0,7 5 0,-7 6 0,3-4-808,-1-6 1,-9-16 557,3-11 0,4 0 0,0-10 0</inkml:trace>
  <inkml:trace contextRef="#ctx0" brushRef="#br0" timeOffset="682">359 759 8415,'3'-14'291,"3"3"1,10 2-411,8 5 0,9 2 1,16 0-1,11-3-644,11-2 763,7-8 0,10 4 0,3-9 0</inkml:trace>
  <inkml:trace contextRef="#ctx0" brushRef="#br0" timeOffset="983">1038 818 8191,'-11'3'367,"4"3"0,7 10-282,7 8 0,-3 9 0,9 16 0,5 11 256,6 11 0,-2 13 1,5 5-1,-5 2-238,-2 4 1,0 2 0,-11-47 0,0 0 0,4 48-1044,-6-5 536,-5-5 1,-2-17 0,0-2 0</inkml:trace>
  <inkml:trace contextRef="#ctx0" brushRef="#br0" timeOffset="1200">958 978 7621,'15'-40'0,"3"0"-76,4 0 0,5 9 1,-3 5-1,5 6 510,2 7 0,-4 4 1,6 9-1,2 2-165,3 5 1,-5-3 0,-2 9 0,0 3-62,0 1 1,-9 6 0,-2 1-1,-11 3-165,-7-3 0,-2 5 0,-4 0 1,-7 2-11,-9 4 0,-7-4 0,1 2 0,-5 1-1255,0-3 1222,-7 6 0,7-6 0,-9 9 0</inkml:trace>
  <inkml:trace contextRef="#ctx0" brushRef="#br0" timeOffset="1549">1397 938 8027,'11'9'201,"-5"4"1,-3 5-1,-3 2 1,0 0 26,0 0 1,0 0 0,2 0-280,4 0 1,5-7-1,9-2 27,0-2 0,0-2 0,0-10 0,0-3 31,0-8 0,-2-3 0,-3-3 0,-1 0 40,1 0 1,-4-7 0,0 1-1,0 1 163,1 3 0,-8 2 23,3 0 0,-5 5 88,-2 8 1,0 16-1,2 18-256,5-3 1,-5 0 0,7 1-1,-3 1-61,1-1 0,9-3 1,-5-2-1,2 0-237,0 0 1,1 0 0,5-3-434,1-3 1,-6-6 0,-3-10 0,0-4 665,0-8 0,2-12 0,7-5 0</inkml:trace>
  <inkml:trace contextRef="#ctx0" brushRef="#br0" timeOffset="1715">1875 1 7445,'0'24'421,"0"9"1,9 3 0,2 19 0,2 9-175,1 14 1,-1 4 0,5 13 0,-10-45 0,-1 0-327,0 2 1,0 0 0,-2 4 0,1-1 0,1-4 0,-1-2 0,1 39 78,-5-10 0,7-18 0,2-11 0</inkml:trace>
  <inkml:trace contextRef="#ctx0" brushRef="#br0" timeOffset="1882">1596 779 8588,'9'-11'375,"4"4"1,7 2-1,7 1 1,8-3-494,10 3 1,8-7 0,13 0 0,10-3 117,8 1 0,7 0 0,-42 3 0,1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06.88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300 960 8131,'-14'-20'0,"-1"0"392,-1 0 0,1 9 1,-5 4-1,0 5 188,0 2 0,0 2 0,0 5 0,0 8-340,0 10 1,0-1 0,0 9 0,3 3-358,3 2 1,-1 1 0,8-1-1,3-2-263,2-3 1,4-9 0,2 3 0,5-7-190,2-7 1,2-4 0,7-9 308,0 0 0,-2-2 1,-2-5-1,-5-9 208,-3-8 0,1 2 0,-4-7 0,1 3 135,-1-1 0,-1-6 0,1 6 0,1 3 127,-1 2 1,-1 2 0,1 0-1,1 0 239,-1 0-327,6 9 0,-2 4 1,4 16-1,-4 9 247,0 6 0,-7 12 1,5-3-1,-5 4-205,-2 3 0,6 0 0,1-2 1,0-5-481,2-6 0,-5-5 0,7-2 1,0-2-426,0-5 1,-4 2 740,6-8 0,1 0 0,5-7 0</inkml:trace>
  <inkml:trace contextRef="#ctx0" brushRef="#br0" timeOffset="333">479 1099 8131,'0'20'0,"0"0"256,0 0 1,0-6-1,0-1 576,0 2 1,-2-4-469,-5 3 1,-2-8 0,-6 5-166,2-2 0,6-4 0,-4-12-133,2-6 1,2-5-1,7-2 1,0-2-183,0-5 1,0 5 0,0-4 0,3 3-287,3 4 1,5-1 284,9 0 0,0 9 0,0 4-3,0 5 0,-7 17 1,1 7-1,-1 7-300,-2 7 0,7-3 0,-5 5 420,5 4 0,2 2 0,0-4 0</inkml:trace>
  <inkml:trace contextRef="#ctx0" brushRef="#br0" timeOffset="747">898 1060 8131,'-7'-34'0,"-1"3"236,-4 2 1,1-4 0,-4 7 0,2 1 589,-3 3 1,-2 9 0,-2 2-360,0 2 1,0 11 0,1 11-1,1 7-409,4 7 1,-1 6 0,6 11 0,0 5 1,0 2 1,3-4 0,6 4 0,0-3-135,0-3 0,2-3 1,5-4-1,8-5-274,9-7 0,1-12 0,8-8 0,3-3-32,1-3 0,-4-9 1,1-7-1,-1-8 41,-2-9 1,4-5 0,-8-4 0,-5-3 30,-6-1 1,-1-7 0,-8 4 0,-3-2 218,-1-4 1,-3-5-1,0-5 1,-3-3 198,-3-3 1,1 2 0,-8-6 0,0-3-77,2 3 1,-5 0 0,7-5 0,0 2-395,0 5 0,3 22 0,6 22 314,0 18 1,0 31-1,0 27 1,0 10 423,0 10 0,0 13 1,0 13-1,0 6-109,0-45 0,0-1 1,1-2-1,0 0 1,1 3-1,0 0 1,2 0-1,1 1-83,1 1 1,-1 1 0,1-1-1,2 1 1,1 0 0,2-1-1,-1 0 1,2-1-187,1-4 0,0 0 0,10 37 0,5 1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2:27.7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2:28.06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0 131 8591,'12'-22'602,"-4"0"0,-6 8 418,-2-1-427,0 1-602,0-8 0,2 10-920,6 5 0,-4 4 929,11 3 0,-10 0 0,4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2:33.94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0 110 8276,'0'22'196,"0"-1"0,0 1 209,0 0 1,0 0 0,0 0-1,3-1-80,4 1 1,-5 0 0,6 0-114,-6-1 1,-2 1 194,0 0 0,0-8-415,0 1 1,0-13-1,0-2-212,0-12 0,0-7 0,0-3 1,0 0-66,0 1 0,0-8 1,0-3-1,0 1 157,0-1 0,0 3 1,3 7-1,1 1 205,4-1 0,1 0 312,-1 0 1,4 10-61,9 5 0,-1 14 0,-3 8 1,-5 4-434,-2 3 1,4 2 0,-4 3 0,-1 2-465,1-3 1,5-1 0,-8-4 0,0 1 567,3 0 0,2 9 0,10 3 0</inkml:trace>
  <inkml:trace contextRef="#ctx0" brushRef="#br0" timeOffset="299">545 197 10821,'22'0'158,"-1"0"0,1 0 0,0 0 0,0 0-485,-1 0 0,8 0 1,3 0-1,-1 0 327,1 0 0,7-10 0,-6-2 0</inkml:trace>
  <inkml:trace contextRef="#ctx0" brushRef="#br0" timeOffset="449">959 1 8150,'-22'0'489,"0"0"1,0 0 0,0 0 0,-2 0 183,-5 0 0,5 0 0,-7 0 1,1 0-430,1 0 1,0 0-1,8 0 1,-1 0-916,0 0 0,0 0 671,1 0 0,-1 0 0,0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2:39.5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8080,'12'14'-181,"-5"1"1,-2 4 416,2 8 0,-5-1 1,8 11-1,-3 1 229,1 3 1,1 10 0,-4 3 0,5 1-64,2 6 1,-5-6 0,5 1 0,0 0-187,0-1 1,-7-6 0,5 1-1,-3-6-218,0-8 1,1 3-219,-8-10 0,0-12 89,0-17 0,0-5 0,0-14 0,0-5-3,0-1 1,0-1-1,0-1 1,0-4-97,0-3 0,0 5 1,2-5-1,3 3 150,2 4 0,8 3 0,-6 4 0,1 3 204,0 3 1,7 9-1,-3-2 303,6 4 1,-6 13 0,1 7 0,2 10-157,2 9 1,-5-2 0,1 2-1,-1 3-299,-1 2 1,4 2 0,-10-1 0,0-4-387,3-1 0,-8-11 1,5 3-1,-2-5-935,3-2 0,-6-7-955,5-1 2304,-4 1 0,6-3 0,3-2 0</inkml:trace>
  <inkml:trace contextRef="#ctx0" brushRef="#br0" timeOffset="252">610 785 8080,'0'14'90,"3"-2"0,2 0 381,2 0 1,0-4-1,-7 6 76,0 3 1,0-5 0,0 3-437,0 2 0,7-5 0,1 2-760,-4 3 0,1-5-475,2 3 1,-2-3 1123,10 3 0,-10-6 0,4-9 0</inkml:trace>
  <inkml:trace contextRef="#ctx0" brushRef="#br0" timeOffset="401">697 654 8080,'-14'0'275,"-1"0"0,1-7-87,-8 0 1,10-3-1107,5 3 918,4-6 0,3-8 0,0-1 0</inkml:trace>
  <inkml:trace contextRef="#ctx0" brushRef="#br0" timeOffset="752">784 850 8080,'0'22'-5,"0"0"1,0-1 150,0 1 1,0 0 0,0 0 268,0-1 1,8 1-1,-1 0 219,-2 0 0,-3-8-239,-2 1 1,0-13-218,0-2 0,8-2 1,-1-13-1,-2-2-182,-3-2 1,-2-3 0,0 0 0,2 1-53,6-1 1,-6 0-1,8 0 259,-1 1 0,-4 6 71,10 1 1,-1 9-144,8-3 0,0 6 0,-3 4 0,-4 6-182,-8 6 0,3 6 1,-1 1-1,1 1-290,0 0 0,-1 2 0,-4 3 1,3 2-560,-4-3 0,-1-1 900,-3-4 0,9 1 0,4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53.22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132 453 8264,'-3'19'-131,"-2"-2"0,-2-2 29,2 1 0,-4 11 1,-1 5-1,0 1 323,1 6 0,1-5 0,6 0 0,-3 0 2,-2 0 1,-1-8 0,6 3 0,-3-5 261,-2-2 1,-3 0-295,3 0 0,5-13 76,-6-9 1,6-16 0,2-16-1,2-2 104,6-5 1,4-4 0,7-5 0,-2-6-251,-2-1 0,-1 4 0,8-5 1,0 3-506,-1 5 1,1 2 0,0 4-1,0 4-950,-1 1 0,-1 18 0,-3 0-738,-3 7 2072,-9 14 0,14 10 0,-6 10 0</inkml:trace>
  <inkml:trace contextRef="#ctx0" brushRef="#br0" timeOffset="449">524 453 8846,'-10'-12'438,"-5"4"0,-2 16 0,0 6 0,3 8-367,-3 7 1,0-2 0,3 9 0,4 5-104,0 7 1,8-4 0,-5 2 0,4-7-138,3-1 1,3-6 0,4-3 0,7-7 88,6-8 1,1-4-1,4-10 1,1-3 129,3-4 0,8-7 1,-8-13-1,-3-4 92,-2-3 1,1-3 0,1-6 0,1-1-44,-8 1 0,3 2 0,-10 2 0,3 3-141,-1-3 1,-9 5 0,2 0 0,-2 5-14,2 10 73,-4-3 1,6 22 0,-9 2 32,0 18 0,-7 4 0,-3 12 0,1 3-47,-1 2 0,-4 3 0,6-3 0,1-3-396,-3-1 1,8-11 0,-5 3 0,4-4-618,3-4 0,3-9 1009,4-4 0,15-16 0,12-4 0</inkml:trace>
  <inkml:trace contextRef="#ctx0" brushRef="#br0" timeOffset="634">1068 148 8210,'7'-36'-3,"0"2"0,1 2 102,1 6 1,-4 11 0,7 10 187,-2 10 1,-3 10 0,-7 14 0,0 7 36,0 5 0,0 12 0,0 3 0,0 2-107,0 0 1,0-2-1,0 4 1,0-2-295,0 3 0,-7 2 0,0 2 1,0 0-528,-3 1 1,7-11 0,-6-4-1,1-5-1787,1-2 2391,0-10 0,-3 7 0,-2-7 0</inkml:trace>
  <inkml:trace contextRef="#ctx0" brushRef="#br0" timeOffset="933">1112 975 7925,'7'-21'0,"2"-1"-300,4 0 0,-6 3 0,7 2 0,1 2 467,-3-2 0,7 5 0,-4 0 1,4 0-16,3 0 0,-8 7 0,1-5 0,2 1 164,2-6 0,5 3 0,3-2 0,2-3 34,-2-3 1,-3 1 0,-2 2 0,-1 2 134,1-2 0,-2-2 0,-6-3 0,-4 1-71,0-1 1,-8 0 0,5 0-138,-4 0 1,-13 1 0,-5 1 0,-4 6-176,-3 7 0,0 4 0,-2 3 0,-2 3-220,-3 4 1,-3 5 0,6 12-1,-3 5 83,2 7 1,10 6-1,5 4 1,2 2 116,5 3 1,5 2-1,10-5 1,14 1-304,17-8 1,15 0 0,17-12 0,6-5-320,6-7 0,10-7 1,1-15-1,1-7-1167,0-10 0,-15-14 1425,-17 0 0,-9-15 0,-12-5 0</inkml:trace>
  <inkml:trace contextRef="#ctx0" brushRef="#br0" timeOffset="1583">262 257 8244,'-9'-12'-393,"6"-8"19,-4 6 1,-5 4 633,-3 3 1,3 7-1,0 7 379,2 8 0,1 4 0,4 5 0,-5 5-212,-2 7 1,5 8 0,-5 4 0,2 6-427,5 1 0,-4-6 1,-1 1-1,0-4-576,1-2 1,1 0 574,8-1 0,-9 1 0,-4-1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51.54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348 524 8241,'-9'-22'-77,"-1"0"1,-7 3 0,3 4 359,-3 8 1,-3 4 0,-1 3 0,-1 0 184,0 0 1,-2 3 0,-3 4 0,-2 10-209,3 10 0,4-3 1,5 7-1,5-2-64,2 0 1,-4 10 0,6-3 0,3 6-190,3 1 1,2 1 0,2-3 0,6-3-542,6-1 0,13-11 1,4 3-1,3-7-501,5-7 0,4-6 1035,8-9 0,5 0 0,9 0 0</inkml:trace>
  <inkml:trace contextRef="#ctx0" brushRef="#br0" timeOffset="333">719 1 8241,'-8'22'-9,"1"-1"1,-3 8-1,6 3 1,-4 2 174,3 5 0,1 2 0,-1 5 0,-2 2 217,2 3 1,-5 2-1,0-5 1,-2 6-55,-5 1 1,5 3-1,-2 8 1,-3-3-226,-3-5 1,-1 2-1,-1-9 1,3-5-529,4-7 1,3-18 483,5-13 0,4-16 1,-2-6-1,8-8-102,4-7 0,12-5 0,1-7 0,6 2 52,1 3 1,4 7 0,1-5 0,-1 3-47,1 4 1,4 10 0,-7 5-1,-2 2-108,-3 6 1,5 1 0,0 6 0,-2 4-278,-3 7 1,-10 15-1,-2 5 1,-2 3-375,-5-1 0,5 0 795,-3 8 0,0-1 0,-7 1 0</inkml:trace>
  <inkml:trace contextRef="#ctx0" brushRef="#br0" timeOffset="700">1241 777 8199,'0'-34'190,"0"-5"1,-2 10 0,-3 2 672,-2 3 1,-10 5 0,2 4-73,-4 8 1,-10 7-1,0 7 1,2 8-407,3 4 0,-5 13 0,0 4 0,2 5-357,3 3 0,5-1 0,2 1 0,5-3-530,2-5 1,3 3 0,9-10 0,3-3-369,2-1 1,18-6-1,-4-4 1,6-8 422,4-5 0,1-4 0,7-5 1,-6-10 276,-1-10 0,4 3 0,-7-8 0,-2 3 144,-3 0 1,3-7-1,-3 5 1,-7-1 349,-5 1 0,2-6 0,-4 8 1,0 3 1586,-1 1-1439,-1 4 1,-18 11 0,-2 10 0,-3 12-312,1 7 1,7 10 0,-5 3 0,-1 2-254,1 5 1,7-6 0,-2 1-1,5-2-727,2-6 0,0 6 0,2-6 0,5-4 819,8-5 0,4-2 0,3 6 0</inkml:trace>
  <inkml:trace contextRef="#ctx0" brushRef="#br0" timeOffset="850">1590 733 8199,'0'-22'1401,"0"8"-702,0-1 1,-8 13 0,-1 2 0,-1 12-305,0 7 1,-4 3 0,7 2 0,-1 3-417,-1 2 0,6 7 1,-4-4-1,5-1-2244,2 1 2265,0-3 0,9-8 0,3 1 0</inkml:trace>
  <inkml:trace contextRef="#ctx0" brushRef="#br0" timeOffset="1233">1699 472 8199,'-22'-44'-75,"10"8"0,2 2 1,3 3-46,-1 4-14,1 12 1,10 8-1,1 14-150,4 8 1,-1 4 0,-7 3 0,0 0 186,0 0 0,0 7 0,2 0 0,3-3 220,3-2-1,-1 8 1,-7 2 0,0 2 120,0 0 1,0-7 0,0 8 0,0 1 57,0 4 0,0-1 1,0-3-1,0-1 70,0 1 0,0 4 0,0-1 0,-3-3 221,-4-1 0,2-11 1,-9 3 354,-3-4 1,-3-13-801,-1-5 0,9-17 0,4-12 1,8-11-139,8-9 0,4-1 1,9-1-1,4-2-343,4-4 1,-3 4-1,11-3 1,-1 8 26,-2 5 0,0 12 1,-8 2-1,6 12-6,2 8 0,-8 4 0,3 8 0,-5 12-142,-2 11 1,-10 9 0,-4 1-1,-6 3 455,-2 5 0,0 5 0,0 9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49.96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477 0 8100,'0'24'44,"0"5"0,-7-2 1,0 9-1,2 5 179,3 8 1,2 7 0,0 9 0,0 0-108,0 1 1,0 6 0,0 3 0,0 3-1237,0 4 1120,0-7 0,-10 0 0,-2-10 0</inkml:trace>
  <inkml:trace contextRef="#ctx0" brushRef="#br0" timeOffset="667">20 501 8276,'-12'10'194,"5"-8"0,14 5 0,8-4-231,4-3 0,12 0 0,6 0 1,6-3-91,8-4 1,-3-5-1,11-12 1,-1-3 63,-3-2 0,-2-2 1,-11 4-1,-6-2 223,-7 3 0,-7 1 0,-5 6 0,-5 2 450,-3 3 1,-1 11-388,-8 3 0,0 17 1,2 14-1,3 1-218,2-1 1,8 8 0,-6-3 0,1 6-104,0 1 1,4 1-1,-4-1 1,0 1-265,-1-1 0,-1 1 0,-8-1 0,0 1 98,0 0 0,-3-11 0,-2-4 0,-4-7 93,-3-7 0,-3-6 0,-7-11 304,0-5 0,8-5 1,2-13-1,2-1 97,5-3 0,3-10 0,2 3 0,0-5-70,0-3 0,2 3 0,6 2 0,6 5-122,5 3 0,3 4 0,0 10 0,0 5-234,0 3 1,-1 1 0,1 11-1,0 4 81,0 7 1,-3 16 0,-2 6 0,-3 5 51,3 3 0,-7-1 0,0 1 0,-3-1 71,0 1 1,8 4-1,-6-2 1,1-7 54,0-5 0,7-5 1,-3-8-1,6-1 222,1-6 0,1-4 1,0-10-1,0-2 104,0-6 1,7-6 0,0-13 0,0-2-43,2 3 1,-7-8-1,5-3 1,-4-1-149,-4 1 1,-6-4-1,-3 5 1,-2-5-103,-6-3 0,-4 3 1,-7 2-1,-7 6 119,-6 1 0,-9 5 0,-2 13 1,-3 7 295,-5 4 0,-2 15 1,-2 10-1,1 12-433,6 7 0,0 10 0,12 0 0,7-3 102,5-2 0,7 5 0,12 0 1,12-5-420,15-8 0,15-6 0,23-13 0,8-4-996,5-8 1,-34-6 0,2-2 1233,1-1 0,1-3 0,2-8 0,-1-6 0,-1-4 0,-1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47.84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63 664 8128,'-2'-20'573,"-5"6"0,2 7 0,-7 14-165,2 7 1,3 13 0,7 5 0,-3 1-279,-4 6 0,5 2 0,-6 0 1,8-2-227,8-3 0,-4-7 0,11 5-243,2-2 0,5-6 0,4-11 0,3-10 19,-2-10 1,4-7 0,1-12 0,-1-5 91,1-8 0,-3-4 1,-7-2-1,-1-3 334,1-5 0,-10 7 1,-4-2-1,-6 10 432,-2 5 1,0-6-291,0 8 1,-2 10 0,-3 14-1,-5 10-189,-2 9 0,5 15 1,-5 8-1,2 1-198,5-1 0,3 4 1,2-5-1,0 3-11,0-3 0,0 3 1,2-10-1,3-2 241,2-3 1,10-5-1,-2-4 1,4-8 440,3-5 1,-3-11 0,-2-6 0,-2-4 104,1-3 0,1-10 1,0-1-1,-5-4-654,-2 1 0,5 2 0,-8-5 1,0 6-1135,3 1 0,-8 1 1151,6 2 0,4 4 0,0-6 0</inkml:trace>
  <inkml:trace contextRef="#ctx0" brushRef="#br0" timeOffset="182">738 315 11011,'-7'22'397,"0"0"0,0 2 0,7 5 0,0 5-179,0 0 0,0 14 0,0-4 0,0 2-202,0 0 1,0 5 0,0 2 0,0 0-17,0 0 0,-10 8 0,-2-6 0</inkml:trace>
  <inkml:trace contextRef="#ctx0" brushRef="#br0" timeOffset="715">1152 163 8211,'0'-22'188,"0"8"1149,0-1-1439,0 1 0,0 4-285,0 10 0,7 2 387,1 13 0,9-1 0,-5 8 0</inkml:trace>
  <inkml:trace contextRef="#ctx0" brushRef="#br0" timeOffset="1181">1109 119 8224,'9'-21'-2,"-6"-1"0,4 0 0,-2 3-1424,2 4 1691,-5-4 0,8 19 1,-10 2 165,0 18 1,0 4 0,0 12 0,-2 5-91,-6 8 1,4-1 0,-8 10 0,-1 3-100,1 2 0,5 2 1,-5 3-1,2 2-259,5 2 0,-4 1 0,1-8 1,1 1-820,-2-1 0,6-9 836,-4-6 0,-5-4 0,0-2 0</inkml:trace>
  <inkml:trace contextRef="#ctx0" brushRef="#br0" timeOffset="1648">847 424 8050,'15'0'-146,"-1"0"1,3 0 37,3 0 0,4-2 1,5-3-1,10-5 54,9-2 1,0-10-1,10-7 1,0 0-42,-2-2 1,0 4 0,-10-7-1,0 3 165,-5 4 1,-15 3-1,-4 2 1,-10 3 877,-2 5 0,-8 6-579,6 16 0,-6 4 0,-2 12 0,0 5-94,0 7 1,0 8 0,0 4-1,0 3-314,0-3 1,0-2 0,0-2-1,0-1-70,0 1 1,0 0-1,0-3 1,0-3 118,0-1 0,-10-3 0,-4 2 0,-3-7 38,2-5 0,-4-5 1,5-4-124,-6-8 1,1-7 0,4-7-153,8-8 0,5-11 0,2-3 1,0 2 201,0 3 1,9 9 0,6 3 319,4 3 1,3 1 0,0 11 0,0 4 50,-1 8 1,6 14-1,0 7 1,-6 5-295,-1 3 1,4 6 0,-12 4 0,0-1-53,-5 0 0,-4 8 0,-3-6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44.73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66 371 8142,'-15'0'265,"1"2"-155,-3 5 1,7 8 0,3 11-1,4 6 251,3 2 0,0 0 0,0 4 0,0-1-267,0 1 1,3 1 0,2-3 0,4-7-67,3-5 1,3-2-1,7-2 6,-1-6 1,1-7 0,-2-14 0,-4-7-39,-1-6 0,0-4 0,4-5 1,-2-7 13,-3-5 1,-9-1 0,5 4 0,-3 4-124,0 2 0,1 3 0,-8 8 0,2 1-1045,5 6 1106,-4 4 1,9 27-1,-7 7 1,2 5 164,-2 3 1,-3 4-1,1-5 1,1 1 96,4-1 1,9-9 0,-3-10 0,5-2 446,3-5 1,0-5 0,0-8 0,0-8-92,-1-11 0,1-7 0,0-9 1,0-1-460,-1 0 0,-1-6 0,-3-1 0,-3 2-1290,3 3 0,-5 3 1183,3-1 0,-1 1 0,8-1 0</inkml:trace>
  <inkml:trace contextRef="#ctx0" brushRef="#br0" timeOffset="316">697 675 8086,'22'-21'58,"0"1"0,-3 3 0,-2 3 138,-2-3 1,-1 5-1,8-3 1,-3-2 58,-4-2 0,4-3 0,-7-2 0,3-3-65,-1-2 1,-9 0 0,5 8-1,-3-4-70,0-4 0,0 5 0,-7-5 0,-2 7-47,-5 8 1,2-3 0,-10 10 0,-2 2-217,-2 2 0,-10 15 0,0 8 0,0 9 270,-2 5 0,6 4 1,-4 11-1,8 4 354,6 3 0,3-8 0,7 5 0,-2-2-246,2 0 1,12 0-1,10-10 1,10-5-1018,9-7 0,8-5 782,6-2 0,6-10 0,9-2 0</inkml:trace>
  <inkml:trace contextRef="#ctx0" brushRef="#br0" timeOffset="815">1372 371 8023,'-12'9'633,"0"-4"0,5 10-229,-8 1 1,6 4-1,-1 2 1,3 2-137,-1 5 0,-6-3 0,7 8 0,-1 0-340,-1 0 1,6-5-1,-4 5 1,5-3-582,2-4 0,0-3 653,0-2 0,-10 0 0,-2 0 0</inkml:trace>
  <inkml:trace contextRef="#ctx0" brushRef="#br0" timeOffset="966">1416 109 7829,'0'-22'-264,"0"8"183,0-1 81,0 11 0,9-16 0,4 8 0</inkml:trace>
  <inkml:trace contextRef="#ctx0" brushRef="#br0" timeOffset="1365">1742 240 8407,'-14'-20'591,"-1"6"1,8-3 0,-7 10 0,-3 2-173,-3 3 1,-1 9 0,-1 2 0,0 6-216,0 9 0,-7 0 1,0 10-1,3-2-421,1-6 0,11 6 1,2-3-631,2-3 1,5-4-1,12-7 537,8-8 0,4-5 1,3-2-1,0 0 262,0 0 1,-1 0 511,1 0 0,-7 0 1,-3 3 487,-3 4 1,-1 8-1,-8 14 1,0 7-487,0 5 0,-10 5 0,-2 5 0,-3 7-330,1 5 1,-3 5 0,-10 4 0,-2 6-348,3-1 1,2-2 0,2-12 0,0-5-3342,0-7 3552,0 4 0,1-9 0,-1 8 0</inkml:trace>
  <inkml:trace contextRef="#ctx0" brushRef="#br0" timeOffset="1732">1808 0 8124,'14'0'-254,"-2"3"682,-2 4 0,0 5 1,-5 10-1,2 2-179,-2 5 0,-3 5 0,-2 10 0,0 1-155,0 6 0,-2-2 1,-6 9-1,-6 0-178,-5-3 1,-3 8-1,0-7 1,0 0-190,0-5 1,3-15 0,2-10 202,3-9 0,2-9 0,-3-18 125,8-12 1,7-2 0,7-12 0,5-3 59,0-2 0,10 5 1,-3 2-1,6 2 250,-6 6 1,3 1-1,-8 6 1,6 5-34,1 6 1,1 6 0,0 4 0,0 6-197,-1 6 1,-1 15-1,-3 7 1,-5 6-311,-3 1 1,-1 8-1,-8 0 1,0-5-757,0-8 1,0 1 0,0-10 929,0-2 0,0-3 0,0-2 0</inkml:trace>
  <inkml:trace contextRef="#ctx0" brushRef="#br0" timeOffset="1916">2352 0 8120,'0'22'-97,"-2"2"0,-3 5 0,-2 8 149,2 4 0,2 2 0,3 1 1,-2 2 466,-5 5 1,4-3 0,-4 10 0,5 0-682,2-2 0,-8 4 0,1-9 0,0-2-1526,-3-4 1688,-2-1 0,0-10 0,2-3 0</inkml:trace>
  <inkml:trace contextRef="#ctx0" brushRef="#br0" timeOffset="2265">2091 327 8114,'12'-10'-160,"7"1"0,-4-8 1,7 5 70,7 2 1,-3-5 0,13 8 0,4 0 89,6-3 1,4 5 0,-4-7 0,1 3-80,-1 4 0,-3 0 0,-3 0 0,-2-5 272,-4-2 1,-13 7 0,-12-4 843,-2-1 1,-6 0 0,-11-4-240,-7 7 1,2-3 0,-3 3 0,-2 2-462,-2 2 1,-3 13 0,3 7-324,4 10 0,-2-1 0,10 11 0,2 1-127,3 3 0,2 3 0,0 2 0,2 2 47,5 3 0,3 0 0,7-7 0,-2-1 427,1 1 1,-6 4 0,-3-2 0,-4-7 98,-3-5 1,0-5 0,-3-8 0,-4-1-209,-7-6 1,-13-4-1,-4-8 1,-3 3-1048,-5 2 1,-9 1 0,-3-6 793,2 5 0,-6 5 0,-1 10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8:40.61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1 337 8284,'19'-42'0,"-2"4"220,-2 1 1,6 11 0,8-3-1,-2 5 237,-3 2 0,-2 7 0,0 3 102,0 2 1,-1 6-452,1 11 0,-10 12 0,-5 13 1,-4 2-130,-3 4 1,0 3 0,-3 5 0,-1 5-234,-4 7 1,-6 5 0,7 3 0,2-1-196,2 0 0,3 5 0,0-4 1,0-11-4,0-6 0,0-8 0,3-7 0,4-13 190,8-11 1,4-12 0,3-13 0,-1-14 292,1-10 0,7-14 0,0-5 0,-2-5 97,-3-2 1,-2 0 0,0-1 0,-1 3-76,1 5 0,-7-2 1,-3 11-1,0 6-7,0 4 228,-7 13 1,5 6-1,-13 20 1,-2 15 25,-2 11 1,-7 1 0,6 9 0,1 3-30,-3 2 0,8 3 0,-5-1 0,4 1-119,3-1 0,3 1 0,4-1 0,7 1-214,6 0 0,2-3 0,-1-5 0,4-5-791,4 1 0,-3-8 853,10 5 0,-9-5 0,5-2 0</inkml:trace>
  <inkml:trace contextRef="#ctx0" brushRef="#br0" timeOffset="216">981 816 8107,'0'36'0,"0"0"188,0 3 0,0 2 0,0 3 0,0 2 20,0 4 1,0 13-1,0 12 1,0 3-854,0 4 1,-8 5 644,1 7 0,-5-44 0,-2 0 0,2 4 0,-1 1 0</inkml:trace>
  <inkml:trace contextRef="#ctx0" brushRef="#br0" timeOffset="466">1003 707 8107,'21'-20'0,"1"6"0,0 7 327,0 4 1,-1 6-1,1 4 1,0 7 13,0 6 0,-3 2 1,-2 2-1,-5 2-33,-2 3 0,-3 10 0,-7-5 1,0 2-177,0 1 1,-12-4 0,-7 6-1,-10-5-266,-5-3 0,5-2 0,-5-7 1,0-2-652,0-6 1,7-4 0,-2-10-1,5 0-1477,2 0 2262,10-20 0,-7 6 0,7-18 0</inkml:trace>
  <inkml:trace contextRef="#ctx0" brushRef="#br0" timeOffset="932">1721 685 8103,'-10'-22'0,"-4"0"360,-5 1 0,4-1 0,1 2 0,-3 4 152,-3 1 1,-2 10 0,1-2-387,-1 5 1,0 11 0,0 8 0,1 7-143,-1 5 1,7 10 0,1-3 0,-1 6-29,3 1 0,3-7 1,6-2-1,-2 0-457,-2 0 1,2-7 321,12 2 1,6-8 0,8-9 0,1-12 140,0-12 1,7-9-1,0-8 1,0-8 22,2-4 0,-6-5 0,6-5 1,-2-4 156,0-1 0,0-7 1,-7 5-1,0-5-17,-1-2 0,1 0 1,0-1-1,-3 3-101,-4 5 1,-3 5 0,-7 12-58,2 5 1,0 16 14,-7 20 1,0 20-1,0 18 1,-2 11 124,-5 9 1,2 5 0,-7 2-1,0 3-45,0 4 0,-3 6 0,-4 9 0,2 0-793,2 0 0,8-2 1,-5-3-1,2-5 731,5-2 0,-7-12 0,0-9 0</inkml:trace>
  <inkml:trace contextRef="#ctx0" brushRef="#br0" timeOffset="1249">2135 707 8103,'0'-29'0,"0"-3"0,0 1 425,0-1 1,-3 11 0,-4 8 513,-7 4 1,-6 2 0,-1 7-1,-4 4-722,-4 11 0,5 2 0,-5 19 1,7 3-426,8 2 0,-3 3 1,10-3-1,2-3-381,2-1 1,3-3-1,0 2 1,0-7 7,0-5 0,10-12 0,5-5 0,4-4 403,3-3 0,7-3 1,0-4-1,-3-5 386,-1 0 0,-6-7 0,-2 4 417,-3-4 0,-2-3 0,5 3-51,-2 4 0,-10 3 1,4 7-480,1-2 1,-7 2 0,6 10 0,-2 5-495,1 2 0,-1 2 1,-5 8-1,3 0-525,3-1 1,-1 4 0,-5 1-902,5 3 1825,-4 0 0,16-7 0,-7 0 0</inkml:trace>
  <inkml:trace contextRef="#ctx0" brushRef="#br0" timeOffset="1432">2701 32 9149,'-7'21'0,"0"4"251,2 4 0,0 7 1,0 15-1,-2 7-84,2 5 1,-5 7 0,1 7 0,-1 10-471,0 3 0,-7 7 0,3 0 0,-8-1-187,7-46 1,1-3-1,-1 26 374,1-22 0,-1-15 1,3-14-1</inkml:trace>
  <inkml:trace contextRef="#ctx0" brushRef="#br0" timeOffset="1715">2266 598 8103,'-22'0'-1490,"0"0"1505,10 0 0,12 2 0,17 3 1,7 2 29,5-2 0,10-2 0,-5-3 0,2 0 259,0 0 0,-2-3 1,2-2-1,-4-2 209,-1 2 0,-6 3 1,4 2-1,-5 0-78,-2 0 0,-1 0 1,1 0-1,0 2-260,0 6 1,-8 4 0,-2 12 0,-2 5-76,-5 7 0,4-2 0,-1 2 1,-3 3-167,-3 2 0,5 3 0,0-3 0,-2-2-806,-2-3 0,-3-10 872,0 4 0,0-6 0,0-3 0</inkml:trace>
  <inkml:trace contextRef="#ctx0" brushRef="#br0" timeOffset="1865">2766 424 8103,'-12'-10'-418,"3"8"1,9-8 0,0 10 0</inkml:trace>
  <inkml:trace contextRef="#ctx0" brushRef="#br0" timeOffset="2132">2919 837 8103,'0'34'0,"0"-5"35,0-5 0,0-2 0,0 0 244,0 0 0,-7 0 0,-1-1 0,1-1 237,-3-6 0,6-4-369,-11-10 1,10-2-1,-2-6 1,5-6-231,2-6 0,0-4 1,0-5-1,2-5-129,5 0 0,5-4 0,8 6 0,-1 1 9,3-1 0,-13 6 0,13 9 0,-2 5 53,-1 2 0,3 3 0,0 7 1,-1 2 107,1 5 0,7 6 0,0 11 0,-2 2-419,-3 3 1,-2 8 460,-1-8 0,1 9 0,0-4 0</inkml:trace>
  <inkml:trace contextRef="#ctx0" brushRef="#br0" timeOffset="2481">3420 685 8103,'-15'-22'110,"1"0"1,6 1 0,-4-1 1859,3 0-1739,-8 10 1,12 2-1,-7 13 1,2 6-296,5 13 1,3 2-1,2 13 1,0 1-51,0 4 1,0 8 0,0 4 0,0-1 50,0 0 0,7 0 0,0-4 0,1 6-32,1 8 1,-6-2-1,4 11 1,-7-2-123,-7 3 1,-5 0-1,-10 9 1,-2 3 14,-5-3 1,-5-7-1,-12 0 1,-3-5 147,-1-7 1,-1-32 0,10-9-1,2-15 505,3-7 0,9-17 0,0-7 0,10-5 37,10-2 0,5-8 1,2 3-1,5-5-281,9-3 1,3 8 0,19 0-1,5-3-478,8-2 1,7-3 0,9 1 0,0 1-172,0 6 1,3-5 0,2 7 0,8 0-697,7 5 1138,-13 5 0,13 2 0,-20 0 0</inkml:trace>
  <inkml:trace contextRef="#ctx0" brushRef="#br0" timeOffset="2914">4574 97 8324,'-12'2'282,"4"8"1,6 12-25,2 12 1,-2 9 0,-3 8 0,-5 7-2,-2 5 1,5 12 0,-5 7 0,0 8-417,-1 4 0,1-2 0,-5-12 1,5-7 158,3-6 0,-8-11 0,5-3 0</inkml:trace>
  <inkml:trace contextRef="#ctx0" brushRef="#br0" timeOffset="3531">4073 511 8183,'10'-12'102,"-5"0"0,9 4 0,5-4-157,8 0 0,7-7 0,12 4 0,5-7 0,7-7 0,5 5 0,0-5 0,-5 5 147,-8 2 1,-6 3-1,-8 2 36,-7 2 1,-12 11-1,-5-1 1,-2 10 206,-5 9 0,-3 8 0,-2 7 0,0 7 63,0 5 1,0 3-1,0 2 1,0 2-248,0 3 0,0 7 1,0-7-1,3-3-124,4-2 0,-5-2 0,6-1 0,-6-1-5,-2-6 0,0-5-143,0-9 0,0-12 1,0-10-139,0-12 0,0-10 0,2-7 0,3-5-164,3 0 0,6-7 1,-4 5-1,2-5 112,5-3 0,2 3 1,1 5-1,-4 6 45,-1 6 0,0 3 0,6 1 205,1 6 0,-7 6 0,-3 16 0,0 9 179,0 9 0,-7 8 0,2 12 0,-5 2-68,-2 3 0,0 2 1,0-7-1,3 0-49,4-4 0,-2-13 0,7 0 0,0-5 71,0-2 0,3-10 1,6-5-1,1-7 129,0-7 1,2-5 0,3-13-1,2-1 23,-2-3 1,4-10-1,-2 3 1,-2-5-80,-3-3 1,-10 8 0,-2 2-1,-2 0-52,-5 0 1,-3 0 0,-2-4 0,-2 4-119,-5 2 0,-5 10 0,-13 10 0,-1 3 121,-3 4 0,-3 5 0,6 7 0,-3 10 164,2 10 1,3 7-1,4 11 1,4 4-136,1 2 1,10 0 0,-2-8 0,4 1-145,3-1 0,13 1 0,8-3 19,13-5 0,27-4 0,6-11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02.4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27 8182,'-10'-12'212,"8"-3"-25,-6 15 1,6 12-1,2 20 1,0 4 49,0 10 0,0 0 0,2 10 0,6-1-181,6 1 1,-2 2 0,3 10 0,-1 2-213,-2 2 1,8 1-1,-8-10 1,0-5-54,-5-7 1,-2-5 0,0-5-78,2-5 1,-2-14 280,-12-15 1,-3-9 0,-5-10-1,6-10 80,-1-2 1,8-8-1,-6 1 1,6-3-38,2-5 1,2-2 0,3 0 0,5 2 15,2 3 1,3 9 0,6-2 0,4 8 104,4 6 1,-5 5 0,7 10-1,-2 5-146,0 10 0,8 9 1,-8 19-1,-3 1-417,-2 0 0,-2 6 1,0 1 403,0-2 0,0 6 0,-1 1 0</inkml:trace>
  <inkml:trace contextRef="#ctx0" brushRef="#br0" timeOffset="349">828 636 8182,'-33'-26'0,"4"2"0,4 7 647,4 5 1,-8 4 0,-1 8-1,1 0 108,-2 0 1,7 12 0,-5 8 0,7 9-553,7 5 0,-1 0 0,8 4 0,3-4-416,3-2 1,2 4 0,0-7-1,2-2-369,6-3 0,4-2 1,12-3-1,3-5-357,2-6 1,7-6 0,-7-2 0,0 0 551,2 0 1,-6-10-1,4-4 1,-8-5 386,-6-3 0,4 7 0,-7 1 159,1-3 1,-1 0 2664,-5 2-2207,-5 6 1,8 11 0,-10 5 0,0 8-702,0 4 0,0 10 0,2 0 1,3-2-399,2-3 0,3-2 1,-5 0-1,5-3-716,2-4 1198,-7 4 0,14-17 0,-7 8 0</inkml:trace>
  <inkml:trace contextRef="#ctx0" brushRef="#br0" timeOffset="866">1003 571 8182,'0'15'-311,"0"-1"1,0 3 430,0 2 0,0 6 1,2 1-1,3 6 113,2 2 1,10-5-1,-2 5 1,2-1 48,-3 1 1,5-7-1,-4 2-74,4-5 1,1-9-1,-3-3 1,-5-5 65,-3-9 0,6-11 0,-8-13 0,-2-6-127,-3-1 0,1-11 0,2-7 0,2 0-115,-2-2 0,-3 5 0,-2-8 0,0 0-457,0 1 0,-2 6 0,-3-1 0,-2 4-1019,2 2 0,2 3 1037,3 5 0,0 16 0,0 20 1,0 15 432,0 11 1,0 8 0,0 12-1,0 5 155,0 7 0,0-2 0,0 2 0,0 2 28,0 3 0,3-7 1,2-5-1,4-5 30,3-3 1,3-9 0,7-7-1,0-8-28,-1-4 1,8-11 0,0 1-1,-2-10-2,-3-9 0,-2-8 1,0-7-1,-3-5-91,-4 0 1,2-4 0,-8 6 0,1 1-63,0-1 1,-3-4-1,-7 7 1,0 0-219,0-3 0,-3 8 0,-4-5 0,-7 5-42,-6 2 0,-2 8 0,1 2 0,-3 2 326,-6 5 1,4 12 0,-8 8 0,5 7 310,10 7 0,-3 5 1,10 9-1,0 3-11,4 5 1,6-5-1,2 5 1,5-5-124,9-3 1,6 1-1,21-3 1,7-2-816,5-3 0,8-9 0,9-1 516,3-9 0,-1 2 0,-6-6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01.2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0 414 8313,'0'-21'-305,"0"-1"1362,0 0-754,0 0 1,0 27-1,0 12 1,3 12 207,4 10 0,-5 4 1,8 8-1,-3 5-24,1 0 1,8 6 0,-3-6 0,1 2-472,1 0 0,-3 0 0,7 8 0,-2-3-261,0-5 0,7-8 0,-9-13 0,4-11-117,3-9 0,0-9 0,-3-16 97,-5-6 0,-4-15 1,-10-10-1,0-7-50,0-5 1,0-7 0,0 5 0,0 0 161,0-1 0,-7-4 0,-3 8 1,1-1-32,-1-2 1,-5 14-1,8-2 1,2 7 96,3 7 0,2 15 1,0 15 256,0 16 1,2 12 0,5 13 0,8 2 148,4 5 1,3-3 0,2 8 0,3-3-155,2-5 0,0-2 0,-5-5 1,3-4-27,2-8 1,0-7 0,-7-8 0,-1-7 193,1-4 1,-7-8-1,-3-10 1,0-14 61,0-9 0,-7-8 0,2-3 0,-4-6-322,-3-8 0,0 2 0,0-11 0,0 4-318,0 3 0,0-1 0,0 1 0,0 0-632,0-1 0,0 11 0,0 4 0,0 7-1703,0 8 2580,0 5 0,0 18 0,0 4 0</inkml:trace>
  <inkml:trace contextRef="#ctx0" brushRef="#br0" timeOffset="317">784 1264 10467,'22'0'337,"-7"-10"1,-1-4 0,3-8-148,2-7 0,-4 2 0,-1-7 0,1 0-93,-3 1 0,5-4 0,-10-4 0,-2 2-163,-3 3 1,-2 7 0,0-5 0,-2 3-74,-5 4 1,-5 3-1,-13 2 1,-1 3-131,-3 4 1,0 6 0,7 13 336,0 11 0,8 9 1,2 20-1,2-1 40,5 1 1,3 2 0,4 2 0,8 3-116,12-3 1,-1-2-1,11-5 1,-1-2-358,6-3 1,11-9 363,3 2 0,19-5 0,-2-2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04.2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654 1 8174,'12'10'281,"5"11"1,-8 16 0,1 6 17,0 8 0,7 7 1,-3 12-1,5 5-118,3 3 1,0 2-1,-3 4 1,-2-1-88,-2-4 1,-10-11 0,2 0 0,-5-10-349,-2-5 1,8-12 76,-1-12 1,-2-17 0,-10-12 158,-2-12 1,-1-7 0,6-3 0,-3 0-33,-2 1 0,0-8 1,7 0-1,0 0-8,0-3 0,0 6 0,0-8 0,0 2-178,0 6 1,9 1 0,6 4-1,4-1 249,3 0 1,0 10 0,2 5 0,2 4 283,3 3 0,3 3 0,-5 4 0,2 10-161,-3 10 0,-2 6 1,-2 11-1,0-1-78,0 1 0,-3 0 1,-4-1-1,-8 1-240,-5-1 0,1-6 1,2-4-1,2-1-544,-2-6 0,-1-9 1,4-4-622,6-4 1347,-4-2 0,19-16 0,-5-3 0</inkml:trace>
  <inkml:trace contextRef="#ctx0" brushRef="#br0" timeOffset="483">327 66 8118,'-12'3'-98,"5"4"0,4 10 389,3 10 0,3 9 1,4 15-1,10 7 60,9 5 1,1 9 0,7 3 0,0 3-194,0 4 0,-8 0 0,6 0 0,-6-4-445,-4-3 1,5-3 0,-15-9 0,0-7-1478,-5-12 1764,5-11 0,-19-11 0,5 0 0</inkml:trace>
  <inkml:trace contextRef="#ctx0" brushRef="#br0" timeOffset="683">0 480 8445,'15'7'204,"-1"1"1,1-1-1,9-7 1,7 0-251,13 0 0,9 0 0,15-3 1,5-1 52,6-4 0,16-9 1,4 5-1,0 0-1011,-4 5 567,-16 5 1,6-8-1,-8-2 1</inkml:trace>
  <inkml:trace contextRef="#ctx0" brushRef="#br0" timeOffset="1050">1437 916 8073,'0'21'-173,"8"1"1,-1 2-1,0 3 47,3 2 0,0 0 0,4-7 0,-4 0 875,-1-1 0,-6 1 1,4 0 1325,-4 0-1483,-3-10 0,0-5 0,-3-17-252,-4-11 1,4-11-1,-6-11 1,2-3 71,-1-5 1,1 2 0,7-9 0,0-2-585,0-3 1,0 5 0,0 2 0,2 1-611,6-1 1,-3 15-1,11 0 1,6 7-1029,5 7 1,2 13 1809,-7 6 0,9 16 0,3 4 0</inkml:trace>
  <inkml:trace contextRef="#ctx0" brushRef="#br0" timeOffset="1366">1742 1090 8062,'15'7'-50,"-3"3"70,-2 2 1,7-7 0,-3 2 185,5-5 0,-4-4 0,-1-5 0,3-8-56,3-4 1,2-3 0,-1-2 0,-1-5 5,-6-7 0,6 2 0,-8-3 0,0-1-110,-5-4 1,-5 6 0,-2 0 0,0 0-14,0 2 1,-2 2 0,-5 8 0,-8 0 233,-4 2 0,-3 5 0,0 17 0,1 0 17,-1 0 1,0 10-1,3 7 1,2 9-131,2 11 0,10 4 1,-2 2-1,5-1-185,2-6 0,0 3 1,2-8-1,5 0-579,8 1 0,7-5 0,7-13 1,9-4 609,11-1 0,6-16 0,11 5 0</inkml:trace>
  <inkml:trace contextRef="#ctx0" brushRef="#br0" timeOffset="1699">2309 828 8106,'-10'13'669,"-5"-6"-301,6-5 1,-1 1-138,10 4 1,10-5-1,4 6 1,6-6-43,1-2 0,8-2 0,0-3 0,-2-5-64,-3-2 0,-2-3 0,0-6 0,0-1-94,-1 0 0,1 0 0,-3-2 0,-2-2-108,-2-3 1,-10-8-1,2 8 1,-5 3 30,-2 1 0,-2 4 0,-8 1 0,-9 6 299,-8 6 0,-11 6 1,-1 2-1,-7 2 237,-5 6 1,0 14-1,10 14 1,2 7 59,3 8 1,10-2-1,-1 6 1,10 1-439,10 0 0,9-8 0,13 3 0,14-8-380,9-6 0,18-13 0,7-12 0,10-2-728,4-6 1,-4-4 995,6-7 0,-8-5 0,4-10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21.4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66 240 8622,'-22'0'566,"10"3"1,2 4 0,3 8-289,0 4 1,0 12 0,7 6 0,0 4-151,0 2 0,7 1 0,3-1 0,2-1-93,5-6 1,2-5 0,3-9-1,-1-3-41,1-4 0,0-5 1,0-13-37,0-4 0,-3-5 1,-2-12-1,-5-3-22,-2-2 1,4-10 0,-7 1 0,1-8 10,1-5 1,-6 0-1,4 7 1,-5 1-147,-2-1 0,0 3 1,0 5-1,0 7-232,0 5 0,0 16 351,0 16 0,0 13 0,0 25 1,0 5 198,0 7 0,0 3 1,0-1-1,0-4 89,0-3 1,10 3 0,5-10 0,4-8 164,3-4 0,7-7 0,2-13 0,1-6 537,-1-6 1,6-19 0,-8-7-1,-3-7-464,-2-8 0,-9-2 0,-3-5 1,-2-3-368,-6-1 0,-1-1 0,-3 5 1,0-3-173,0-1 0,0-1 0,-3 10 0,-1 2-1564,-4 3 1,-1 11 0,4 1 1656,-2 7 0,-10 12 0,5-4 0</inkml:trace>
  <inkml:trace contextRef="#ctx0" brushRef="#br0" timeOffset="484">785 545 8032,'14'0'1042,"1"0"0,-8-2 0,7-5-656,3-8 1,3 3 0,1-3 0,1-2-148,0-2 0,0 5 0,0 1 0,-1 4-244,1 4 0,0-5 0,0 3-37,-1 2 0,-1 12 1,-6 8-1,-6 4-139,-6 3 0,-2 7 0,-2 3 0,-8-1 114,-12 0 1,0 6-1,-7-8 1,5-3-44,2-1 0,8-6-195,-1-5 1,13-4-1,-1-12 71,8-6 0,19-4 0,-2-7 1,2 2 790,1 3 0,-4 9 0,1-3 732,0 6 1,0 2 0,-3 2-426,-4 6 1,-6-3 0,-9 9 0,-2 3-437,-5 2 0,-5-4 0,-10-1 0,-2 1-514,-5-3 0,-5 5 0,-7-10 0,2-2-912,3-2 0,9-3 0,-5 0 998,1 0 0,7-20 0,-8-4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20.3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44 305 8018,'-12'22'24,"0"9"1,7 6 0,-2 6 168,2 8 1,3-5-1,2 7 1,2-2 222,6 0 1,-4-8 0,11-6 0,2-1-171,2-2 1,-4-5 0,-1-15-1,3-6 23,3-6 1,-6-2 0,1-5 0,-1-7-112,-2-10 0,8-14 0,-8 0 0,2-8 18,1-7 0,-11 6 1,6-6-1,-3 2 46,1-1 0,-1 4 1,-5-3-1,3 8-195,2 5 0,1-1 0,-8-4 0,0 5-548,0 7 369,0 14 0,0 18 0,0 19 1,0 14 56,0 12 0,0-2 1,0 8-1,2-4 68,5 1 0,-2-7 1,10-10-1,2-1 138,2 1 0,3-9 1,0-4-1,-1-11 313,1-8 0,0-2 1,0-4-1,-1-9-17,1-8 0,-2-16 1,-3 1-1,-5-5-117,-3-3 1,-1 1 0,-8-1 0,0 1-468,0-1 1,0 1-1,-3-1 1,-2 3-1015,-2 5 0,-7-3 0,4 10 0,0 2 1191,1 3 0,1 12 0,8 2 0</inkml:trace>
  <inkml:trace contextRef="#ctx0" brushRef="#br0" timeOffset="300">654 545 9793,'15'0'908,"-1"0"0,3 0-528,2 0 0,3 0 0,0-3 0,0-2-275,0-2 0,2 0 0,2 7 1,3 0-142,-2 0 0,-3 0-74,-2 0 1,-10 2 0,-5 6 202,-4 6 1,-13 8 0,-4 5 0,-6 2 228,-2-3 0,1 6 1,-1-3-1,0 0 66,0 2 0,10-7 0,5 5-684,5-4 0,4-6 0,8-5-696,11-6 1,4-6 0,11-2 0,3-2-2922,2-6 3913,2-4 0,11-19 0,1-3 0</inkml:trace>
  <inkml:trace contextRef="#ctx0" brushRef="#br0" timeOffset="433">1307 632 8018,'15'-12'671,"-1"4"1,-6 6 0,4 4 0,-2 6-534,-6 6 0,1 8 0,0 5 0,2 4-34,-2 3 0,-5-5 0,-5 7 1,-2 1-105,2-4 0,-7 9 0,0-9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19.0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23 219 8407,'-12'9'294,"2"3"0,10 10 1,0 0 204,0 0 1,0 9-1,2 3 1,6 2-138,6 1 0,-2-8 1,0 4-1,0-1-317,0-5 1,-4-3 0,4-2-1,0-3-30,0-5 1,-5 3-118,8-9 1,-8-13 0,5-15 0,-2-9 7,-5-5 1,0-2 0,-1-7 0,4 1 228,-4 6 1,1-5-1,0 7 1,2 0-126,-2 5 0,0 5 0,0 2-59,2 1 0,10 11 1,-5 12 160,0 18 0,8 13 1,-8 16-1,2 2 190,1-3 1,-1 5-1,8-2 1,0 0 41,0 2 0,-1-17 1,1 1-1,0-13 224,0-10 0,0 3 0,-1-12 1,1-7-204,0-10 0,-8-17 0,-2-10 1,-2-7-404,-5-5 1,5 0 0,-3 5 0,-2-2-221,-3-3 0,-2 0 1,-2 8-1,-6-1-555,-6 1 1,2 6-1,0 4 1,0 1-3630,0 6 4442,7 1 0,-15 4 0,8-1 0</inkml:trace>
  <inkml:trace contextRef="#ctx0" brushRef="#br0" timeOffset="200">872 502 8146,'12'24'165,"-5"2"0,-4 3 156,-3-2 1,0 7 0,2 0 0,3 2-131,2 0 0,0-2 1,-7 5-1,-2-5-302,-5-3 1,4-2 0,-4-7 110,5 0 0,-8 0 0,-2-1 0</inkml:trace>
  <inkml:trace contextRef="#ctx0" brushRef="#br0" timeOffset="666">1416 654 7969,'-9'22'83,"6"0"0,-4-1 1,5 1 215,2 0 1,-8 0 0,1 2 0,2 3-85,3 2 0,-1 7 0,-1-7 1,-6-2-1335,-2-3 1119,7-3 0,-14 11 0,6 2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15.5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0 414 8085,'0'-22'348,"0"13"263,0 9 0,0 17 1,0 16-1,3 6-145,4 7 0,3 5 0,7-3 0,-3 6-243,3 1 0,3 1 0,1 4 0,1-2-228,0 3 1,0-10 0,-3-8 0,-2-11 197,-3-8 1,1-12 0,7-7 0,0-10-3,-1-10 1,-6-16 0,-1-13 0,3-11-18,3-8 0,-1-2 0,-2-1 0,-3 1-222,3 0 0,-5-1 0,1 1 0,-4 0-695,-4-1 1,5 8 0,-3 3 0,-2 1-1237,-3 6 0,-2 12 1979,0 7 0,0 4 0,0 4 0</inkml:trace>
  <inkml:trace contextRef="#ctx0" brushRef="#br0" timeOffset="266">371 327 8153,'0'36'0,"0"1"-141,0 1 0,7 3 1,3 3-1,-1 0 681,1-1 0,4 3 0,-4 2 0,0 3 46,-1-2 1,6-6 0,-5-4 0,-1-3-167,1 3 0,5-5 1,-8 0-1,-2-3 279,-3-4 1,0-10-271,6-3 1,-6-21-1,5-8 1,-4-18-111,-3-16 1,7-7 0,3-11 0,2-3-193,5-3 0,2-9 1,1 2-1,-4-2-771,-1 2 0,-1 5 0,6 12 0,-3 2-583,-3 3 0,1 12 0,4 3 0,-2 14 1227,-2 12 0,-1 7 0,8 10 0</inkml:trace>
  <inkml:trace contextRef="#ctx0" brushRef="#br0" timeOffset="589">784 958 8137,'3'13'562,"4"-6"1,-2-5-118,9-2 0,1-2 0,4-5 1,-2-8-315,-2-4 0,-1-5 1,8-3-1,-3-5-44,-4-1 1,2-1 0,-10-5 0,0 3-120,3-3 1,-8-2-1,6-3 1,-6 1-158,-2-1 0,-2 8 0,-6 2 0,-6 3 122,-5 4 1,-3 12 0,0 8 0,0 5 441,0 2 1,1 12-1,-1 10 1,0 11 44,0 9 1,8 8 0,2 1 0,2 0-12,5 2 1,3-7 0,2 5 0,2-7-499,5-8 1,6 3 0,11-10-1,2-3-798,3-2 0,10-11 0,-5-6 1,2-5-2647,1-2 3533,-1-9 0,7-13 0,1-12 0</inkml:trace>
  <inkml:trace contextRef="#ctx0" brushRef="#br0" timeOffset="714">1263 588 11954,'0'15'924,"3"-1"0,2 6-820,2 6 0,7-2 1,-4 8-1,0-3-711,0 0 1,4 2 0,-4-2 606,2 8 0,2-6 0,8 1 0</inkml:trace>
  <inkml:trace contextRef="#ctx0" brushRef="#br0" timeOffset="847">1307 175 8137,'-10'-22'0,"8"7"0,-8 3 0,3 0 0,0 0 0,-10-3 0,5-6 0</inkml:trace>
  <inkml:trace contextRef="#ctx0" brushRef="#br0" timeOffset="1533">1917 414 8026,'-10'-12'270,"8"-7"0,-8 7 0,3-3 453,-1 0 1,-8 11-1,1-4-127,-4 6 0,-3 2 0,-2 5 0,-5 7-124,-8 10 1,3 14 0,-2 3 0,-3 7-293,-2 4 1,7 4 0,5-8-1,8 0-645,6-5 0,-2-5 0,15-2-287,11-12 1,6-13 0,21-16 0,3-10 110,2-9 1,7-6 0,-2-7-1,-4 3 272,-1-3 1,-7 8 0,-1 2 796,-1 5 0,-3 4 0,-7 8 404,0 12 1,-10 20 0,-5 18 0,-5 11 25,-2 9 0,-7 7 0,-3 8 0,1 4-471,-1 1 0,-7 6 1,5-4-1,-3 5-263,1 2 1,2-7-1,-5-3 1,2-4-335,-2-10 0,1-8 0,-1-14-680,2-4 0,8-15 0,-5-18-363,2-8 0,3-11 1,7-16 1252,0-13 0,0-9 0,0-13 0</inkml:trace>
  <inkml:trace contextRef="#ctx0" brushRef="#br0" timeOffset="1850">1895 109 8026,'0'22'-230,"0"2"272,0 5 1,0-2 0,0 9-1,2 3 494,6 2 0,1 5 0,8 2 0,-5 3-340,-2-2 1,5 6 0,-6 1 0,1-1-264,0-4 0,-3 3 0,-7-4 0,0-1-208,0-3 0,-7-12 0,-1-5 0,1-8-16,-3-6 0,6-5 0,-9-13 0,4-4 471,4-8 0,3-11 1,2-6-1,0-2 353,0-4 0,7 4 1,2 0-1,4 3 55,3 4 0,4 5 0,2 5 0,-1 5-309,1 2 1,0 3 0,2 7 0,3 3-362,2 4 0,2 12 0,-4 13 0,2 2-885,-2 4 1,-3 1-1,-5 0 967,-4-3 0,4-9 0,-7 4 0</inkml:trace>
  <inkml:trace contextRef="#ctx0" brushRef="#br0" timeOffset="2050">2505 0 8026,'0'22'111,"0"0"1,0 0 94,0-1 0,0 11 1,2 7-1,3 7-29,2 4 1,0 11-1,-4-3 1,2 5-349,2 2 1,3 1 0,-5-1 0,2-2-149,-2-5 0,-3 2 1,-2-11 318,0-8 0,-10-7 0,-2-13 0</inkml:trace>
  <inkml:trace contextRef="#ctx0" brushRef="#br0" timeOffset="2200">2287 392 8026,'2'-14'263,"6"-1"1,4 3 0,12-2 0,5 4-1490,7 0 1226,15 8 0,5-17 0,9 6 0</inkml:trace>
  <inkml:trace contextRef="#ctx0" brushRef="#br0" timeOffset="2483">3071 240 8168,'-22'0'1559,"8"0"1,-1 0-999,-2 0 0,-2 2 1,-3 6-1,3 6-662,4 5 1,-2 3-1,8 2 1,-1 3-94,0 2 0,3 7 1,9-4-1,6-1-175,6 1 1,5 4 0,3-7-1,0-2 185,0-3 1,7-2 0,0-3 876,-3-5 1,-9 3 0,-4-7 84,-4 2 1,-4-5 0,-15 6 0,-9-4-389,-8-4 0,-11-3 1,1 1-1,-4 2-605,-2 2 1,-1 0-1,1-7 1,1 0-2366,6 0 1,5 0 2579,9 0 0,0 10 0,0 2 0</inkml:trace>
  <inkml:trace contextRef="#ctx0" brushRef="#br0" timeOffset="2666">3528 850 8000,'15'0'2646,"-1"0"1,1 0-3456,7 0 0,-1 0 809,1 0 0,0-10 0,0-2 0</inkml:trace>
  <inkml:trace contextRef="#ctx0" brushRef="#br0" timeOffset="2765">3659 567 8000,'-29'-17'456,"0"-3"1,2 1-268,3 2 0,9 10-189,1-8 0,-1 1 0,-6-8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29.1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0 8185,'-2'17'175,"-3"3"0,-2 6 218,2 6 0,3 14 0,4 12 1,5 7 137,8 8 0,-1 4 0,3 8 0,5-5-436,2-8 0,-12-4 1,10-3-1,-3 1-586,1-1 0,-6-2 0,-2-5 1,0-7-1757,1-5 2247,-9-12 0,16 7 0,-8-7 0</inkml:trace>
  <inkml:trace contextRef="#ctx0" brushRef="#br0" timeOffset="266">436 850 8185,'-14'34'82,"-1"-5"1,10-5 0,-2 0-1,5 3 239,2 2 0,2-3 1,3-9-1,7-5 204,7-2 0,1-3 0,16-9 0,3-5 3,2-8 1,0-7-1,-5-7 1,-4-5-233,-1 0 1,-14-7-1,2 5 1,-7-5-165,-7-3 1,-2 8-1,-6 2 1,-4 0-316,-7 0 1,-13 15 0,-5-3 0,1 5-223,0 5 1,-6 3-1,8 9 1,0 0-482,-2 0 0,7 12 0,-3 7 0,8 8-841,4-1 1727,10-2 0,-4 8 0,9 2 0</inkml:trace>
  <inkml:trace contextRef="#ctx0" brushRef="#br0" timeOffset="582">1242 632 8106,'-10'-22'412,"-2"8"1,-7-1 0,2 1 232,2 1 1,1 4-1,-8 9 1,0 0-141,0 0 1,1 0 0,-1 2-377,0 5 0,10-2 0,5 10 0,4 2-179,3 2 1,0 3 0,3 0 0,4-1-20,7 1 0,8 0 0,5 0 1,4 0 127,3-1 1,-7-6 0,2-1 0,-5 1 179,-2-3 1,0 7 0,-1-4 486,1 4 1,-10 3-457,-5 0 0,-14-3 0,-10-4 1,-7-6-792,-5 1 1,-7-8 0,4 6-1,1-3-544,-1 2 0,3-5 0,8 5 0,-1-4 1065,0-3 0,0 10 0,0 2 0</inkml:trace>
  <inkml:trace contextRef="#ctx0" brushRef="#br0" timeOffset="867">1656 654 8106,'19'-32'0,"-2"-2"204,-3 0 1,-9-4 0,2 6 0,-4 1 707,-3-1 0,0 1 1,-3 7-1,-1 0-204,-4 4 0,-9 11 0,3-4-691,-5 4 0,-1 4 0,3 12 0,3 10-120,-3 10 1,7-1 0,3 11-1,4 1-445,3 3 0,3 3 0,4-3 0,8 0 149,4 3 0,3-13 0,0 10 0,-1-4 487,1-3 1,-7-8 0,-1 3 0,1-5 276,-3-2 0,0 0 0,-7 0 0,2 0 51,-2-1 0,-12-9 0,-8-2 0,-4-3-413,-3 1 1,-2-1 0,-3-7 0,-2-3-1278,2-4 0,6 2 1,6-9 1273,8-3 0,-5-12 0,0-5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27.7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380 1 8023,'-9'21'57,"6"4"1,-4 1 0,4 6 358,3 2 0,0 9 1,3 10-1,4 1-134,8-1 0,-3 7 0,2-2 0,1 3-200,-3-3 1,5 5-1,-7-5 1,-1 2-202,1-2 119,-3-4 0,3-11 0,2 1 0</inkml:trace>
  <inkml:trace contextRef="#ctx0" brushRef="#br0" timeOffset="634">54 545 8023,'-22'0'600,"7"0"-183,1 0 1,11 0 0,3 2 0,12 3-266,8 3 0,11-1 0,8-7 0,9-3-316,10-4 1,3-5-1,-1-12 1,-4-3-27,-3-2 1,3-7-1,-10 4 1,-5 1 278,0-1 0,-17 3 783,-2 8 0,-15 4-610,1 9 1,-6 18 0,1 22 0,1-1-267,4 1 1,1 6-1,-1-1 1,6 1-66,5-1 0,1 1 0,-3-6 0,-3-1-190,3 1 0,-5 4 0,0-7 0,0 0-97,1 2 0,-9-6 0,4 4 0,-8-8 36,-8-6 0,4 2 0,-11-10 0,-2-2 372,-2-3 1,4-2-1,1 0 1,-3-2 49,-3-5 1,6-5-1,2-10 16,2 0 1,3 0-1,7 1 62,0-1 0,2 10 0,6 4 1,6 6-89,5 2 1,3 0-1,0 0 1,2 2 31,5 6 0,-2 4 1,9 10-1,0-1 120,-2 1 1,7 7 0,-7 0 0,3-2-17,-1-3 0,-9-10 0,4-1 1,-2-4 4,0-4 0,3-5 0,-6-7 0,3-10-134,-2-10 0,-3-7 0,0-12 0,3-4-49,2-8 1,-3 4 0,-9 1 0,-5 2-70,-2 0 1,-3 1 0,-9 6 0,-5 3-77,-8 5 1,-7 4 0,-7 10 0,-7 3 303,-5 5 1,-3 4 0,1 12-1,2 8-25,4 12 1,-4 12 0,7 14 0,3 5-125,9 3 1,3 2 0,12 7 0,4 1-17,8-1 1,10-7-1,16-2 1,13-3-452,11-5 1,11-11-1,4-8 1,5-8-410,2-6 1,-7-5 0,3-10 815,-5 0 0,-3-10 0,0-2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25.1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306 765 8086,'-22'-21'-81,"0"1"1,3 3-1,2 5 472,2 2 0,1 3 0,-8 7 0,0 3 86,0 4 0,1 7 1,-1 15-1,2 8-108,6 4 0,-5 2 0,6 3 1,1 3-189,5 2 1,5-8 0,2-7-1,2 1-130,5-3 1,5-5-1,10-15 1,2-7-145,5-4 1,-2-6 0,7-4-1,0-10-177,0-9 0,-5-11 0,5-11 0,-3-5-70,-4-3 0,-6 8 1,-4-6-1,-5 4 247,-2-1 0,-3-10 0,-7 3 0,0-5-83,0-2 0,0 7 0,-2 0 0,-5-3-12,-8-2 1,3 1-1,-2 3 1,-1 11 205,3 9 0,0 8-37,5 9 0,4 20 0,-4 14 1,5 17 157,2 14 0,2 13 0,3-3 0,4 3 301,4 4 0,-6 11 0,7 4 0,3 0-53,3 0 0,-3 7 0,2-5 1,5 3-328,0 0 1,10-12 0,2-3 0,3-14-95,-3-12 0,6-10 0,-6-15 0,3-7-3,-3-4 0,-5-6 0,-9-6 0,0-11-36,0-6 0,-3-11 0,-4 6 0,-8 0 32,-5-1 0,-2-4 1,0 4-1,0 1-70,0-1 0,0-4 1,0 7-1,-2 0-74,-5-2 1,-6 4-1,-8-7 1,-1 3 8,0 4 1,0 3 0,1 5-1,-1 4 554,0 8 0,0 7 0,0 9 1,3 13 258,5 12 1,-3 2 0,9 6 0,4 3-20,1 1 0,6 0 0,4-2 1,7 0-568,6-1 1,11-9 0,5-5 0,8-7-787,7-8 1,-3-4 0,10-10 0,0-2-3361,-2-6 4095,-3-4 0,0-19 0,3-3 0</inkml:trace>
  <inkml:trace contextRef="#ctx0" brushRef="#br0" timeOffset="617">1329 286 8044,'-15'-12'429,"3"7"0,3 13-151,4 13 1,2 6 0,6 14 0,2 7 161,2 6 0,10 6 0,0 13 0,7 9-190,5 10 0,0-2 0,-7 6 0,0-1-485,-1-1 1,1 0 0,0-6 0,-3-4-311,-4-4 0,2-5 0,-10-14 0,-2-11-23,-3-13 1,-2-23 0,0-14 377,0-12 0,0-24 0,-2-10 1,-3-5 132,-2-2 0,-10-8 0,2 3 0,-4-5 152,-3-2 0,-7 7 0,-2 0 0,-3 0-175,-5 2 0,-2-7 1,-3 5-1,-2-2 290,-4 2 0,4 7 0,-5 14 1,5 11 361,2 9 0,13 10 0,7 14 0,9 10 36,6 9 0,4 8 0,12 10 0,10-3-707,9-5 1,8 3-1,12-12 1,3-6-341,2-4 1,7-12 0,-5 2 0,2-7-134,6-7 1,-5-5 0,-1-12 0,-1-3 310,-6-2 0,-2-2 0,-5 4 0,-2-2 945,-3 3 0,-17 4 0,3 7 225,-2 8 0,-8 5 0,0 4 0,-3 5-274,-4 8 0,5 11 1,0 6-1,2 2-585,5 4 1,-5-4 0,2 0-1,1-2-676,-3-6 0,7 6 1,-7-3-1115,0-3 1,0-11 1739,-4-8 0,-6-4 0,8-3 0</inkml:trace>
  <inkml:trace contextRef="#ctx0" brushRef="#br0" timeOffset="733">1721 330 8044,'-10'-22'-792,"8"0"1,-5 0 791,4 1 0,3 9 0,10-8 0,2 8 0</inkml:trace>
  <inkml:trace contextRef="#ctx0" brushRef="#br0" timeOffset="1016">2157 874 8044,'-22'0'1153,"7"0"-343,1 0-503,-1-9 1,3-4-176,5-8 1,4-1 0,3 0-396,0 0 0,10 3 0,5 2 0,4 5-318,3 2 0,0-4 0,-1 6 172,1 4 1,0 1-209,0 3 617,-1 10 0,1 2 0,0 10 0</inkml:trace>
  <inkml:trace contextRef="#ctx0" brushRef="#br0" timeOffset="1866">2157 787 7597,'0'-22'507,"0"1"1085,0 8-1210,0 4 0,0 28 0,2 10-8,5 10 0,-4-3 1,6 0-1,-1 3-97,-1 2 1,0 3 0,-5-1 0,3-1-177,3-6 0,-1 3 0,-5-10 0,3-3 26,2-2-229,1-12 0,-8-4 1,0-18-156,0-12 0,0-2 0,0-12 1,0 0 96,0 2 0,0-7 1,0 4-1,0-4 95,0-2 1,0-1 0,2 3-1,5 2 130,8 3 0,-3 9 0,2-2 0,3 5 72,3 2 1,-6 10-1,1 5 1,2 4 1,2 3 0,0 10 0,-2 7 0,-2 7-106,2 5 1,-5 8-1,0-6 1,0 0-176,0 1 1,-7 4-1,2-7 1,-4 0-252,-3 3 0,7-8 0,0 5 0,-2-5-566,-3-2 0,-2 0 0,0 0 959,0-1 0,0-9 0,0-2 0</inkml:trace>
  <inkml:trace contextRef="#ctx0" brushRef="#br0" timeOffset="2200">2636 1048 8037,'0'-14'1803,"0"-1"-1239,0 11 0,2-6 0,5 10-229,8 0 0,-3 0 0,2 0 1,3 0-143,3 0 0,1 0 1,1 0-1,2 0-89,5 0 1,-4-3 0,4-4-1,-5-7-39,-2-6 1,-1-1-1,1-1 1,-2 0-128,-6 0 1,3-7-1,-10 0 1,-2 3-208,-2 1 0,-3-4 0,0 0 0,0 3 182,0 1 0,-10 13 0,-5 5 1,-4 5 301,-3 2 1,-7 4 0,0 9 0,3 11 35,1 7 1,-1 13 0,2 7 0,7-1 174,5 4 1,4-8-1,8 7 1,0-2-268,0-1 0,17-1 1,10-10-1,12-8-931,14-7 1,7 0 0,6-16 0,1-6 771,6-7 0,4-17 0,10-11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23.9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22 392 8111,'0'12'643,"0"1"0,-2-9 0,-3 8-180,-2 8 0,-1-1 1,11 17-1,2 6 58,2 6 0,10 0 1,-3 10-1,8 3-455,7 2 0,-5 0 1,5-5-1,-2-5-222,2 0 0,-7-16 0,2-1 0,-7-9-2009,0-6 1625,-7-9 0,-1-19 0,-9-17 1,0-5 306,0-3 1,0-6 0,-2-1 0,-3-7 370,-2-5 0,-8-2 1,6 5-1,-1-3-50,0 2 1,-4-4 0,6 5 0,4 4 692,1 6-525,3 11 0,3 15 1,4 21-1,7 16 3,6 11 0,1 12 1,4 3-1,4 0-105,7 2 0,-5-9 1,1 2-1,-3-10 23,0-5 1,7-9 0,-7-10-1,-2-2 297,-3-5 1,-5-5 0,-4-10 0,-8-12-142,-4-11 1,-3-9-1,0-4 1,0-4-283,0-8 0,-3 2 0,-4-2 0,-8-3-494,-4-2 0,-3 5 0,3 0 0,2-2-430,3-3 0,1 7 1,-1 8-1,7 9-2746,4 10 3619,3 5 0,-9 2 0,-4 0 0</inkml:trace>
  <inkml:trace contextRef="#ctx0" brushRef="#br0" timeOffset="283">850 980 8111,'24'22'-87,"2"0"0,3 0 184,-2-1 1,-10-9-1,-2-2 1,1-3 501,4 1 0,-1-3 0,-2-13 1,-5-6-173,-2-6 0,-3-1 0,-7-4 0,0-1-276,0-3 0,0-3 0,0 6 0,0-3-212,0 2 1,-2-4 0,-3 2-1,-5 2-234,-2 3 0,-10 2 0,-9 0 1,-1 3 88,1 4 0,-5 6 0,4 9 0,1 2 503,-1 5 0,-2 15 0,10 14 0,5 6 24,0 1 0,9 3 1,3 2-1,7 3-214,7-2 1,15-6 0,16-7 0,13-6-483,15-6 1,9-5 374,12-4 0,-35-10 0,2-1 0,2-4 0,-1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39.4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20 7981,'-10'-12'296,"8"5"1,-6 17-1,6 11-117,2 13 0,-7 7 0,-1 5 0,4 3 204,1 2 0,6-1 0,1-6 1,4-1-93,-3 1 1,7 0 0,0-1-1,0 1-319,-5-1 1,-2-6-1,0-4 1,2 1-253,-2 0 1,-3-7-1,-2 2 1,0-5-612,0-2 1006,0-10 1,3-2 0,4-13 0,8-4 207,4-8 1,5 3-1,3 0 1,4 3-32,3 4 1,-5 2-1,5 3 1,0 0-264,0 0 1,-8 0-1,6 0 1,-3 3-418,0 4 0,0-2 1,-7 7 387,-1-2 0,1-3 0,0-7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41.8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44 729 7934,'0'-43'0,"0"-1"-236,0 1 1,0-3-1,0-3 1,0-2 548,0 3 1,0 2-1,0 2 1,0 1 427,0-1 0,2 18-141,5 4 1,-4 17 0,4 5-317,-5 12 1,-2 17-1,0 10 1,0 9 23,0 10 0,-7-2 1,-3 2-1,1 3-95,-1 2 1,-4 2 0,6 0 0,3-2-152,3-5 1,2 3 0,0-8 0,0 3-85,0 4 0,0-4 0,0-1 0,0-1-228,0-6 0,0-9 0,0-5 1,0-3-774,0-4 923,0-13 0,0-7 0,0-14 151,0-7 0,7-6 0,3-2 0,2 1-140,5-1 1,5 7-1,4 3 1,6 0 39,2 0 0,-5 7 0,5-2 1,0 5-77,-1 2 1,1-8 0,5 1 0,-5 2-409,-3 3 0,-2 2 0,-7 0-1306,0 0 1839,-10 0 0,7 0 0,-7 0 0</inkml:trace>
  <inkml:trace contextRef="#ctx0" brushRef="#br0" timeOffset="284">893 1295 8076,'0'-14'1835,"0"-1"0,2 10-1919,6-2 0,4 5 0,9 2 0,1 0-960,0 0 1,7 7 1043,0 0 0,19 1 0,-2-8 0</inkml:trace>
  <inkml:trace contextRef="#ctx0" brushRef="#br0" timeOffset="400">1459 990 8076,'-22'-19'483,"-2"2"1,-3 3 11,-2-3 0,-2 7 1,2 3-1,-7 4-1126,-5 3 0,-1 3 0,4 2 631,1 2 0,1 10 0,-7-5 0</inkml:trace>
  <inkml:trace contextRef="#ctx0" brushRef="#br0" timeOffset="965">2417 98 8089,'0'-22'-559,"3"0"1,2 0 1397,2 1 1,0 11-554,-7 10 1,0 19 0,2 18 0,3 6 167,3 8 1,-1 5-1,-7 9 1,0 0-307,0 1 1,7-8 0,0-3-1,1 1-653,1 0 1,-6-1 0,4 3 0,-2-9-820,2-11 1324,-5 4 0,8-18 0,-10 7 0</inkml:trace>
  <inkml:trace contextRef="#ctx0" brushRef="#br0" timeOffset="1183">2025 1143 8242,'-12'-15'304,"5"1"0,7 2 0,10-5 1,11 2 151,13-2 0,15-2 1,4 0-1,5 2-442,10 2 0,-3 1 1,8-6-1,-6 6-604,-1 7 1,-3-3-1,-3 3 1,-7 2 589,-7 2 0,-7-6 0,-17-3 0</inkml:trace>
  <inkml:trace contextRef="#ctx0" brushRef="#br0" timeOffset="1500">2156 1513 8203,'-12'10'139,"-8"-8"3,6 5 0,7-4 0,7-3-6,12 0 0,17-3 0,5-4 1,2-5-92,0 0 0,1-7 0,6 7 0,1-3 170,-1 1 1,-2 6 0,-2-4 0,-5 3-59,-3 4 0,-2 2 0,-7 3-7,0 0 0,-10 10 0,-5 4 0,-7 6 133,-7 2 1,-7 7 0,-15 0 0,-10 0 48,-10 2 0,3-4 0,-7 9 1,2 0-22,1-2 1,6 5 0,10-10 0,5-2 17,10-3 1,7-2-572,12-1 1,19-9 0,10-4-1,10-6-283,4-2 0,11-7 1,4-3-1,5-2-2596,2-5 3121,0-2 0,1-3 0,-1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39.9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479 218 7902,'-12'-31'105,"-7"7"1,4-5 0,-4 5 536,-3 2 0,-2 10 0,-3 7 0,-4 10-26,-3 9 0,-2 15 0,-8 7 1,3 6-289,5 1 0,-3 3 1,10 3-1,5-1-396,7-7 1,7 0-1,10-12 1,0 0-365,0 3 0,0-15 0,5 2 0,7-7 54,10-7 0,4-3 0,-4-4 0,2-5 174,5-8 1,-4-4 0,4-5 0,-3-3 138,3-2 0,-5 0 1,3 5-1,-8-3 339,-4-2 1,-1 0-1,8 7 551,0 0 1,-7 10-678,-1 5 0,-7 7 1,5 7-1,-2 10-105,-5 10 0,0 0 0,0 9 0,2 0-396,-2-2 0,0 5 0,-1-8 0,6 1-660,2-1 0,-7-2 1013,2-7 0,5 0 0,0-1 0</inkml:trace>
  <inkml:trace contextRef="#ctx0" brushRef="#br0" timeOffset="581">958 197 7911,'0'-34'0,"0"5"600,0 5 0,-2-1 0,-5-1-102,-8-3 1,-4 9-1,-3 13 1,0 5-268,0 2 1,1 9 0,-1 6 0,0 4-434,0 3 1,0 2-1,1 3 1,1 2-303,6-3 0,4 6 0,13-3 0,4-2-109,7-3 0,8-3 0,5 1 0,4 0 285,3 0 0,0 0 1,5-1-1,-6 1 409,-1 0 1,-3-8-1,-7 1 1,0 2 792,-1 2 0,-9 3 0,-4 0 14,-6 0 1,-12-8 0,-4 1 0,-8-1-410,-7-2 1,-5 0-1,-9-7 1,-1 2-491,1-2 0,1 0 0,4 0 1,4 2-1005,2-2 0,3-3 1015,8-2 0,8-9 0,4-3 0</inkml:trace>
  <inkml:trace contextRef="#ctx0" brushRef="#br0" timeOffset="750">1481 763 7847,'0'-22'665,"0"8"0,0-1-135,0-2 0,0-2 1,2-1-1,3 3-1594,2 3 1,3 7 1063,-3-8 0,-4 1 0,6-8 0</inkml:trace>
  <inkml:trace contextRef="#ctx0" brushRef="#br0" timeOffset="847">1524 393 8022,'-21'0'103,"-1"0"0,7-8 1,3-1-1,0-1-103,0 0 0,-3-16 0,-6 1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36.4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1131 7958,'-12'9'414,"4"-9"1,16-9 0,6-15 0,8-5 120,7-8 1,5-6 0,9-8 0,1-7-269,0-5 1,-1-10 0,1-2 0,-1 0-31,1 0 1,-3-7 0,-5 5 0,-7 2-48,-5 9 1,-11 11 0,-6 13 0,-5 4-309,-2 1 1,-2 18-1,-5 0 1,-10 7-134,-10 7 0,3 12 0,-8 10 0,3 12 163,0 15 0,-9 11 0,4 18 1,-3 12 350,18-37 1,2 3-1,3 0 1,1 2-1,-1 8 1,-1 1-1,3 2 1,0 0-60,1 4 1,0 0-1,1 4 1,1 1-1,1 5 1,2 1-1,1 0 1,2 0-601,1-4 1,2 0 0,3-4 0,4-2 0,0-6 0,3-3 0,1-1 0,2-1-609,0-1 0,3-3 0,22 26 0,-1-17 1004,4-20 0,10-9 0,0-15 0,-3-11 0,-2-16 0</inkml:trace>
  <inkml:trace contextRef="#ctx0" brushRef="#br0" timeOffset="216">1 1610 8948,'9'12'980,"6"-5"1,7-4-919,7-3 1,14 0 0,15 0 0,10 0-112,12 0 0,0-3 1,14-6-1,-4-11 49,-3-6 0,0-13 0,0 5 0</inkml:trace>
  <inkml:trace contextRef="#ctx0" brushRef="#br0" timeOffset="797">828 978 7918,'-10'-12'63,"-4"5"1,2-3-1,-3 3 287,-2 2 1,5 5 0,0 7 0,3 8-189,4 4 0,2 6 0,3 1 1,0 6-149,0 1 1,0-3-1,3 3 1,4-1-258,7-6 1,6-9 0,2-4 0,-1-4-48,1-4 0,7-3 1,0-2-1,-2-2 7,-3-5 0,-2-5 0,0-10 0,-1 0 215,1 0 0,-10 1 1,-2-4-1,-3-1 333,0-3 1,1-3-1,-8 6 682,0-3 1,0 0-236,0 7 1,-3 10 0,-2 7-234,-2 10 1,0 9-1,7 13 1,0 2-442,0-3 1,0 6 0,2-3 0,6 0-733,6 2 0,-2-14 0,3 5 1,2-5-467,2-5 0,3 5 1160,0-10 0,-1 1 0,1-8 0</inkml:trace>
  <inkml:trace contextRef="#ctx0" brushRef="#br0" timeOffset="1049">1198 1218 7918,'0'14'-683,"0"1"263,0 2 1652,0-7 0,-7-3-903,0-14 1,0 2-1,7-10 1,0-2-93,0-2 0,2-3 1,3 0-1,4 1 160,4-1 0,-6 0 1,7 0-280,3 0 0,0 8 0,0 2-339,-2 2 0,-1 5 0,8 10-134,0 2 1,-8 10 0,1-2 0,-1 4-252,-2 3 0,8 0 0,-8 2 606,0 5 0,7-5 0,-7 8 0</inkml:trace>
  <inkml:trace contextRef="#ctx0" brushRef="#br0" timeOffset="1266">1743 891 7918,'-20'-22'65,"3"1"0,3-1 327,-3 0 1,-2 8-1,-3 2 1,0 2 92,0 5 1,1 12 0,-1 8 0,0 4-115,0 3 1,8 9-1,2 6 1,-1 1-216,1-1 1,8 4 0,-4-5 0,6 3-333,2-3 1,10 3 0,4-10 0,5-3-1102,3-1 1,0-13-1,2-5 1277,5-5 0,5-11 0,10-3 0</inkml:trace>
  <inkml:trace contextRef="#ctx0" brushRef="#br0" timeOffset="1482">1982 129 7918,'0'22'-32,"0"0"0,0 2 0,0 5 1,0 7 414,0 5 1,0 5-1,3 5 1,2 7 10,2 5 1,2 2 0,-4 3 0,5 2-310,2 3 1,-7-1 0,5-6 0,-3-3-606,0-5 1,0-7 0,-7-13 519,0-1 0,0-20 0,0 2 0</inkml:trace>
  <inkml:trace contextRef="#ctx0" brushRef="#br0" timeOffset="1766">1590 630 7918,'-21'-7'1352,"-1"-1"-1350,0 1 0,20 7 0,9 0 1,10 0-95,5 0 1,9 0 0,5 0 0,5 0 30,3 0 0,0 0 0,-1 0 0,1 0 183,-1 0 1,8 0 0,0 0-1,-3 3 28,-2 4 1,-10 5 0,-2 10-1,-2-1 243,-6 1 1,3 10-1,-4 4 1,-6 5 56,0 3 1,-9-1 0,0 3-1,-3 3-497,0 1 0,0-1 0,-7-10 0,0-6-828,0-1 0,0-3 1,0-7-1958,0-1 2832,0-8 0,-9-13 0,-3-13 0</inkml:trace>
  <inkml:trace contextRef="#ctx0" brushRef="#br0" timeOffset="1882">2396 630 7918,'-22'0'-37,"8"0"37,-1 0 0,1 10 0,-8 2 0</inkml:trace>
  <inkml:trace contextRef="#ctx0" brushRef="#br0" timeOffset="2431">2592 804 7886,'-22'0'438,"-2"10"0,-3 2 0,-2 2-97,3 1 0,2-1 0,4 8 0,3 0-261,3 0 1,9 0-187,-2-1 0,7-9 0,7-4 0,7-6-164,6-2 1,9 0 0,0 0 0,0 0 72,2 0 1,-6 0 0,4 0 0,-5 0 490,-2 0 1,-1 0 0,1 0 174,0 0 1,-3 10-1,-2 2-153,-2 0 0,-10 7 0,2-4-208,-5 4 0,-2-4-92,0-1 0,-9-6-149,-6 6 1,3-9-1,0 0 96,2-10 0,3-7 1,7-12-1,0-3 14,0-2 1,10-7-1,4 7 1,5 0 63,3-3 1,7 10 0,3-2 0,2 10 24,4 4 1,3 3 0,3 9 0,0 8-99,-1 12 0,-2 9 0,-4 15 1,-8 5-264,-5 7 1,-12-2 0,-5-1-1,-4-2 295,-3-4 0,0-3 0,0-3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44.5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23 131 8228,'-13'0'2513,"4"3"-1955,9 4 0,9 5 0,6 10 0,4 0-238,3-1 0,2 1 0,3-3 0,4-2-249,3-2 1,0-1 0,5 8 0,-3-2-942,3-6 1,-5 3-1,0-7 870,-3 2 0,8-7 0,-5 4 0</inkml:trace>
  <inkml:trace contextRef="#ctx0" brushRef="#br0" timeOffset="232">414 1 8228,'0'14'289,"0"1"1,0-1 0,0 10 0,0 3 98,0 2 1,0 17-1,0 0 1,3 7 206,4 8 0,-4 2 1,4 4-1,-5 3 16,-2 3 0,0 7 0,0-5 1,0 0-685,0 0 1,0-3 0,-2-6 0,-3-1-199,-2 0 1,-8-11 0,8-8 0,0-12-3209,-3-10 3479,8 2 0,-8-23 0,10 6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46.3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1286 1459 8192,'-22'0'309,"0"0"0,1 3-119,-1 4 0,7 5 0,3 10 1,3 0 60,4-1 0,2 8 0,3 3 1,0 2-39,0 4 1,10-6 0,4-3 0,6-5-29,2-2 1,7-10 0,0-5-1,0-4 2,2-3 1,-7-3 0,5-4 0,-4-8-38,-4-4 0,-6-10 0,-3 0 0,-2 0-191,-6-2 1,-1 4 0,-3-7 0,0 3-167,0 4 1,-10 3 0,-4 2 0,-3 0-151,2 0 0,-4 3 0,7 2 1,-3 5-784,1 2 1,-1-4 526,-7 7 1,8 2 0,2 12 612,2 8 0,3 4 0,7 3 0</inkml:trace>
  <inkml:trace contextRef="#ctx0" brushRef="#br0" timeOffset="217">1634 1372 6905,'12'-12'-379,"8"-7"0,-8 7 0</inkml:trace>
  <inkml:trace contextRef="#ctx0" brushRef="#br0" timeOffset="666">1634 1263 6828,'0'22'781,"0"-7"0,0-1 0,0 3-188,0 2 1,0 10-1,0 0 1,0 0-281,0 3 0,0-5 1,0 6-1,3 1-233,4 0 0,-2-14 1,9 1-1,1-1-5,-3-1 1,7-7-1,-4-5-592,4-4 1,3-6-1,-3-4 101,-4-7 1,2-6 0,-8 1-1,1 2 248,0 2 0,-3-1 1,-7-11-1,0-2 186,0 2 0,0 10 0,0 3 0,0-3 228,0-3 1,0-1 252,0-1 1,-2 3-231,-6 4 1,4 8-1,-9 14 60,4 8 0,2 4 1,7 5-1,0 3-217,0 2 0,0 2 0,0-4 0,0 2-256,0-2 1,7-3 0,2-5 0,4-2-520,4-2 1,2-8 0,3 5 0,-1-2 662,1-6 0,10-11 0,2-5 0</inkml:trace>
  <inkml:trace contextRef="#ctx0" brushRef="#br0" timeOffset="867">2157 958 7864,'12'3'225,"-2"4"159,-1 8 0,-6 11 1,7 6-1,-3 2 142,0 4 0,3 3 0,-5 5 1,2 3-393,-2 2 1,4-1 0,-1-6 0,-4-1-401,-1 1 1,-1 4 0,3-2 0,2-4-213,-2-1 0,-2-10 0,-3-2 478,0-5 0,-10-12 0,-2-2 0</inkml:trace>
  <inkml:trace contextRef="#ctx0" brushRef="#br0" timeOffset="1015">1983 1416 8192,'22'-8'0,"-1"1"250,1 2 0,7-4 1,3 1-1,-1 1 17,0-3 0,8 8 1,-3-8-1,6 3-158,1 0 0,1-3 0,-1 5-109,1-2 0,-1-10 0,1 5 0</inkml:trace>
  <inkml:trace contextRef="#ctx0" brushRef="#br0" timeOffset="1484">241 0 8256,'-32'44'-35,"1"2"0,-6 5 1,8 9 212,5 10 0,2 10 1,3 17-1,10-43 1,1 1 3,0 5 0,2 1 0,3 3 0,1 0 0,-2 1 0,1 1 1,1-1-1,1 0-34,0 1 0,2-1 0,3 0 0,2 1 0,0-3 0,2-1 1,2-2-1,2-1-77,1-4 0,3-1 1,20 38-1,-12-47 1,3-1-1,31 34-764,5-10 0,3-8 0,-1-19 693,0-5 0,3-2 0,0-9 0,-3-4 0,-5-4 0</inkml:trace>
  <inkml:trace contextRef="#ctx0" brushRef="#br0" timeOffset="2049">3137 1111 7833,'0'-22'1827,"0"8"-1103,0-1 0,2 10-537,6-2 1,4-3 0,9 3 0,1 2-281,0 3 1,2 2 0,3 0 0,2 0 15,-3 0 1,6 0 0,-3 0 0,-2 0-259,-3 0 314,-2 0 0,-13 0 0,-11 2 96,-18 5 0,-4-4 0,-12 7 1,-5-3 110,-8 0 0,3 3 1,-7-5-1,2 2-154,1-2 0,6-3 0,10-2 0,3 0-1735,4 0 1703,3 0 0,2-10 0,0-2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56.1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402 651 7705,'0'-22'284,"0"10"1,0 5-1,-2 12 1,-3 4-1,-3 3 1,1 5 0,7 10 0,-2 4 31,-6 3 0,6 3 1,-5 6-1,4 3-153,3 5 0,0-3 0,0 10 0,0 3-72,0 2 0,3 2 0,4 0 0,5 1-174,0-1 1,8-7-1,-6-5 1,6-4-177,1-8 0,1-12 0,0 0 1,2-7 29,5-8 1,5-4-1,9-15 1,1-7 58,0-10 0,-1-14 1,1 0-1,-3-8-273,-5-7 0,3 5 0,-10-7 443,-3 0 0,8-3 0,0-9 0</inkml:trace>
  <inkml:trace contextRef="#ctx0" brushRef="#br0" timeOffset="248">97 1130 8173,'-22'0'0,"1"-2"93,-1-6 1,7 6 977,1-5 1,11-3-738,3 3 1,12-3-1,15 5 1,7-2-395,7 2 0,-2 3 0,12 2 0,-3 0-313,3 0 1,-3-3 0,10-2 0,0-2-1435,-2 2 1807,7-7 0,-8 0 0,11-10 0</inkml:trace>
  <inkml:trace contextRef="#ctx0" brushRef="#br0" timeOffset="813">1077 172 8155,'2'-34'-99,"3"2"1,5 6-205,2 4 0,3-5 0,6 15 0,1 0 501,0 5 1,7 17-1,0 14 1,0 17 77,2 15 1,-4 9-1,7 8 1,-3 6 161,-4 6 1,-3 5-1,-2 4 1,-12-44-1,-1 2-231,-1 1 1,-1 0 0,-1 1 0,-2 1 0,-4 0 0,0 1 0,-1 2 0,-1 0-176,0 4 1,-3 0-1,-3 1 1,-3 0-1,-4-1 1,-2-1-1,0-2 1,-2-2-201,-4-1 0,0-1 0,1-3 0,0-2 0,-3-1 1,-1-1-1,3-3 0,0-1-313,-20 34 1,-1-20-1,3-17 1,5-17 480,7-14 0,0-8 0,7-2 0,10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19:58.1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1 327 8381,'7'-21'-356,"3"-1"0,2 0 464,5 0 1,2 1-1,3-1 1,0 0 368,0 0 1,9-7 0,3 0 0,2 3-115,0 1 0,-9 11 0,5 2 0,-3 2-85,0 5 0,-8 3 0,-6 2 0,-1 2-163,-1 5 0,3 8 0,-8 12-204,-3 2 0,-5 2 0,-8-4 0,-6 4-37,-6 3 1,-1-5 0,-4 7-1,-1 3 57,-3 2 0,0 0 0,7-2 0,0-3 41,0 3 1,8-8-1,2 1 154,2-1 1,5-6 0,13 1-1,8-9-93,11-10 0,0 3 0,11-3 0,6-2-510,4-2 0,3-3 1,-5 0-1,3 0 477,1 0 0,1-10 0,-7-2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0:08.1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303 283 8627,'-12'3'1570,"5"7"-1342,4 11 0,6 13 0,2 17 1,4 7 198,4 5 1,8 12 0,8 5 0,-2 2-271,-3-2 0,-4 5 1,-4-6-1,-1 4-918,2-3 1,-7-8 0,-3-11 0,-5-6 760,-2-1 0,0-4 0,0-6 0</inkml:trace>
  <inkml:trace contextRef="#ctx0" brushRef="#br0" timeOffset="184">20 980 8049,'-12'-12'1036,"5"-5"1,16 10 0,11 0-710,6-3 1,20 5-1,0-7 1,8 0-185,6 0 1,3 0-1,2-5 1,1 5-778,-1 2 0,-7 3 634,0 7 0,-9 0 0,4 0 0</inkml:trace>
  <inkml:trace contextRef="#ctx0" brushRef="#br0" timeOffset="500">1000 893 8049,'-22'-2'649,"1"-5"0,-1 4 0,0-4 240,0 4 0,-7 13 0,0 5 1,0 6-194,-2 8 1,6-2 0,-4 7 0,5 0-536,2 0 1,8 0 0,2 2-1,2-5-497,5 1 0,5-15 0,5 4 0,7-4-298,8-5 1,-3-2-1,12-10 1,-3 0-215,3 0 0,-5-10 0,5-4 0,-4-5 575,-4-3 0,6 7 0,-3 1 0,-4-1 756,-1 3 0,-2 0 0,0 7 565,-3-2 0,-6 0 0,4 9-509,-3 5 0,1 5 1,-5 10-1,2 0-1074,-2 0 0,0 0 1,0-1-1631,2 1 2165,10 0 0,-5 0 0,10-1 0</inkml:trace>
  <inkml:trace contextRef="#ctx0" brushRef="#br0" timeOffset="750">1131 1220 8049,'0'14'-936,"0"1"1463,0 2 0,2 2 0,3 3 62,2 0 1,3-3-1,-5-2 249,2-2 1,0-1-29,-7 8 1,-2-10-532,-5-5 0,4-17 1,-6-9-1,1-10-126,1-5 1,0-2 0,7-10 0,0-2-464,0-3 0,2-2 0,5 4 0,6 1-345,-1 7 1,7-1-1,-4 16 1,4 4 654,3 5 0,9 12 0,3-4 0</inkml:trace>
  <inkml:trace contextRef="#ctx0" brushRef="#br0" timeOffset="1467">1632 1046 9189,'-15'-8'266,"1"1"1,-1 0 0,-4 4 44,4-4 1,-4 5-1,4-6-220,-4 6 0,4 12 0,3 4 0,3 6-19,4 1 1,-5 11 0,3 4 0,2 5-104,3 3 0,9 2 0,3 2 1,2 5 15,5 3 0,2-5 0,0 5 0,-2-3 104,-2-5 1,-3-2-1,2-2 1,-6-3-42,-6-5 0,-4 3 0,-6-10 1,-6-3-89,-5-1 1,-6-13 0,-1-5 0,-6-7-2,-2-7 0,8 0 0,-6-15 0,6-7 28,4-3 0,-5-9 0,15 2 0,0-7-365,5-4 1,4-1-1,3 5 1,3-3-284,4-1 1,5-1 0,10 10 0,0 4 470,0 8 1,2 15 0,2 7 0,3 4 194,-2 3 1,4 3 0,-2 4-1,-2 7 9,-3 6 1,5-6-1,0-2 1,-2 0 342,-3 1 1,-2-9 0,0 4 0,0-8-49,-1-8 1,-6-4-1,-3-10 1,0-2 119,0-5 0,-7 3 1,2-8-1,-4 0-115,-3 0 0,0 5 1,0-5-1,0 3-59,0 4 1,-8 3 0,-1 2 207,-3 0 0,4 3-84,-6 4 1,2 15 0,-3 15-1,6 7-242,-1 7 1,7-3 0,-4 11 0,7 1-384,7 3 0,3 1 0,9-6 0,1-7-731,4-5 1,12-4 0,1-6 976,4-7 0,12-4 0,3-3 0</inkml:trace>
  <inkml:trace contextRef="#ctx0" brushRef="#br0" timeOffset="1683">2198 0 7952,'-12'10'114,"2"5"1,10 16 0,0 10 359,0 8 1,0 21 0,2 2 0,3 11 170,3 4 1,8 2-1,-3 3 1,-1 2-408,-5-2 1,3-2 0,-3-5-1,-2-6-592,-3-6 1,-2-8-1,0-7 1,0-9 353,0-10 0,0 2 0,0-7 0</inkml:trace>
  <inkml:trace contextRef="#ctx0" brushRef="#br0" timeOffset="1950">2655 1111 7956,'32'0'300,"-8"0"1,5 0 0,-3 2 341,3 6 1,-4-4 0,4 9-1,-5-4 56,-2-4 1,-1-3 0,-1 1 1204,-6 4-2267,6-4 1,-18 4 363,5-14 0,-14 4 0,-5-7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0:07.2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306 53 8181,'-15'-19'639,"0"4"-208,11-4 1,-6 26-1,10 3 1,0 14-110,0 12 0,10-2 0,2 5 0,2 5-50,1 4 0,-3 5 1,5-4-1,-5 4-303,-2 3 1,4-6 0,-4 6 0,-1 0-2865,1-1 2895,-3 3 0,-7-2 0,0-3 0</inkml:trace>
  <inkml:trace contextRef="#ctx0" brushRef="#br0" timeOffset="548">44 445 8114,'-22'-22'107,"10"1"1,5-1-1,5 0-142,2 0 1,12 1 0,7 1 0,8 3 263,-1 3 1,1 2 0,2-5 0,7 2 47,5-2 0,-4 8 0,-1 1 1,3 6-48,2 2 1,-5 0-1,0 2 1,1 6-84,-3 6 0,4 13 0,-9 2 0,-2-3-17,-3-1 0,-9-4 0,-3 1 1,-3 0 86,-4 0 0,-2 2 1,-3 3-1,0 2-34,0-3 1,0-2 0,-3-2-1,-4 0-188,-7 0 1,-6 7 0,1 0-1,2-3-247,2-1 0,1 4 1,-8 0-1,0-3-531,0-2 1,8-9 173,-1 0 0,13-11 357,2 4 0,12-6 1,15-4-1,2-3 306,-3-2 1,8-8 0,3 5 0,4 1 136,2-1 0,-2 3 0,-2 7 0,-3 0-26,3 0 0,-5 0 0,0 0 1,0 0-45,0 0 0,-8-3 1,3-2-1,-5-4 107,-2-3 0,-2-3 0,-3-7 1,-5 1 85,-3-1 0,1 0 1,-5 0-1,2-2-76,-2-5 0,-3 5 0,-4-5 1,-5 5-196,-8 2 1,-4 10 0,-3 4 0,0 6 56,0 2 0,-7 2 0,0 6 0,3 9 87,2 9 0,4 1 1,3 9-1,5 3-90,3 2 1,1-5-1,8-2 1,3 0-120,4 0 1,7 0-1,18 2 1,11-7-608,13-5 1,9-4-1,6-6 629,1-7 0,20-4 0,-2-3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0:06.4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44 240 8299,'-10'12'808,"8"0"0,-6-5 0,6 8 71,2 4 1,0 5 0,0 3 0,0 5-275,0 1 1,0-4 0,2 8 0,6-1-978,6-2 0,-4-3 0,0-9 0,-3 0-867,0 0 1239,10-1 0,-5 1 0,10 0 0</inkml:trace>
  <inkml:trace contextRef="#ctx0" brushRef="#br0" timeOffset="152">87 87 8285,'-21'-7'0,"1"-2"-175,6-4 1,-3 6-152,10-7 326,-1 9 0,8-15 0,0 8 0</inkml:trace>
  <inkml:trace contextRef="#ctx0" brushRef="#br0" timeOffset="468">414 131 8730,'-10'22'942,"8"-8"1,-5 1-539,4 2 0,3 9 0,0 3 0,0-2-126,0-3 0,3 5 0,1 3 0,6-1-45,2 1 0,-4 4 1,4-5-1,-3 3 98,-4 5 1,-2-8 0,-3-2-1,0-4 115,0-4 1,-10 1 0,-5 0 0,-6-3-226,-8-4 0,4-5 1,-4-10-1,5 0-1348,2 0 1,1 0 0,1-3-2776,6-4 3902,4-5 0,20-20 0,2-2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0:05.5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329 23 8327,'-9'-12'675,"-3"2"-350,-10 10 0,10 2 0,4 6 0,4 6 90,-4 6 1,6 4 0,-8 2 0,3 6-39,0 2 1,-1 2 0,8 7-1,0 3-183,0 5 1,0 3 0,0 6 0,0-2-246,0 3 0,10 4 0,2 3 0,5-1-310,5-4 0,-5-19 1,12-3-1,-2-10-46,2-11 0,-5-8 1,7-12-1,-2-3-103,0-4 1,3-12 0,-6-13 0,1-1-1120,-8-6 1629,3 7 0,-10-18 0,10 4 0</inkml:trace>
  <inkml:trace contextRef="#ctx0" brushRef="#br0" timeOffset="284">46 436 8238,'-14'0'2231,"-1"0"-1685,1 0 0,11 3 0,11 2 0,8 4-486,6 4 0,2-9 0,5 4 1,8-6-386,4-2 0,-2 0 0,2 0 325,5 0 0,2-10 0,-4-2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0:10.9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1 370 8837,'22'0'0,"0"0"94,-1 0 1,16-9-1,13-8 1,25-10-449,-28 10 0,3-2 0,7-3 0,2 0 0,11-3 1,1-1 353,1-2 0,1-2 0,0 0 0,-1-3 0,-7 1 0,1-1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0:16.51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65 218 8174,'-21'-10'378,"1"10"0,6 3-128,6 16 1,6 12-1,4 15 1,6 5 219,6 7 1,6 12 0,4 5-1,2 0-180,3 0 1,10 8-1,-5-6 1,0 0-372,-5-4 0,2-8 0,-2-9 0,-2-10-263,-3-7 1,-2-22-1,-3-8 277,-4-18 0,-5-8 0,-10-17 1,0 0-110,0 0 0,0-5 0,0-9 1,0-5 233,0-3 1,0 5-1,0-7 1,0 0-48,0 3 1,-3-8-1,-2 7 1,-2 0-221,2 6 1,3 11-1,4 7 181,5 8 1,-2 7 0,10 22-1,2 12 67,2 19 0,3 8 0,0 11 1,-1 1 88,1 0 0,7-8 1,0 3-1,-2-5-5,-3-2 1,-2-11 0,0-4 181,-1-4 0,-1-11 278,-6-14 0,-4-10 1,-10-31-1,0-7-315,0-5 0,0-5 0,0-8 0,0 1-561,0 0 0,-2-3 1,-3-2-1,-3-3-773,4 3 1,1 12 0,3 7 1065,0 5 0,0 3 0,0-1 0</inkml:trace>
  <inkml:trace contextRef="#ctx0" brushRef="#br0" timeOffset="317">936 1154 7843,'22'0'159,"0"0"0,0-2 274,0-6 1,-8 4 0,1-11 0,-1-2-183,-2-2 0,8-3 0,-6 0 1,3-2-108,-3-5 0,3 5 1,-7-8-1,0 3-66,-1 0 1,-1-7 0,-8 7 0,-3 2-196,-4 3 0,-7 10 0,-13 2 0,-5 2-12,-1 5 0,4 12 0,-5 8 0,0 7 243,0 7 1,7 12 0,-2 10 0,7-1 61,8 4 1,4-6-1,10 8 1,3-3 0,4-5 0,10-2 1,17-5-1,14-4-849,13-8 1,6-15 0,18-6 671,2-6 0,-5-21 0,15-6 0</inkml:trace>
  <inkml:trace contextRef="#ctx0" brushRef="#br0" timeOffset="885">2178 740 8195,'-20'10'-373,"6"5"1,7 4 871,4 3 0,3 9-108,0 5 1,3 6-98,4 1 0,-2 1 0,9-3 0,3-2-227,2-3 0,3-10 0,0 4-269,0-6 0,0-12 0,-1-5-116,1-5 0,7-4 148,0-5 1,0-5 34,-7-10 1,-3-10 0,-2-4 0,-5-5 0,-2 0 0,-5 2 24,-3 3 0,6 2 1,-1-5-1,-2 5 289,-3 3 0,-4-5 0,-3 7 1,-2 2 501,2 3 0,-5 9 1,0 3-289,-2 3 0,7 4 1,-2 14-1,5 13 4,2 12 1,0 7-1,0 5 1,0 3-326,0 1 0,7 4 0,3-6 0,2 3-802,5-3 1,2-2 0,3-5 0,2-2-1748,5-3 2477,-5-9 0,17 4 0,-7-9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0:22.48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475 153 8959,'-3'-24'0,"-2"-3"467,-2-2 1,-10 0-1,3 10-156,-6 4 0,-4 5 0,-3 13 0,-4 7 360,-3 11 1,5 11 0,-5 11 0,3 1-532,4-1 0,3 8 0,5 0 1,4-3-172,8-2 1,4-2-1,3-1 1,3-1-70,4-6 0,3-2 1,7-8-1,-3 3 6,3-2 0,3-3 0,-1-2 0,-2-3 155,-3-4 0,-9 4 87,2-4 0,-7-6 0,-7-1-78,-7-6 0,-6-2 1,-1 0-1,-1-2-127,0-6 1,0 4 0,0-11 0,1-2-285,-1-2 1,2 4-1,6 1 1,4-3-190,1-3 0,6 6 0,-2 2 433,10 2 0,7 3 0,10 7 0,2 0 274,5 0 0,-2 0 1,7 0-1,0 2-11,0 6 1,2-6-1,7 5 1,1-2-16,-1 2 0,-6-4 1,-1 2-1,3-8-8,2-4 1,-5-10-1,-2 3 1,-2-6 13,-6-2 0,-2 1 1,-4-1-1,-3 0-82,-3 0 1,-9-7 0,2 0 0,-7 3-48,-7 1 1,-5 4-1,-10-1 1,-2 0-123,-5 0 0,5 8 0,-5 2 1,4 2 304,4 5 0,-3 3 0,-1 4 1,1 8-42,5 12 0,4 2 0,1 12 0,6 5-122,6 8 0,2-1 0,5 8 0,7-3-785,10-5 1,21-4-1,3-8 737,8-7 0,13-5 0,11-2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0:23.0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477 838 8157,'0'-22'321,"0"0"0,-2 8 0,-5 2-131,-8 2 0,-7 3 0,-7 9 1,-5 8 306,1 12 1,-16 9-1,6 13 1,-3-1-77,0 1 0,9-1 1,4 1-1,4-3-578,9-5 0,1-4 0,12-10-525,2-1 0,19-8 1,8-9-1,5-6 410,4-5 0,-4-10 1,7 5-1,-1 0 308,1 4 0,-7 6 0,2 2 0,-5 2 604,-2 6 1,0 6 0,-1 15 0,1 7 184,0 6 1,-3 11 0,-2 5-1,-5 7-292,-2 8 1,-3-3 0,-7 10 0,0 0-355,0-3 0,0-2 0,-2-10 0,-5 1-527,-8-1 1,3-12 0,0-9-1,0-15-1354,0-12 1,5-10 0,-6-14-1882,4-8 3583,1-23 0,8-8 0,0-20 0</inkml:trace>
  <inkml:trace contextRef="#ctx0" brushRef="#br0" timeOffset="267">521 1012 8034,'2'20'72,"6"-6"0,-6 5 1,8-2-1,-1 8 324,6 4 1,-3 9 0,3-4 0,-1 2 103,-2 1 0,7-1 0,-6 5 0,-1-5-204,-5-6 0,3-6 0,-3-3 1,-2 1-67,-3 0 0,-2-7 0,-2-3 38,-6-3 1,6-11 0,-8-15-1,3-10 145,0-9 0,0-7 1,7-6-1,0-7-470,0-6 1,0 8 0,0-9-1,0 5-578,0 3 1,9 6-1,3-1 1,3 6-488,-1 8 1,1 7 0,7 14 0,-1 8-1211,1 4 2332,-10 3 0,17 20 0,-4 4 0</inkml:trace>
  <inkml:trace contextRef="#ctx0" brushRef="#br0" timeOffset="534">978 1121 14008,'-22'2'459,"1"6"1,-1 4-1,0 12 1,3 3-661,4 2 0,-2 0 0,8-7 0,-1 2-509,0 5 1,3-12-1,9 2 175,6-7 1,4-5-1,10-7 1,-1 0 152,1 0 1,0-7-1,0-3 1,-1 1 633,1-1 1,0-4 0,0 6 558,0 3 1,-8 5 0,1 8 33,2 6 1,-5 6 0,0 1-1526,-3 1 1,1-2 0,-5-4 679,2-1 0,10-1 0,-5 8 0</inkml:trace>
  <inkml:trace contextRef="#ctx0" brushRef="#br0" timeOffset="1017">1436 1012 8020,'-22'-12'184,"7"0"0,1 7 0,-3-2 210,-3 2 1,-1 3-1,-1 4 1,0 5 42,0 8 1,8 7-1,-1 7 1,-2 5-293,-2-1 0,7 9 1,5-6-1,4 5-238,3 3 1,3-3 0,4-5 0,7-9-243,6-11 0,9 1 0,2-9 0,3-3 91,5-3 1,0-19 0,-3-7 0,-5-5 68,1-3 1,-8-14-1,5 3 1,-7-3 225,-8 0 1,3-7 0,-7-5 0,0-5 118,-1-3 1,-1 8 0,-8 0 0,-3-2-212,-4-3 0,-5-7 1,-10 4-1,0 11 24,0 6 0,1 18 0,-1 7 0,0 9-103,0 5 0,3 8 0,2 16 0,5 16-51,2 8 0,3 15 0,7 6 1,0 3 4,0 4 0,2 2 0,6 2 1,4 2-106,0-2 1,7-2 0,-4-5-1,2-2 151,-3-3 1,6-10 0,-6 0 0,5-9 190,3-10 0,-7-7 0,-3-5 0,0-5 549,0-2 0,-7-5 0,5-13 69,-1-6 0,-4 4 0,7 0 0,0 3-283,0 0 0,-4 0 0,6 7 0,3 2-217,2 5 1,3-2-1,0 10 1,0 2-718,0 2 0,-3 3 528,-5-1 0,6 1 0,-8 0 0</inkml:trace>
  <inkml:trace contextRef="#ctx0" brushRef="#br0" timeOffset="1166">1719 816 8000,'0'-14'0,"2"2"-878,5 2 878,-4-7 0,16 15 0,-7-8 0</inkml:trace>
  <inkml:trace contextRef="#ctx0" brushRef="#br0" timeOffset="1716">1936 1274 8000,'15'14'-353,"-1"-2"880,3-2 0,3-3 0,2-7-105,-1 0 1,-6 0 0,-1-2 0,3-6-284,3-6 0,-6-8 0,-2-5 0,-2-4-160,-5-3 1,4 5 0,-1-5 0,-3 0-96,-3 0 0,-2 8 0,0-6 0,0 3-208,0 0 1,-10 0 0,-4 10 620,-6 4 0,-1 6 1,-1 9-1,0 0 89,0 0 1,8 12 0,2 7 0,2 8 57,5-1 1,3 6 0,2-1 0,0 1-232,0-1 0,2-2 1,3-7-1,5 0-717,2 0 0,10-8 1,9-2-1,0-2-396,1-5 0,4-3 0,-4-2 0,-1-2 1,1-5 1,4 4 0,-7-7 1044,-2 1 0,-3 6 697,-3-4 557,-8 5 0,-4 4-154,-9 5 1,-2-4-1023,-5 4 0,4-2 0,-7 0-96,1 2 0,4 0-148,-10-7 0,11-9-122,-4-6 1,6-4 0,4-3 91,6 0 0,4 0 1,9 3-1,1 2 42,0 2 1,9 11-1,3-4 1,3 6-297,-1 2 1,0 5-1,5 7 1,-4 10-2254,-8 2 2557,5 0 0,-10 8 0,7 1 0</inkml:trace>
  <inkml:trace contextRef="#ctx0" brushRef="#br0" timeOffset="1917">2764 32 7968,'0'-22'385,"0"13"1,2 11 0,3 20-206,2 19 1,10 15-1,-2 14 1,4 5 139,3 2 1,0 13 0,-11-40 0,0 2 0,-1 0 0,-1 0-291,-2-2 1,0 1-1,2 1 1,-1 0-1,0 45 1,-4 0-2178,-1 0 1697,-3-3 1,-10-17 0,-2-2 0</inkml:trace>
  <inkml:trace contextRef="#ctx0" brushRef="#br0" timeOffset="2084">2481 729 12853,'34'12'0,"9"-2"483,13 0 0,16-8 1,8 5-1,7-4-1504,8-3 0,2-8 1021,-47 6 0,1-3 0,3-7 0,-1-2 0,-4 1 0,1 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36.23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561 48 8006,'-31'-8'0,"-3"-3"0,1 1 585,-1 0 1,0 2 0,3 8 0,-5 0-251,-1 0 0,-4 13 0,7 8 0,0 10-325,0 5 1,3-5 0,11 6 0,4-1-231,8 0 0,8 1 0,8 4 0,8-2-27,4 3 1,14-6-1,5 0 1,5-2 238,3-5 1,5 4 0,-3-1 0,-5-4 315,0-2 1,-10-2 0,-3-1-1,-7 0 56,-9 1 1,3-1 0,-12 0 0,-9 1-65,-10-1 0,-13-2 1,-10-3-1,-14-5-415,-7-3 1,3 6 0,-6-8 0,0-3-619,1-2 1,9-3 0,4-3 0,14-5 732,14-7 0,-3-6 0,8-3 0</inkml:trace>
  <inkml:trace contextRef="#ctx0" brushRef="#br0" timeOffset="284">795 468 8165,'-3'24'136,"-4"-1"0,4 0 0,-5 1 0,6 2-43,2 5 1,0-3-1,0 9 1,0-1 134,0 0 0,2-7 1,6-1-1,7-7 198,6-5 1,10-11-1,3 3 1,3-8 27,4-8 1,-7-15 0,-3-16 0,-5-5-41,-3-3 0,-10-2 0,-5-3 0,-5-3-205,-3 3 1,-3 11 0,-5 4 0,-7 1-53,-6 0 0,-5 7 0,-3 0 0,-4 9-12,-4 4 0,6 11 0,-5-3 0,2 6-757,5 2 1,4 10 0,4 6 0,5 7-2820,8 8 3431,6-5 0,-9 29 0,-2-6 0</inkml:trace>
  <inkml:trace contextRef="#ctx0" brushRef="#br0" timeOffset="451">1496 842 9723,'-13'-3'-250,"5"-4"1,5 4 0,3-7 0</inkml:trace>
  <inkml:trace contextRef="#ctx0" brushRef="#br0" timeOffset="549">1519 492 7882,'-23'-11'0,"2"-4"242,5-6 1,-4-3-243,4 1 0,6 0 0,-1-1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33.2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374 818 8003,'-10'-23'-63,"-6"2"1,-5 3 380,-2 2 0,-1 11 0,1-3 150,0 6 0,-1 2 1,1 2-1,0 6-74,-1 8 1,1 12 0,0 6 0,-1 5-158,1 10 1,7-2-1,3 5 1,3-8-119,5-5 0,2-3 0,3 6 0,0-6-218,0-2 1,10-11 0,6-10-1,7-2-404,9-6 1,-4-3 0,8-2-1,1-2-1912,-1-6 2415,-7-5 0,15-21 0,-8-2 0</inkml:trace>
  <inkml:trace contextRef="#ctx0" brushRef="#br0" timeOffset="199">304 117 7909,'0'23'-73,"0"1"1,0-1 0,0 3 563,0 5 1,2 8-1,4 16 1,4 7-190,3 6 1,-5 20 0,7 8 0,-6-45-1,0 2-155,2 2 1,-1 1 0,2 0 0,0 0 0,-2-1 0,0-1 0,0-4 0,-1-1-413,6 39 0,1-18 0,4-18 0,-1-10 265,-4-11 0,1-5 0,7-3 0</inkml:trace>
  <inkml:trace contextRef="#ctx0" brushRef="#br0" timeOffset="534">608 1192 8003,'0'23'11,"0"1"1,0-9 311,0 1 0,2-11 1,6 3 99,8-6 0,7-7 1,5-8-1,4-10-201,-4-3 0,-2-11 0,-3 1 0,1-3-212,-1 0 0,-2 0 0,-3-7 0,-5 1-134,-2 7 0,-4-4 1,-7 11-1,0 2-72,0 3 0,-2 3 1,-6 2-1,-8 6 89,-4 7 0,-6 5 1,-3 6-1,-2 7 151,2 14 1,1 9-1,2 14 1,0 2 96,5 6 1,6 2 0,-4 8 0,6-5-217,3-3 1,2 0 0,11-8-1,5 0-305,7-4 0,14-14 0,4-3 0,4-9-510,4-12 0,3-4 890,3-3 0,10-10 0,3-3 0</inkml:trace>
  <inkml:trace contextRef="#ctx0" brushRef="#br0" timeOffset="834">1379 818 8003,'13'-31'0,"-6"0"0,-4 2 293,-3 3 1,-8 3-1,-2-1 1,-1 1 366,1 0 0,-8 10 1,2 5-1,-5 5-276,-2 3 0,0 3 1,-1 5-1,1 7-304,0 6 1,2 13-1,3 5 1,5 5-124,2 3 0,4-8 1,7 0-1,0 0-140,0-3 1,2 8-1,6-8 1,8 1 231,4-6 0,-4 3 1,-1-3-1,4-5 272,1-8 0,-4 3 0,0-8 0,-1 2 412,-2 1 1,0-8-500,-5 7 1,-8-2-1,0 3 1,-13-9-842,-8-4 0,-2-3 1,-1 0-1,1 0-1652,0 0 0,-1-3 2259,1-4 0,0-6 0,-1-11 0</inkml:trace>
  <inkml:trace contextRef="#ctx0" brushRef="#br0" timeOffset="1116">1729 748 8003,'0'-23'178,"-8"-1"0,-2 3 509,-3 6 0,-3 4 0,-7 11 0,0 0 74,-1 0 0,1 11 1,-3 7-1,-3 8-311,-2 5 0,0 18 0,8-2 0,-1 3-230,1-1 0,7-2 1,3 2-1,3 0-195,5-2 0,2 2 0,8-15 0,8-3-769,11-5 0,15 0 1,0-15-1,5-1-327,3 0 0,-1-5 1,1-12-1,-3-6 1071,-5 0 0,5-18 0,-7 5 0</inkml:trace>
  <inkml:trace contextRef="#ctx0" brushRef="#br0" timeOffset="1434">1846 1075 8003,'-16'0'-206,"1"0"222,-3 0 1,5 0 0,0 3-1,0 2 487,0 3 0,7 2 1,-4-5-22,0 3 1,7 10-316,-5-2 1,16-6 0,8-2-15,4-5 0,4-3 0,-1-3 0,1-5 18,-1-7 0,0-6 1,1-3-1,-1 1-142,0 0 1,1-1 0,-1 1 0,0-3-43,1-5 0,-9 2 1,-2-7-1,-2 0-139,-6-1 0,-2 9 1,-3-3-1,-3 5 116,-5 2 1,0 11 0,-12 5 0,-6 6 109,0 2 0,-3 10 0,1 6 0,-4 7 300,4 8 0,10-2 0,5 10 0,0 2-126,0 4 0,8 1 0,-3 1 0,5 0-740,3-1 0,11-7 1,4-2-1,8-4-2182,9-4 2674,4-3 0,11-3 0,-1 1 0</inkml:trace>
  <inkml:trace contextRef="#ctx0" brushRef="#br0" timeOffset="1900">2196 1098 7901,'0'16'260,"0"0"1,0-1 308,0 9 304,0-12-756,0-1 0,0-14 0,0-5 0,0-10 4,0-10 0,3-1 0,2-7 1,6 0-70,2-1 1,-6 6 0,6-5 0,0 2 29,0 5 0,3 3 0,5 3 0,-3 2 86,-3 6 1,1 4 0,7 14-1,1 5-85,-1 7 0,0 14 1,1 5-1,-3 2-254,-6 5 0,6 1 0,-8 0 0,0-6-1229,-5-2 1,-3-3 1399,3-8 0,-6 1 0,9-1 0</inkml:trace>
  <inkml:trace contextRef="#ctx0" brushRef="#br0" timeOffset="2067">2780 0 7904,'3'31'0,"2"3"95,3 3 0,0 1 0,-6 12 0,4 4 314,1 9 0,1 7 0,-8 8 0,3 7-388,5 6 1,-6 3-1,6 2-21,-6-46 0,-1 1 0,-12 45 0,5-44 0,-1 0 0</inkml:trace>
  <inkml:trace contextRef="#ctx0" brushRef="#br0" timeOffset="2266">2407 468 7916,'23'0'419,"0"0"1,9-8 0,1 0 0,4 0-99,4-2 0,11 7 0,3-5 1,-1 6-218,3 2 1,-5 0 0,8 0 0,-3 0 37,-5 0 0,-13 0-142,-8 0 0,5 10 0,1 3 0</inkml:trace>
  <inkml:trace contextRef="#ctx0" brushRef="#br0" timeOffset="2433">3365 1145 7898,'0'34'119,"0"5"1,-3 5 0,-2 3-1,-3-1 276,3 1 0,-6 0 1,1 0-1,-3-1-40,-5 1 1,-3 0-1,0 0-355,6-1 0,-16 1 0,5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0.6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47 351 8055,'-10'23'6,"0"3"1,-6 5 0,8 8 423,6 6 0,2 12 0,0 5 0,2 8 191,6 8 0,5-3 0,10 11 1,1-3-509,-1-8 1,0 1 0,1-22 0,2-5-377,5-7 1,-5-11 0,5-15 0,-5-14 364,-3-15 1,1-5-1,-3-21 1,-3-2 67,-3-3 0,-2-14 0,3-4 0,-6-5 94,1-4 1,-6-6 0,8 1 0,-3 6 126,-5 5 0,6 13 1,-3-2-309,-3 5 0,-3 20-296,-2 21 0,8 13 1,3 34-1,-1 5 110,0 8 0,6-2 0,-6 4 0,3-4 73,5-4 0,1 1 0,-1-3 0,-3-2 11,3-3 0,3-13 0,3-3 0,-1-13 232,0-7 1,-7-8-1,0-11 1,2-15 217,2-11 0,1-7 0,-3-8 0,-2-10-341,2-9 1,0-2 0,0 6 0,-2-4-640,2-1 1,-7-1-1,-1 8 1,-2 2-1175,0 6 1,-1 15 1722,-7 16 0,0 5 0,0 3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1.1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 1 8233,'-13'2'1120,"5"6"1,5 5 0,3 10 0,0 1-659,0-1 0,0 0 1,3 1-1,5-1-435,7 1 0,6-1 1,2 0-283,1 1 0,-1-4 0,1-4 0,-1-8-1436,0-6 0,-7-2 1691,-1 0 0,1-20 0,7-6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1.26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94 94 8055,'-10'-16'210,"-6"1"1,3 2 0,-3-6 951,-2 4-1365,8 10 203,0-6 0,10 22 0,0 2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2.1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70 8100,'0'24'-113,"0"-9"1,0 1 0,0 2 251,0 3 0,0 2 0,0 1 0,0-1 318,0 0 1,0 1 0,0-1-92,0 0 0,0 1 149,0-1-562,0-10 0,0-13 0,0-15 0,0-9-17,0-7 1,0-3 0,2-7-1,4 4 180,1 4 1,4-1-1,-6 5 34,3-2 0,10 3 1,-5 9-1,3 6-58,-1 3 1,-7 2 0,7 11 0,4 5-237,1 7 0,4 14 0,-1 5 0,0 2-777,1 5 0,-1-4 921,1 2 0,-1 0 0,0 7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2.58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0 375 8100,'0'15'1407,"0"1"-776,0-1 0,3-2 1,5-7-370,7-12 1,-2-7 0,3-10 0,-1-3-219,-2-5 1,8 5-1,-8-5 1,0 2-74,-5-2 0,-3 5 0,0-5 0,3 5-89,-3 3 1,-2-1 0,-3 1 0,-3 2 167,-5 6 1,3-4 0,-10 12 319,-3 1 0,-3 4 0,0 4 0,3 9-12,2 12 0,8 3 0,-5 13 0,3 0-256,5-3 0,2 9 0,3-7 1,3 4-479,5-3 1,7-5 0,14-11 0,5 0-499,2 1 0,3-11 0,8-5 1,-3-6 70,-5-2 1,5-10-1,-8-6 1,0-5 802,-4-2 0,-6 0 0,-3-1 0,-10-9 0,-3-4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2.93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71 350 8100,'-3'-15'320,"-5"-1"0,3 9 654,-11-9 0,9 11-641,-9-3 1,11 8-1,-3 8 1,6 7-153,2 6 0,2-5 1,3-1-1,6 3-288,2 3 0,-6 3 0,9-1-163,2 0 0,0-7 0,1-3-57,-4-3 1,1-2 293,7-8 1,-2-3 0,-3-4-1,-5-9 175,-3-5 1,6-10 0,-8 0 0,0 2 108,2 3 0,-7 3 0,7 2 0,-2 3-195,-1 3 0,4 9 0,-6 1 149,3 10 0,2 11 0,-5 15 1,3 5-175,-3 1 0,8 4 1,0-9-1,3-1 166,0 2 1,-1-14 0,8 1 0,1-7 240,-1-7 0,1-6 1,-1-11-1,-2-10-198,-6-7 1,3-14 0,-10 3 0,-3-5-315,-2-3 1,-3 1-1,0 2 1,0 2-371,0 3 0,-8 3 1,0-3-1,3 8 444,3 5 0,-9 2 0,-2 1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3.43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7329,'32'0'-76,"1"0"0,4 0-259,4 0 0,3 0 335,3 0 0,10 0 0,3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3.5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515 1 8033,'-47'0'-24,"-2"0"0,-3 0 0,-3 0 614,3 0 1,6 0-1,4 0 1,6 0-881,2 0 0,3 8 290,7-1 0,1 12 0,0-6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4.3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24 210 9259,'-13'34'412,"2"3"1,11 12 0,0 3-285,0 2 0,0 11 0,0-2 1,0 4-442,0 3 1,11-2 0,4-9-1,6-12-44,2-13 1,1-11-1,-1-7 1,0-8 340,1-6 1,-3-15-1,-3-10 1,-5-11 87,-3-2 0,6-8 1,-9 5-1,-1-6 313,-4-1 0,-2 2 1,0 5-1,0 8 125,0 5 1,-2 2-539,-6 1 1,5 12-1,-5 14 1,6 15-27,2 11 0,0 12 0,0-2 0,0 5 72,0 3 1,10-3-1,6-2 1,5-6 207,2-2 0,0-6 1,3-12-1,3-8 354,2-6 0,8-15 0,-5-10 0,-1-13-59,1-8 0,-5-6 1,-11-4-1,-5-6-378,-3 0 1,6-12 0,-8 7-1,-3 2-343,-3 4 0,-9-4 0,-4 9 0,1 2-1976,-1 3 0,-7 12 2176,3 6 0,-6 16 0,-2 4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4.7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 0 8206,'-15'0'1354,"-1"0"0,11 10 0,-3 6-1106,6 5 0,9 2 0,4 0 0,2 1-579,5-1 0,5 1 0,6-1 0,2-2-829,-3-6 1,-2 3 1159,-2-10 0,10 0 0,2-8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4.83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141 70 8034,'-23'-20'579,"-1"1"-62,1 4 1,7 10-1305,1-3 787,10 5 0,-16 3 0,8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5.36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164 234 8692,'-23'0'388,"7"0"0,1 0-91,-3 0 0,5 3 1,-3 5-72,-2 7 1,5 6 0,0 2 0,2 1-18,6-1 0,3 0 0,2 3 1,2 3 1,6 2 1,-3-8-1,11-10 1,-1 0 46,-2 0 0,8-7 1,-5 1-1,5-4 12,2-3 0,-2-10 1,-3-6-1,-3-7-97,4-9 0,-9 7 1,0-9-1,-2 3-246,0-1 0,0-6 0,-8 4 0,0 0-154,0 0 1,-3-5-1,-2 8 1,-5 3-650,-3 2 0,5 5 0,-5 3 0,0 5-362,0 2 1,5 4-1,-5 9 1238,3 6 0,2 5 0,8 10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5.73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22 8020,'0'-13'280,"0"5"187,0 16 0,0 7 0,0 16 1,3 8-129,5 5 1,-6 11 0,9 2-1,-4 0-368,1 0 1,8 8-1,-6-5 1,1 2-509,-1 0 0,6-12 1,-9-1-1,-2-10 537,-2-5 0,7-3 0,3-8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6.10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234 665 8020,'-23'-23'288,"-1"7"0,1 3 195,0 3 0,-1 5 1,1 13-1,0 7-160,-1 6 0,9 10 1,2 3-1,2 0-276,6-1 0,3 9 0,2-6 0,0 1-139,0-6 0,2-5 0,6-3 1,8-2-381,4-6 0,4-4 0,-1-14 0,0-5-10,1-7 0,7-6 0,-3-2 0,-4-3 210,-6-5 1,-2-6 0,4-7 0,-1 3 202,-4 2 0,-7 0 0,5-11 1,0-1 64,0-4 0,-8-10 0,3 3 0,-6-6 29,-2-2 1,0 3 0,0 4 0,-2 11 312,-6 11 0,3 10 1,-8 18-23,2 13 1,-4 15 0,7 22 0,0 12-188,-2 8 1,7 13-1,-4 8 1,4-3-253,3-2 1,0-3-1,0 0 1,0 0-609,0 0 731,0 11 0,10-8 0,3 7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51.6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57 117 8312,'-10'-15'686,"-6"-1"0,3 11-284,-2-3 1,12 3-125,3-3 0,10 6 1,16-6-1,6 5-17,6 3 1,17-7-1,5-1 1,-1 0-607,-4-2 1,2 7-1,-2-5 1,-6 6-465,-8 2 1,-7 2 808,-10 6 0,-1 5 0,0 10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52.03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24 372 8416,'-13'10'162,"5"6"0,5 5 0,3 5 0,0 5 353,0 8 0,8 15 1,3 11-1,-1 8-84,0 5 0,6 18 1,-6-3-1,1 3-518,-1 0 0,-2-10 0,-5-3 0,2-2-392,3-6 1,-1-13 0,-7-10 0,0-10-665,0-11 1143,11-16 0,2-4 0,10-11 0</inkml:trace>
  <inkml:trace contextRef="#ctx0" brushRef="#br0" timeOffset="367">24 746 8224,'0'-23'355,"0"-1"0,2 9 1,6 2 213,8 2 0,5 3 0,2 8 0,0 0-367,1 0 0,-1 3 1,-2 5-1,-3 7-144,-2 6 0,-1 5 0,6 5 0,-3 8-54,-2 5 1,-11 6 0,3 4 0,-6 8-139,-2 6 0,0 5 0,-2 5 1,-6 10-37,-8 10 1,3-1-1,6-46 1,-1 1-1,0 0 1,0 0 9,1 3 1,1-1 0,0 0-1,2-1 1,3-1 0,2 0-1,-1 44 49,0-13 0,10-18 0,8-14 0,11-9 153,10-11 1,-3-15-1,3-8 1,0-6 149,-3-2 0,9-2 0,-9-4 0,0-4-436,-5-3 0,-5 0 0,-2-5 244,-1 2 0,0 1 0,1-9 0</inkml:trace>
  <inkml:trace contextRef="#ctx0" brushRef="#br0" timeOffset="1117">1706 793 7697,'-23'-24'1083,"7"11"0,1 3-716,-4-1 0,-1 9 1,-4-6-1,-2 6-31,-5 2 1,3 7-1,-9 6 1,1 5-338,0 8 1,7 6 0,-2-1 0,5 8-56,3 5 0,7-5 0,3 0 0,3 0-146,4-3 0,6-2 1,11-11-1,10-2 187,7-6 0,14-4 0,-3-14 0,5-5 238,2-7 0,1-16 0,0-8 0,-3-5-107,-5-3 1,3-8 0,-9-2 0,1-2-143,0-6 1,-6-3 0,-9 1 0,-7 2-199,-1 2 1,-6 4 0,-13-4 0,-10 6-82,-10 0 0,-9 8 0,-12-3 0,-6 8-52,-7 5 1,5 10 0,5 1 0,8 10-40,5 10 0,8 8 0,-6 10 1,1 16-1067,0 18 1462,-3 3 0,-8 31 0,0-5 0</inkml:trace>
  <inkml:trace contextRef="#ctx0" brushRef="#br0" timeOffset="1664">2290 185 8072,'0'-23'-580,"0"-1"1319,0 1 0,0 13 0,0 10-423,0 13 0,0 10 0,0 6 0,0 4-180,0 4 0,0 2 0,-2 7 0,-4 1-67,-1 0 0,-12 7 1,7 1-1,-4-1-208,0 3 1,1 3 0,-9 8 0,1-3-304,0-3 0,10-13 0,5-2 0,5-13 259,3-8 0,3-6 1,5-7 489,7-13 0,16-7 0,8-12 0,3 4 75,-3-3 0,8-3 1,-3-2-1,8 2-169,0 5 1,-3-2-1,-5 8 1,-2-1-640,-4 1 1,-6 2 0,4 8 425,-2 0 0,-3 0 0,-8 0 0</inkml:trace>
  <inkml:trace contextRef="#ctx0" brushRef="#br0" timeOffset="1966">1052 1587 8143,'-23'0'932,"-1"0"1,16 0-731,16 0 1,26-8 0,31 0 0,13 1-12,15-4 1,-39 9 0,1-1 0,9-4 0,2-2 0,5 1 0,1 1-30,3 1 1,0-1 0,3-3-1,0-1 1,4 4 0,0 1 0,-2-1-1,1-1-155,-3-1 1,-1 2 0,-6 4 0,-4 1-1,-9-3 1,-2-1 0,38-1-187,-22-1 1,-15 0-1,-18 8-1874,-7 0 2053,-17 0 0,-4 8 0,-11 0 0,0-1 0</inkml:trace>
  <inkml:trace contextRef="#ctx0" brushRef="#br0" timeOffset="2450">2010 2218 8111,'-3'-26'96,"-5"-5"1,3 5-1,-10-5 1,-3 5 561,-3 2 1,-3 11 0,1 6-1,-3 4-468,-5 3 1,-5 0 0,-11 3-1,3 7-308,5 13 1,-5 3 0,7 13 0,1 5-143,5 8 0,5-2 0,5 7 0,5-3-176,9 1 0,4 2 1,3-8-1,3-2 340,4-11 1,14-15 0,13-8-1,2-5 695,6-11 1,2-10-1,3-18 1,-1-8-86,1-5 1,-8-5 0,-3-3-1,-2-5-185,-5-3 1,-3 5 0,-5-4 0,-6-4-447,-7-4 1,-6 10-1,-7-13 1,-8 5-153,-10 5 0,-16 0 1,3 11-1,-3 2-227,0 11 1,2 10-1,-2 10 1,6 9-85,-1 4 0,5 8 0,-7 11 0,2 15-689,6 10 1269,2 17 0,2 1 0,1 11 0</inkml:trace>
  <inkml:trace contextRef="#ctx0" brushRef="#br0" timeOffset="2984">2197 2148 8058,'0'-16'362,"0"1"121,0 9 0,0 14 0,0 16 0,0 4-286,0 6 1,2 0-1,4 7 1,4-2-109,3 3 0,-8-1 1,6-2-1,-1-5-57,5 0 0,-2-16 0,3 5 20,2-2 0,3-11 1,2-4-1,-2-12-32,-5-9 0,4-16 0,-4-8 0,2-5 123,-2-3 0,2-8 1,-8 1-1,3 2-188,5 3 1,-7 10 0,-1 2-394,1 3 0,-9 16 220,6 18 1,-5 18-1,-3 19 1,0 4 177,0 9 1,-8 2 0,0-8-1,3-3 118,2-2 0,6-10 0,2 2 0,5-8 391,3-7 0,3-6 0,7-10 0,1 0 150,-1 0 1,-7-18 0,-1-8 0,1-8-354,-3-7 0,5-3 0,-10-3 0,-3 0-347,-2 1 1,-3-1 0,0 0 0,0 0-935,0 1 0,7 7 1,1 2-928,-3 4 0,0 4 1942,3 13 0,-5 6 0,7 10 0</inkml:trace>
  <inkml:trace contextRef="#ctx0" brushRef="#br0" timeOffset="3334">2944 2452 8188,'0'-24'2482,"0"9"-1140,0-1 0,0 13-980,0 3 1,0 11 0,0 12-353,0 1 1,3-1 0,2 0-1,6 1-494,2-1 1,2 0 0,9-2-1767,-1-5 2250,0 4 0,1-17 0,-1 7 0</inkml:trace>
  <inkml:trace contextRef="#ctx0" brushRef="#br0" timeOffset="3431">3108 2265 8188,'-8'-24'190,"-2"1"592,-3 0 1,8-1-700,-3 1 1,8 10-84,8 5 0,5 5 0,10 3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3:18.53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175 1089 8071,'0'-29'0,"2"0"0,5 0 378,8-2 0,4 4 0,3-9 0,2-5 169,5-8 0,5 1 0,7-10 0,-2-3-376,-3-1 1,-9-1 0,-1 2 0,-6 3-90,-6-2 1,-9 9 0,2 5 0,-7 9-221,-7 6 1,-3 2-1,-9 10 1,0 4-234,-5 8 0,-3 7 0,5 10 0,-2 11-123,-5 13 1,5 19 0,-5 13 0,2 11 406,-2 8 1,17-33 0,0 2 0,-2 4-1,1 0 1,3 5 0,1 0-56,1 2 0,1 1 0,4 0 0,-1 1 0,-2 2 0,0 0 0,1 3 0,0 1-18,2 3 1,2-2 0,4-7-1,3-3 1,2-7 0,4-3 0,17 28 105,4-28 1,-6-21-1,5-18 1,-6-13 639,-4-14 1,5-12 0,-13-19 0,3-3 342,-2-5 1,-6-2-1,-9-8 1,0 5-488,0 3 0,-9-7 1,-6 4-1,-4 0-439,-3 6 1,0 4 0,0 2 0,-2 0-140,-5 1 0,2 2 0,-6 4 0,1 11-166,6 9 0,-6 7 1,3 10-1,5 3 198,7 4 1,0 7 0,10 13 0,2 5 57,2 1 0,6 1 0,4 5 1,10-5-237,10-3 0,7-2 1,7-9-1,-3-6-179,-1-7 0,6-4 0,8-3 1,0-3 460,2-4 0,-7-24 0,7-15 0</inkml:trace>
  <inkml:trace contextRef="#ctx0" brushRef="#br0" timeOffset="184">850 806 7555,'12'3'1646,"-5"4"0,-4-2 0,-3 9-1831,0 3 1,0-5-1,0 3-1084,0 2 0,0-5 1269,0 2 0,0 1 0,0 7 0</inkml:trace>
  <inkml:trace contextRef="#ctx0" brushRef="#br0" timeOffset="550">980 589 8042,'15'21'-142,"-1"1"1,-1 10-1,3 1 1,-1 4 228,2-1 0,0 0 1,0 8-1,-3-1 290,3 1 1,-7-1 0,0 1-1,-3-3-99,0-5 1,0 3-1,-9-10 1,-3-2 274,-2-3 0,-10-12 0,2-5-14,-4-4 1,5-6 0,1-4 0,1-7-184,0-6 0,7-11 0,-2-6 1,5-4-312,2-2 1,0-8 0,0 0-1,2 3-331,5 2 1,-2 10 0,10 2-1,2 2-716,2 6 1,-4 1 0,-1 6-1,3 5 1002,2 6 0,13 6 0,2 2 0</inkml:trace>
  <inkml:trace contextRef="#ctx0" brushRef="#br0" timeOffset="834">1547 763 8008,'-3'-15'0,"-4"1"495,-8-3 1,3 7 778,-2 3 0,9 7-1091,-2 7 1,4 5-1,3 12 1,0 3-286,0 2 1,0 10 0,3-5-1,4 2 33,7 0 0,-1-9 0,1 4 1,1-2 212,-3 0 0,7 0 0,-7-7 1,0 0 576,-5 0 1,3-8 0,-3 1 0,-2 2-181,-2 2 0,-6-7 0,-4-2 0,-10-3-790,-10 0 1,1 1-1,-8-8 1,2 0-726,6 0 1,-6-10 0,6-5 973,6-4 0,-11-12 0,7-3 0</inkml:trace>
  <inkml:trace contextRef="#ctx0" brushRef="#br0" timeOffset="1050">1851 1 8008,'22'0'378,"0"2"-5,0 5 0,-8 5 0,1 13 0,-1 6-58,-2 13 1,5 9 0,-7 14 0,0 9 0,-1 11 0,1 0 1,-5 7-1,2-4-400,-2-3 1,-5-7-1,-5-5 1,-2-8-510,2-11 0,-5-17 0,1-10 0,-3-8 593,-5-6 0,-3-5 0,-1-10 0</inkml:trace>
  <inkml:trace contextRef="#ctx0" brushRef="#br0" timeOffset="1201">1612 632 8008,'14'-12'0,"1"2"227,2 1 0,5 6 0,7-4 1,5 2-51,-1-2 0,9 4 0,-4-4 0,8 5-326,5 2 0,0-8 1,-10 1 148,-5 2 0,5 3 0,-7 2 0</inkml:trace>
  <inkml:trace contextRef="#ctx0" brushRef="#br0" timeOffset="1384">937 523 8061,'-15'-7'1155,"1"0"1,9-3-1587,-2 3 0,7 4 431,7-4 0,5 5 0,10 2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3:15.03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305 719 7983,'-14'0'-357,"-1"0"0,10 0 0,-4 0 0</inkml:trace>
  <inkml:trace contextRef="#ctx0" brushRef="#br0" timeOffset="383">370 676 7983,'13'-2'27,"-6"-6"1,-5-4 556,-2-10 0,0 8 391,0-1 0,0 1-273,0-8 0,-2 10-451,-5 5 1,-6 4 0,-11 6 0,-2 4-127,-3 7 0,-8 13 0,6 5 0,-1 1-366,1 6 0,-5 10 0,7 1 1,4-1-164,9-3 0,6-3 0,10-2 1,0-4 215,0-8 0,19-8 0,8-6 0,9-8 312,8-4 0,-6-20 1,13-7-1,-5-8 184,-2-7 1,-1-4 0,1-8 0,-3-5-10,-5 1 0,-12-8 0,-11 7 0,-4-2-235,-4 0 1,-3 2 0,-4-4-1,-5 2-266,-8-3 0,-7 6 0,-7 1 0,-4 6-17,-1 7 0,-7 12 1,7 0-1,-3 7-122,1 8 1,7 4 0,-5 15-1,3 7-2003,4 10 2344,3 24 0,2-10 0,0 17 0</inkml:trace>
  <inkml:trace contextRef="#ctx0" brushRef="#br0" timeOffset="1016">871 436 8125,'0'-21'558,"0"-1"0,0 0 33,0 0 1,-2 13-353,-5 9 1,4 9-1,-4 15 1,2 3-51,-2 2 1,4 7 0,-4-4 0,5-1-197,2 1 0,-7 7 0,-1-3 1,3 7-375,3 8 0,-5-5 0,-3 7 0,0-2 58,1 0 0,-1 0 0,5-10 0,-2-5 220,2-7 1,5-5 0,7-4 325,8-6 1,7-4 0,7-12-1,7-3 93,5-2 1,5-10 0,2 2 0,6-2-251,1 3 0,-4-6 1,7 8-1,0-2-269,-2-1 0,-10 10 0,-12-2 1,-3 5-1447,-4 2 1649,-3 0 0,-12 0 0,-2 0 0</inkml:trace>
  <inkml:trace contextRef="#ctx0" brushRef="#br0" timeOffset="1283">0 1482 8022,'22'0'0,"0"0"0,4 0-9,11 0 0,18-3 0,28-2 0,11-2 346,-40 4 1,1 1 0,0 1 0,1 0 0,6 1-1,0 0 1,-2 0 0,1 0-293,-4 0 0,-1 0 0,-1 0 0,-3 0 0,32 2 0,-4 3-226,-7 2 1,-10 8 0,-12-5 0,-18 2 180,-13 5 0,-10 12 0,-10 5 0</inkml:trace>
  <inkml:trace contextRef="#ctx0" brushRef="#br0" timeOffset="1633">675 2026 8034,'-31'15'98,"-5"-1"1,2 1-1,0 9 1,0 2 218,0 3 1,7 10-1,-2-3 1,8 6-85,6 1 0,-2 8 1,10-3-1,2-4-77,3-5 1,4-13 0,5 3-1,8-7 76,4-7 1,3-6 0,2-9 0,3-5 199,2-9 0,7-8 0,-4-19 0,-1 0-49,1-5 1,-3-10-1,-8 3 1,1 0-306,0 0 1,-10-6 0,-5 9 0,-4-1-158,-3-2 0,-3 7 0,-6-5 1,-13 5-145,-12 2 1,-10 3 0,-6 5-1,-9 7-207,-3 5 0,-1 12 0,5 4 0,7 8-170,5 8 0,12 6 1,5 15-1,5 7-1102,2 6 1,10 1 1701,5 1 0,4 9 0,3 3 0</inkml:trace>
  <inkml:trace contextRef="#ctx0" brushRef="#br0" timeOffset="2083">828 2179 8865,'0'-13'1347,"0"6"0,0 14-1088,0 8 0,7 7 1,3 4-1,2 3-268,5-2 1,-5-3-1,2-2 1,3 0-46,3-1 1,-1 1-1,-2-2 1,-3-6 119,3-7 0,3-4 0,2-3 1,-1-3-2,1-4 0,-3-15 1,-2-12-1,-2-2 71,2 0 1,-7 2 0,-1-5 0,-2 5-66,1 3 1,-1 9-1,-5 10-220,6 2 1,-6 6 0,5 11 0,-4 7 136,-3 6 1,0 9 0,0 2 0,0 1 49,0-1 0,0-2 0,0-7 1,2 0 385,5-1 1,-4-6 0,7-3 267,-1-2 1,3-5-1,8-13 1,-6-9-329,-7-9 1,3-1 0,-3-9 0,-2-3-507,-2-2 0,-3-2 0,0-1 0,0 0-543,0 1 1,0-1 0,0 3 0,0 5-1333,0 7 2017,0 5 0,0 2 0,0 0 0</inkml:trace>
  <inkml:trace contextRef="#ctx0" brushRef="#br0" timeOffset="2766">1546 2374 8599,'-21'0'954,"-1"0"0,7 0-782,1 0 1,11-7 0,1-2-1,9-4-11,5-3 1,10-4 0,7 1 0,-2 2-93,-3 2 0,5 3 1,0-2-1,-2 4-217,-3 0 0,-2 8 1,-3-3-19,-5 10 1,-1 7 0,-9 12 0,4 3 40,-3 2 0,-10 7 0,-5-4 0,-2-1-124,-5 1 1,5 4 0,0-7 0,2-2-632,5-3 0,3-3 229,2 1 1,2-2 827,6-6 1,-4-4-1,8-8 1504,-2 5 0,-3-2-724,-7 10 0,-2-3 0,-5 5 0,-8-5-393,-4-2 0,-5 4 0,-3-4 0,-2 0-699,2-1 1,-4 1-1,2-5 1,2 2-1566,3-2 1,-5-3 1699,0-2 0,0-9 0,7-4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3:12.65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110 702 7979,'0'-44'-3,"-3"1"0,-1 1 1,-4 4 172,3 1 0,3 1 1,2-7-1,0-1 210,0 1 1,0 1 0,0 6 0,0 5 403,0-1 1,0 8 0,0-5 35,0 5 1,0 16-577,0 16 0,0 9 0,-2 26 0,-3 10 78,-3 8 0,-1 14 0,4 5 1,-2 5-279,2 2 0,-5 7 0,3 5 0,4-48 1,1 0-248,1 1 1,0 0-1,-3-1 1,0-1-1,-3 38 1,2-1-3,3 0 0,4-15 0,3-14 0,5-21 163,2-18 1,-5-9 0,8-10-1,2 0 272,2 0 1,3-10 0,0-4 0,-1-6-201,1-2 0,0 3 0,0 2 0,-1 3-926,1-3 1,0 5-1,0-1 1,0 1-542,-1 0 0,1 7 1437,0-2 0,0 5 0,-1 2 0</inkml:trace>
  <inkml:trace contextRef="#ctx0" brushRef="#br0" timeOffset="366">458 1333 10571,'22'0'1026,"2"0"0,3 0-709,2 0 1,0-9 0,-7-8 0,-1-8-232,1-4 1,-2-2 0,-4 4 0,-3-2-51,-4 3 1,-2-6-1,-7 3 1,0 3-95,0 1 0,0 4 0,-2-1 0,-5 2-292,-8 6 0,-4-3 0,-3 10 174,0 2 0,1 2 1,-1 6-1,2 7 74,6 11 1,-3 4 0,10 11 0,2 3 69,3 2 1,2 2 0,0 1 0,0-1-23,0 1 1,2-3 0,3-2-1,4-5-337,4-3 1,1-2-1,8-10-450,0-4 0,-1-5 841,1-10 0,10-20 0,1-4 0</inkml:trace>
  <inkml:trace contextRef="#ctx0" brushRef="#br0" timeOffset="567">828 5 7980,'0'14'115,"0"1"1,0 2 424,0 2 0,0 15 0,0 12 0,0 17-77,0 14 0,8 10 0,1 8 0,-4-45 1,0 1-343,0 2 0,0 1 0,2 0 0,0 1 1,-3-1-1,-1 1 0,1-1 0,0 1-296,1-1 1,-1 0 0,-1 43 0,6-12 0,-1-17-1022,-1-15 1,0-17 1195,-7-7 0,0-14 0,0-6 0</inkml:trace>
  <inkml:trace contextRef="#ctx0" brushRef="#br0" timeOffset="750">719 789 7980,'0'-22'-93,"3"3"196,4 4 1,-2 3 0,12 7 0,5-2 98,4 2 1,6 3 0,-6 2 0,6 0-1350,2 0 1147,-8 0 0,15 0 0,-7 0 0</inkml:trace>
  <inkml:trace contextRef="#ctx0" brushRef="#br0" timeOffset="917">1199 571 8067,'0'22'0,"-3"0"102,-4-1 1,4 4-1,-4 1 1,5 6 136,2 2 1,0-1 0,0 6 0,0-3-930,0 3 690,0 2 0,0 3 0,0-1 0</inkml:trace>
  <inkml:trace contextRef="#ctx0" brushRef="#br0" timeOffset="1217">1612 876 7985,'-21'0'0,"-1"0"639,0 0 1,0 2 0,0 3-1,1 5-222,-1 2 0,3-5 1,2 8-1,5 2-197,2 2 0,-5 5 0,8 3 0,2 4-145,3 3 1,4-7 0,5 4 0,8-2-176,4 0 1,6 0-1,1-7 143,3 0 1,0 0 333,-7-1 1,-12-1-1,-10-3-213,-12-3 0,-10-9 0,-5 2 1,-4-4-1415,-3-3 0,7 0 1250,-2 0 0,-5 0 0,0 0 0</inkml:trace>
  <inkml:trace contextRef="#ctx0" brushRef="#br0" timeOffset="1733">2440 789 8077,'-24'-29'0,"-3"0"0,-2 2 837,2 3 0,3 5 1,0 4-1,-3 8-363,-2 4 1,0 8 0,8 7-1,-1 13-346,0 6 1,0 8 0,3 9 0,2 3-99,2-3 1,11 6 0,-4-1 0,6 0-349,2 0 1,2-4-1,6-13 1,6-7 48,5-5 1,6-12-1,1-5 1,6-9 283,2-12 0,-5-11 0,4-18 0,-1-3 89,-5-5 1,-3-5-1,-2-9 1,-3 0 115,-5-1 0,6-1 1,-8-4-1,0-1-204,-5 2 0,-4-8 0,-3 1 0,0-3 29,0 0 1,-8 20-1,-1 2 1,-1 12-27,0 9 1,-4 13 0,7 14-199,2 8 0,2 17 0,3 23 0,0 13 93,0 14 0,8 3 0,1 12 0,1 2-276,0 3 1,4 4 0,-4 3 0,-1 3-466,1-3 0,7 2 1,-2-4 574,4-6 1,12-1 0,3 4 0</inkml:trace>
  <inkml:trace contextRef="#ctx0" brushRef="#br0" timeOffset="1983">2745 1159 8050,'0'-31'-192,"0"-1"1,0-4-1,0 7 1140,0 5 1,0 2 0,0 0 387,0 0 1,-3 10-1232,-4 5 0,2 14 0,-7 8 0,2 6-132,6 8 0,1 5 0,3 10 0,0-1-221,0 1 1,3-3 0,1-5 0,6-4-53,2-1 1,0-14 0,5 3 0,-2-8 518,2-7 1,4-5-1,4-10 1,-1-9 192,-5-8 0,-4-14 0,-1 0 0,-7-8-179,-4 1 0,-3 2 0,-3 5 0,-4 4-291,-7 8 1,-8 5 0,-5 5 0,-2 4-746,3 8 0,1 5 1,4 4 802,-1 5 0,-10 5 0,-1 10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3:45.91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305 66 8167,'0'-22'1762,"0"0"-1417,0 10 1,-2 3-1,-3 11 1,-2 5-100,2 8 0,0 7 1,-2 4-1,-6 6-254,1 2 0,-7-5 1,2 7-1,-7 0-565,-5-2 1,0 5 0,7-10 0,0-3 572,0-1 0,-9-4 0,-3 1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3:46.21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44 738 8035,'0'-21'-396,"0"-1"1,0 0 395,0 0 0,10 1 0,2-1 0</inkml:trace>
  <inkml:trace contextRef="#ctx0" brushRef="#br0" timeOffset="433">44 586 8017,'-14'7'331,"2"3"1,2 2-32,5 5 1,3 5-1,2 4 1,0 6-50,0 2 1,0 0 0,0 4-1,2-1-66,6 1 1,4-6 0,7-3 0,-2-5-43,-3-2 1,1-10 0,7-5 0,0-4-78,-1-3 0,-6 0 0,-1-3 1,1-7-159,-3-11 1,7-1 0,-7-10 0,0 1-75,-4-5 0,-3-5 0,-1-3 0,4 0-88,-3 1 0,-3-1 0,-2 1 0,0 2-388,0 4 0,0 6 0,0 9 339,0 0 1,7 13-1,0 11 291,-2 17 1,-2 15-1,-3 15 1,0 4 158,0 3 1,0-8-1,2 5 1,3-4-115,2-6 0,10 3 0,-5-17 0,3-2-57,-1-3 0,1-12 0,7-5 0,-1-4-29,1-3 1,-7-3-1,-1-4 1,1-7-263,-3-6 1,0-4 0,-7-3 0,4-2 43,4 3 1,-9-1-1,6 1 271,0-3 0,-8-1 0,8 9 0</inkml:trace>
  <inkml:trace contextRef="#ctx0" brushRef="#br0" timeOffset="916">436 847 7827,'-9'22'249,"6"-7"0,-4-1 0,5 3 246,2 2 0,0 3 0,0 0 0,2 0-132,5 0 0,-2-1 0,7 1 0,0-3 39,0-4 1,1-3 0,3-7 0,-1 2-150,2-2 1,2-15 0,3-9 0,0-10-159,0-5 0,-1-9 0,1-11 0,0-1-277,0-6 0,-1 6 1,-1-1-1,-3 3-426,-3 4 0,-9-4 1,2 2-1,-4 5-285,-3 8 0,0 6 1,0 10-1,-3 3-869,-4 4 1762,5 6 0,-18 9 0,8 0 0</inkml:trace>
  <inkml:trace contextRef="#ctx0" brushRef="#br0" timeOffset="1550">872 20 8035,'10'-12'-57,"-6"5"1,9 16 361,-4 13 0,-2 9 0,-7 15 0,0 5 15,0 7 0,0 8 0,0 6 0,0 8-254,0 5 1,8-1 0,-1-1 0,-2-6-305,-3-2 1,-2-14-1,0-15-324,0-8 459,0-21 1,0-7 0,0-25 0,0-6 140,0-8 0,0-3 0,0-7 1,0 3 198,0-3 0,0 1 0,0 1 0,3 6 75,4-1 1,-2 11 0,7-3-384,-2 7 1,6 12-1,-1-3-82,4 6 1,3 19 0,-3 7 0,-2 8-78,-2 6 1,-3 3 0,5 3-1,-5 0-63,-2-1 0,-1-2 1,-4-4-1,3-8 187,-4-5 1,6-2 0,-3-1-106,-2 1 222,7-10 1,0-2 149,10-10 1,-7 0 0,-1-3-1,1-4 63,-3-7 1,7 2 0,-4-3 0,4-2-41,3-2 1,0-5-1,-1-3 1,1-4 61,0-3 1,-8 5-1,1-8 1,-1 1 28,-1 2 0,3-5 1,-8 10-1,-3 3-162,-3 2 1,-12 4 0,-4 3 0,-8 5 143,-7 3 0,5 1 0,-8 11 0,3 4-99,0 7 1,0 6 0,7 2 0,1-1 40,-1 1 0,7 7 0,3 3 1,3-1-61,4 1 0,2 4 1,3-5-1,5 1-652,10-1 1,-1 6-1,18-8 1,-1-3-651,5-2 0,3 3 0,0-3 1163,-3-4 0,0-4 0,8 6 0</inkml:trace>
  <inkml:trace contextRef="#ctx0" brushRef="#br0" timeOffset="2200">1787 782 7846,'-15'7'11,"0"1"0,11 8 1,-4-1-1,6 4 349,2 3 1,0 0-1,0 0 1,0-1 382,0 1 0,0 0-233,0 0-405,10 0 1,-6-13-1,9-9-127,-4-12 1,-1-10 0,-8-4 0,2-8-209,5-7 1,-4 2-1,4-12 1,-5 5-151,-2 3 1,8-8 0,-1 3 0,0 4-195,3 5 0,-5 5 0,7-2 0,-3 7 273,-4 5 1,7 12 0,0 7 297,1 10 1,-4 17 0,-9 14 0,0 7 178,0 8 0,7 5 0,1 7 0,-3-5 123,-3-7 1,5-1 0,3-4 0,0-7-51,-1-5 1,11-7-1,-1-13 1,8-7-106,-1-4 0,8-8 1,0-7-1,2-12-64,1-8 0,-4 3 1,4-7-1,-8-3 52,-5-2 0,-2 5 0,-3-1 0,-4 1-52,-8 2 0,-5 0 1,-2 8-1,-2-1-167,-5 8 0,-8-3 1,-14 8-1,-7-3 55,-5 2 0,-3 5 1,0 13-1,3 4 208,5 8 1,-3 6 0,10 6 0,3 4 328,2 3 1,9 3-1,3 6 1,2 3 145,5 5 1,5-5-1,8 5 1,9-5-883,9-3 1,8 6 0,10-6 0,2-9-1665,4-7 1,13-15 1894,10-5 0,19-14 0,-3-5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3:50.48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97 109 8000,'-34'0'734,"5"0"-383,5 0 1,15-2 0,9-3-621,12-2 0,17-3 0,5 5 0,2-5 126,0-2 1,0 5 0,8-5 0,-1 2 355,1 5 1,0-4 0,-3 1 0,-5 4-132,-7 1 0,-2 3 0,-3 3-22,-2 4 1,-5 0 0,-20 12 0,-7 6 134,-11-1 0,-11 10 1,-11 2-1,-1 5 26,1 3 0,1-1 0,4-2 0,6-4 143,8-8 0,0-5-131,17-2 1,4-3 0,18-4 0,14-11-164,10-8 1,14-1-1,5-10 1,5-2-583,2-2 1,8-3-1,2-2 1,2-5 511,5-7 0,-7-5 0,0-3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3:49.96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371 10 8091,'12'-10'452,"-2"10"1,-10 0 0,0 12-114,0 7 0,7 13 0,0 7 0,0 7-299,3 4 0,-5 11 1,7-1-1,-2 8-471,-5 5 1,4 2 430,-2-3 0,1-4 0,-8 7 0</inkml:trace>
  <inkml:trace contextRef="#ctx0" brushRef="#br0" timeOffset="185">1 859 8358,'21'0'615,"11"7"1,7 1-1,11-4-514,16-1 1,9-3 0,12 0 0,2 0-483,6 0 0,-3 2 381,-42 2 0,1-1 0,41 0 0,5 7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3:49.28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88 1 8074,'0'22'47,"-8"-8"1,1 1 0,2 4 153,3 8 1,-5 7 0,-1 9 0,1 3 45,-3 5 1,8 7 0,-5 12 0,4 8-143,3 6 1,0-9-1,0 12 1,-2-4-202,-5-6 0,4 1 1,-4-13-1,5-5-198,2-11 478,0-27 1,0-6-1,2-23 1,3-7 314,2-6 0,10-1 0,-2 1 0,4 3-122,3 3 1,-1 6 0,1-4 0,0 3-315,0 4 0,0 2 0,-1 3 0,3 0-145,6 0 0,-6 0 0,5 3-714,-5 4 1,-5-2 0,-2 7-1056,-2-2 1,-10-1 1850,2-1 0,5-6 0,0 8 0</inkml:trace>
  <inkml:trace contextRef="#ctx0" brushRef="#br0" timeOffset="233">741 1220 9452,'22'0'0,"-1"0"-1142,1 0 1142,0 0 0,9-9 0,3-3 0</inkml:trace>
  <inkml:trace contextRef="#ctx0" brushRef="#br0" timeOffset="349">1089 916 7974,'-36'-3'109,"0"-4"0,-1 4 1,-6-4-1,-1 5-3,1 2 1,7 0 0,2 0 0,2 0-2163,6 0 2056,1 0 0,4 0 0,-1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3:57.19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413 1111 8352,'-12'-10'0,"0"1"0,7-8 1071,-2 2 0,0 13-644,7 2 1,0 9 0,2 13-1,5 0-98,8 0 0,4 2 0,3 3 0,0 2-447,-1-3 0,4-2 0,1-2 0,3 0-329,-2 0 0,4-10 1,-2-3-1,0-1 447,3-1 0,-8-9 0,8-11 0</inkml:trace>
  <inkml:trace contextRef="#ctx0" brushRef="#br0" timeOffset="184">849 784 8338,'0'22'-5,"0"2"0,-3 5 127,-4 8 0,2 6 0,-9 8 0,-3 9 333,-3 11 1,-1 8 0,-1 16 0,11-45 0,0 1-245,0 2 1,0 1 0,-3 5 0,-1 0-1,0 3 1,-1 0 0,-1 1 0,0 0-169,-3-1 0,1-1 0,3-6 0,1-3 0,-14 32 0,4-16-995,4-15 1,1-16 951,6-8 0,4-15 0,10-4 0</inkml:trace>
  <inkml:trace contextRef="#ctx0" brushRef="#br0" timeOffset="485">914 1742 8140,'-15'0'271,"1"0"1,2 10 0,-5 5-1,5 6 45,2 8 1,-4-2 0,6 7 0,3 0-158,3 0 1,2-8-1,0 3 1,2-4-32,6-4 1,-3-6-1,9-3 1,3-2 142,2-6 0,3-11 0,-2-10 0,-4-7-178,-1-5 0,-10-7 0,4 4 0,-1 1-115,-1-1 1,0-4 0,-7 7 0,-2 2-382,-5 3 1,2 2 0,-7 1 0,0 1-661,-1 6 1,6 2 1062,-7 4 0,-1 6 0,-7-8 0</inkml:trace>
  <inkml:trace contextRef="#ctx0" brushRef="#br0" timeOffset="867">1066 1808 8140,'12'0'626,"1"0"-283,-6 0 1,-5 2 0,6 5 0,-6 8-130,-2 4 1,0 3 0,0 0 0,0 0 40,0-1 0,2 1-160,6 0 0,4-3 0,9-4-81,1-8 0,0-7 0,0-5 0,0-4-102,-1-4 1,1-8 0,-3-8-1,-2 2 43,-2 3 1,-10 2 0,4 0 0,-1 1 16,-1-1 0,0 0 1,-7 0-377,0 0 324,0 10 0,0 5 321,0 14 0,0 5 1,0 13-1,0 1-67,0 3 0,0 8 1,0-8-1,0 0-382,0 2 0,8-4 0,1 7 1,1-3-473,0-4 1,-1-6 0,-2-4-661,8-2 1340,4-10 0,3 4 0,0-9 0</inkml:trace>
  <inkml:trace contextRef="#ctx0" brushRef="#br0" timeOffset="1100">1698 1002 8971,'-12'17'363,"5"5"1,4 9-1,3 3 1,0 12-19,0 7 0,0 5 1,0 8-1,0 1-318,0 6 1,0-5-1,0 4 1,0-6-435,0-8 1,7-12 0,3-12 0,0-3-1934,-1-4 2340,-1-13 0,1-4 0,3-10 0</inkml:trace>
  <inkml:trace contextRef="#ctx0" brushRef="#br0" timeOffset="1267">1371 1503 8140,'3'-12'680,"4"2"-329,7 0 1,6 8-1,4-5 1,5 4-398,7 3 1,5 0-1,5 0 1,5 0-399,7 0 0,5 0 444,3 0 0,-1 0 0,0 0 0</inkml:trace>
  <inkml:trace contextRef="#ctx0" brushRef="#br0" timeOffset="1567">2504 1503 8317,'7'-15'-30,"3"3"0,2 3 174,5 4 1,2-5-1,5 3 1,3 2 32,2 3 1,10 2 0,-1-3-1,8-2-707,5-2 1,7 0 529,-7 7 0,0-10 0,-8-2 0</inkml:trace>
  <inkml:trace contextRef="#ctx0" brushRef="#br0" timeOffset="1883">3222 958 8140,'12'-12'1018,"-2"5"-554,-10 14 0,0 8 0,0 12 0,0 2-276,0-3 0,-7 8 1,0 2-1,2 5-276,2 3 0,6-3 0,2-2 0,7-5 49,7-3 1,-2-2 0,14-7 0,1-3-164,4-4 0,5-5 0,3-10 1,-1 0-245,1 0 1,-8-3 0,-2-4-1,-5-8 446,-10-4 0,3-3 0,-10 0 0</inkml:trace>
  <inkml:trace contextRef="#ctx0" brushRef="#br0" timeOffset="2033">3048 1176 8241,'-10'0'-1016,"10"0"1433,12 0 0,8 0 1,4 0-1,5 0-255,7 0 1,5 0-1,5 0-162,5 0 0,5 0 0,9 0 0</inkml:trace>
  <inkml:trace contextRef="#ctx0" brushRef="#br0" timeOffset="2667">282 479 8263,'-43'44'0,"-1"2"-25,1 5 0,9 7 0,5 14 0,5 11 277,2 9 0,14-43 0,1 1 0,1 4 0,0 1 0,1-1 0,1 1-154,1-1 1,1 0 0,1 1-1,2-1 1,2 1 0,3-1-1,4 0 1,2-1-153,4-2 1,2-1-1,26 37 1,6-14-1,9-5-1645,3-3 1214,13-19 0,3 5 1,9-17-1</inkml:trace>
  <inkml:trace contextRef="#ctx0" brushRef="#br0" timeOffset="3100">3876 414 8144,'21'-29'72,"1"0"1,-7 2 0,-1 13-1,3 7 161,2 4 0,-4 13 0,-1 7 0,3 9 69,3 11 1,2 6 0,-1 8 0,1 7 57,0 5 0,-3 12 0,-2 5 0,-5 7-176,-2 7 0,-5-2 1,-7-41-1,-3 0 1,-3 1-1,-1 0-245,-3 1 1,-3 0 0,-4 5-1,-3 1 1,-4-1 0,-1 0 0,-1-1-1,0-1-251,-2 0 0,-1 0 0,4-3 0,1 0 0,0-3 0,1-1 0,-18 41-1838,7-8 1920,4-21 1,10 2-1,1-20 1</inkml:trace>
  <inkml:trace contextRef="#ctx0" brushRef="#br0" timeOffset="3683">4398 153 8329,'-12'-10'596,"-5"5"22,10-9 1,0 6-387,7-6 0,2 2 1,5-5-1,8 5 16,4 2 0,5-4 1,3 4-1,2 0-25,-2 1 1,-1 1-1,1 8 1,2 0-141,-2 0 1,-3 10-1,-3 5 1,-1 4-153,-6 3 0,-2-1 1,-7 4-1,0 1 0,-7 3 1,-8 10-1,-12-3 1,-2 5 88,-5 3 0,-2-8 0,-6-2 0,8-2-45,5-6 1,5-2-1,2-4 1,5-3 114,2-3 1,5-9-1,12 2 1,10-4 90,10-3 0,0-8 0,11-1 0,6-1-382,4 0 1,10-4 0,-4 7 0,-1 2-2102,0 2 2302,7 3 0,-4-9 0,9-3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4:04.3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958 608 8061,'0'-22'0,"-2"-2"0,-3-3 803,-2-2 1,-3 0 0,5 7 8,-2 0 0,-10 8 1,2 2-1,-4 2-58,-3 5 1,-7 3 0,-2 4-1,-3 8-304,-5 12 1,-2 2 0,0 12 0,2 5-513,3 8 1,9-3-1,-2 7 1,8-2-213,6 0 0,5-3 0,10-9 0,3-5-322,4-3 1,15-12-1,14-14 1,8-10 260,6-9 1,4-15 0,6-10 0,-4-9 421,-3-10 0,-2 2 1,-8-2-1,-1-3 185,-6-2 1,-14 5 0,-15 3 0,-7 2-51,-7 4 0,-8-2 1,-14 5-1,-10 8-126,-9 4 0,0-3 1,-10 8-1,-1 3-17,4 2 0,-1 12 1,8 4-1,-1 8-896,8 8 1,-2 6-1,9 15 1,2 7-1016,11 5 1,1 1 1831,13-6 0,0 15 0,7-5 0</inkml:trace>
  <inkml:trace contextRef="#ctx0" brushRef="#br0" timeOffset="418">0 1217 8400,'46'0'1006,"7"0"1,15 0-645,17 0 0,-29-1 0,4 0 1,9-1-1,2-1 0,6-1 1,1 1-227,5 0 1,1 1 0,-4 0-1,0-1 1,-3 1 0,-2-1-1,-4 0 1,-2-1-5,-1 2 1,-2-1-1,-10-1 1,-1-2-1,42-1 1,-22 2-994,-25 3-300,-13 2 1161,-25 0 0,-12 10 0,-12 2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4:05.9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85 8196,'0'-22'295,"0"0"1,-3 3 510,-4 5 0,5 6-214,-5 16 0,-3 4 0,3 12 0,2 5-201,2 7 1,3 5 0,0 3 0,0-1-305,0 1 0,0 9 1,0 5-1,-2 3-285,-5-3 0,4 5 0,-4-5 0,5 5-112,2 2 1,0-12-1,2-9 1,3-13 350,2-7 0,10-11 0,-2-6 1,6-5 342,8-2 1,-2-5-1,9-7 1,3-9-23,2-4 1,3 1 0,-1 5-1,1 2-97,-1 2 0,3 3 0,0-2 0,0 6-822,-5 6 0,-12 2 0,0 0 557,-4 0 0,-13 10 0,-3 2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4:06.4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566 501 7911,'-21'0'217,"-1"0"0,0 0 1,0 0 282,0 0 0,1 5 0,-1 7 0,0 10-313,0 2 0,1 10 1,1 0-1,6 2-146,6 0 0,6 1 1,2 6-1,0-2-134,0-4 0,10-8 0,4-15 1,8-7 74,7-4 1,-2-6 0,9-6 0,0-13 306,-2-12 0,5-10 1,-8-6-1,1-8-75,-1-5 0,-9-3 0,-10 1 0,-2 0-64,-5-1 1,-5 3-1,-8 5 1,-9 8-140,-9 4 0,-15 9 0,-13 3 1,1 5-34,0 10 1,-8 0 0,6 11 0,-3 4 125,0 1 0,12 13 1,0 4-1,9 8-530,6 7 1,9-2 0,10 9 0,2 3-587,6 2 0,1-5 0,3 1 1012,0 1 0,0 13 0,0 5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4:06.8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22 393 8314,'-10'-12'1401,"8"4"1,-5 16 0,4 6-956,3 5 1,0 3 0,3 2-1,4 3-196,7 2 1,3 3 0,0-6 0,-2 3-224,2-2 1,2-5-1,3-5 1,0-3-63,-1 3 1,1-7 0,0-3 0,0-7-67,0-7 0,-3-5 1,-2-13-1,-5-4 71,-2-7 0,4-5 1,-7-3-1,-2 1 208,-2-1 1,4 10 0,0 5-1,-2 5 75,-3 2 0,-2 15-219,0 14 0,0 15 1,0 22-1,0 2 74,0 4 1,0-1-1,0 7 1,3-3-24,4-5 0,5-2 0,10-5 0,0-7 238,0-12 1,-1-10-1,4-12 1,1-2 190,3-6 1,-2-13 0,-10-16 0,-5-6-270,-3-8 1,-1 2 0,-8-9 0,0 0-341,0 3 0,0-6 0,-3 10 1,-2 1-555,-2-4 0,-7 8 0,4-4 0,0 6-2062,1 8 0,1 12 2711,8 9 0,-9 0 0,-3-6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4:12.4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88 8079,'-22'0'750,"10"0"1,5-3 0,14-4-683,8-7 0,6 2 0,6 0 1,2-1-16,-2 1 1,-3 7 0,0-2 0,3 5 10,2 2 1,0 0 0,-8 0 14,1 0 0,-2 9 1,-6 6-1,-7 4 63,-4 3 0,-3 7 1,-3 3-1,-4-1-91,-7 1 1,-6-1-1,-2-4 1,1 2-92,-1-3 0,0-4 0,0-5-867,1-3 615,9-9 1,12 5 0,16-10 232,11 0 0,-3 0 0,5 0 1,-5 0 344,-2 0 1,0 2 0,0 6 0,-3 6 75,-4 6 1,-6 11 0,-9 3 0,0 2 11,0 0 0,-2-9 0,-5 5 1,-10-3-353,-10 0 0,1 0 0,-11-8 0,-1-1-515,-4-6 1,-1 3 0,2-10 0,2-2-2289,3-2 2781,9-3 0,-14-10 0,7-2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4:13.0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10577,'21'0'890,"1"0"1,2 0-658,5 0 1,-2 0 0,9 0 0,3 0-652,2 0 1,3 0-1,-3 0 1,-2 0 417,-3 0 0,0 0 0,8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4:13.2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632 23 8284,'-21'0'0,"-1"0"239,0 0 1,-7 0 0,0 0 0,0 0 243,-3 0 0,6 0 1,-10 0-1,-3 2-424,-2 5 0,-3-4 1,3 4-1,2-5-756,3-2 0,2-2 697,-2-5 0,-5-5 0,7-10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4:14.3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589 480 6427,'0'-22'990,"-3"3"0,-1 2-322,-4 2 0,-9 11 0,3-4-291,-6 6 0,-1 2 0,-1 0 0,-2 0-224,-5 0 1,4 10 0,-6 4 0,2 5-97,0 3 1,0 7 0,7 3 0,0 2-185,1 4 1,6 1-1,3-3 1,2-7-94,5-4 1,13-4 0,6-1-1,6-6 307,1-7 1,11-4 0,4-6 0,5-6 77,3-13 0,-1-9 0,1-13 0,-3 0-88,-5 1 1,1-1-1,-13-2 1,-7-2-92,-5-3 0,-5 0 0,-7 8 0,-2-1-216,-6 1 1,-11-1 0,-12 1 0,-3 1-109,-5 6 1,-9 12-1,-6 12 1,-1 2 63,-6 5 0,8 3 0,2 4 0,8 8 72,6 12 0,-1 2 0,11 12 0,5 1-167,5-4 1,12 9 0,-2-9 0,5 4 368,2-1 0,9 0 0,4 8 0</inkml:trace>
  <inkml:trace contextRef="#ctx0" brushRef="#br0" timeOffset="331">894 110 9886,'0'22'595,"0"-1"1,0 4-389,0 4 1,0-5 0,0 7 0,0-2-162,0 0 1,-3 10 0,-2-3 0,-2 5-345,2 3 0,3 0 0,2-1 1,0-2-75,0-4 0,7 1 1,3-9-1,-1-2 303,1-3 1,7-9 0,0-3 0,7-3 290,5-4 0,3-2 0,-3-3 0,5 0 103,0 0 0,4 0 0,-9 0 0,-2 0-88,-3 0 1,-2-8 0,0 1 0,-1 0-1150,1-3 1,-7 5 911,-1-9 0,1-1 0,6-6 0</inkml:trace>
  <inkml:trace contextRef="#ctx0" brushRef="#br0" timeOffset="683">88 1046 8054,'2'20'1163,"8"-6"1,12-4-661,12-1 1,26-6 0,15 7 0,20-3-301,-39-3 1,4-1 0,4 1-1,2-1 1,10-3 0,1-2 0,-1 0-1,0-1-110,1 0 0,-1-1 0,-9-1 1,-1 0-1,-4 3 0,-1-1 1,-6 0-1,-1-1-157,40-1 1,-11 3-1,-28 2-711,-11 0 1,-20 2 774,-17 5 0,-14 6 0,-5 8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4:18.7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1394 8272,'-20'-2'1615,"6"-5"1,2 4 1691,4-4-2984,6 4 0,-5 3-998,14 0 1,-2 0 674,9 0 0,1-9 0,7-3 0</inkml:trace>
  <inkml:trace contextRef="#ctx0" brushRef="#br0" timeOffset="533">1523 806 8069,'0'-29'92,"0"0"0,0-7 0,0 7 0,0 2 409,0 3 1,0 2 0,-3 0 0,-4 1-211,-8-1 1,-4 10-1,-5 5 1,-3 4-342,-2 3 1,-7 3 0,5 4 0,-3 10-148,-5 9 1,7 8-1,3 10 1,5-1 93,2 1 1,1 7 0,1 0-1,3-3-150,3-2 0,9-10 1,-2-2-1,7-2 345,7-6 1,5-11-1,12-8 1,5-7 295,8-7 0,4-15 0,2-14 0,1-8-106,-1-7 1,-9 3-1,-2-8 1,-3 1-121,0-1 1,-7-2 0,-10-5 0,-3 2-253,-4 3 1,-12 0 0,-8-5 0,-6 5-272,-8 7 1,2-2 0,-9 2-1,-3 5 136,-2 8 1,-5 9-1,-2 14 1,-3 8-62,2 5 0,6 14 1,4 9-1,5 13-175,3 7 1,4 3 0,10 2 0,5 5 460,2 7 0,-7-5 0,5 0 0</inkml:trace>
  <inkml:trace contextRef="#ctx0" brushRef="#br0" timeOffset="933">1849 414 7604,'-12'3'147,"5"4"1,7 5 0,7 10-199,8 0 1,-3-3-1,2-2 1,6-5-370,6-2 1,-1 4 419,4-7 0,4 10 0,1-5 0</inkml:trace>
  <inkml:trace contextRef="#ctx0" brushRef="#br0" timeOffset="1100">2198 436 8045,'0'-22'-313,"0"8"1,0-1-1,0-2 587,0-2 1,0-3 0,-3 3-120,-4 4 0,2 6 0,-9 11 137,-3 5 1,5 10 0,-3 17 0,-2 12 25,-2 7 0,-1 13 0,4 9 1,1 2-111,-2 5 0,-2 3 0,-3 2 0,0 3-262,0 4 0,1-12 1,1 3-1,3-10-499,3-12 1,9-10-1,-2-17 553,4-7 0,3-14 0,0-5 0</inkml:trace>
  <inkml:trace contextRef="#ctx0" brushRef="#br0" timeOffset="1400">2328 915 7908,'-14'0'-66,"2"3"201,2 4 0,-4 5 1,6 12-1,3 3 114,3 2 0,2 0 0,0-5 0,0 3-16,0 2 0,2-8 0,6-6 0,6-1 112,6-1 0,1-4 1,1-9-1,0-2-68,0-5 0,-3-6 1,-2-11-1,-2-2-132,1-3 1,-6-8 0,-3 8 0,-4 0-475,-3-2 1,-3 7 0,-4-5 0,-7 4-201,-6 4 0,-2 8 0,1 6 1,-1 5-804,0 2 1332,0 0 0,1 0 0,-1 0 0</inkml:trace>
  <inkml:trace contextRef="#ctx0" brushRef="#br0" timeOffset="1767">2633 915 7082,'0'-14'724,"0"-1"1,-2 10-1,-3 0-455,-2 10 0,-1 0 0,6 10 0,-3 2-22,-2 2 1,0 3-1,7-1 1,0 1-155,0 0 0,0 0 1,2 0-157,5-1 0,-2-6 1,10-3-1,2-2-31,2-6 1,3-1 0,0-6-38,-1-4 1,1-5-1,0-10 1,-3 1 84,-4-1 0,2 0 1,-8 0 315,3 0 0,-7 8 0,3-1 2043,-6-2-1921,-2 8-1,0 2-364,0 14 1,0 5-1,2 10-967,6-1 1,-3-1-1,9-3-1785,3-3 2725,2 1 0,3-3 0,0-2 0</inkml:trace>
  <inkml:trace contextRef="#ctx0" brushRef="#br0" timeOffset="1966">3199 393 8045,'0'21'-71,"0"1"0,0 10 1,0 1-1,0 4 450,0-1 1,0 0 0,0 8-1,3-1-261,4 1 1,-2-1 0,9 1 0,1 0-284,-3-1 0,0-9 1,-7-5-1,2-5 165,-2-2 0,-2 0 0,-3 0 0</inkml:trace>
  <inkml:trace contextRef="#ctx0" brushRef="#br0" timeOffset="2117">3025 763 8045,'32'0'-289,"-6"0"0,11 0 1,1 0 349,3 0 0,3 0 0,0 0 0,-1 0-11,1 0 0,6-3-50,1-4 0,10-5 0,-6-10 0</inkml:trace>
  <inkml:trace contextRef="#ctx0" brushRef="#br0" timeOffset="2566">760 1416 8589,'-21'12'470,"-1"-5"0,3-2-226,4 2 1,25 3 0,21 5-1,18-6 18,16 1 0,24-8 0,-31 2 1,3 0-1,10-3 0,3 0-91,9 0 1,4-2 0,10-2-1,4-1 1,-28 1 0,1 0 0,2-1-1,2 0 1,1 1 0,1-2-109,0 0 0,1-1 0,0 0 0,-3 2 0,1 0 1,-2 0-1,-1 0 0,-1 0 0,-1 0 0,-3 0 1,-1 1-1,-3 0 176,25 0 1,-5 1-1,-7 1 1,-5 0 0,-13 1-1,-3 0 1,-2 0-1,-2 0 92,-2 0 0,-2 0 0,21 0 0,-6 0 1,-16 0-289,-6 0 0,-17 0 1,-8 2-1934,-7 6 0,-7-6 1890,-12 5 0,-15 5 0,-12 1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4:17.0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20 174 8725,'-10'-12'718,"7"3"1,-4 16-1,14 5 1,8 3-548,4 2 1,3 12 0,2-12 0,3-1-724,2 4 0,7-3 1,-4 0-1,-1-5 30,1-3 0,-1-1 0,-4-8 522,2 0 0,9 0 0,-4 0 0</inkml:trace>
  <inkml:trace contextRef="#ctx0" brushRef="#br0" timeOffset="166">412 66 7932,'-20'2'263,"6"5"1,4 8 128,0 4 1,8 15-1,-5 7 1,2 12-101,-2 10 0,4 0 0,-7 17 0,3 5-175,0 7 0,-8 4 0,10-45 0,1 0 1,-6 46-590,0 0 1,-4-8-1,7 3 1,-1-12 471,-1-15 0,6-19 0,-6-14 0</inkml:trace>
  <inkml:trace contextRef="#ctx0" brushRef="#br0" timeOffset="466">520 697 8054,'-21'22'-121,"-1"0"1,3 2 0,4 2-1,5 6 498,1 2 1,6 0 0,-4 2 0,7-7-167,7-5 0,5-4 1,13-6-1,1-7-51,3-4 0,7-6 0,-4-4 0,-1-10-49,1-9 0,4-6 0,-9-7 0,-5 3-92,-6-3 0,-11 5 0,3 1 0,-6-1-1,-2 0 1,0 7 0,-2-2 0,-6 5-194,-6 2 0,-6 8 1,-1 2-1,-1 2-269,0 5 1,0 3-1,1 2 1,1 2-1240,6 5 1683,-6-4 0,8 26 0,-10-5 0</inkml:trace>
  <inkml:trace contextRef="#ctx0" brushRef="#br0" timeOffset="817">782 762 8054,'12'-9'795,"-2"6"0,-8-4 1,3 14-360,2 8 1,0 4 0,-4 3-342,4 0 0,-2-3 1,7-2-1,0-5-66,0-2 1,3 0 0,6-6 0,1 4-346,0-4 1,0-4 0,0-7 4,-1-7 1,1-6 0,-3-1 0,-2-1 214,-2 0 1,-8 0 0,5 0 0,-2 1 224,-5-1 1,-3-7 0,-4 0-15,-6 2 1,4 5 0,-8 6 169,2 1 0,3 13 0,7 2-14,0 12 1,0 7 0,0 3 0,0 2-208,0 5 0,0-5 0,2 5 0,3-2-327,2 2 0,8-5 0,-6 3 1,3-8-302,5-4 1,-5-3 0,3 2 563,2-7 0,2-4 0,3-3 0</inkml:trace>
  <inkml:trace contextRef="#ctx0" brushRef="#br0" timeOffset="1016">1435 0 8250,'0'22'333,"0"0"0,0 2 1,0 3-29,0 2 0,0 9 0,2 1 0,6 7 8,6 5 0,-2 9 1,3-2-1,-1 5-533,-2 3 1,8-1 0,-8 0 0,2-2-437,1-5 656,-10-4 0,14-21 0,-7-1 0</inkml:trace>
  <inkml:trace contextRef="#ctx0" brushRef="#br0" timeOffset="1184">1195 436 8054,'15'0'-134,"0"-3"0,4-1 379,8-4 1,6 1-1,13 7 1,5 0-609,7 0 1,5-7 362,2 0 0,10-20 0,3 3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4:28.4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1457 8039,'-9'-12'2030,"4"-5"-1933,-10 10-1611,11 0 1514,-6 7 0,10-10 0,0-2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4:27.0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872 392 7379,'-10'-12'-508,"5"-5"983,-10 10 0,1 0 1,-8 7-1,0 0 32,1 0 0,-11 0 1,-2 2-1,-2 6-300,0 6 1,-1 8 0,-6 7-1,-1 7-44,1 5 0,9-4 0,2-1 0,3 5-174,0 7 1,10-9-1,12 5 1,4-6-46,3-4 0,3-2 0,6-13 1,11-4 217,6-8 1,13-7 0,-3-7 0,6-8 188,1-4 0,-7-10 0,-2-3 0,-2-2-145,-6-4 1,-1-6-1,-4-4 1,-1-3-299,-6 3 0,-4 2 0,-13 0 0,-4-3-278,-7-2 0,-8-7 1,-7 8-1,-7 1-35,-6 3 0,-4 10 1,-2 2-1,-5 5 114,-3 10 0,8 7 0,-3 12 0,3 2 77,-3 5 0,14 15 0,-1 14 0,6 5-374,3 3 1,7 7 0,10-3-1,3-4 588,4-6 0,2-9 0,6 3 0,4-8 0,15 12 0,12-11 0</inkml:trace>
  <inkml:trace contextRef="#ctx0" brushRef="#br0" timeOffset="266">915 284 7342,'0'21'1155,"0"4"-898,0 4 0,10-5 1,4 5-1,6-3-661,1 4 0,8-9 0,3 3 1,-1-7-183,1 0 1,6-7 0,-4-3 585,0-4 0,7-3 0,-7 0 0</inkml:trace>
  <inkml:trace contextRef="#ctx0" brushRef="#br0" timeOffset="433">1351 371 7367,'-10'-12'-1296,"5"-5"1636,-9 9 1,6 4 0,-4 11 33,3 7 0,-6 18 1,8 9-1,2 12 144,2 10 0,3 0 0,0 17 0,0 5-413,0 6 0,0 1 0,0 8 0,0-4-808,0-4 1,0-14 0,0-13 0,0-14-1372,0-12 2074,0-18 0,0-1 0,0-8 0</inkml:trace>
  <inkml:trace contextRef="#ctx0" brushRef="#br0" timeOffset="666">1525 784 7227,'-15'8'-174,"3"1"927,2 4 1,3 1-1,7 8 1,0 0-429,0-1 1,0 1-1,0 0 1,0 0-745,0-1 0,7 1 0,3-2 0,2-6-1646,5-7 2065,-7-4 0,9 6 0,-7 4 0</inkml:trace>
  <inkml:trace contextRef="#ctx0" brushRef="#br0" timeOffset="799">1590 545 7905,'-22'-7'0,"1"-3"-253,-1-2 1,7 7-359,1-2 0,2 7 611,-3 7 0,5-5 0,10 8 0</inkml:trace>
  <inkml:trace contextRef="#ctx0" brushRef="#br0" timeOffset="1066">1721 806 7921,'12'22'-236,"-2"0"1,-10 0 165,0-1 0,0 1 0,0 0 1253,0 0 1,0-1-409,0 1 1,0-7-621,0-1 0,0-11 0,0-3-290,0-12 1,0-8 0,0-2-1,0 1-79,0-1 0,0 0 0,0 0 0,2 1 57,5-1 0,3 7 0,9 3 1,1 3 301,4 4 1,2 5 0,-1 7 0,1 7-57,3 6 0,3 11 0,-6 6 0,3 4-549,-2 2 0,-5-2 0,-5-2 460,-3-3 0,1 1 0,7 6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4:34.5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1038 629 7987,'0'-21'331,"0"-1"0,0 0 0,-2 0 177,-5 0 0,2 1 0,-10-1 167,-2 0 1,-4 10 0,-6 5 0,-4 4-316,-3 3 1,-5 3 0,-9 4 0,-6 10-404,-1 10 1,4 6-1,-5 11 1,5 0-104,10-1 0,0 1 0,12-1 0,5-2-523,7-4 0,7-6 0,13-12 342,4-4 0,15-5 0,14-13 0,5-6 386,3-13 0,-1-12 0,3-14 0,3-6 27,1-1 0,-1-1 0,-13-4 1,-4 1 71,-1-1 1,-9-3-1,0 0 1,-13 5-195,-6 7 1,-23 8-1,-9 4 1,-12 5-297,-10 3 0,-4 9 0,-13 10 1,-2 2 86,-3 5 1,1 5 0,9 8 0,5 8 103,7 11 1,7 0 0,6 9 0,6 3-646,8 2 0,7-7 786,17-5 0,10 5 0,2 0 0</inkml:trace>
  <inkml:trace contextRef="#ctx0" brushRef="#br0" timeOffset="315">1191 172 8453,'-12'-10'2523,"2"10"-2132,10 0 1,2 3-1,3 11 1,5 3-269,2 3 1,3 1 0,9 1-1,2 0-558,3 0 1,0-8-1,-4 1 1,1-1 434,3-2 0,10 8 0,-5-8 0</inkml:trace>
  <inkml:trace contextRef="#ctx0" brushRef="#br0" timeOffset="483">1517 150 7988,'-14'8'-112,"-1"-1"1,1 10 0,-5-3-1,2 8 444,2 7 1,1 5-1,-8 14 1,0 8 376,0 9 0,0 18 0,1 4 1,-1 9-551,11-46 0,0 0 1,1 2-1,1 0 0,-8 42 1,5-2-557,2-2 1,-4-15 0,6-13 0,3-16-1477,3-14 1873,2-18 0,0-4 0,0-10 0</inkml:trace>
  <inkml:trace contextRef="#ctx0" brushRef="#br0" timeOffset="716">1626 825 7962,'-2'-12'1838,"-5"5"1,4 7-1474,-4 7 1,5 5-1,2 10 1,2 0-751,5 0 1,-2-3-1,10-2-474,2-2 1,2-3 858,3 2 0,-1-4 0,1-10 0</inkml:trace>
  <inkml:trace contextRef="#ctx0" brushRef="#br0" timeOffset="833">1735 542 7962,'-22'-9'0,"8"6"-720,-1-4 720,11 4 0,-16-6 0,8-3 0</inkml:trace>
  <inkml:trace contextRef="#ctx0" brushRef="#br0" timeOffset="1149">1931 891 7962,'0'21'17,"0"1"1,0 0-1,0 0 1,0 0 363,0-1 0,0 1 0,0 0 155,0 0 1,0-8 0,-2-2 117,-5-2 0,2-3-498,-10-7 0,10-2 0,-2-8 1,5-9-220,2-8 1,0-4-1,2 4 1,5-4-178,8-3 0,4 7 1,3-2 79,0 5 1,9 5 0,3 4 288,0 8 0,-3 7 0,-9 7 0,0 8-180,0 4 1,0 12 0,-3 6 0,-2 4-642,-3 2 1,-9 1 0,2-1 0,-4-1 691,-3-6 0,0-5 0,0-9 0</inkml:trace>
  <inkml:trace contextRef="#ctx0" brushRef="#br0" timeOffset="1516">58 1675 8105,'-21'-10'0,"6"8"0,3-8 275,2 0 0,15 8 1,19-5-1,20 4 143,19 3 1,26 0-1,-31 0 1,3 0-1,11-1 1,4 0-151,10-3 1,4 0-1,-23 3 1,2 0-1,1-1 1,7-3-1,1 0 1,2 0-1,0 0 1,1 0-1,0 1-198,1-1 1,0 1-1,0 0 1,-2 1-1,-1-1 1,-1 2-1,-4 1 1,-1 1-1,-2 1 1,28-1-1,-4 0 170,-13 0 0,-5 0 0,-11 0 0,-6 0 0,32 0 1,-12 0-77,-15 0 1,-11 0-1,-18 0-3939,-7 0 3775,-15 0 0,-26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16.9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953 459 7955,'-7'-22'93,"0"0"1,-10 0-1,5 1 1,-3 1 571,0 6 1,1-3 0,-10 7-1,-5 0-75,-8 1 1,3 1 0,-4 8 0,-6 3-194,-4 4 0,-11 5 1,9 12-1,1 6-267,3 6 1,2 5 0,1 3 0,2-1-246,4 1 1,8 2 0,12 2 0,5 1-193,2-8 1,6 0 0,11-12 0,10-4 130,9-8 1,8-8-1,12-11 1,3-8 504,2-12 0,2-7 1,-4-12-1,1 0-3,-1-5 0,-6-3 0,-4 3 0,-7-2 19,-8-3 0,0-2 1,-17 4-1,-2-4-426,-2-3 1,-20 8 0,-10-3 0,-9 7-337,-10 8 1,-12 0-1,-1 11 1,-4 8 48,-2 5 0,0 5 0,-1 7 1,3 2-147,5 6 1,12 6 0,12 15 0,5 5-853,10 0 0,-1 7 1366,13-4 0,9 4 0,11 2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28.5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88 8076,'-12'0'94,"5"0"0,14 0 447,8 0 1,6 0 0,11 0 0,14 0-223,17 0 1,7 0 0,17 0-1,13 0-231,-45 0 1,1 0 0,1 0 0,0 0 0,5-1 0,0-1 0,-1 0 0,1-1 111,-1 0 0,-1-1 0,-2-3 0,-2 0 0,41-3 0,-12 0 2,-8 0 1,-14 1 0,-14 4 0,-10-2-1090,-10 2-336,-15 2 1,-6 3-1325,-16 0 2547,-4 0 0,-19 0 0,-3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28.9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22 9308,'10'-12'1916,"4"5"-1597,6 4 0,1 3 1,1 0-185,0 0 0,-7 0 0,-1 3-34,3 4 1,-5 3 0,0 6 0,-2-1-28,-5 2 1,-5 5-1,-7 4 1,-8 6-96,-4 2 0,-6 0 0,-1 5 0,-3-6-58,2-1 1,3-3-1,4-7 1,3 0 914,3-1-640,9-8 1,5-4 0,17-9-1,7-2-67,5-5 1,10 4 0,-3-7 0,6 3-347,1 0 1,-6-3 0,-4 5-1,1-2-1687,0 2 1,-7 3 1903,2 2 0,5 0 0,0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29.5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120 0 7385,'-22'0'191,"0"0"1,0 0 1470,0 0-1407,1 0 1,11 0-1,10 0-51,12 0 0,20 3 0,11 2 1,15 2-150,13-2 0,9-3 0,16-2 0,-43 0 0,1 0 47,2 0 0,2 0 1,9 0-1,2 0 1,0 0-1,2 0 0,6 0 1,1 0-33,6 0 1,-1 0 0,-2 0 0,-2 0 0,-3 0 0,-2 0 0,-6 0 0,-2 0 30,-6 0 0,-2 0 1,37 0-1,-13 0 1,-14 0-571,-19 0-104,-23 10 1,-33-8 0,-17 5 0,-10-2-646,-12 3 1218,2-6 0,-14 8 0,0-10 0,-10 0 0</inkml:trace>
  <inkml:trace contextRef="#ctx0" brushRef="#br0" timeOffset="783">861 393 11127,'22'0'293,"0"0"1,2-3 0,3-2 0,2-4-38,-3-3 1,6 7 0,-1-2 0,1 2-83,-1-3 0,-2 6 1,-7-5-1,0 4-287,0 3 0,-3 3-102,-4 4 0,-6 5 1,-11 10-82,-5 0 1,2-3 0,-10-2-149,-2-2 1,-2-3 0,0 5-414,4-3 0,5-6 772,10 6 1,10-7 0,5 5 0,4 1 271,3-1 0,0-5 0,-1 7 0,1 3 235,0 3 0,-3-6 0,-4 1 1,-8 2 438,-4 2 0,-6-4 0,-7-3 0,-11-2-227,-13-6 0,-7 1 1,-5 0-1,-3 2-1047,-2-2 1,-7-2-1,7-6 1,3-2-2636,2-2 3048,12-10 0,2 5 0,10-10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27.4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 66 8124,'-22'0'1288,"15"0"-1015,14 0 0,7 0 0,23 0 1,4-3-36,7-4 1,18 5-1,16-8 1,10 3-151,-41 3 0,0 1 0,3-2 1,1 2-1,4 3 0,1 0 0,4 0 1,0 0-37,3 0 0,2 0 0,6 0 0,0 0 0,-4 0 0,-1 0 0,-4 0 0,-1-2 44,-3-2 1,-1 1 0,-4 1 0,-2 1-1,41-6 1,-11 4 197,-7 3 1,-18 0-1,-16 0-118,-13 0-837,-6 0 1,-23 0 0,-9 0-852,-10 0 1,-12 0 1511,0 0 0,-20 10 0,3 2 0</inkml:trace>
  <inkml:trace contextRef="#ctx0" brushRef="#br0" timeOffset="384">1098 437 8097,'0'-22'644,"0"10"0,0 4 0,0 16-82,0 6 1,3 13 0,2 4 0,2 3-278,-2 5 1,4 2 0,1 0 0,0-2-250,-1-2 1,1-4 0,-5 4 0,2-6-383,-2 1 0,-3-8 0,-2 5 346,0-5 0,10-2 0,2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31.2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10500,'0'29'488,"0"0"1,0 13-1,0 1 1,0 13-244,0 7 0,2 2 0,3 1 0,4-1-119,4 1 0,-9-8 1,6-3-1,-3-4-286,1-9 0,-1-1 0,-5-12 0,3-3-2793,2-1 2953,1-13 0,1-3 0,4-9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31.6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23 8740,'2'-12'1048,"6"4"0,4 6 1,9 2-1,4 0-868,4 0 0,-5 7 0,8 0 0,-1-2-925,5-2 1,-2 4 0,0 0 744,-2-2 0,6 7 0,-4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31.8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458 1 8113,'-41'2'0,"2"3"0,5 2 228,3-2 0,-5-2 0,4-3 1,-2 2-166,-5 5 0,8-4 1,2 4-1,5-5-63,2-2 0,-10 10 0,-2 2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32.7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371 502 8152,'0'-22'0,"2"0"84,6 0 0,-6 0 0,5 1 0,-2-1 282,3 0 0,-6 0 0,5 0 0,-4 1 152,-3-1 1,0 7-1,0 1-140,0-3 1,-10 7-1,-5 5-236,-4 10 0,-10 7 0,-3 12 0,1 3-181,-1 2 1,-4 17 0,5-2 0,2 4-135,4 6 1,-1-8 0,14 4 0,-1-6 47,6-8 1,7-4 0,7-10-1,10-3 159,10-4 0,2-8 0,12-17 0,8-12-76,4-12 0,-4-7 1,1-2-1,-6-3-44,-8-5 1,-7 5 0,-12-5 0,-5 5 78,-2 2 1,-12 1-1,-15 1 1,-10 6-85,-9 7 0,-5-3 1,-3 3-1,0 3 52,1 2 0,-8 4 1,0 3-1,5 5-40,7 2 0,8 3 0,9 10 0,3 4-677,4 7 1,5 6 0,10 2 755,0-1 0,10 1 0,2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40.5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1249 122 7976,'0'-22'290,"0"0"0,0 1 0,0-1 1223,0 0-1096,0 10 1,0 12 0,0 15 0,0 6 152,0 8 0,0 5 1,0 10-1,0-1-109,0 1 1,0-1-1,0 3 1,0 3-294,0 2 0,0-1 0,0-6 0,0 0-168,0-1 0,0 1 0,0-3 0,0-5-38,0-7 1,0-12-103,0-2 0,10-13 0,5 0 242,4-6 1,-2-13 0,2 4 0,6-1 51,-1-1 0,0 11 0,0-6 0,3 3-85,2-1 0,9 1 0,-4 7 1,3 0-148,-1 0 1,0 0 0,5 0 0,-2 0-495,-3 0 0,-9 3 1,2 1-1,-5 6-1953,-2 2 0,-3-5 2525,-4 8 0,4-1 0,-7 8 0</inkml:trace>
  <inkml:trace contextRef="#ctx0" brushRef="#br0" timeOffset="434">74 1124 8120,'-22'0'89,"0"0"514,0 0 0,15 0 251,14 0 0,17 7 0,30 0 0,11-2-381,12-3 0,20-4 1,-43 0-1,1-1 1,6-1-1,1-1-151,5-1 0,2-1 0,6 2 0,2-2 0,6-1 0,1-1 0,2 2 1,0 0-344,2-2 1,-2 1 0,-7 2-1,-3 0 1,-3 0 0,-3 0-1,-6 1 1,-2 0-59,-7 2 0,-1 1 1,35 0-1,-21 2 0,-15 0-708,-17 0 0,-9 2 1,-8 8-547,-4 12 0,-8-1 0,-14 8 1333,-8-4 0,-4 6 0,-3 3 0</inkml:trace>
  <inkml:trace contextRef="#ctx0" brushRef="#br0" timeOffset="2533">2926 1145 11519,'3'-12'600,"4"3"0,7 1-1004,6 1 1,4 0 0,3 7-1,2-3 404,-3-4 0,18-5 0,2-10 0</inkml:trace>
  <inkml:trace contextRef="#ctx0" brushRef="#br0" timeOffset="2632">3253 862 7971,'-32'0'332,"-4"0"0,2 0 0,-4 0 0,-6 0 234,-4 0 0,-3 0 1,7 0-1,1 0-965,-1 0 1,3 8 398,5-1 0,-5 10 0,7-5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41.4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741 197 7951,'-36'0'135,"-1"2"0,1 3 111,2 2 0,-4 10 0,6-2 0,-2 4 49,-4 3 0,6 7 1,1 2-1,2 1-50,0-1 0,7 8 1,10-3-1,2 3-108,5-3 1,3-4-1,4-11 1,5-1 53,8-6 1,14-4 0,7-10 0,5-5 193,3-10 1,-1-1 0,3-21 0,3-1-123,2-4 1,-10-1-1,-12-1 1,-5 1-261,-2-1 1,-3 3-1,-4 2 1,-8 3-49,-5-3 1,-21 5 0,-10 1-1,-12 1-522,-10 6 0,-5 4 0,-9 7 0,0 8 105,-1 5 1,1 2 0,0 2 0,2 5-7,5 8 1,12 4 0,12 5 0,5 3-592,10 2 1,6 7 1058,13-7 0,-9 0 0,-3-7 0</inkml:trace>
  <inkml:trace contextRef="#ctx0" brushRef="#br0" timeOffset="416">872 109 7966,'0'-14'309,"0"-1"570,0 11 1,2-6 0,3 12-565,2 6 1,10 4 0,-2 7 0,4-2-278,3-3 1,2-1-1,3 3 1,2-1-264,-3 2 1,1-7 0,-1-3 0,4-5-129,-4-2 1,-2 0-1,-2 0 45,0 0 0,-10-2 0,-5-5 710,-4-8 1,-3 3-141,0-3 1,-10 13 0,-2 2 247,0 12 1,-5 15 0,10 4-1,-1 3 96,-1 5 1,6 12-1,-4 7 1,5 5-477,2 2 1,-8 10 0,1 5-1,0 4-444,-3 4 0,5-4 1,-7-4-1,2-10-806,6-9 0,-6-18 1120,3-14 0,-10-24 0,5-7 0</inkml:trace>
  <inkml:trace contextRef="#ctx0" brushRef="#br0" timeOffset="699">1373 501 8521,'-20'3'408,"6"4"1,2-2 0,7 9 0,-3 3-151,4 3 0,1 2 1,3-1-223,0 1 1,0 0 0,3 0 183,4-1 1,5-9-1,10-4 1,0-6 176,-1-2 1,1-2 0,0-6 0,-3-6-89,-4-5 1,4 4 0,-7 1 0,0-3-494,-4-3 0,-6-1 1,-2-1-1166,0 0 1,0 7-1594,0 1 2942,0 9 0,0-5 0,0 10 0</inkml:trace>
  <inkml:trace contextRef="#ctx0" brushRef="#br0" timeOffset="1049">1634 523 7966,'0'-14'3906,"0"-1"-3413,0 10 0,0-2 1,0 14-340,0 8 0,0 4 1,0 3-1,0 0-147,0 0 1,0-1 0,0 1 0,2 0-152,6 0 0,4-8 0,9-2-146,1-2 0,-7-3 0,-1-7 1,3-2-168,3-6 0,-1-4 0,-2-9 0,-3-1 86,3 0 1,-5 0 0,0 1 0,-2-1 332,-5 0 0,0 3 0,0 2 1761,2 2-1116,0 1 1,-9 2 0,-3 7 0,-2 10-244,2 9 0,2 8 0,3 4-308,0 3 0,0 1 1,3-9-284,4 1 0,5 5 1,8-3-1,-4-5-760,-1 1 0,0-1 1,6 0-1415,1-4 2401,-10-6 0,8 1 0,-8 2 0</inkml:trace>
  <inkml:trace contextRef="#ctx0" brushRef="#br0" timeOffset="1282">2135 66 7966,'0'-12'1492,"0"5"0,0 14-919,0 7 0,0 13 1,0 4-1,0 3-169,0 5 0,2 5 0,3 6 0,2 8-576,-2 5 0,-3-2 0,-2-1 0,0 3-838,0-2 1,0-11 0,0-1 0,0-10 1009,0-10 0,-9-15 0,-3-4 0</inkml:trace>
  <inkml:trace contextRef="#ctx0" brushRef="#br0" timeOffset="1432">1895 349 7966,'20'-2'1096,"-1"-3"0,0-3-673,5 4 1,5-1 0,1 0 0,3-2-227,1 2 1,12 0 0,-7 0 0,0-2-614,2 2 0,-10 3 416,-2 2 0,-5 0 0,-2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45.2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1 714 9856,'33'0'618,"11"0"1,21 0 0,25 0 0,-36 0 0,3 0-315,10 0 1,2 0 0,6-3 0,2-1 0,9-1 0,0 0 0,-2-1 0,-1 0-320,-3-2 0,0-1 0,-7 0 0,-1 1 0,-5-1 0,-1 1 0,-8 2 0,-2 0-130,31-4 0,-20 3 0,-25 7-591,-6 0 0,-14 2 0,-18 6 0,-8 6 736,-11 5 0,-14 3 0,-5 0 0</inkml:trace>
  <inkml:trace contextRef="#ctx0" brushRef="#br0" timeOffset="334">719 1367 8010,'-36'22'177,"0"0"1,7-1-1,-3 1 1,6 2 351,6 5 1,13-4-1,0 4 1,4-5-68,3-2 1,3-10 0,4-5-145,7-5 0,8-2 0,5-2 1,4-8-185,3-11 0,-7-4 0,4-11 0,-2-3-335,0-2 1,-2 5-1,-13 2 1,-4 0-101,0 0 1,-8 5 0,5-5 0,-7 1 62,-7-1 1,-15 7-1,-14-2 1,-7 7 437,-8 8 1,-5-3 0,-7 10-1,3 2-46,2 2 0,7 13 0,-2 4 1,7 6-479,12 2 1,7 2 0,8 2-1,4 6-554,8 2 1,5-5 877,2 7 0,19 0 0,5 8 0</inkml:trace>
  <inkml:trace contextRef="#ctx0" brushRef="#br0" timeOffset="583">1089 1171 7987,'0'0'0</inkml:trace>
  <inkml:trace contextRef="#ctx0" brushRef="#br0" timeOffset="866">1024 1149 11597,'10'12'714,"-1"8"1,8-6 0,0 6-887,8 1 0,-1 1 1,10-2-1,-1-3-255,1-3 0,-5-2 0,5 3 0,0-6 427,0 1 0,-7-8 0,4 8 0</inkml:trace>
  <inkml:trace contextRef="#ctx0" brushRef="#br0" timeOffset="1033">1329 1084 7987,'-22'22'371,"8"-5"1,2 2-1,2 8 202,5 4 1,-5 5-1,3 8 1,2 4 59,3 10 0,2 1 0,0 16 0,-3-3-391,-4 1 1,2 11-1,-7 1 1,0 5-332,0-6 0,5-6 0,-5-15 0,0-5-1193,0-7 1,4-15 1281,-6-7 0,-1-5 0,-7-2 0</inkml:trace>
  <inkml:trace contextRef="#ctx0" brushRef="#br0" timeOffset="1650">1460 1628 8061,'-22'3'787,"3"4"-235,4 8 1,-2-3-1,10 2 1,2 3-151,3 3 1,2 1-1,0 1-322,0 0 1,9-3-1,6-4 1,2-6-65,-3 1 0,6-7 0,-6 4 1,5-7-81,3-7 1,0 2-1,0-10 1,-3-2-21,-4-2 1,2-3 0,-8 0 0,1 1 22,0-1 0,-3 0 1,-7 0-1,0 0 226,0 1 1,0-1 420,0 0-452,0 10 1,-3 5-1,-1 14 51,-4 8 0,1 6 0,7 6 1,0 2-77,0-2 0,0-3 0,2-2 0,3-1-114,3 1 0,9-7 1,-3-1-21,5 3 0,3-5 0,0 0-21,0-2 0,-3-5 0,-2-10 0,-2-5-133,1-2 1,-6-2-1,0-8 1,-3 0-32,0 0 0,8-7 0,-8 0 0,-2 3-39,-3 1 1,-2 4-1,3-1 1,2 0-154,2 0 1,0 8 971,-7-1-87,0 10 0,-2 5 0,-3 15 23,-2 4 0,-1 10 1,8 0-1,0-2-296,0-3 0,0 5 0,0 0 0,0-2-564,0-3 0,3-2 1,2 0-1,4-1-456,3 1 1,3-10 0,7-4-459,-1-6 0,1-4 0,0-8 1268,0-12 0,0-9 0,-1-13 0</inkml:trace>
  <inkml:trace contextRef="#ctx0" brushRef="#br0" timeOffset="1833">2113 997 7941,'0'41'316,"0"-5"1,0-2-1,0-2 1,0 9 279,0 7 0,7 5 0,3-2 0,0 7-312,-1 5 1,8 7-1,-5-2 1,3-7-584,-1-6 0,-6-6 0,4-13-1830,-3-7 2129,-1-14 0,-18-25 0,-2-14 0</inkml:trace>
  <inkml:trace contextRef="#ctx0" brushRef="#br0" timeOffset="1983">1895 1498 10760,'12'-12'707,"10"4"0,9-1 0,15 1 0,5 1-95,7-2 0,15 4 0,7-10 0,4-2-905,4-2 1,-11-3-1,-4 0 1,-8 1 292,-7-1 0,-5-10 0,-9-2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44.2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1 305 8129,'12'0'989,"0"-7"0,-5 0 0,8 2-589,4 3 0,5 2 0,5 0 1,8 0-400,4 0 1,5 0 0,2-3 0,3-2-1175,-3-2 0,-4 0 1173,-8 7 0,5 0 0,-7 0 0</inkml:trace>
  <inkml:trace contextRef="#ctx0" brushRef="#br0" timeOffset="234">480 66 8090,'-10'-12'-156,"8"0"1,-8 7 602,0-2 0,6-1 1,-11 8-177,-2 0 1,-2-2 0,-3-3 0,0-2-279,0 2 1,1 3 0,-1 2 0,0 0-243,0 0 0,1 0 249,-1 0 0,0 0 0,0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50.4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807 455 8116,'-12'-9'265,"2"-4"1,3-1 442,-1-1 0,-1 8 1,1-5 245,-6 2 1,2 3 0,-3 7-540,-2 0 1,-2 0-1,-3 3 1,0 4-339,1 7 1,-4 13-1,-1 4 1,-3 3-91,2 5 0,5 2 1,6 3-1,1-1-93,-2 1 0,7-3 0,3-5 1,5-7-90,2-5 1,9-12 0,6-4-1,7-6 282,7-2 1,5-19 0,9-10 0,1-12-86,-1-10 1,1 2 0,-3-6-1,-5-1-121,-7 0 1,-5 6 0,-4-8 0,-6 0-77,-6 2 1,-11 3-1,-11 12 1,-15 2-177,-10 3 0,-17 9 1,-7 0-1,-9 8-147,-6 4 1,6 11 0,-8-4 0,0 8-1365,3 8 1882,2 13 0,9 23 0,1 12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53.0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25 8270,'-10'-22'632,"8"20"0,-6 11-167,6 16 0,4 1 0,3 11 0,5-1-332,2-2 1,3 7 0,4-5 0,-2 5-439,-3 3 0,-2-1 1,5 1-1,-2 0 305,2-1 0,2 1 0,3-1 0</inkml:trace>
  <inkml:trace contextRef="#ctx0" brushRef="#br0" timeOffset="167">0 700 9184,'3'15'661,"4"-3"0,7-3-568,6-4 1,11 5-1,8-3 1,9 0-420,10 3 1,5-8 0,3 6 325,-1-6 0,0 8 0,1 2 0</inkml:trace>
  <inkml:trace contextRef="#ctx0" brushRef="#br0" timeOffset="500">218 1114 8249,'-12'0'529,"12"-7"1,14-3 0,8 0-366,7 1 1,-2-6 0,9 5 0,3 1-42,2-1 0,0 3 0,-2 7 0,-5 0-94,-3 0 1,-2 0 0,-9 2-1,-6 5 12,-7 8 0,-7 14 0,-7 7 1,-10 5-68,-9 3 1,-8 7-1,-10 0 1,1-3 306,-1-2 1,3-5 0,5-7 0,9-10 385,10-7 1,7-10-327,10 8 1,12-13 0,10 1 0,12-11-110,7-4 0,10 0 0,0-2 0,0 4-553,2 0 1,-7 8-1,7-8 1,-2 3-1761,0 0 2081,-10-1 0,0-1 0,-7-3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54.5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305 197 8232,'0'14'-1134,"0"1"1,0-8 1133,0 8 0,20-10 0,4 4 0</inkml:trace>
  <inkml:trace contextRef="#ctx0" brushRef="#br0" timeOffset="167">501 175 8232,'-19'22'342,"5"0"1,-6 9-1,6 6 1,-6 6-23,-1 8 1,-4 14-1,-1 15 1,-3 5-48,2 2 1,-4 7 0,2 1 0,2-3-378,3-3 0,2-9 0,3-5 0,4-10-725,8-16 0,4-20 829,3-15 0,0-19 0,0 3 0</inkml:trace>
  <inkml:trace contextRef="#ctx0" brushRef="#br0" timeOffset="649">44 45 8155,'-12'-15'105,"5"1"1,2 9 202,-2-3 1,4 8 0,-4 8 87,5 6 0,11 6 0,6 4 0,4 2-201,3 3 1,2 10-1,3-5 1,4 2-211,3 1 0,-7-8 1,4 4-1,-2-1-239,0-5 0,3-3 1,-6-2-1,1-1 254,-8 1 0,13 0 0,-8 0 0</inkml:trace>
  <inkml:trace contextRef="#ctx0" brushRef="#br0" timeOffset="1215">697 720 8054,'0'-22'96,"0"7"0,-2 3 701,-5 3 0,2 1-612,-10 8 0,3 3 1,-5 4-1,5 7-100,3 6 1,-6 9 0,8 2 0,2 1-40,3-1 1,2 6 0,0-6 0,0 0 93,0 1 0,2-3 1,5-10-1,5-2 328,0-2 0,8-10 0,-6 2-134,6-5 0,1-11 0,-1-6 0,-3-4-194,-3-3 0,-9-2 0,2-3 1,-4-4-114,-3-3 1,0 5-1,0-5 1,0 2-754,0 6 0,-8 2 1,-1 2-1,-1 0-2328,0 0 3054,3 1 0,-2-1 0,-4 0 0</inkml:trace>
  <inkml:trace contextRef="#ctx0" brushRef="#br0" timeOffset="1583">937 654 8360,'-15'0'1108,"1"0"0,9 3 0,-2 4-906,4 7 0,3 6 1,0 2-1,0-1-173,0 1 1,3-7-1,2-1 1,4 1-132,3-3 1,3 0 0,7-7-55,-1 2 0,1 0 0,0-9 0,0-3 4,0-2 1,-3-10-1,-2 2 1,-5-4 37,-2-3 0,4-2 1,-7-3-1,-2-2 0,-2 3 0,-1 2 1,3 2 163,2 0-131,0 0 1,-7 12-1,0 10 270,0 13 0,0 8 1,0 8-1,0 5 79,0 0 0,0 5 0,0-8 0,0 1-320,0-1 1,3 6 0,2-8 0,2-3-912,-2-2 1,5-9 0,-1-3 962,3-2 0,3-13 0,7-9 0</inkml:trace>
  <inkml:trace contextRef="#ctx0" brushRef="#br0" timeOffset="1783">1329 1 8054,'12'10'43,"-2"-5"1,-10 9-1,0 3 330,0 2 1,0 10-1,0 3 1,0 4 151,0 10 0,7-2 1,3 9-1,-1 0-348,1 5 0,5-2 0,-6 2 0,1 0-605,0-2 1,-3-6 0,-5-13-1,3-8-1994,2-5 2422,1-2 0,-8-10 0,0-3 0</inkml:trace>
  <inkml:trace contextRef="#ctx0" brushRef="#br0" timeOffset="1983">1155 393 8310,'-22'0'1945,"7"0"-1796,1 0 1,11 0 0,3 0-1,13 0-118,6 0 0,10 0 0,0 0 0,0 0-511,2 0 0,-4 0 0,7 0 0,-3 0 480,-4 0 0,7 0 0,0 0 0</inkml:trace>
  <inkml:trace contextRef="#ctx0" brushRef="#br0" timeOffset="2150">1656 567 8460,'21'-10'973,"1"8"0,0-5-344,0 4 1,-1-4 0,1 0 0,2 0-334,5-3 1,-2 8-1,7-6 1,-3 3-646,-4-2 1,4 5 0,-1-6 348,-4 6 0,-2-8 0,-2-2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58.7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303 1 8133,'-12'21'-40,"-7"8"0,2 3 1,-7-1 22,-5 1 1,0 9 0,7 2 0,0 13 327,0 7 0,-7 12 0,3 7 0,4 10-143,12-42 0,3 2 0,4 5 0,1 2 0,-2 2 0,1 1 0,2 2 1,2 1-155,2 0 1,1 0-1,2-7 1,3-2-1,4-2 1,3-2 0,2-1-1,3-2-664,2-3 1,2 0 446,2-1 0,2-1 0,3 0 0,1-1 0,0 1 1,-1-1-1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5:57.9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235 915 8201,'0'-22'-238,"0"8"0,2 2 943,6 2-22,-6 3 1,8 9-335,-10 6 1,-3 4-1,-1 12 1,-4 2 20,3 4 1,3 8 0,0-1 0,-3 4-145,-2 2 1,-1 3 0,8 5 0,3 5-205,4-1 1,-2-1-1,9-11 1,3 1-441,3-1 1,1-9 0,4-5 0,1-7 23,3-8 0,8-4 1,-8-10-1,-3-2-447,-2-6 0,-2-4 841,0-9 0,-10-11 0,-2-2 0</inkml:trace>
  <inkml:trace contextRef="#ctx0" brushRef="#br0" timeOffset="185">17 1111 8352,'-12'0'602,"7"0"0,20 0-464,14 0 1,10 0-1,4 0 1,3 0-858,5 0 0,2 0 719,5 0 0,15-9 0,-5-4 0</inkml:trace>
  <inkml:trace contextRef="#ctx0" brushRef="#br0" timeOffset="1301">779 458 8023,'8'14'-212,"1"-1"1,1 1 534,0 5 0,4 8 0,-4 17 0,0 2 68,-1 4 0,6 16 1,-8 16-1,-2 7-272,-3 6 1,-1-43-1,-2 0 1,1-1-1,0 0 1,0 2-1,0 0-104,1 1 0,-2 1 0,-3-2 1,-1 0-1,-7 47 0,-3-13-728,1-12 1,-1-17-1,-7-7 1,0-8 712,1-7 0,-1-14 0,0-12 0</inkml:trace>
  <inkml:trace contextRef="#ctx0" brushRef="#br0" timeOffset="1883">1063 153 8093,'0'-22'-81,"0"8"0,2 2 0,3 0 543,2-1 1,3 9-1,-5-6 1,4 3-1,3-1 0,3-1 0,7 4 0,-1-2-219,1 2 1,0 2 0,0 3-1,0 0-108,-1 0 1,1 0 0,0 0-1,-3 3-231,-4 4 1,2-2 0,-10 9 0,-2 6-313,-3 6 0,-7 1 1,-7 7-1,-9 0 13,-4 0 0,-1-1 1,-1 6-1,-2-5 239,2-2 1,3-1 0,2-4 0,1-1 155,-1-6 347,10 1 1,5-11-1,16 5 1,13-8-59,12-5 0,7-2 1,3 0-1,-1 0-641,1 0 1,2 3 351,4 4 0,-4 5 0,8 10 0</inkml:trace>
  <inkml:trace contextRef="#ctx0" brushRef="#br0" timeOffset="3835">1520 109 8134,'22'0'61,"2"-9"0,2-3 192,3 0 0,3 0 0,-5 7 1,4-5-118,3-2 1,2 5 0,5-5 0,-2 2-83,-3 5 0,-2 3 0,3 2 0,-8 4-131,-5 11 1,-5 9-1,-4 22 1,-8 7-50,-5 13 0,-2 11 1,-2 17-1,-1-42 0,-1 1-57,-3 3 1,-1 1 0,-1 7 0,-1 0 0,-1 6-1,0 1 1,0 0 0,0 1-33,0 1 0,0 1 0,0 0 0,1 0 0,0 0 0,0-1 0,2-1 0,2-1 263,2-1 1,0 0 0,0 1-1,-1-1 1,1-3 0,1-1-1,0 1 1,1-1 67,0-1 0,1-2 1,1-8-1,0-1 1,1 0-1,1-1 0,3 46 169,2-7 1,7-22 0,-4-12-1,0-12 877,-1-10 1,6-4 2109,-8-11-2742,0-8 0,-9-4 0,-5-9 0,-8 0-313,-4 0 1,-10-2 0,-3-3 0,1-5-89,-1-2 1,-4 7 0,5-2 0,-1 2 146,1-2 0,-6 5 0,8-6 0,3 6-1852,2 2 1,2 0 240,0 0 1,10-3-1,5-4 1335,4-7 0,13-6 0,2-1 0</inkml:trace>
  <inkml:trace contextRef="#ctx0" brushRef="#br0" timeOffset="4134">2413 1852 7943,'2'12'638,"5"-5"0,-2-5 1,10-2-611,2 0 1,4 8-1,6-1 1,5-2-29,1-3 0,4-2 0,6 0 0</inkml:trace>
  <inkml:trace contextRef="#ctx0" brushRef="#br0" timeOffset="4233">2718 1634 7943,'-32'0'607,"-2"0"1,-9 0-1,2 0-262,4 0 0,3 0 1,8 0-346,-3 0 0,0 0 0,7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6:00.4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20 8031,'-2'-12'224,"-6"5"1,6 7-1,-5 7 1,4 8 34,3 4 0,0 13 1,0 6-1,0 11-130,0 9 1,3 17-1,1 12 1,1-37 0,0 1-119,2 6 0,-2 0 0,-2 0 0,-1 0 1,3 4-1,0 1 0,-1 2 0,-1 1-105,0 2 0,1 1 1,4-6-1,-1-1 1,-3 2-1,-1-2 1,0-5-1,-1-1-18,-1-4 0,0 0 1,2 46-1,2-13 0,2-6 83,-2-13 0,-3-19 1,1-19-1,1-8 616,4-5-34,-1-9 1,-5 5-194,6-10 0,4-7 1,9-1-1,1 1-35,0-2 1,7 6-1,2-4 1,1 4-417,-1 3 0,8-7 1,-3 0-1,3 2-615,-3 3 0,6-6 0,-9-1 706,1-3 0,7-3 0,-7-7 0</inkml:trace>
  <inkml:trace contextRef="#ctx0" brushRef="#br0" timeOffset="284">523 107 8085,'-32'0'149,"-4"0"0,2 0 0,-2 0 1,0 0 326,2 0 1,-7 0 0,7 0 0,-3 0-398,1 0 0,2 0 0,-2 0 0,7 0-1296,5 0 1217,12 0 0,-8 10 0,8 2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6:10.7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651 915 8210,'-15'-20'0,"3"3"656,3 3 0,-1 7 86,3-8 1,7 13 0,-3 2-315,8 12 1,12 7-1,-2 5 1,4 3-185,3 2 0,7 2 0,2-4 0,3 2-333,5-2 0,-5-3 0,2-2 0,0-1-841,-2 1 1,7-7-1,-4-3 1,4-2-596,2-6 1,-2-4 1524,-4-7 0,4-5 0,-7-10 0</inkml:trace>
  <inkml:trace contextRef="#ctx0" brushRef="#br0" timeOffset="150">1195 958 8110,'-21'0'455,"-1"0"-35,0 0 0,3 17 0,2 7 1,5 8-63,2 7 0,-5 11 0,6 8 0,-1 5-114,0 3 1,-4 6 0,4 3 0,1 0-336,-1 0 0,-5 8 1,6-6-1,-1-2-768,0-10 1,-4-2 0,4-12 858,-2-3 0,-3-2 0,-6-2 0</inkml:trace>
  <inkml:trace contextRef="#ctx0" brushRef="#br0" timeOffset="467">1282 1677 8047,'-21'2'-23,"-1"6"1,3 4-1,2 9 1,2 1 535,-2 0 1,7 9 0,1 3 0,2 3-116,-1-1 0,3-10 0,10 4 0,5-6-68,2-3 1,3-8-1,9-6 1,2-7 100,3-7 0,3-8 0,-6-12 0,4-4-283,-4-3 0,-2 0 0,-4-4 1,-6 1-169,-7-1 1,-4 6 0,-3 3-1,0 5-296,0 2 1,0 0-1,-3 3 1,-4 4-1110,-7 8 0,-6 5 0,-1 2 1425,-1 0 0,0 9 0,0 4 0</inkml:trace>
  <inkml:trace contextRef="#ctx0" brushRef="#br0" timeOffset="800">1457 1720 8985,'12'0'3389,"-3"10"-3170,-9 5 1,3 2-1,2-1 1,2-1-212,-2 2 0,7-7 0,0-1 0,3-1-190,-1-1 1,1 0 0,6-7 0,4 0-116,4 0 0,-5-7 1,5-3-1,-5-2-145,-2-5 1,0-2 346,-1-3 1,-6 3-1,-3 2 338,-2 2 565,-3 10 0,-10-4-53,-4 9 1,2 9-1,-7 6-439,3 4 1,1 3 0,8 0-1,0 0-478,0-1 1,0 1 0,3 0-506,4 0 1,5-3 0,7-2 0,-2-5-1041,-2-2 0,-1-3 1707,8-7 0,10 0 0,2 0 0</inkml:trace>
  <inkml:trace contextRef="#ctx0" brushRef="#br0" timeOffset="1000">2153 1111 8063,'10'12'170,"-7"0"1,4-5 508,-5 8 0,-2 4 0,0 5 1,0 5-98,0 8 1,0 11 0,0 5 0,0 3-386,0 4 0,0 3 0,0 3 0,0-1-394,0 0 1,0-2 0,0-5 196,0-7 0,-9-5 0,-4-3 0</inkml:trace>
  <inkml:trace contextRef="#ctx0" brushRef="#br0" timeOffset="1200">1892 1481 8047,'-12'-10'401,"2"5"0,10-9 98,0-3 0,17 7 0,5 3 0,5 5-290,4 2 0,3 0 0,10 0 0,-3 0-415,-5 0 1,5 0 0,-5 2 0,3 3 205,-3 2 0,6 10 0,-9-5 0</inkml:trace>
  <inkml:trace contextRef="#ctx0" brushRef="#br0" timeOffset="1400">2741 1503 8194,'22'0'775,"0"-8"1,2 1-1,3 2-418,2 3 1,12 2 0,0 0 0,8 0-477,-1 0 1,-5 0 118,-6 0 0,4 10 0,-7 2 0</inkml:trace>
  <inkml:trace contextRef="#ctx0" brushRef="#br0" timeOffset="1949">3852 675 8031,'0'-22'247,"0"8"-103,0-1 0,-2 10 0,-3 1 203,-2 8 1,-1 4-1,6 11 1,-3 8 112,-2 4 1,-8 5-1,6 8 1,-1 2-162,0 5 0,1 4 0,4 11 0,-3-1-170,4 0 1,1 3 0,3 2 0,0 1-194,0-9 1,10-6 0,4-15 0,8-4-250,7-8 0,3-8 0,6-6 1,-1-8-253,1-4 0,3-13 1,3-7-1,-3-7-15,-5-5 0,-4-8 0,-10 6 580,-1-3 0,-8-12 0,-4-10 0</inkml:trace>
  <inkml:trace contextRef="#ctx0" brushRef="#br0" timeOffset="2117">3613 1132 8031,'2'13'-132,"5"-6"288,8-5 1,-3-2-1,5 0 1,7 0 53,10 0 0,9-2 0,8-3 0,7-5-146,5-2 1,10 5-1,-1-5-64,-1 2 0,6-7 0,0 5 0</inkml:trace>
  <inkml:trace contextRef="#ctx0" brushRef="#br0" timeOffset="2617">390 653 8219,'-34'29'-91,"5"0"1,2 10 0,-2-3 0,-5 8-6,0 7 1,-4 4 0,6 13-1,1 5 323,-1 7 1,6 14 0,16-45-1,3 1 1,0 1 0,2 0-4,-1-1 1,2 1 0,0 3-1,3 1 1,4 3 0,4 0-1,2 0 1,4-2-208,2 1 0,3-3 0,3-3 0,2-2 0,0-3 0,2 0 0,29 36-401,1-10 1,11-6-118,6-8 0,10-5 0,-4-9 0</inkml:trace>
  <inkml:trace contextRef="#ctx0" brushRef="#br0" timeOffset="3064">4854 0 8065,'7'32'0,"3"4"176,2 5 1,2 5 0,11 5-1,1 9 26,3 10 0,0 10 1,-7 15-1,-12-45 1,-1 1-152,-1 2 0,-1 1 0,-1 0 1,-2 1-1,-4 0 0,0 1 0,-2 1 1,-1 0-101,-3 1 0,-3 0 0,-1-3 0,-4-1 0,-7-4 0,-4-1 0,0 0 0,-1-1 122,-2-2 0,-2 0 0,-1-2 0,-1-1 0,-31 34 0,5-12-5,7-11 0,-2-16 1,2-4-1,3-2-579,2-6 1,5-9 0,5-5-1,7-2-1166,4-5 1677,4-3 0,8-11 0,4-4 0</inkml:trace>
  <inkml:trace contextRef="#ctx0" brushRef="#br0" timeOffset="3300">5398 1503 8176,'-14'0'-66,"-1"0"1,1-10-1,-8-2 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6:43.4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43 261 8027,'-16'-16'498,"0"1"1,11 7-1,0-8-195,10-2 1,0-4 0,14-1-1,5 2-120,5 5 1,10-5 0,-5 5 0,3-5-4,5-3 0,-5 11 0,0 5 0,0 6-32,-1 2 0,-7 0 1,3 0-1,-8 2-115,-9 6 0,4 5 1,-11 11-1,-3 2-10,-2 6 1,-17 5-1,-7 10 1,-7 3-227,-1 5 0,-8-5 0,0 6 1,-3-6-230,1-3 1,7 0 0,-4-2 0,-1-8 319,0-13 1,16-3 0,-3-13 205,3-3 0,3-5 1,2-8-1,8-8 422,5-5 0,14-3 0,5 3-57,5 6 0,2 4 0,4 11 0,2 0-121,2 0 1,9 0-1,-9 3 1,-2 2-479,-2 3 1,-1 10-1,0-2 1,0 5-264,-4 3 0,-7-8 1,1-1-1,-5 1-2774,-1-3 3177,-7 8 0,18-18 0,-8 8 0</inkml:trace>
  <inkml:trace contextRef="#ctx0" brushRef="#br0" timeOffset="316">896 616 8003,'2'14'1257,"6"-7"1,-3 4 0,11-3-952,3-3 1,9-2 0,4-3 0,0 0-441,2 0 1,3 0 0,7 0-1,-1 0 134,-4 0 0,0-11 0,9-2 0</inkml:trace>
  <inkml:trace contextRef="#ctx0" brushRef="#br0" timeOffset="448">1440 451 8003,'-37'0'297,"-7"-3"0,7-2 0,-3-3 496,1 3 1,-1 2-1,-7 3 1,0 0-470,-1 0 1,1 0 0,0 3 0,2 2-1338,5 3 0,-2 0 1013,11-8 0,-1 0 0,8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6:44.9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592 735 8147,'0'-16'499,"0"0"1,0 1 463,0-9 0,-3 11 1,-5 5-521,-7 5 0,-9 11 0,-5 5 1,-2 6-356,2 7 0,-6 11 0,1 0 0,0 5-52,0 8 0,10 2 0,8-4 0,0-4-323,3-4 1,3 2-1,10-10 1,5-6 56,11-8 0,2-7 0,22-11 1,2-5 183,3-11 1,2-11-1,0-20 1,1-3 6,-1-5 1,-2-3 0,-6-8 0,-10 6 67,-10 2 0,-1-5 0,-10 7 1,-5 6 56,-9 8 1,-15 0 0,-13 11 0,-5 2-20,-11 2 1,2 12 0,-7 1 0,5 4-69,3 5 1,-1 2-1,3 3 1,6 3-403,7 5 1,6 2-1,5 8 1,5-2-339,8 3 0,6 2 1,2 2-1,0 1 741,0 0 0,0-1 0,0 1 0</inkml:trace>
  <inkml:trace contextRef="#ctx0" brushRef="#br0" timeOffset="617">71 1351 8863,'-10'-14'1270,"12"4"0,22 2-616,21 0 1,15 0 0,19 6-1,13-4-367,-39 3 1,2-2-1,4-2 1,3-1-1,11 2 1,1 1-1,3-1 1,2-1-95,3-2 1,1 0-1,-1 3 1,0 1-1,-6 1 1,0 0-1,-3 2 1,-1 2-108,-6-1 0,-1 2 0,-4-1 0,-3 0 1,42 0-1,-21 2-369,-19 6 1,-28-5 0,-11 7-1756,-8 1 0,-5-6 2038,-8 11 0,-21 0 0,-5 7 0</inkml:trace>
  <inkml:trace contextRef="#ctx0" brushRef="#br0" timeOffset="1601">639 1943 8069,'-10'-16'302,"-6"3"174,-5 2 1,-3 6-1,1 13 1,-1 8-396,0 5 0,-7 13 1,-1 5-1,3 6 65,3 2 1,5 3-1,2 3 1,6 0-128,3-9 1,2 1 0,10-13 0,6-3 26,8-3 0,8-13 0,5-5 1,5-8 168,3-8 1,2-16-1,6-15 1,-3-8-172,-2-9 1,-11 4 0,2-9 0,-5 1-34,-2-1 1,-11 6 0,-5-6 0,-10 3-174,-14 6 1,-3 10-1,-20 5 1,-6 5-45,-8 11 1,-7 8 0,-11 13 0,0 0 124,0 0 1,10 0 0,6 5 0,8 9-11,7 9 1,6 6 0,10-5 0,3 2-512,6 6 0,4-6 0,14 3 602,5-11 0,5 14 0,10-6 0</inkml:trace>
  <inkml:trace contextRef="#ctx0" brushRef="#br0" timeOffset="2001">900 1824 10549,'0'24'443,"3"-8"0,4-1 1,9 4-515,5 2 1,6-5 0,4 0 0,6-1-269,0-2 1,8 1-1,-6-9 1,3 3-156,-2-3 1,2-2 0,-11-6 0,-2-2-93,-3-3 0,-10-11 1,-3 4 448,-2-6 0,-3-3 1,-11 3 256,-5 5 1,3 6 0,-11 10 0,-2 2 552,-3 6 0,-3 16 0,3 15 0,3 9 11,2 7 1,8 8 0,-5 16-1,2 8-397,6 5 0,3-41 0,1 0 0,1 2 1,0 0-1,0 0 0,0 2-340,0 1 0,0 1 0,0-3 0,0 0 0,0-1 0,0-1 0,0 45-652,0-13 1,3-28 704,5-17 0,5-20 0,11-9 0</inkml:trace>
  <inkml:trace contextRef="#ctx0" brushRef="#br0" timeOffset="2284">1563 2393 9167,'0'23'2784,"0"1"-2342,0 0 1,0-1-1,0 1 1,0 0-383,0-1 1,10-7-1,6-3 1,5 0-529,3 1 1,0-9-1,-1 3 1,1-6-782,0-2 0,-9-8 1,1-2 1248,3-3 0,-9-14 0,1-9 0</inkml:trace>
  <inkml:trace contextRef="#ctx0" brushRef="#br0" timeOffset="2399">1705 2203 7936,'-24'-31'0,"1"-1"33,-1 3 0,0 3 0,1 2 1,2 0 323,5 1 1,-3 7-828,11 0 0,1 13 470,7 3 0,10 0 0,3 11 0</inkml:trace>
  <inkml:trace contextRef="#ctx0" brushRef="#br0" timeOffset="2648">1800 2203 7936,'2'16'-130,"4"0"0,4 2 189,3 3 1,-5 3 0,5 0 0,-2-1 490,-6 1 1,6 0 0,-1-1-1,1 4-341,-1 4 0,-2-5 1,-8 9-1,0-4-252,0 1 0,0-1 0,0-7 25,0 0 0,-2-11 0,-4-8 36,-2-10 1,0-3-1,8-13 1,0-8-45,0-5 1,3 2-1,2-7 1,6-1 122,2 3 0,11-5 0,7 11 0,1 4 171,2 9 1,-5 0 0,10 10-1,1 5-184,-3 8 0,5 9 0,-11 12 0,-2 5-552,-2 9 1,-6 5 0,-3 2 467,-2 0 0,-11 11 0,6 3 0</inkml:trace>
  <inkml:trace contextRef="#ctx0" brushRef="#br0" timeOffset="2984">2794 1540 7978,'-13'-16'4517,"5"0"-4063,6 11 0,12-3 0,9 14 1,7 1-659,5-1 1,12 4-1,-7-2 1,4-3 203,-1-2 0,1-3 0,7 0 0</inkml:trace>
  <inkml:trace contextRef="#ctx0" brushRef="#br0" timeOffset="3099">3197 1114 7978,'-58'-8'0,"-5"0"277,-6 3 1,6 2 0,3 3 0,-1 0 23,1 0 0,10 0 0,2 0-301,14 0 0,-3 11 0,1 2 0</inkml:trace>
  <inkml:trace contextRef="#ctx0" brushRef="#br0" timeOffset="11867">995 285 10439,'13'11'544,"5"-6"1,-7 11 0,2-1-412,5-2 1,3 9-1,3-7 1,0 6-501,-1 3 1,1 0 0,0-3 0,-1-3-567,1-2 0,0-11 0,-1 3 933,1-5 0,0-3 0,-1 0 0</inkml:trace>
  <inkml:trace contextRef="#ctx0" brushRef="#br0" timeOffset="12049">1373 190 8008,'-7'-16'576,"-1"1"1,0 12 0,8 3 0,0 16-168,0 13 0,0 0 1,0 10-1,0 6-40,0 8 0,-8-1 1,0 11-1,3 0-315,2-2 1,-5 7 0,0-4 0,0 4-560,-2 3 0,7-10 0,-7-9 0,2-10-1295,0-10 1800,0-6 0,-2-2 0,-4-1 0</inkml:trace>
  <inkml:trace contextRef="#ctx0" brushRef="#br0" timeOffset="12333">1516 593 8055,'-14'10'134,"-7"-4"26,6 9 0,-4 1 0,1 8 322,2 0 0,11 7 0,-3 1 0,5-3 0,3-3-190,0-2 1,3-1-1,2 1 1,6-3-6,2-5 1,3-6-1,7-10 1,1 0-92,0 0 1,-3-10-1,-3-6 1,-2-2-119,2 2 1,-7-5 0,-3 5 0,-6-5-354,-2-3 0,0 1 1,0-1-1141,0 0 1,-2 3 1414,-6 5 0,-5-5 0,-11 8 0</inkml:trace>
  <inkml:trace contextRef="#ctx0" brushRef="#br0" timeOffset="12683">1658 664 11743,'0'16'538,"0"-1"1,0 1 0,2 5-537,6-5 1,-3-3 0,11-8-1,3 3-91,2-2 0,-6-4 0,1-2-218,3 0 0,2-10 0,0-6 131,-5-5 1,2 5 0,-10 0 363,-3-2 1,0 5 0,1-3 536,2-2-79,-1 7 0,-7 3 0,0 16-323,0 8 0,0-3 1,0 3-1,0 2-674,0 3 1,8 3-1,0 0 1,0-3-827,3-6 0,2 4 0,11-9-1737,-1 4 2914,1-9 0,0-5 0,-1-13 0</inkml:trace>
  <inkml:trace contextRef="#ctx0" brushRef="#br0" timeOffset="12864">2202 1 7912,'-13'10'299,"5"9"430,6 10 0,2 8 0,0 10 1,2 3-414,6 5 1,-3 6 0,9 10 0,-4 0-307,-5 0 1,-2-3 0,-3-5-1,3-7-1181,5-6 0,-6-6 1171,6-4 0,-16-17 0,-5-12 0</inkml:trace>
  <inkml:trace contextRef="#ctx0" brushRef="#br0" timeOffset="13014">2013 427 8394,'10'-21'383,"6"5"1,0-2 0,5 10 0,5 0 171,1-3 1,9 9 0,4-9 0,5 3-413,2 1 1,0-9 0,1 5-144,-1-2 0,0-3 0,1-7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6:48.6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829 1099 7977,'-26'-13'305,"-3"5"1,-2 5 104,2 3 1,2 3-1,4 5 1,-4 7-265,-4 6 0,5 11 0,-3 0 0,8-1-39,5 3 0,10-7 0,-1 4 1,7-4-159,7-4 0,7-2 0,12-5 0,3-8 79,2-5 1,12-3 0,-4-3 0,6-5 48,2-8 1,0-13 0,-2-5-1,-3 0 20,-2 0 0,-14-8 1,0 5-1,-10-3 10,-5 1 1,-3 2-1,-11-5 1,-5 2-89,-8-2 0,-15 6 1,-11-1-1,-8 2 6,-6 7 1,-9 1-1,4 4 1,-2 1-225,0 7 1,10 4 0,-2 14 0,5 5-443,3 7 0,2 17 0,5 8 641,9 4 0,4 4 0,4-1 0</inkml:trace>
  <inkml:trace contextRef="#ctx0" brushRef="#br0" timeOffset="402">119 1762 8020,'-16'0'807,"0"0"0,14 0 0,4 0-360,20 0 0,14 0 0,22 0 1,13 0-240,13 0 0,-33 3 0,1 2 1,3-1-1,1 0 0,2-1 1,2-1-92,3 0 0,0-2 0,3 1 0,0-2 0,5 1 0,0-2 0,-1 0 0,-1-1 55,-1-1 1,-1 0 0,-8-1 0,-3 2 0,39 0 0,-16-2-242,-13-3 1,-19 0-1437,-15 8 0,-19 11 1505,-13 4 0,-21 6 0,-16 3 0</inkml:trace>
  <inkml:trace contextRef="#ctx0" brushRef="#br0" timeOffset="1068">640 2520 8197,'-24'0'0,"1"0"430,-1 0 0,8 0 1,-2 0-1,-6 0-363,-5 0 0,-2 0 0,7 2 0,0 6-30,1 8 0,-1 13 0,0 2 0,3 1-48,5 2 0,6 0 1,10 9-1,0-7-73,0-1 0,2-4 0,6-7 0,11-3 327,10-5 1,-3-6-1,8-10 1,-2 0 370,-1 0 0,9-18 1,-6-9-1,0-7-291,0-8 1,-2-3 0,-8-2 0,-3 0-340,-5-1 1,-6 1-1,-13 0 1,-4-1-118,-9 1 1,-16 7 0,-7 4-1,-6-1-23,-2 0 1,-9 11 0,-2-1 0,1 11 18,-1 6 1,-5 2-1,7 8 1,6 0-269,8 0 0,11 11 0,12 7 1,6 8-1554,3 6 1958,2 10 0,8-5 0,0 10 0</inkml:trace>
  <inkml:trace contextRef="#ctx0" brushRef="#br0" timeOffset="1452">948 2378 10808,'2'23'930,"6"1"1,8 0-1076,5-1 1,11 1-1,-1 2 1,1 1-537,2-4 1,0 6 0,8-16 680,-2 0 0,-1 9 0,9-9 0</inkml:trace>
  <inkml:trace contextRef="#ctx0" brushRef="#br0" timeOffset="1651">1350 2283 8052,'-10'13'-175,"5"-3"1,-9-7-1,4 5 638,5 8 1,-1 7 0,1 9 0,-3 7 154,3 6 1,2 16 0,3 7 0,0 11-403,0 5 0,0 6 0,0-39 0,0 0 0,0 2 0,0 0-383,0 47 0,-7-8 0,-1-24 0,2-7-942,4-14 1,-1-5-780,-5-18 1888,6-6 0,-19-39 0,7-5 0</inkml:trace>
  <inkml:trace contextRef="#ctx0" brushRef="#br0" timeOffset="1918">1493 2780 9614,'-14'3'1157,"6"5"0,8 2 0,8 9 0,8-4-978,5 4 1,3 2-1,0 2 1,-1 1-534,1 0 0,0-8 0,2-3 1,3-3-1257,2-4 1,1-4 1609,-8-2 0,-1 0 0,1 0 0</inkml:trace>
  <inkml:trace contextRef="#ctx0" brushRef="#br0" timeOffset="2050">1682 2496 7984,'-24'-24'592,"3"8"0,3 3 2662,2 3-2930,11 2-324,-6 8 0,22 0 0,2 0 0</inkml:trace>
  <inkml:trace contextRef="#ctx0" brushRef="#br0" timeOffset="2452">1871 2804 7974,'0'16'1222,"0"-1"0,0-7 475,0 8-521,0-11-648,11 6 1,2-14-314,11-5 1,-8-5 0,-1-11 0,1 1-103,-3-1 1,8 0-1,-5 3 1,5 3-68,3 2 1,0 11 0,-1-3 0,4 5 10,4 3 1,-5 3-1,9 8 1,-4 12-98,1 14 1,-9 0 0,-9 2 0,-1 1-444,0-3 1,-8 5-1,3-11 1,-5-2 482,-3-2 0,-11-4 0,-2 1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15.1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0 121 8152,'0'-22'0,"0"1"537,0-1 1,0 0 1481,0 0-1548,0 10 0,7 12 0,1 17 0,-3 10-95,-3 9 1,5 8-1,0 4 1,1 8-18,1 7 0,-6-1 0,7 18 0,-3 3-298,0 1 0,0 11 0,-7 1 0,0 4-123,0-48 1,0 0-1,0-1 1,0-1 0,0 47-1,0-15-278,0-12 1,8-9 0,-1-20 138,-2-5 0,4-16 0,1-20 337,2-12 0,3-10 0,6-5 0,1-2-50,0 3 0,7-1 0,2 0 0,1-2-755,-1 3 0,-2-1 1,-4 0-1,-1-2 669,-2 3 0,14-8 0,-12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15.2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0 218 8113,'0'-22'2857,"0"1"-2329,0-1 1,10 7 0,4 1-1,8-1-253,7 3 1,5-5-1,12 8 1,5-3-256,7-5 1,5 7-21,2 3 0,1-5 0,-1-1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15.8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219 305 8184,'0'-21'194,"2"8"1,5 6-1,8 7 184,4 7 0,3 6 1,2 8-1,3 4-150,2 4 1,7-3 0,-4 11 0,-1 1-98,0 3 1,-1 3 0,-11-1 0,-5 3-189,-6 5 1,-6-2 0,-4 6 0,-6-1-306,-6-6 0,-15-12 0,-7-9 0,-6-10 137,-1-10 0,-8-5 1,0-4-1,3-8 516,2-11 1,5-11 0,2-14 0,5-5 255,3-7 0,4-12 1,13-5-1,6 0-225,6 0 0,19-5 1,7 8-1,10 4-33,12 7 0,0 11 0,12 11 0,2 5-216,3 3 0,-5 11 0,0 13 0,1 5-1157,-4 2 0,6 2 1084,-11 5 0,1 5 0,-7 10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16.3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8135,'0'22'515,"0"-1"0,2 4 1,6 1-267,6 3 1,1 10 0,4-3 0,8 5-581,4 3 1,-2 0-1,5-3 1,0-5 330,0-7 0,2-5 0,7-2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16.5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0 8860,'0'8'1318,"0"13"-1017,0 16 1,0 9-1,0 5 1,0 7-27,0 5 1,0 12 0,0 7 0,0 7-544,0 6 0,-3-44 0,-1-1 0,-3 42 0,-1-9-777,-1-16 0,4-13-451,-10-18 1496,1-14 0,-8-22 0,0-12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16.7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0 8118,'0'15'172,"-2"-3"1,-3 0 308,-2 0 1,-1 3 0,8 6-38,0 1 0,3 0 1,2 0-1,4 0-785,3-1 1,3-9-1,7-4 1,-1-6-461,1-2 1,7 0 0,0-2 800,-2-6 0,-3-4 0,-2-9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17.1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107 44 8111,'-14'0'0,"-1"-2"657,-2-6 0,0 3 0,0-7 431,3 3-2254,9 1 1,-2 8 1165,14 0 0,5 0 0,10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17.5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8439,'0'14'1734,"0"1"-1258,0 2 0,0 2 0,0 3 1,0 2-225,0 5 0,8-5 0,-1 8 0,-2-3-115,-3 0 1,-2 0 0,0-7 71,0-1-346,0 1 0,0-12 1,0-10-133,0-12 0,0-8 0,0-1 1,3-1 311,4 0 0,-2 0 0,9 3 0,1 2 168,-3 3 1,7 6 0,-2-4 0,7 2-54,5 6 1,0 1 0,-4 6-1,1 4-258,3 7 0,0 6 1,-9 2-1,-3 2-462,-3 5 0,-9-5 0,5 5 0,-3-5 562,0-2 0,-9 0 0,-10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24.2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 44 7973,'-22'-12'4,"8"-5"277,-1 10 56,10 0 0,-2 7 0,14 0-149,8 0 1,7 0 0,4 0 0,3 2-145,-2 5 1,4-4 0,1 4 0,2-5-53,4-2 0,-4 0 0,0 0 0,0 0-119,0 0 1,-7 0 0,2 0 0,-5 0 16,-2 0 0,-3 3 0,-2 2 221,-3 2 1,-9 10 0,2 0-1,-4 7-80,-3 5 0,0 10 0,0-3 0,0 7-7,0 8 0,-3 12 0,-1 15 0,-4 4-20,3 7 0,1-38 0,-1 0 0,1 0 1,1 0-1,0 1 0,1 0-43,0-2 1,1 1 0,2 2 0,1-2 0,3 41 0,4-5 65,3-4 0,0-16 1,5-4-1,-2-14 428,2-11 0,-5-11 607,2 2 149,1-5 1,-3-9 67,-5-1 1,-7-9-622,-7 2 0,-5-4 1,-10-3-1,0 0-228,1 0 1,-1 0 0,0 2 0,0 3-587,1 2 1,6 1 0,0-8 0,1 2-3111,2 5-2848,-7-4 6114,16 6 0,-7-18 0,10-3 0</inkml:trace>
  <inkml:trace contextRef="#ctx0" brushRef="#br0" timeOffset="332">1065 1198 8875,'0'-14'1891,"0"-1"0,2 10-1777,5-2 1,5 5 0,10 2 0,2 0-670,5 0 1,-2 0 0,9 0-1,3 2 555,2 5 0,3-4 0,-1 6 0</inkml:trace>
  <inkml:trace contextRef="#ctx0" brushRef="#br0" timeOffset="464">1609 959 7909,'-22'0'252,"1"-3"1,-1-2-1,0-2 399,0 2 1,-2 3 0,-5 2 0,-10 0-15,-9 0 1,2 0 0,-5 0 0,5 0-1276,3 0 0,1 0 638,6 0 0,-5 0 0,7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26.7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806 371 8095,'0'-14'764,"0"-1"301,0 1 0,-9-6-629,-6 6 0,-4 4 0,-3 12 0,0 6-162,0 6 0,1 6 0,-3 4 1,-3 2-120,-2 3 1,2 10-1,10-3 1,3 6-174,-3 1 1,7 1 0,3-1-1,4-2-93,3-4 0,10-6 1,5-9-1,6-3 133,8-4 0,5-8 1,10-14-1,-1-10-17,1-10 1,0 1 0,-3-11 0,-5-1-164,-7-4 0,-7-8 0,-5-1 0,-5 2 83,-2 3 1,-6 3-1,-11-1 1,-7 1-70,-6-1 0,-9-4 1,-2 2-1,-3 7-21,-5 5 0,-2 5 1,-5 8-1,0 1-67,3 6 1,-3 4 0,14 12-1,1 8-396,-1 12 1,-7 9-1,6 13 1,-1 2 627,5 5 0,-5 4 0,0 11 0</inkml:trace>
  <inkml:trace contextRef="#ctx0" brushRef="#br0" timeOffset="233">22 981 7912,'10'12'0,"5"-2"555,4-1 1,15-4-1,9 7 1,18-2-163,16-5 0,15-3 1,-35-2-1,2 0 1,3 0-1,0 0-193,1 0 0,2 0 1,4-1-1,0 0 0,1-2 1,0-1-1,-1-2 0,-2-1-199,-4 1 1,0 0 0,-5 0 0,-3 0 0,28 1 0,-11-2-665,-14 2 1,-21 5 662,-16 8 0,-18 4 0,-15 9 0</inkml:trace>
  <inkml:trace contextRef="#ctx0" brushRef="#br0" timeOffset="666">545 1743 10787,'-29'0'780,"0"2"1,2 8-519,3 12 0,-5 2 1,0 12-1,2 1-140,3-3 0,5 7 1,4-5-1,8 3-38,5-3 1,2-5-1,2-11 1,8-6 192,12-6 1,2-8 0,12-8 0,3-9 21,2-9 1,2-15 0,-1-13-1,-6 1-296,-7 0 1,-7 2-1,-8 8 1,-7-1-136,-4 1 1,-15-1 0,-10 3 0,-12 5-86,-7 7 0,-10 7 1,-2 5-1,0 5 237,0 2 0,-6 3 1,9 7-1,1 2-173,3 5 0,12 6 1,5 8-1,5 1-679,2 0 1,10 7 0,5 2 0,5 1-1998,2-1 2829,9-2 0,3 3 0,10 2 0</inkml:trace>
  <inkml:trace contextRef="#ctx0" brushRef="#br0" timeOffset="1083">763 1634 12508,'9'15'80,"6"-1"1,12-2 0,4 3 0,1-5-352,-1-1 1,8-6 0,-3 4 0,3-5 153,-3-2 0,5 0 1,-7-2-1,0-3-685,-5-2 0,-7-10 0,-5 2 1,-5-4 531,-3-3 0,-1 8 0,-11-1 0,-4-2 409,-8-2 1,-4 7 0,-3 5-1,1 4 251,-1 3 0,0 3 0,0 4 0,3 7 80,4 6 1,-2 4 0,10 5 0,0 5 105,-3 0 0,8 14 0,-5-4 0,4 4-346,3 5 1,3 3-1,1 9 1,4 0-579,-4 1 1,6-3 0,-3-5-1,-2-10-462,-2-9 1,-3 0 809,0-10 0,9 0 0,3-8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38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22 284 8525,'-12'0'4393,"2"10"-4082,10 4 0,3 5-718,4 3 1,5-2 0,10-6 406,0-7 0,9-4 0,3-3 0</inkml:trace>
  <inkml:trace contextRef="#ctx0" brushRef="#br0" timeOffset="132">87 66 7976,'-21'0'32,"1"-2"0,3-3 490,3-2 1,9-3-523,-2 3 0,14-5 0,5-10 0</inkml:trace>
  <inkml:trace contextRef="#ctx0" brushRef="#br0" timeOffset="433">305 197 8002,'0'21'-124,"0"1"0,0-7 1,0-1-1,0 3 741,0 3 0,0 1 1,0 1-74,0 0 1,-2-8 0,-3 1 198,-2 2-606,-1-7 0,8-3 1,0-17-144,0-12 0,0 1 0,3-11 0,2 3-61,2 0 1,10-7 0,-3 7 0,6 5 144,1 7 0,1 0 0,0 9 18,0 4 1,0 4-1,-1 7 1,1 7-456,0 6 1,-8 11 0,-2 5 0,-2 6 358,-5 1 0,7 1 0,0-1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41.9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1336 54 7788,'0'-22'563,"0"0"0,0 13-310,0 9 0,0 9 0,0 15 0,0 5-147,0 8 0,7 4 0,1 5 0,-1 2-345,3 3 0,-8 0 1,8-8-1,-3-1-484,0-6 0,1 5 723,-8-5 0,9 5 0,3 3 0</inkml:trace>
  <inkml:trace contextRef="#ctx0" brushRef="#br0" timeOffset="333">51 859 8034,'-21'0'465,"-1"0"0,15 0 0,14 0-227,19 0 0,23 3 0,14 2 0,14 2-107,18-2 1,-39 0-1,4 0 1,5-1 0,3-1-1,6 0 1,2-1-59,5-1 1,2 0-1,12-1 1,1 0-1,-28 0 1,-1 0-1,2 0 1,1 0-1,1 0 1,1 0-151,0 0 1,1-1-1,-1 2 1,-4 1 0,-1 1-1,-1-1 1,30 2 0,-1 0-1,-4-1 1,-3 1 111,-4 1 0,-3-1 0,-5-2 0,-2 1 0,-8 4 0,-4 1 0,-9-1 0,-4 0-39,31 5 0,-25 5 0,-11-7-506,-13 2 1,-16-5 509,-8 8 0,-4-1 0,-3 8 0</inkml:trace>
  <inkml:trace contextRef="#ctx0" brushRef="#br0" timeOffset="766">247 1796 9785,'-12'22'433,"3"2"1,9 2 0,0 6-337,0 2 0,0 2 1,0 8-1,0-1-59,0 1 1,7 4 0,3-2 0,-1-7-39,1-5 0,7 4 0,-5-4 0</inkml:trace>
  <inkml:trace contextRef="#ctx0" brushRef="#br0" timeOffset="966">596 2123 8174,'22'-3'0,"-1"-2"0,1-2 112,0 2 0,2 3 0,3 2 1,2 0 350,-3 0 1,6 0-1,-3 0 1,0 0-1073,2 0 1,-6 0 0,4 0 608,-5 0 0,-2 0 0,-1 0 0</inkml:trace>
  <inkml:trace contextRef="#ctx0" brushRef="#br0" timeOffset="1149">792 1774 8117,'0'24'-8,"0"3"0,0 4 226,0 3 1,0 3-1,0 4 1,2 0 239,5 2 0,3-4 1,7 14-1,-2-2-723,2 0 1,-1-3-1,1-9 1,-2-3 264,2 3 0,2 2 0,3 3 0</inkml:trace>
  <inkml:trace contextRef="#ctx0" brushRef="#br0" timeOffset="1499">1184 2318 8064,'14'0'251,"1"0"0,-1 0 0,8-2 48,0-5 0,0-3 0,2-7 0,2 3 46,3-3 0,1-10 1,-9-4-1,1-1-252,0 1 1,0-6 0,-1 6 0,-1 0-95,-6-1 1,-4-4-1,-10 7 1,0 2-205,0 3 1,-10 2 0,-4 3 0,-6 2-32,-1 2 1,-4 11-1,-1-1 1,-3 10 144,2 9 0,-4 13 0,2 4 0,2 1 160,3-1 1,9 8 0,3-5 0,3 2 292,4 0 1,2 1-1,8 6 1,7-2-165,10-5 0,17 1 1,4-13-1,13-5-497,7 1 1,5-11 0,4-1-1,8-8 299,5-8 0,12-13 0,-48 4 0,1 0 0</inkml:trace>
  <inkml:trace contextRef="#ctx0" brushRef="#br0" timeOffset="1950">1532 1535 7948,'-10'-13'404,"6"-3"420,-11 8 0,13 1-562,2 7 0,12 0 0,14 0 0,6 0-128,2 0 1,-5 0 0,7 0 0,3 0-205,2 0 0,0 0 0,-2 2 70,-3 6 0,-9-6 0,4 8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41.0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110 131 8103,'0'22'-152,"0"-8"0,0 1 283,0 2 0,0 9 0,0 6 0,0 2 183,0 4 0,0 15 0,0 10 1,0 12-136,0 10 1,0 0-1,0-35 1,0 1 0,0 2-1,0 1-128,0 3 0,0 0 0,0-2 1,0 1-1,0 1 0,0 0 0,0-5 1,0 0-98,0 42 1,0-4-1,0-8 1,0-7-27,0-10 0,-8-14 0,-1-3 0,-1-7 105,0-4 0,-4-18 262,7 3 1,-1-17 28,8-5 0,10-10 1,4-9-1,6 2-104,2 2 1,-1 8-1,4-8 1,1 1-106,3 2 0,8-5 1,-6 7-1,3-2-361,5-5 0,-6 5 0,1 0 0,-2 0-719,-6 0 0,-1 0 0,-6-5 965,-5 2 0,6-9 0,-8-10 0</inkml:trace>
  <inkml:trace contextRef="#ctx0" brushRef="#br0" timeOffset="227">1 87 8426,'0'-14'-38,"0"-1"1,9 10-1,8-2 1,10 2 7,9-2 0,1 5 0,4-6 30,5 6 0,21-8 0,1-2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46.8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1 218 8245,'14'-22'-23,"-1"0"0,-1 3 63,0 4 1,5-4-1,12 5 1,5-6-98,-1-2 0,9 8 0,-4 2 0,6 0 140,-1 0 1,6 7 0,-15-2 0,2 4 120,0 3 1,-9 0 0,2 0 0,-5 3-80,-2 4 1,-3 5 0,-2 10 0,-2 2-98,2 5 0,-8 5 1,1 12-1,-3 5-142,1 7 1,-1 12 0,-7 5 0,0 5 104,0 9 0,2 8 1,0-41-1,1 2 1,1 2-1,-1 1-174,0 3 0,-1 2 0,0 5 0,-1 1 0,-1-2 0,0 0 0,0 1 0,2-1-203,2 0 1,-1 0 0,-2 6 0,1 1 0,2-4 0,1-1 385,0-2 0,0 0 0,-2 2 0,1-1 0,4-4 0,1-1 0,0-3 0,-1 0 0,-2-4 0</inkml:trace>
  <inkml:trace contextRef="#ctx0" brushRef="#br0" timeOffset="183">828 2744 8139,'3'87'0,"2"0"-21,2 0 1,0-9-1,-7-8 1,0-10 172,0-9 1,7-7-1,3-8 1,0-7 1087,0-5-548,-3-12 1,-7-4-1,-3-13-182,-4-2 0,-12-8 0,-13 8 0,-2 2-82,-4 2 0,-6 3 0,-4 0 0,-3 0-148,3 0 1,-6 0-1,6 3 1,7 2-1261,9 2 0,8 0-1679,2-7 2659,10 0 0,3 0 0,9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7:48.5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0 7210,'-12'10'381,"3"2"1,9 10-340,0 0 0,0-8 0,0 1-42,0 1 0,9 4 0,3 2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9:56.3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24 8401,'0'-21'962,"10"18"0,5 8-772,4 5 1,5 9-1,3-4 1,2 4-261,-3 3 0,1-1 1,0 1-1,2 0-621,-3 0 0,-4 0 1,-5-3-1,-3-2 691,3-3 0,3-9 0,2 5 0</inkml:trace>
  <inkml:trace contextRef="#ctx0" brushRef="#br0" timeOffset="183">305 24 8069,'0'15'216,"0"-1"0,-7 3 0,0 10 114,2 2 1,2 2-1,1-2 1,-3 10-97,-2 10 0,0-3 1,7 7-1,-3 0-294,-4 5 1,2-2 0,-7-1 0,2-4-286,6-10 0,-6 0 1,3-12-1,-1-4 345,-1-8 0,6 2 0,-6-7 0</inkml:trace>
  <inkml:trace contextRef="#ctx0" brushRef="#br0" timeOffset="433">371 438 8044,'0'-12'1213,"0"2"0,2 25 0,3 2-1220,2 0 0,8-8 1,-6 6-1778,3 2 1784,3 2 0,7 3 0,-1 0 0</inkml:trace>
  <inkml:trace contextRef="#ctx0" brushRef="#br0" timeOffset="1048">545 373 7930,'0'22'-178,"0"-1"1,0 1 0,0 0 677,0 0 0,0-8 0,0 1-142,0 2 1,0-5-11,0 2-335,0-9 1,0 2-1,0-14 1,0-7-19,0-6 0,0-2 1,2 3-1,3 2-1,2 3 0,3 2 0,-5-5 214,2 2 1,10 10-42,-2-2 0,4 5 0,0 4 0,-2 5-129,-2 8 1,-1 4-1,6 3 1,-3 0-510,-3-1 0,-7-1 1,5-3 470,-2-3 0,7 10 0,-5 10 0</inkml:trace>
  <inkml:trace contextRef="#ctx0" brushRef="#br0" timeOffset="1383">371 264 8152,'-8'-15'1361,"1"1"-76,0 9-1285,7-14 0,9 7 0,4-10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3:37.8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44 7946,'-7'-14'-81,"-1"-1"0,-8 10 200,1-2 0,3 5 0,-3 2 355,-2 0 1,5 9-1,0 6 1,3 6-176,4 9 1,-5 3 0,0 13-1,1 5 6,-1 7 0,3 8 0,4 4 0,-2 7-106,-2 8 1,0 0 0,9 14 0,6-2-110,6-6 0,-2-3 0,3-9 0,2-8-149,2-11 0,10-2 0,0-14 1,-2-10-500,-3-8 1,-2-4-1,0-3 1,-1-4-582,1-8 1,0 3 1138,0-3 0,9 0 0,3-7 0</inkml:trace>
  <inkml:trace contextRef="#ctx0" brushRef="#br0" timeOffset="550">937 175 7964,'8'-22'37,"-1"0"1,3 3 0,-6 2-1,6 5 613,2 2 0,-5-4-220,8 6 1,-1 11-1,8 14-148,0 9 0,0 1 0,0 9 1,-1 3-24,1 2 1,2 5 0,3 5 0,2 4-114,-2 1 0,-1 9 0,1-2 1,2 10-120,-3 4 1,-9 1 0,-5 4 0,-2 0-89,-5 8 0,-5-13 0,-7 3 0,-8-12-89,-4-10 0,-3-5 0,0-12 0,1-7-437,-1-12 1,7-3 0,3-9-1862,2 2 2448,-6-7 0,13 5 0,-7-10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3:01.811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0 717 8223,'0'-56'0,"0"5"0,0 8 118,0 6 1,0 6-1,0 9 2644,0 0-2242,0 10 0,0 12 0,0 15 1,0 7-196,0 7 0,0 5 1,0 9-1,0 1-41,0-1 0,0 3 0,0 3 0,0 1-229,0-1 0,0 4 0,0-2 0,0 0-234,0 2 0,3-7 0,2 5 0,4-5-240,3-3 1,3-2-1,7-4 1,-1-11 340,1-9 1,2-7 0,3-10 0,2 0 355,-2 0 1,4-3 0,-2-4-1,0-5 262,3 0 0,-8-5 0,5 7 1,-5 1-309,-2-1 0,0 3 0,-1 7-1463,1 0 1,-7 0-137,-1 0 0,-6 7 0,4 3 1367,-3 2 0,8-7 0,-5 4 0</inkml:trace>
  <inkml:trace contextRef="#ctx0" brushRef="#br0" timeOffset="550">1285 216 7721,'-9'-22'-89,"-6"0"1,-4 10 0,-1 3 507,6-1 1,-6 8-1,6-3 1,-5 10-244,-3 9 1,0 15-1,0 10 1,0 9 87,1 10 0,-1 8 0,3 6 0,2 10-46,2 10 0,10 5 0,1-46 0,1 0 0,3 43 117,7-4 1,15-10-1,12-5 1,5-5-212,4-7 1,-4-13-1,12-1 1,-3-8-496,3-5 1,-8-9-1,3-1 1,-7-6-1035,0-6 0,-5-9 1405,2 2 0,-9-4 0,4-3 0</inkml:trace>
  <inkml:trace contextRef="#ctx0" brushRef="#br0" timeOffset="948">1677 760 8231,'12'-9'287,"-2"-3"1048,-10-10-715,0 10 1,7 4 0,3 16-341,2 6 0,-5 6 1,8 1-1,2 1-224,2 0 1,-4 0 0,-1-1 0,5-1-592,8-6 0,-3 3 0,3-7 0,-8 0-474,-4-1 0,-1-1 0,8-8 1009,0 0 0,0 0 0,-1 0 0</inkml:trace>
  <inkml:trace contextRef="#ctx0" brushRef="#br0" timeOffset="1148">2047 608 8231,'-7'-22'-8,"0"0"0,-3 10 234,3 5 1,2 5 0,-7 4 0,2 8 199,5 11 1,-4 11 0,-1 14 0,0 5-104,1 7 1,-1 7 0,5 5 0,-2 5-139,2 3 0,-5 2 1,3 7-1,0 0-491,-3 0 0,8-2 1,-5-6-1,4-8-722,3-11 0,0-9 1,0-15 1027,0-7 0,10-14 0,2-6 0</inkml:trace>
  <inkml:trace contextRef="#ctx0" brushRef="#br0" timeOffset="3147">1525 412 8005,'0'-12'953,"0"2"1,0 13 0,0 4-600,0 7 1,0 8 0,2 5-1,5 2-80,8-3 0,2 8 0,0 0 0,-3 2-358,3 1 1,5-8-1,5 5 1,2 0-218,-3-1 0,-1-8 0,-1-1 0,2-7-215,3 0 1,0-8-1,-7 1 1,0-3-844,0 1 1359,-10-1 0,17-17 0,-5-2 0</inkml:trace>
  <inkml:trace contextRef="#ctx0" brushRef="#br0" timeOffset="3414">2026 434 7977,'0'-22'-50,"0"7"495,0 1 1,-3 9-79,-4-2 0,5 7 1,-6 9-1,6 13 118,2 12 0,0 7 1,-3 5-1,-1 5-10,-4 7 0,1 7 0,7 8 0,0 7-145,0 5 0,-2 9 0,-3 3 0,-5 2-343,4-47 1,0 0-1,2-1 1,1 0 0,-9 43-1,0-17-217,-1-14 1,9-5-1,-6-12 1,3-7-1243,-1-5 1,1-5 1471,7-7 0,0 0 0,0-1 0</inkml:trace>
  <inkml:trace contextRef="#ctx0" brushRef="#br0" timeOffset="4030">4007 42 8274,'-22'-20'-52,"1"6"155,-1 7 0,3 7 0,2 7 0,2 10 191,-2 9 1,-2 8 0,-3 12-1,0 7 99,0 13 1,8 9 0,2 14-1,0 8-180,5-43 0,2 1 0,2-1 0,1 1 0,-2 2 0,1 0 1,2-5-1,2 0-4,6 42 0,5-2 1,12-10-1,5-14-226,7-10 1,3-14 0,0-11-1,-3-1-510,3-5 0,-8-11 0,-2-3 0,-4-4-2058,-4-4 2585,-9-2 0,8-3 0,-8 0 0</inkml:trace>
  <inkml:trace contextRef="#ctx0" brushRef="#br0" timeOffset="4331">4269 412 8266,'0'-15'1025,"0"1"1,2 11-487,5 3 1,-2 10 0,7 12 0,0 0-654,0-1 1,3 1 0,4 0 0,-2 0-451,-2 0 0,-1-3 1,8-2-1,0-3-1540,0 3 2104,-10-7 0,17 9 0,-5-7 0</inkml:trace>
  <inkml:trace contextRef="#ctx0" brushRef="#br0" timeOffset="4531">4617 172 8131,'-7'15'-277,"-3"-1"1,0 3 936,1 3 1,-1 4 0,5 7-1,-4 11-156,-4 6 0,9 15 0,-6 0 0,3 9-260,-1 6 1,-6 6 0,7 6 0,2-5-282,2-1 0,3-1 0,-2-1 0,-3-5-402,-2-2 1,0-12-1,4-14 1,-2-8-3209,-2-5 3647,0-9 0,7 4 0,0-9 0</inkml:trace>
  <inkml:trace contextRef="#ctx0" brushRef="#br0" timeOffset="4800">4791 1022 8266,'0'14'850,"0"1"0,0-1-395,0 8 0,0 0 1,0 0-286,0-1 1,0 1 0,3 0-1112,4 0 0,5-1 941,10 1 0,0 0 0,-1 0 0</inkml:trace>
  <inkml:trace contextRef="#ctx0" brushRef="#br0" timeOffset="4948">4922 891 8266,'-12'-22'77,"-8"8"1,8-1 0,-2 1 377,-1 2 0,8-5 144,-8 9-1249,11 1 1,1 10 649,10 4 0,10 5 0,-4 10 0</inkml:trace>
  <inkml:trace contextRef="#ctx0" brushRef="#br0" timeOffset="5249">5031 1000 8266,'7'14'-29,"0"1"241,-2 2 0,0 0 0,0 0 1,2-3 593,-2 3 0,-3-5 1,-2 3-321,0 2 1,0 2 0,0 3-66,0 0 0,0-1 200,0 1-797,0-10 1,0-4 0,3-16-1,2-6-122,2-6 0,10-9 0,-3 0 0,6 0 228,1-2 1,1 7-1,0-5 1,0 7 143,0 7 0,-1 3 0,1 7 1,0-2 125,0 2 0,-1 5 0,1 8-481,0 6 1,-8 5 0,-1 3 0,-4 2-753,-4 5 1,5-4 0,-3 4 1032,-2-5 0,-3-2 0,-2-1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3:13.02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220 63 8228,'-3'-19'0,"-1"2"-8,-4 2 1,-1 11 248,1-4 1,-4 8 0,-7 10 112,4 12 0,-4 12 0,5 17 0,-6 7-119,-2 5 1,8 14 0,-1 10 0,8-38 0,0 1-44,1 3 1,0 1 0,0 6-1,2 1 1,4 1 0,0 2 0,0 0-1,0 0-80,-1-3 1,2-1 0,7-5 0,3-1 0,2-5 0,1-2 0,22 38-231,8-7 1,-5-18 0,11-16 0,-1-13-883,2-7 1,-5-12 999,4-4 0,-13-6 0,-6-2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3:11.42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44 501 8167,'0'-15'1074,"0"1"1,-3 9-633,-4-2 0,2 4 0,-7 6-170,2 4 1,3 5-1,7 12 1,0 3-156,0 2 1,0 0 0,0-7 0,3 0-72,4-1 0,-5 1 0,8-2 0,0-4 31,4-1 0,-2-10 0,3 2 31,2-4 0,-5-3 1,0-3-1,-2-4-246,-6-8 0,1-4 0,0-3 0,2 0-237,-2 1 0,-2-1 0,-3 0 0,0 0-418,0 1 0,0-1 1,-3 2-1,-2 3-397,-2 3 0,0-1 1190,7-6 0,0 9 0,0 2 0</inkml:trace>
  <inkml:trace contextRef="#ctx0" brushRef="#br0" timeOffset="350">218 457 11008,'0'22'537,"0"-7"1,0-1-240,0 3 0,10 3-180,4 1 1,5-1 0,3-6-217,0-7 0,0-4 0,0-3-380,-1 0 1,-6-10-1,-1-4 108,3-6 0,-5-1 0,1-1 0,-1 0 163,0 0 1,-7 0 0,2 1 120,-5-1 1,1 7 256,4 1 0,-5 11 139,6 3 1,-4 3 0,1 11 0,3 6-85,-4 6 1,-1-1 0,-3 6 0,2-2-301,5 0 1,-4 0 0,7-7 0,-3 0-710,0-1 0,8-6 0,-6-3-716,3-2 1499,3-3 0,7-7 0,-1 0 0</inkml:trace>
  <inkml:trace contextRef="#ctx0" brushRef="#br0" timeOffset="534">806 0 8221,'0'24'-527,"0"3"967,0 2 0,0 0 0,0-5 0,0 3-169,0 2 1,7 7-1,0-4 1,1-1-296,1 1 1,-6 4 0,6-5 0,-1 3 23,-1 5 0,10-8 0,-5 1 0</inkml:trace>
  <inkml:trace contextRef="#ctx0" brushRef="#br0" timeOffset="717">653 327 8303,'22'-10'222,"0"8"1,2-6 0,3 4 334,2-4 0,10 3 0,-3-7 0,5 0-462,3 0 0,6 5 0,1-5 0,-2 0-95,-3 0 0,7-3 0,2-7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4:24.3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0 175 8079,'0'-22'567,"0"0"1,0 8 17,0-1 1,0 8 364,0-8-444,0 10 1,0-2-318,0 14 0,0 15 0,3 14 1,2 6-103,2 1 0,7 8 0,-4 2 0,2 3-133,5 4 0,-5-6 0,3-4 0,2-4 87,2-2 0,0-10 0,-2-5 1,-2-7 145,2-8 1,2 3 0,3-12 95,0-8 0,-8-6 1,-2-15-1,0-3-173,0-2 0,-4-10 0,4 3 0,-3-3-260,-4 3 1,5-5-1,-3 5 1,1-3-328,1 2 1,-6-4 0,6 7 0,-1-2-134,-1 0 0,0 9 0,-7-2 0,0 5-422,0 2 1,0 0 0,0 1 1031,0-1 0,-10 0 0,-2 0 0</inkml:trace>
  <inkml:trace contextRef="#ctx0" brushRef="#br0" timeOffset="301">305 175 8051,'0'21'130,"0"1"0,0 0 1,0 2 405,0 5 1,0-2 0,3 7 0,1 0-142,4-1 0,6 4 1,-4 9-1,2 2-55,5 3 1,2-8 0,1-9 0,-3-2 59,-3-6 0,1-4 1,6-5 32,1-2 0,0-11 1,-3 1-84,-4-10 1,2-7-1,-8-12 1,1-5-182,0-7 1,-3-3 0,-5-2 0,3 2-174,3 1 1,-1-8 0,-7 7 0,0-7-548,0-5 1,0 0-1,0 10 1,0 2-403,0 3 1,0 0 0,0-5 0,0 4-2142,0 8 1151,0 5 1943,0 12 0,10 12 0,2 12 0</inkml:trace>
  <inkml:trace contextRef="#ctx0" brushRef="#br0" timeOffset="851">784 763 9106,'0'-15'424,"0"1"0,3-1 1,4-4-1,5 2-328,0 2 0,8 3 0,-6-2-21,5 6 1,3 6-67,0 2 0,-10 2 0,-5 6 0,-4 6-74,-3 5 0,0 3 1,0 0-1,0 0-43,0 0 1,0-1-1,0 1 1,0 0-342,0 0 1,0-1 20,0 1 372,0-10 0,2-2 1,5-10 486,8 0 1,-3 0 1175,3 0-1040,-1 0 0,-2 2 0,-7 6 0,-10 4-197,-9 0 1,-6 7 0,-2-7-1,1 3-385,-1-1 1,0-6 0,0 4 0,1-3-779,-1-4 0,7-2 0,1-3 793,-3 0 0,7 0 0,1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4:42.270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1111 8251,'9'-22'-355,"-6"8"0,4-1 1,-5-2 488,-2-2 1,0 4 0,0 1 934,0-3 1,0-2 398,0-3-1228,0 10 0,3 2 0,2 12 1,2 6 25,-2 6 1,-3 13 0,1 4 0,1 3-95,4 5 0,1 9 0,-4 6 0,5 1-178,2 6 1,-5-8 0,5-2-1,0-8 139,0-6 0,1-4 0,4-8 1,-3-1 174,3-5 1,-5-12-1,3-2 1,2-10 16,2-9 0,0-8 0,-2-7 1,-2-7-189,2-5 1,-5-3 0,0 1 0,0-1-220,0 0 1,-7 1-1,5-1 1,-3 1-59,0-1 0,0 3 0,-4 2 0,2 6-1933,2 1 1,0 3 0,-7 7-1269,0 1 3341,0-1 0,-10 10 0,-2 2 0</inkml:trace>
  <inkml:trace contextRef="#ctx0" brushRef="#br0" timeOffset="317">349 1046 8415,'0'21'1615,"0"1"-1018,0 0 1,2 0 0,3 2 0,5 3-265,2 2 1,-5 9 0,5-1 0,0 1-176,1-1 1,-6 1 0,5-9-1,0-2 242,0-3 1,-5-2-174,8 0 0,-8-10 1,5-7-1,-2-10-79,-5-10 1,4-14 0,1-7 0,0-5-85,-1-3 0,6 1 1,-8-3-1,1-3-307,1-1 0,-6-4 0,4 6 1,-2-3-447,2 3 0,-5 4 0,6 6 1,-4 4-1150,4 2 0,-3 6-658,9 11 2496,-9 5 0,14 10 0,-7 0 0</inkml:trace>
  <inkml:trace contextRef="#ctx0" brushRef="#br0" timeOffset="1031">741 1416 6399,'-12'0'1263,"2"0"-807,10-10 48,0 8 117,0-8-101,0 0-276,0 8 0,3-8-88,4 10 0,-2 0 0,7 3-60,-3 4 1,6 5-175,-8 10 1,1 0 0,-8-1-91,0 1 0,0-7 0,0-1-374,0 3 0,0-5-974,0 3 908,0-10 0,2 4 608,5-9 0,5 0 0,10 0-135,0 0 0,-8 0 0,1 0 724,2 0 1,-8 10-1,1 2 339,0 0 0,-8 8 0,3-8-341,-10 0 0,0 7 0,-9-4-511,-3 4 1,-2-7 0,-3-2-563,0-1 1,0-6 0,1 4-278,-1-4 763,10-3 0,-8 0 0,8 0 0</inkml:trace>
  <inkml:trace contextRef="#ctx0" brushRef="#br0" timeOffset="1581">1198 480 8222,'8'33'0,"1"-1"0,3-3 247,5 0 1,0 10-1,0-3 1,-2 7 119,2 8 1,-8 5 0,-2 12 0,-4 4-167,-3 8 1,0 2-1,-3 1 1,-4-6-212,-7-2 1,-6-5 0,-1-12 0,-1-7-423,0-5 0,0-12 0,0-3-1159,1 1 1591,-1-8 0,10-2 0,2-12 0</inkml:trace>
  <inkml:trace contextRef="#ctx0" brushRef="#br0" timeOffset="2231">1721 284 8168,'22'0'131,"-1"0"0,1 0 0,0 2 207,0 5 1,-3 0 0,-2 13-1,-2 6-3,2 6 0,-1 7 0,1 11 0,-2 9-48,2 3 0,-7 21 0,-3 4 0,-5 5-223,-2 5 0,-1-45 0,0 2 0,-2 5 0,-1 1 0,-4-2 0,-1 0-38,-4-2 1,-1-1-1,1-3 1,-1-2 0,-20 29-1,3-6-160,4-5 1,3-13-1,2-4 1,1-7-291,-1-8 1,7-4 0,1-11-1365,-3 1 1788,7-10 0,-9-12 0,7-12 0</inkml:trace>
  <inkml:trace contextRef="#ctx0" brushRef="#br0" timeOffset="2781">2527 0 8108,'12'32'-4,"7"2"1,-4 12 0,4 5 169,3 7 0,-8 7 1,1 8-1,-1 9 46,-2 10 1,-6-42 0,-2 1-1,-3 6 1,-2 0 0,0 3-1,0 1 0,-2 3 0,-2 0 0,-1-1 1,-2 0-1,-5 7 0,-3 0 1,-2-1-1,0-2-133,-3-2 1,0 1-1,0 1 1,-1-1 0,0-9-1,0-1 1,0-1-1,-2-1 62,-1-1 1,0-2 0,2-1-1,0 0 1,-3 1 0,1-1-1,2-3 1,0-2-341,-21 37 0,8-9 1,2-13-1,5-6-581,10-8 1,-1-8 779,13-16 0,0-10 0,7-4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8:16.9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436 349 8607,'-29'-15'0,"0"3"434,3 2 0,1-4 1,4 7-1,-1 2-67,0 2 0,-7 13 1,0 4-1,2 8-285,3 7 1,2 5-1,1 10 1,-1-1-175,0 1 1,10 2-1,5 2 1,4 3-124,3-3 0,12-11 0,8-11 1,9-9 318,5-10 0,4-4 0,11-8 0,2-9 281,-3-16 1,5-11 0,-2-7 0,-3-5-35,-2-3 1,-12 0 0,-7-4 0,-10 4-226,-10 3 1,-5-5 0,-6 7 0,-11 3-267,-14 2 1,-10 12 0,-7 5 0,-4 5-315,-8 2 1,2 10 0,0 5-1,3 4-35,5 3 1,4 0-1,8 3 1,7 4-870,5 7 1,11 6 1357,6 1 0,5 11 0,2 2 0</inkml:trace>
  <inkml:trace contextRef="#ctx0" brushRef="#br0" timeOffset="450">654 240 8483,'-12'9'822,"2"3"1,10 10-699,0 0 1,10 0 0,7 0 0,7-1-251,5 1 1,3 0 0,-3-3 0,7-4-307,5-8 0,-5-5 0,-2-2 0,-2 0-31,-6 0 0,-2-2 1,-2-5-1,-2-8 423,-6-4 1,3-3 0,-10 0 0,-2-2 75,-2-5 1,-3 5 0,-3-5-1,-4 7 498,-8 8 0,3-3 0,-2 9-154,-3 4 1,0 4-1,0 9 1,2 13 31,-2 12 1,8 2-1,-1 5 1,3 8-243,0 4 1,-1 5 0,8 10-1,0 2-449,0 3 0,0 6 1,0-6-1,0-5-118,0-8 0,0-7 0,3-11 397,4-6 0,-5-5 0,8-9 0</inkml:trace>
  <inkml:trace contextRef="#ctx0" brushRef="#br0" timeOffset="683">1090 697 8271,'0'22'1172,"0"0"0,0-1-642,0 1 1,0-7 0,2-1-593,5 3 1,5 2-1,10 1-466,0-6 1,0-4 527,-1-10 0,1 10 0,0 2 0</inkml:trace>
  <inkml:trace contextRef="#ctx0" brushRef="#br0" timeOffset="816">1133 370 8047,'-19'-2'-292,"4"-5"-1105,6 4 1397,9-6 0,9 9 0,3 0 0</inkml:trace>
  <inkml:trace contextRef="#ctx0" brushRef="#br0" timeOffset="1099">1351 871 7998,'0'22'305,"0"0"104,0 0 0,0-1 0,-3-1 1028,-4-6-1132,5-4 1,-8-22 0,10-8 0,0-9-142,0-4 1,7 3 0,3-3 0,0-1-64,-1 0 0,8 7 0,-2-2 0,4 5 95,3 2 0,-8 8 1,1 2-1,2 2 13,2 5 0,5 5 0,3 7 0,0 8-608,-8 4 0,3 13 1,-10 4-1,2 5-283,1 3 1,-10-1 681,2 1 0,-4-1 0,-3 1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8:15.8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1237 347 8003,'0'-24'216,"0"-3"0,0-2 385,0 2 1,-9 3 0,-6 5-38,-4 4 1,-13 6-1,-4 9 1,-5 0 29,-3 0 0,-2 12 0,-2 7 0,-5 10-339,-3 5 1,8 10 0,-1 9 0,11 0-356,9 0 1,4 8 0,6-6-1,4 3-312,8 0 1,5-12 0,7 0 0,9-12-3,15-10 0,10 1 1,7-20-1,2-10 567,3-15 1,10-11-1,-3-13 1,2-2 203,-2-4 1,-5 1 0,-11-9 0,-6-2 132,-7-3 1,-15 5-1,-6 0 1,-6-1-187,-2 4 0,-19 2 0,-13 9 0,-11 3-310,-8 5 1,-10 11 0,3 13 0,-7 3-213,-8 4 0,15 5 0,0 7 1,12 8-804,10 4 0,-3 12 1,10 6-1,5 4 1021,7 2 0,-2 1 0,7-1 0</inkml:trace>
  <inkml:trace contextRef="#ctx0" brushRef="#br0" timeOffset="317">40 1109 8014,'-22'10'354,"10"-6"1,7 9 259,10-4 1,19-1-1,22-8 1,19 0-299,20 0 1,-32 0-1,3 0 1,8 0-1,2 0 1,6 0-1,2 0-116,4 0 0,1 0 0,-2-4 1,1 0-1,1 0 0,-1-1 1,-5 0-1,-1 0-86,-5 0 1,-3 0-1,-7 1 1,-3 1 0,33 3-1,-19 0 40,-24 0 1,-18 2-2514,-11 6 2359,-6-6 0,-18 17 0,-3-6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8:22.6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23 741 8144,'0'-14'626,"-3"2"-30,-4 2 0,4 5 1,-4 12-1,5 8-4,2 4 0,0 10 0,2 3 0,3 2-288,2 4 1,8 3 0,-6 3 0,4 0-887,4-1 0,-5 1 0,2-1 582,3 1 0,2-1 0,3 1 0</inkml:trace>
  <inkml:trace contextRef="#ctx0" brushRef="#br0" timeOffset="199">415 915 8696,'21'8'1367,"1"-1"0,2-2-1121,5-3 0,-2 5 0,9 1 1,0-3-712,-2-3 1,5 5-1,-10 1 1,-2-4-2083,-3-1 2547,-2-3 0,-1-10 0,1-2 0</inkml:trace>
  <inkml:trace contextRef="#ctx0" brushRef="#br0" timeOffset="366">567 654 8120,'-15'0'527,"1"0"0,9 3 0,-2 4 0,4 7 161,3 6 1,0 14-1,0 7 1,3 10-174,4 4 1,-2 3 0,9 8-1,3-1-803,3 0 0,1-7 1,1-2-1,0-5-1387,0-10 0,0 0 1675,-1-12 0,1 0 0,0-7 0</inkml:trace>
  <inkml:trace contextRef="#ctx0" brushRef="#br0" timeOffset="766">1024 1111 10204,'15'0'742,"-3"-2"0,0-3-361,0-2 0,5-10 0,10 0 0,4-7-261,3-5 1,-5-10-1,5 5 1,-3-2-95,-4 0 0,-3 2 0,-5-5 1,-4 5-7,-8 3 0,-4 2 1,-3 7-1,-3 0-211,-4 0 1,-5 10 0,-10 5-1,0 5 56,1 2 0,-8 2 0,-1 5 0,4 8 263,2 4 0,2 10 1,3 3-1,2 2 163,2 4 1,10-4 0,-2 2 0,5 1 109,2-3 0,2 4 1,5-9-1,8-2-354,4-3 0,13-5 0,4-2 0,5-4-394,3-4 1,2-2 0,2-9-1,3-5-1642,-3-8 0,-4-11 1989,-8-3 0,5-10 0,-7 5 0</inkml:trace>
  <inkml:trace contextRef="#ctx0" brushRef="#br0" timeOffset="983">1460 393 11551,'22'0'18,"-1"0"1,1 0-1,2 0-903,5 0 1,-4 0 884,4 0 0,4 0 0,1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8:21.9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1285 119 8151,'0'-22'0,"0"-2"233,0-5 0,7 12 410,0-5 0,1 17 1,-8 8-222,0 16 1,0 8-1,2 14 1,3 7 61,2 6 1,0 4-1,-7 7 1,3 0-204,4 1 1,-2 1-1,7 1 1,0 0-631,0-5 1,-4-12 0,4-1-1,0-6-1257,0-8 1,0-4 1605,2-11 0,-4 1 0,-10 0 0</inkml:trace>
  <inkml:trace contextRef="#ctx0" brushRef="#br0" timeOffset="333">240 1077 8105,'-44'7'115,"1"1"1,1-1 0,6-5 0,7 3 780,5 2 1,12 3 0,5-3-122,4 8 0,25-3 1,17 0-1,24-2-556,21-5 0,-31-3 1,3 0-1,8 1 1,3-1-1,4 2 1,3-1-194,4 0 0,1-1 1,8 0-1,3-1 1,7-1-1,2 0 1,-30-1-1,0 1 1,1-2-110,1 0 0,1 0 0,0-1 0,1 0 0,-1 0 0,1-1 0,-1-1 0,0-1 1,-1 0-1,0 2 0,-1 0 0,0 0 95,-1 1 1,-1 0-1,-2 0 1,19-2-1,-3 0 1,-8 3-1,-3-1 1,-10 0 0,-3-1-561,39-1 0,-22 3 1,-27 4-804,-9 5 0,-18 5 1351,-13 10 0,-6-10 0,-2-2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8:26.7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589 153 8084,'-29'-29'0,"0"0"75,3 2 1,1 3 0,4 5 0,-1 4 132,0 8 1,0 4 0,0 3 0,1 3-219,-1 4 0,0 8 1,0 14-1,1 9 34,-1 11 0,-7 2 0,0 14 0,2 10 115,3 7 0,13-32 0,0 2 0,0 5 1,0 2-1,0 10 0,1 2-25,-2 9 0,2 2 0,2 7 0,1 1 0,3-23 0,0 1 1,0 1-1,1 1 0,-1 1 0,2 1-118,-1 2 0,2 0 0,0 0 1,0-3-1,0-1 0,0 0 0,1-1 1,0 1-1,0-1 0,0 27 0,0-1 230,-1-7 0,2-2 1,4-7-1,2-3 0,3-7 1,2-2-1,4-5 1,2-1-295,1-6 1,3-1 0,4 0 0,1-2 0,2-5 0,0-2 0,3-1 0,2-1-554,2 0 1,0-3 0,32 20 0,7-4 620,0-15 0,3 2 0,4-14 0,-10-12 0,-9-9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8:28.6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1024 261 8163,'-15'-19'108,"1"2"0,-3 5 382,-2 2 0,-3 3 0,-2 7 0,-3 0-33,-2 0 0,-10 5 1,3 7-1,-3 10-335,3 2 0,-3 8 0,10-1 0,3 3-405,1 5 0,13-6 0,5 1 0,5-2 6,2-6 1,2-1-1,5-6 1,10-5 358,10-6 0,7-8 0,9-8 1,-1-6 289,-6-5 0,5-10 1,-5-3-1,3-2 32,-3-5 0,3-2 1,-10-2-1,-2 2-26,-3 4 0,-12-4 0,-5 5 0,-4-3-467,-3 3 0,-13 4 0,-8 11 0,-13 1-606,-7 6 0,-13 4 1,-4 10-1,-5 3-44,-2 4 1,0 7 0,-1 15 0,1 8 738,0 4 0,0 2 0,-1 1 0</inkml:trace>
  <inkml:trace contextRef="#ctx0" brushRef="#br0" timeOffset="199">22 697 8873,'10'12'542,"4"0"0,16-7 0,6 2-74,5-2 1,15 5 0,11-3 0,18-2-297,14-3 1,-46-2-1,1 0 1,0 1 0,1 1-1,-1 0 1,0 1-315,1 0 0,-1 1 1,-1 1-1,-2 0 1,44-1-1,-18 4-1722,-14-4 1,-12 1 1863,-15 3 0,-14 4 0,-12 9 0</inkml:trace>
  <inkml:trace contextRef="#ctx0" brushRef="#br0" timeOffset="567">458 1590 9008,'-22'0'2195,"8"0"-1881,-1 0 1,3 2-1,-5 3-63,2 2 0,11 10 0,-6-5 0,3 3-293,-1-1 0,1-6-80,7 6 0,10-9 0,4 0 136,6-10 0,4-7 0,3-10 0,2-2 20,-3-5 1,-4-5 0,-5-7-1,-5 2 98,-2 3 1,-3 7 0,-9-5 0,-8 3-8,-12 4 1,-2 3 0,-12 4 0,-6 3-22,-6 3 0,0 9 0,-8-2 1,3 7-454,4 7 0,11 8 0,4 11 0,2 3-147,6-2 1,11-1 0,8 1 0,5 2 495,2-2 0,9 7 0,3 0 0</inkml:trace>
  <inkml:trace contextRef="#ctx0" brushRef="#br0" timeOffset="917">654 1329 8489,'-12'0'1313,"2"0"0,10 9 0,2 6-1321,6 4 1,4 0 0,10-2 0,2-2-407,5 2 0,-3 0 0,8-3 1,-2-4-612,-6 0 0,6-8 0,-3 5 1025,-3-4 0,-1-13 0,-4-2 0</inkml:trace>
  <inkml:trace contextRef="#ctx0" brushRef="#br0" timeOffset="1083">1002 1241 8127,'0'-9'554,"0"9"-200,0 12 1,-2 17 0,-3 7 0,-2 8 47,2 7 0,-5 4 0,3 13 0,0 5-206,-3 6 0,8 6 0,-8 0 0,3-5-414,-1-8 0,-1-7 0,4-9 0,-2-12-2255,2-13 2473,2-16 0,3-6 0,0-9 0</inkml:trace>
  <inkml:trace contextRef="#ctx0" brushRef="#br0" timeOffset="1334">1111 1829 10684,'-12'10'1008,"5"5"1,4 4-703,3 3 1,3-1 0,4 1-535,8 0 1,-3-3 0,2-2-1,3-5-643,2-2 0,1 0 0,-3-5 0,-3 2-437,3-2 1,-5-13 1307,3-6 0,-1-15 0,8-5 0</inkml:trace>
  <inkml:trace contextRef="#ctx0" brushRef="#br0" timeOffset="1433">1198 1481 7719,'-9'-31'-573,"4"9"1,-7-2 190,2 7 382,3 12 0,7-3 0,0 16 0,0 4 0,0 10 0</inkml:trace>
  <inkml:trace contextRef="#ctx0" brushRef="#br0" timeOffset="1783">1329 1895 7977,'0'21'110,"0"1"1,0 0 0,0 0-1,0 0 65,0-1 1,0 1 0,0 0-1,0 0 29,0-1 0,0-6 417,0 0 1,0-13-671,0-2 1,0-2 0,0-13-1,0-2-18,0-2 0,2-3 1,3 0-1,5-2 156,2-5 1,-5 12 0,5-5-1,0 3 237,0-1 1,1 6 0,4 2-91,-3 2 0,1 3 0,6 7 1,1 2-120,0 6 1,0 6 0,-1 13 0,-1 4-848,-6 3 0,3 2 0,-10 8 0,-2-3 730,-2-5 0,-13 5 0,-2-7 0</inkml:trace>
  <inkml:trace contextRef="#ctx0" brushRef="#br0" timeOffset="2450">414 1546 8077,'0'-14'356,"0"-1"1,0 8 812,0-8-599,-9 11 1,4-6-369,-10 10 0,8 0 0,-8 2-138,-1 6 1,-1 4 0,0 10 0,2-1-61,-2 1 0,5 2 1,-2 3-1,-1 4 133,3 3 1,-5-5-1,10 5 1,2 0 32,3 0 0,2-5 1,0 5-1,0 0-97,0 0 0,2-10 1,3 0-1,4-10 83,4-4 0,1-3 1,8-7-1,0 0-78,-1 0 0,1-12 0,0-7 0,0-10 4,0-5 1,-1 5 0,-1-7 0,-3-3 25,-3-2 0,-9-3 0,5 3 0,-3 2-284,0 3 0,0 10 0,-9-6 1,-5 3-795,-8 0 1,6 0 0,-1 10 969,0 4 0,-2-4 0,-10 7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8:27.5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8282,'10'22'47,"-5"0"1,9 2-1,3 5 437,2 7 0,6 15 0,4 9 0,7 13-341,5 14 1,-22-39 0,-2 1 0,1 5-1,-2 1 1,0 0 0,0 1-68,-2 1 0,-2 2 0,-2 6 0,-3 1 0,0 5 0,-2 1 0,1-1 0,-2 0-151,0-1 0,-3-2 1,-5-2-1,-2-1 1,-3-2-1,-1 0 0,-3-2 1,-1 1 179,1 1 1,0 0 0,-3-7 0,0-1 0,0-1-1,1-1 1,-1-4 0,0-2 137,-15 38 1,2 2-1,7-9 1,0-3-220,0-10 0,3-12 1,2-16-1,5-8-1228,2-5 162,3-12 1,9-5 0,6-12-1255,6-2 2296,6-20 0,1 13 0,1-18 0</inkml:trace>
  <inkml:trace contextRef="#ctx0" brushRef="#br0" timeOffset="384">1002 1504 9109,'0'-13'2249,"2"4"-2427,5 9 1,5 0-1,10 0-325,0 0 1,0 7-1,0 0 1,-1-2-695,1-2 0,-7-3 1197,-1 0 0,10-10 0,10-2 0</inkml:trace>
  <inkml:trace contextRef="#ctx0" brushRef="#br0" timeOffset="516">1415 1308 8104,'-14'-15'465,"-1"3"99,-2 2 0,-2-4 0,-3 6-340,1 4 1,-8 1 0,-3 3 0,-2 0-236,-4 0 1,4 0 0,0 0 0,0 0 10,0 0 0,-2 0 0,-8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9:12.4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1503 8152,'5'13'978,"10"-6"0,-1-2 0,18-1 1,-3 4-1317,0-3 0,7-3 1,-4-2-1,-1 0 338,0 0 0,8 0 0,-5 0 0</inkml:trace>
  <inkml:trace contextRef="#ctx0" brushRef="#br0" timeOffset="852">1416 1024 7861,'0'-21'327,"0"8"1,0 6 0,0 17 0,0 12 1,0 2-1,0 12 1,0 3 22,0 2 0,7 5 0,0 2 0,1 3-619,1-2 1,-4 4 0,7-2 0,-2-3-1750,-5-2 2017,-3-2 0,8-11 0,2-1 0</inkml:trace>
  <inkml:trace contextRef="#ctx0" brushRef="#br0" timeOffset="1050">1655 1395 11221,'22'0'-454,"0"0"0,0-3 0,0-2-484,-1-2 1,-1-3 937,-6 3 0,15-5 0,-5-10 0</inkml:trace>
  <inkml:trace contextRef="#ctx0" brushRef="#br0" timeOffset="1200">1786 1111 8174,'-7'22'0,"-3"0"-78,-2 0 1,7 2 0,-2 3-1,5 4 418,2 3 0,0 2 0,0 8 1,0-1-118,0 1 1,2-8 0,3 0-1,4 3-245,4 2 0,-6-7 0,5-5 22,-2-5 0,7-2 0,-5 0 0</inkml:trace>
  <inkml:trace contextRef="#ctx0" brushRef="#br0" timeOffset="1566">2004 1482 8151,'14'0'288,"-2"-3"216,-2-4 0,5 2 0,-6-9-14,3-3 1,3-3 0,7-1-233,-1-1 0,-1 0 1,-3 0-1,-5 0-77,-2 1 0,4-1 0,-7 0 0,-2 0-196,-2 1 1,4-1 0,0 0-374,-2 0 0,-5 8 1,-7 2 73,-8 2 0,-4 12 0,-3 13 0,0 4 262,0 3 1,8 7 0,2 3 0,0 1 341,0 6 1,7 2 0,-2 3-1,4-1-40,3 1 1,3-3-1,4-2 1,7-5-430,6-3 0,11-2 0,5-10 1,6-4 178,1-8 0,10-4 0,3-3 0</inkml:trace>
  <inkml:trace contextRef="#ctx0" brushRef="#br0" timeOffset="1967">2200 589 7764,'-12'-12'1231,"4"2"0,16 10-1081,6 0 1,8 0 0,5-2-1,4-3-292,3-2 0,0-1 142,2 8 0,5-9 0,-7-3 0</inkml:trace>
  <inkml:trace contextRef="#ctx0" brushRef="#br0" timeOffset="3533">980 480 8125,'-34'53'98,"1"3"1,6 12 0,0 4 241,8 8 0,0 12 0,11 5 1,4 2-165,2-47 1,1 0 0,3 1-1,1 0 1,2 1 0,2-1-1,4-2 1,2 0-60,19 43 1,6-5 0,11-1 0,-23-46 0,1 0-521,29 38 1,-5-12-1,9-15 403,8-7 0,7 2 0,12-14 0</inkml:trace>
  <inkml:trace contextRef="#ctx0" brushRef="#br0" timeOffset="3983">3789 23 8220,'22'9'88,"0"8"0,2 10 181,5 9 0,-2 10 0,7 10 0,-3 14-6,-4 12 0,-5 10 1,-14-38-1,-2 1 1,-1-1-1,-3 1-107,0-1 1,-1 1 0,-2 3-1,-1 0 1,0 0 0,-3 0-1,-2-1 1,-3 0-328,-2-1 0,-2-1 0,-3 0 1,-3-1-1,-4 1 0,-3-1 1,0-1-1,-1 0 171,1-1 0,-2-2 0,-2-1 0,-1-1 0,4-5 0,1 1 0</inkml:trace>
  <inkml:trace contextRef="#ctx0" brushRef="#br0" timeOffset="4450">4203 153 8353,'10'-12'-7,"4"5"0,6 5 1,4 2-1,3 0-971,2 0 978,9 0 0,-4 0 0,10 0 0</inkml:trace>
  <inkml:trace contextRef="#ctx0" brushRef="#br0" timeOffset="4733">4748 23 8173,'19'-3'-11,"-2"-2"0,-3-2 93,3 2 1,3 3-1,2 2 124,-1 0 1,-1 2-1,-6 6-232,-7 6 0,-4 5 0,-6 3 0,-4 0 46,-7 0 0,-13 7 1,-4 2-1,-1 1-178,1-1 1,-6 1 0,6-6-308,-3 3 1,7 0 583,-2-7 0,17-10 0,12-5-75,12-4 1,8-3 0,4 0-1,3 0-235,2 0 191,9 0 0,-4-10 0,10-2 0</inkml:trace>
  <inkml:trace contextRef="#ctx0" brushRef="#br0" timeOffset="5200">4682 1612 8042,'-7'-14'1203,"0"-1"1,-3 10 0,5-4 42,-2-1-1511,0 8 265,7-8 0,0 20 0,0 2 0</inkml:trace>
  <inkml:trace contextRef="#ctx0" brushRef="#br0" timeOffset="5683">5836 1133 8195,'-2'-22'0,"-3"1"257,-2-1 0,0 0 1,4 3-1,-2 2 9,-2 2 1,-10 3 0,3-2 0,-6 6-274,-1 6 0,-1 2 0,0 2 0,0 6-157,0 6 1,1 13-1,-1 4 1,0 3 49,0 5 0,10-8 1,5 1-1,5-3 10,2 0 0,0 0 0,2-10 1,5-4 446,8-8 0,4-5 0,3-2 0,2-2 200,5-5 1,-2-5-1,7-13 1,-3-1-175,-4-3 0,-3-10 1,-2 3-1,-3-5-279,-4-3 0,-6 1 0,-9-1 1,0 0-147,0 1 0,-2-1 0,-8 1 1,-9 2-292,-8 4 0,-12-1 0,3 9 0,-3 4-514,3 9 1,-5 6 0,7 10 0,-2 2-1134,0 6 1994,-1 13 0,-6 13 0,-1 10 0</inkml:trace>
  <inkml:trace contextRef="#ctx0" brushRef="#br0" timeOffset="5866">5096 1482 8195,'34'14'2,"-5"-2"0,-2-2 213,2-5 1,-3-3 0,13-2 0,5 0 191,4 0 0,12 0 0,-2 0 1,8 0-193,6 0 1,-1-2 0,6-3 0,-2-2-162,-5 2 1,-12 2-55,-7 3 0,5 0 0,-1 0 0</inkml:trace>
  <inkml:trace contextRef="#ctx0" brushRef="#br0" timeOffset="6216">5357 2004 8157,'-14'8'0,"-1"1"109,-2 3 0,5 3 1,0 7-1,3-1 135,4 1 1,2 2 0,3 3-1,0 2-202,0-2 1,3-10 0,4-3-1,7 1 81,6-3 1,2-3 0,-1-9 0,4 0-33,4 0 0,-5-9 1,5-6-1,-5-4-145,-2-3 1,-8-2 0,-2-3 0,-2-4-44,-5-3 0,-3 5 1,-2-5-1,-2 0 43,-5 0 0,-8 8 0,-11-3 1,-6 4 39,-2 4 0,-9-1 0,-11 3 0,1 4-99,0 8 0,-5 4 0,7 3 0,3 3-347,2 4 1,2 8-1,3 11 1,7 3 459,12-2 0,1-3 0,9-2 0</inkml:trace>
  <inkml:trace contextRef="#ctx0" brushRef="#br0" timeOffset="6532">5619 1895 8359,'14'22'109,"1"0"1,-1 0 0,8 0 0,0-1-250,0 1 1,-1 0 0,4 0 0,1-3-332,3-4 0,0 1 1,-7-8-1,0-3 471,0-3 0,-1-12 0,1-2 0</inkml:trace>
  <inkml:trace contextRef="#ctx0" brushRef="#br0" timeOffset="6699">5967 1983 8114,'0'-22'-74,"-7"0"0,0 0-631,2 0 898,-7 1 0,7 9 0,-7 7 5,2 10 1,3 9 0,7 13 0,0 7-47,0 7 1,-7-3-1,-1 16 1,3-1-46,3 5 1,2 5 0,0 5 0,-2 2-311,-6 2 0,6 8 1,-8-7-1,1-1-183,-6 3 0,3-17 1,0 1-1,0-13 386,0-10 0,-3-5 0,-7-9 0</inkml:trace>
  <inkml:trace contextRef="#ctx0" brushRef="#br0" timeOffset="7083">6076 2353 8175,'2'22'843,"6"-1"1,-6 1 0,5 0 0,-4 0-468,-3-1 1,7 1 0,3 0-329,2 0 0,2-1 0,8 1-2691,0 0 2643,0 0 0,-1-10 0,1-2 0</inkml:trace>
  <inkml:trace contextRef="#ctx0" brushRef="#br0" timeOffset="7232">6120 2179 8293,'-10'-22'174,"-5"0"1,3 10-1,0 2 89,2 1-865,3 6 0,7 3 0,3 12 602,4 0 0,-5 8 0,8-8 0</inkml:trace>
  <inkml:trace contextRef="#ctx0" brushRef="#br0" timeOffset="7499">6250 2331 8066,'12'10'-234,"-2"2"0,-3 2 135,1 1 0,6-1 1,-7 8-1,-2 0 509,-2 0 1,4-8-1,0 1 1,-2 2-74,-3 2 1,-2-5-1,0 1 188,0 2-125,0-7-531,0-1 0,0-26 1,3-4-82,4-4 1,-5 8-1,8 3 213,0-3 1,2 7 0,10 3-1,-1 5 114,1 2 0,0 4 0,0 9 0,0 11 128,-1 7 1,1 5 0,0 8-1,-3 2-759,-4 5 0,-3-5 516,-5 5 0,-4-5 0,6-3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9:20.9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8076,'0'22'104,"0"-8"0,0 1 1,0 2 271,0 2 1,0 5 0,0 3 0,0 2-145,0-3 0,3 8 0,2 0 0,2 3-508,-2-1 0,-3-10 1,-2 6-1,0-3-1423,0 0 1699,0 0 0,-10-7 0,-2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8:32.8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1187 1002 8053,'0'15'20,"0"0"1,-2 1 177,-5 4 0,4 4 0,-4 3 0,5 4 344,2 3 0,0 10 0,0 9 0,0 0-351,0 0 0,7 0 1,0-7-1,0 3-663,3-1 1,-5-14 0,7 7 471,-2-7 0,7-5 0,-5-7 0</inkml:trace>
  <inkml:trace contextRef="#ctx0" brushRef="#br0" timeOffset="184">1405 1416 10413,'22'12'679,"2"-2"1,3-10-1113,2 0 1,0 0 0,-7 0 432,-1 0 0,11-10 0,2-2 0</inkml:trace>
  <inkml:trace contextRef="#ctx0" brushRef="#br0" timeOffset="366">1579 1068 8053,'-2'19'0,"-3"-2"158,-2-2 0,-8-1 0,8 10 0,2 3 125,3 2 1,2 10 0,0-3 0,0 5 23,0 3 1,7 7 0,3 2 0,2 2-619,5 6 0,-5-5 0,2-1 0,1-2 311,-3-4 0,7-3 0,-7-3 0</inkml:trace>
  <inkml:trace contextRef="#ctx0" brushRef="#br0" timeOffset="716">2015 1656 8113,'0'-15'859,"0"1"0,7-1 1,3-7-1,2 1-461,5-1 1,2-2 0,3-3 0,2-4-145,5-3 1,-5 0-1,5-5 1,-7 5-255,-7 3 1,2-5 0,-10 7 0,-2 2-362,-3 3 1,-4 4 115,-5 6 0,-6 4 0,-11 10 0,-2 3-191,-3 4 1,-3 7 0,8 13-1,0 2 567,4-2 1,3 6 0,-2 1 0,5 3 287,6-1 0,6 0 0,2 8 1,0-3-85,0-5 1,10 5 0,7-4 0,9 1-263,10-1 1,8-6 0,7-12 0,9-4-996,10-8 0,1-7 922,8-7 0,-30-2 0,2-4 0,4-4 0,1 0 0</inkml:trace>
  <inkml:trace contextRef="#ctx0" brushRef="#br0" timeOffset="1216">2233 611 8084,'-12'0'2218,"4"0"-1944,16 0 1,6 0-1,13 0 1,7 0-132,7 0 0,-3 0 0,16 0 0,-4 0-1562,1 0 1419,0 0 0,-7-10 0,-1-2 0</inkml:trace>
  <inkml:trace contextRef="#ctx0" brushRef="#br0" timeOffset="2834">251 589 8124,'-44'43'172,"3"3"0,5 7 1,5 15 289,-1 17 1,10 2 0,1 10 0,8 0-208,8-47 1,1 1 0,3 2 0,2 1 0,-2-1 0,2 0 0,4-1 0,4 0-129,3 0 1,3-2 0,5-3 0,3-2 0,6 1 0,3 0 0,2-3 0,2-2-835,3 1 0,2-4 1,5-6-1,2-3 258,2 1 1,2-2 0,1-7 0,0-3 0,2-3 0,-1 1 0</inkml:trace>
  <inkml:trace contextRef="#ctx0" brushRef="#br0" timeOffset="3343">4389 131 8115,'21'0'-8,"1"0"1,0 3 0,2 4 189,5 8 0,-2 16 1,7 13-1,-1 11 352,1 8 1,-5 15-1,5 6 1,-5 11-318,-18-46 1,-2 1 0,1 0-1,-1 2 1,-4 2 0,-3 0-1,0 2 1,-1 0-109,-3 2 0,-1 0 1,-3-2-1,-3-1 1,-4 2-1,-3 0 1,-1-4-1,-2-2-51,-1-3 0,-1-2 0,-2-1 0,0 0 0,-26 39 1,-1-6-508,1-13 0,3-4 0,5-18 0,2-9-1326,3-7 0,12-18 1775,2-9 0,5 3 0,3-18 0,-10-4 0</inkml:trace>
  <inkml:trace contextRef="#ctx0" brushRef="#br0" timeOffset="3647">4933 219 8299,'22'0'551,"-8"0"1,1 0-1,2 0-510,2 0 0,5 0 0,3 0-41,2 0 0,19-10 0,-2-2 0</inkml:trace>
  <inkml:trace contextRef="#ctx0" brushRef="#br0" timeOffset="3832">5368 1 8070,'0'22'56,"0"-1"1,0 1 233,0 0 1,0 0-1,3 2 1,2 2-239,2 4 1,0 8 0,-4-1 0,2 6-697,2 8 644,0-5 0,3 7 0,2-9 0</inkml:trace>
  <inkml:trace contextRef="#ctx0" brushRef="#br0" timeOffset="4416">5564 1786 7571,'13'0'1720,"-4"0"1,-6 0 0,4 0-1727,7 0 0,-1 0 0,1 0 0,5 0-502,8 0 0,0 0 0,9 0 508,3 0 0,2 0 0,2 0 0</inkml:trace>
  <inkml:trace contextRef="#ctx0" brushRef="#br0" timeOffset="4599">5978 1590 8180,'-24'0'0,"-3"0"416,-2 0 1,-2 0 0,4 0 0,-4 0 46,-3 0 0,5 0 1,-7 0-1,-3-2-376,-2-5 0,5 4 1,2-4-1,2 2-87,6-2 0,1-5 0,4-10 0</inkml:trace>
  <inkml:trace contextRef="#ctx0" brushRef="#br0" timeOffset="87993">3256 219 8210,'-2'12'306,"-6"-5"109,-6-5 0,4 8 0,1 5-94,-1 4 0,8 3 1,-8 2-1,3 2 9,-1 3 0,1 10 0,5-3 0,-3 6-242,-2 1 0,-3 8 1,5 0-1,-5 0-459,-2 2 1,5-14 0,-5 2 0,2-7-174,5-8 0,1-2 0,-1-2-1535,-3 0 2079,1-10 0,7-2 0,0-10 0</inkml:trace>
  <inkml:trace contextRef="#ctx0" brushRef="#br0" timeOffset="88342">2799 153 8209,'0'-14'-1369,"0"-1"2051,0 10 1,2-2 0,6 12-95,6 2 1,5 13-1,3-1 1,0 8-205,0-1 0,0 8 1,2 0-1,2 2-600,3 0 0,0-7 0,-7 5 0,0-2-454,0-6 0,0 6 0,-1-5 1,1-6 669,0-4 0,0-2 0,-1 7 0</inkml:trace>
  <inkml:trace contextRef="#ctx0" brushRef="#br0" timeOffset="88693">3343 589 10994,'0'22'2148,"0"-1"-1870,0 1 1,0-7 0,3-1-809,4 3 1,-2 2 0,9 1-1,3-6 530,3-6 0,1 4 0,1 0 0</inkml:trace>
  <inkml:trace contextRef="#ctx0" brushRef="#br0" timeOffset="88826">3430 415 8197,'-21'0'248,"-1"-8"0,0 1 1,3 0 1693,4-3-2257,-4 8 1,16-10 314,-4 4 0,5 6 0,2-8 0</inkml:trace>
  <inkml:trace contextRef="#ctx0" brushRef="#br0" timeOffset="89159">3648 741 8314,'0'22'189,"0"-8"0,0 1 176,0 2 1,-7 2 0,0 3 352,2 0 0,-5 0 465,3-1-1081,0-9 0,7-4 1,0-16-1,0-6-143,0-5 0,2-6 0,5-1 1,8-3 46,4 2 0,-4 5 0,-1 5 0,3 5 44,2 3 0,3-6 0,0 8-204,0 2 1,0 3 0,-1 2-1,-1 2-362,-6 5 1,3 5 0,-7 10 0,0 0 515,-1 0 0,8 0 0,-5-1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0:09.3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 11926,'10'20'0,"4"-1"304,6 3 1,2-5-1,-1 12 1,3-5-624,6-2 1,-4 7 0,8 0 0,0-3-894,0-1 0,0-4 1212,2 1 0,5 0 0,-7 0 0</inkml:trace>
  <inkml:trace contextRef="#ctx0" brushRef="#br0" timeOffset="199">349 1 8077,'-8'14'0,"-1"1"155,-3 1 0,7 4 0,-3 4 1,4 5 426,-4 7 1,6 8-1,-5 7 1,4 4-176,3 1 0,0 7 0,0-5 0,0 5-437,0 2 1,0-9-1,0-5 1,0-5-801,0-3 1,0-16-1186,0-5 2015,0-15 0,0 3 0,0-10 0</inkml:trace>
  <inkml:trace contextRef="#ctx0" brushRef="#br0" timeOffset="432">479 545 8145,'0'12'3931,"0"7"-3493,0-4 0,0 4 0,3 3-646,4 0 0,-5-8 0,8-2 1,-3 1-402,1-1 1,9-8 0,-3 4 608,5-6 0,3-12 0,0-2 0</inkml:trace>
  <inkml:trace contextRef="#ctx0" brushRef="#br0" timeOffset="532">545 349 8077,'-10'-15'205,"-5"1"-1084,6 9 879,-1-5 0,10 10 0,0 0 0</inkml:trace>
  <inkml:trace contextRef="#ctx0" brushRef="#br0" timeOffset="816">784 610 8077,'0'15'167,"-2"-3"411,-6-2 1,6 6-1,-5-1 411,4 4 1,3-4-520,0-1 0,0-6 0,-2 4 437,-5-3-869,4-1 1,-6-18 0,11-7-401,5-10 0,-4 3 1,6-2-1,-1 6 237,-1 6 0,10 2 0,-5-5 1,2 5 38,1 2 1,-1 3-1,8 7-15,0 0 0,-3 2 0,-2 5 0,-2 5-180,2 1 0,-5 6 0,0-5 281,-2 6 0,7 2 0,-5-1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0:07.2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 88 8219,'-9'-22'1531,"6"10"0,3 5 1,15 14-1217,4 8 1,3 4-1,2 5 1,3 3-610,2 2 1,0 0 0,-7-7 0,-1-3-368,1-5 0,7 6 0,0-8 0,-2 0-181,-3-5 0,-2-4 0,0-3 842,-1 0 0,1-10 0,0-2 0</inkml:trace>
  <inkml:trace contextRef="#ctx0" brushRef="#br0" timeOffset="192">404 1 8183,'-21'0'563,"-1"0"1,10 9 0,2 6 0,3 7-203,-1 7 0,1 5 0,7 12 0,0 4-141,0 8 1,0 5 0,0 5 0,0 2-363,0 3 0,-2 7 0,-3-5 0,-2-3-614,2-4 1,2-10-1,3-19 756,0-3 0,-9 0 0,-3 8 0</inkml:trace>
  <inkml:trace contextRef="#ctx0" brushRef="#br0" timeOffset="413">491 698 10962,'0'14'1432,"0"1"-1716,0 2 1,0 2 0,3 3-729,4-1 1012,-4-8 0,26 6 0,-5-7 0</inkml:trace>
  <inkml:trace contextRef="#ctx0" brushRef="#br0" timeOffset="529">557 480 8079,'-12'-15'-266,"4"1"-1442,6-3 1708,2 7 0,-10-9 0,-2 7 0</inkml:trace>
  <inkml:trace contextRef="#ctx0" brushRef="#br0" timeOffset="1132">709 611 7023,'0'14'1037,"0"1"0,0-8 0,0 7-824,0 3 1,7 3 0,1 1 0,-3 1-65,-3 0 1,-2 0-1,0-1 1,2-1-110,6-6 0,-6 6 0,5-6-240,-4 6 95,-3-8 1,0-5 0,0-14 93,0-8 0,0 3 0,0-2 0,0-3 46,0-3 0,7 6 0,3-1 72,2-2 1,-5 8 0,8 1-4,1 6 0,-3 2 0,1 0 0,1 2-280,-3 6 0,5 4 1,-8 9-1,1 1-614,0 0 790,-3 0 0,3 9 0,2 3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0:13.3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1154 8449,'-15'0'1727,"1"0"-1233,9 0 0,-2 0 1,14 0-330,7 0 1,8 0 0,5 0 0,4 0-260,3 0 1,0 0-1,2 0 1,-4 0-659,-1 0 1,-7 0 0,5 0 751,-4 0 0,-4-9 0,1-3 0</inkml:trace>
  <inkml:trace contextRef="#ctx0" brushRef="#br0" timeOffset="184">194 850 8323,'-12'9'-41,"0"-4"1,7 10 222,-2 2 1,0 2-1,7 3 1,0 2 367,0 5 0,0-2 1,0 9-1,0 0-218,0-2 1,7 7-1,3-5 1,-1 3-312,1-3 1,4 3 0,-4-7 0,0-1-2436,-1 1 2414,-1-3 0,1 2 0,3 3 0</inkml:trace>
  <inkml:trace contextRef="#ctx0" brushRef="#br0" timeOffset="650">651 1242 7879,'15'0'1972,"-1"-3"-1786,3-4 0,3 2 1,2-9-267,-1-3 1,1-3 0,0-2 0,0-2 0,-1-5 0,-6 5 0,-1-7 0,1 2-116,-3 0 1,-2-1-1,-10 9-222,0-1 0,-3 3 0,-4 4 210,-7 8 1,-8 7-1,-5 7 1,-2 8 293,3 4 1,1 3 0,4 2 0,-1 3 391,0 2 1,3 9 0,4-4 0,8 2 275,4 1 0,3-11 0,0 6 0,3-3-390,4 0 1,8 0 0,14-10 0,9-2-446,11-2 0,-1-10 0,8 2 0,-1-7 80,1-7 0,2-6 0,8-8 0</inkml:trace>
  <inkml:trace contextRef="#ctx0" brushRef="#br0" timeOffset="1066">1152 305 8418,'-21'-9'1885,"8"6"1,6-7-1471,14 10 0,6 0 0,8 0 0,1 0-736,0 0 0,7 3 0,2 2 0,1 2 321,-1-2 0,8-3 0,-5-2 0</inkml:trace>
  <inkml:trace contextRef="#ctx0" brushRef="#br0" timeOffset="1267">1457 0 8262,'0'12'441,"0"1"0,0-6 205,0 7 1,0-2-1,3 3 1,1 2-699,4 2 1,9 3-1,-5 0 1,2 0-684,1-1 0,-1 1 0,8-3 735,0-4 0,0 4 0,-1-7 0</inkml:trace>
  <inkml:trace contextRef="#ctx0" brushRef="#br0" timeOffset="1467">1718 0 8262,'-9'15'410,"-3"-1"208,0 3 1,-8 12 0,6 8-1,-6 6 34,-1 8 1,-1-3 0,0 13 0,0 4-434,0 5 0,3 5 0,2-7 0,5-3-378,2-9 1,-4-17-1,7-10 1,2-5-1988,2-2 2146,3-10 0,20-12 0,4-12 0</inkml:trace>
  <inkml:trace contextRef="#ctx0" brushRef="#br0" timeOffset="1700">1806 392 13445,'0'22'1172,"0"0"-1488,0 0 0,9-8 0,6 1-2527,4 2 2843,3-8 0,0 11 0,-1-8 0</inkml:trace>
  <inkml:trace contextRef="#ctx0" brushRef="#br0" timeOffset="1817">1893 240 8262,'-27'-10'-271,"5"-4"1,-4 4-1,14 0-304,-1 1 679,4 6-104,9-6 0,9 18 0,4 3 0</inkml:trace>
  <inkml:trace contextRef="#ctx0" brushRef="#br0" timeOffset="2100">2045 392 8262,'12'10'0,"-5"4"85,-4 6 0,-1-6 0,3 1 0,2 2 515,-2 2 0,-2-4 1,-3-1 390,0 3 1,0 3 496,0 1-1105,0-9 1,0-4 0,0-16-525,0-6 0,0-5 1,2-3-1,5 0-347,8 0 1,-3-2-1,2 0 1,3 0 250,3 4 0,2 11 0,2-4 0,2 4 289,3 4 0,0 5 1,-7 7-1,-2 10-30,-6 10 1,3 7 0,-10 9 0,-2 3-463,-2 5 1,-3-3-1,-3 8 440,-4-3 0,-5 8 0,-10-6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0:16.097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235 1 9692,'-31'31'-94,"-1"-4"0,-4 9 0,7 3 470,5 2 1,2 12 0,3 5 0,2 8 49,2 6 0,11 6 0,-1 9 0,10 2-212,9 6 0,8-6 0,9 6 1,13-8-483,11-7 0,8-5 0,5-12 0,5-5-1341,7-8 1092,4-4 0,3-12 0,0-2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0:16.5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370 0 8291,'15'29'141,"-1"0"0,1 3 1,7-3-1,-1 9 381,1 11 0,-10-1 1,-2 13-1,-3 7 215,0 9 0,-9 8 0,-12 4 1,-8 3-474,-7 2 0,13-43 0,-2 0 1,-3-3-1,-2-2 0,2 1 1,-1-2-498,-22 45 1,1-10 0,-1-3 0,3-2-220,5-5 1,-1-12-1,13-7 1,7-5-483,5-2 1,-2-10 933,6-5 0,1-5 0,7-2 0</inkml:trace>
  <inkml:trace contextRef="#ctx0" brushRef="#br0" timeOffset="315">653 1220 8259,'-21'0'3082,"-1"0"-2254,10-10 1,4 8 0,16-6 0,6 6-307,6 2 1,11 0 0,5 2 0,5 3-948,3 2 1,0 1 0,-1-6 0,1 3 424,-1 2 0,10 0 0,3-7 0</inkml:trace>
  <inkml:trace contextRef="#ctx0" brushRef="#br0" timeOffset="451">1328 980 8143,'-43'-19'295,"-3"12"0,-2-13 1,-3 8 1178,2 7 1,-4 3 0,0 2 0,-3 0-1201,-4 0 0,14 0 1,2 0-1,5 0-2075,6 0 1801,1 0 0,10 0 0,1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0:18.3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2374 8056,'-15'-7'1939,"1"-1"-1212,9 1 1,-2 7 0,16 0-375,13 0 1,2 0 0,13 0 0,4 0-302,7 0 1,-2 0 0,7 0 0,-2 0-530,0 0 0,-3 0 0,-9 0 477,-3 0 0,1-10 0,6-2 0</inkml:trace>
  <inkml:trace contextRef="#ctx0" brushRef="#br0" timeOffset="767">1936 1742 9209,'0'22'337,"0"0"1,3 9 0,2 8 0,4 9 6,3 10 0,-4 5 0,4 3 0,0-1-606,0 0 0,-5-2 0,5-2 0,0-8-1410,0-7 1672,-7 2 0,15-23 0,-8 6 0</inkml:trace>
  <inkml:trace contextRef="#ctx0" brushRef="#br0" timeOffset="967">2350 2091 11315,'12'-10'467,"7"8"0,-4-6 0,7 6-600,7 2 0,-5 0 0,7-2 0,-2-3-1230,1-3 0,-1 1 1363,-8 7 0,11-10 0,2-2 0</inkml:trace>
  <inkml:trace contextRef="#ctx0" brushRef="#br0" timeOffset="1133">2481 1721 8160,'-12'21'377,"2"1"0,10 2 0,0 3 154,0 2 0,0 12 1,0 0-1,2 8-133,6-1 0,-4 5 0,9-2 1,-1-3-619,0-2 0,-5-2 0,5-3 220,-2-5 0,7 5 0,-5-7 0</inkml:trace>
  <inkml:trace contextRef="#ctx0" brushRef="#br0" timeOffset="1617">3003 2221 8102,'-21'0'1190,"11"0"1,10 0-1160,12 0 0,7-2 0,6-3 0,1-5 108,3-2 1,10-2-1,-3-8 1,5 0-39,3 0 0,-10 1 0,-3-1 0,-2-2-151,0-5 1,-7 5 0,-10-8 0,0 3-72,0 0 1,-9 0 0,-3 7-154,-12 0 1,-8 10-1,-4 5 1,-5 5 151,-7 2 0,2 9 0,-2 8 0,-3 7 317,-2 5 1,4 10 0,4 0 0,1 7 102,6 5 0,11-1 0,8-6 0,4 0-45,3-1 1,5-7 0,7-2 0,12-2-365,8-6 1,11-9 0,11-5 0,1-2-2155,6-5 2265,2-3 0,2-21 0,0-5 0</inkml:trace>
  <inkml:trace contextRef="#ctx0" brushRef="#br0" timeOffset="1984">3439 1263 9014,'-10'0'1862,"13"0"-1772,16 0 1,5 0 0,12 0-1,3 0-690,2 0 0,3 0 0,-1-2 600,1-5 0,-1-6 0,1-8 0</inkml:trace>
  <inkml:trace contextRef="#ctx0" brushRef="#br0" timeOffset="2233">3874 915 11574,'8'22'242,"-1"-1"1,10 4 0,-3 1-1,6 3-575,1-2 0,4-3 0,1-2 0,3 0 333,-2-1 0,7 1 0,0 0 0</inkml:trace>
  <inkml:trace contextRef="#ctx0" brushRef="#br0" timeOffset="2433">4288 828 8085,'-22'0'103,"1"7"1,1 3 0,3 2 574,3 5 0,7 4 0,-6 8 0,1 8-116,0 4 0,7 12 0,-2 5 0,5 8-226,2 6 1,-8-2-1,1 10 1,2 0-413,3-3 1,-1-9-1,-1-15 1,-4-4-1082,4-8 0,1-12 0,1-2-2514,-6-11 3671,6-6 0,-17-10 0,7 0 0</inkml:trace>
  <inkml:trace contextRef="#ctx0" brushRef="#br0" timeOffset="2666">4441 1437 8085,'0'-21'3072,"0"-1"-2391,0 10 0,0 5 1,2 14-356,5 7 0,-2 6 1,10 1-1,-1 1-985,-2 0 1,8-3-1,-6-2 1,5-5 658,3-2 0,0 7 0,0-5 0</inkml:trace>
  <inkml:trace contextRef="#ctx0" brushRef="#br0" timeOffset="2783">4615 1024 8085,'-34'-15'0,"5"1"179,5-3 0,9 7-724,1 3 545,9 4 0,-15 13 0,8 2 0</inkml:trace>
  <inkml:trace contextRef="#ctx0" brushRef="#br0" timeOffset="3850">4637 1481 8049,'0'22'0,"0"7"0,0 2 0,2 1 202,5-1 1,-4 5-1,4-4 1,-2-1-121,2 1 0,-5 4 0,6-7-312,-6-2 279,-2-13 0,0-14 1,0-17-1,0-7-24,0-5 0,0-7 1,0 4-1,0-2 193,0-4 1,0-1 0,0 3 0,3 4 152,4 1 0,-2 7 0,9-5-151,3 4 1,-5 13 0,3 5 0,2 5-3,2 2 1,3 9 0,0 8 0,-1 7-384,1 5 0,0 10 0,-3-5 0,-2 2-535,-2 1 1,-3-11-1,5 6 700,-3-1 0,1-7 0,7 8 0</inkml:trace>
  <inkml:trace contextRef="#ctx0" brushRef="#br0" timeOffset="4400">1849 1002 8077,'-29'0'-203,"0"0"0,-7 0 0,4 0 0,1 0 246,-1 0 0,-4 10 1,5 4-1,-1 8 235,1 7 0,-6 5 0,8 12 0,3 5 226,2 7 0,4 17 0,6 14 1,9-38-1,3 2-288,0 3 0,1 2 1,3 4-1,1 2 0,2-2 1,2 2-1,4 3 0,2 1-294,2 4 0,2 1 0,0 1 0,2 0 0,2-1 1,2-1-1,-1-4 0,1 0-33,1-4 0,3-3 1,4-6-1,4-3 0,3-6 1,3-3-1,1-3 1,1-2-784,0-3 0,1-3 0,-1-1 0,1-3 894,43 8 0,8-7 0,-1-15 0,-2-6 0,-2-6 0</inkml:trace>
  <inkml:trace contextRef="#ctx0" brushRef="#br0" timeOffset="4816">5442 501 8092,'22'-12'-83,"0"5"1,0 7 0,2 7 0,2 7 80,3 6 1,8 14 0,-6 9 0,1 15 448,-1 12 0,-2 3 1,-9 14-1,-4 10-223,-8-46 0,-1 2 0,-4 8 1,-1 1-1,1 1 0,-1 0 1,-4 0-1,-1 0-221,-3 1 1,-3 0 0,-1 0 0,-1 1 0,-2 0 0,-1 0 0,-1 0 0,-2-2-87,0 0 1,1-2 0,2-9 0,1-3 0,-16 36 0,7-10 82,8-12 0,-1-7 0,5-18 0,-4-9 0,-1-9 0</inkml:trace>
  <inkml:trace contextRef="#ctx0" brushRef="#br0" timeOffset="5100">5921 349 8524,'-12'-13'1411,"5"4"0,14 11-1785,8 5 0,7-4 0,4 4 374,3-4 0,10-3 0,-5 0 0</inkml:trace>
  <inkml:trace contextRef="#ctx0" brushRef="#br0" timeOffset="5416">6313 66 8545,'10'-22'647,"-5"10"0,9 2-191,3 0 1,5 8 0,5-5-1,2 4-68,-3 3 0,-1 0 1,-4 0-1,-1 3-416,-6 4 1,3-2 0,-10 9 0,-2 6-120,-2 6 1,-3 1 0,-3 9-1,-4 3-243,-8 2 1,-11 2 0,-3 1 0,0-3-41,-3-5 1,8 3-1,-3-10 1,8-2-242,5-3 734,9-2 1,5-10 0,14-5-1,8-4-48,7-3 1,3 0-1,6 0 1,-1-3-342,1-4 326,3 4 0,3-6 0,0 9 0</inkml:trace>
  <inkml:trace contextRef="#ctx0" brushRef="#br0" timeOffset="6099">5878 370 8099,'-15'0'1117,"1"0"-250,9 0 0,-2 0-497,14 0 0,5 0 0,10 0 0,2 0-148,5 0 0,-2 0 0,7 0 0,-3 0 2,-4 0 0,4 0 0,-2 0-71,-2 0 1,-3 0-369,-2 0 1,-13 0 234,-9 0 1,-9 0 0,-13 0 0,0 3-157,0 4 1,-7-2 0,0 7-1,3 0-967,1 0 0,4-7 1103,-1 2 0,0 5 0,0 0 0</inkml:trace>
  <inkml:trace contextRef="#ctx0" brushRef="#br0" timeOffset="6450">6488 2047 14259,'-13'0'2978,"4"-2"-2978,9-6 0,0-4 0,0-9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1:29.0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53 499 8028,'-22'0'1559,"8"-3"-1133,0-4 0,11 5 9,3-5 1,12 4 0,15 3 0,6 0-112,8 0 1,-2 0-1,11 0 1,-2 0-538,3 0 0,-5 7 0,2 1 0,-10-4-496,-9-1 0,-5 4 0,-2 0 1,0 1 708,-1 1 0,-9-6 0,-2 6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1:36.8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85 1579 7991,'-22'3'250,"1"4"1,6-5 0,3 8 758,3 0 1,4-8-769,12 5 1,5-4 0,10-6-1,2-4-59,5-8 0,-3-11 1,10-5-1,3-1-42,2 1 0,-5-7 0,0 1 1,0-3-211,-2-4 1,-5 8 0,-13 2 0,-4 3-44,-2 5 0,-5-6 0,-15 6-12,-11 7 0,-3 7 1,-10 12-1,0 0 135,0 0 1,1 9 0,-6 8-1,6 10 151,1 9 1,-4 5 0,10 2-1,4 0 122,5 1 1,12-1 0,-2 0 0,5 1-90,2-1 0,9 0 0,8-2 0,10-2-317,9-3 0,5-10 0,4 1 0,4-10-177,1-10 1,10-5 0,-2-2 0,5-2-1253,2-5 1,-10-8 1551,-4-14 0,-6-14 0,-1-12 0</inkml:trace>
  <inkml:trace contextRef="#ctx0" brushRef="#br0" timeOffset="317">432 409 8412,'-12'-12'1341,"12"3"0,14 9 0,5 0-1163,3 0 1,9 0-1,5 0 1,5 0-766,3 0 0,-3 0 1,-3 0-1,-2 0-940,3 0 1527,-8 0 0,10-10 0,-7-2 0</inkml:trace>
  <inkml:trace contextRef="#ctx0" brushRef="#br0" timeOffset="517">778 19 9906,'0'22'421,"0"-8"1,0 1-1,3 2-389,4 2 0,-2 3 0,7-1 0,0 1-466,0 0 0,2-1 0,8-1 0,0-4-394,-1-1 0,8-3 1,0 5 827,-2-3 0,6 1 0,1 6 0</inkml:trace>
  <inkml:trace contextRef="#ctx0" brushRef="#br0" timeOffset="933">757 19 7970,'-12'-9'658,"0"6"-146,4-4 0,8 7 1,0 5-5,12 2 1,0 12 0,5 1 0,5 6-86,4 1 1,6 6 0,-3 3 0,4 3-165,1-3 0,5 5 0,-8-5 0,0 3-539,0-3 0,8 2 1,-5-9-1,-1-2-1097,-4-3 1,-5-5 1376,-2-5 0,9 6 0,3-8 0</inkml:trace>
  <inkml:trace contextRef="#ctx0" brushRef="#br0" timeOffset="1216">1298 41 7972,'-14'0'220,"-1"0"1,11 2 0,-6 3 0,3 5 236,0 2 0,-8 2 1,5 10-1,-2 5-17,-4 7 0,-1 15 1,0 9-1,2 7-235,-1 6 0,-4 11 0,-1 0 0,-1 5-252,0-4 0,8-11 0,2-16 0,2-7-1349,5-6 0,3-11 1396,2-5 0,0-15 0,0-4 0</inkml:trace>
  <inkml:trace contextRef="#ctx0" brushRef="#br0" timeOffset="1466">1277 778 12276,'-12'21'299,"2"1"0,10 0 0,2-1-394,6 1 1,-4-8-1,8 1 1,0 2-1169,1 2 0,1-7 1263,8-5 0,-1 5 0,1 0 0</inkml:trace>
  <inkml:trace contextRef="#ctx0" brushRef="#br0" timeOffset="1599">1407 496 7972,'-22'-10'-224,"8"5"1,-1-7-161,-2 3 0,5 2 0,-2 7 384,-3 0 0,7 0 0,1 0 0</inkml:trace>
  <inkml:trace contextRef="#ctx0" brushRef="#br0" timeOffset="1934">1515 799 7972,'0'22'-66,"0"0"0,0-1 392,0 1 1,0 0-1,0-1 638,0 1 0,-7-8 739,0 1-1532,-1-10 1,8-5 0,0-15-170,0-4 1,0-5 0,0-3-1,0-2-98,0 3 1,8 2 0,-1 2 0,0 1-136,3-1 1,-1 0 0,8 3 236,-2 5 0,-1 4 1,8 10-1,-1 0 74,1 0 1,-8 17 0,1 7 0,-1 7-134,-2 8 0,5 2 0,-10 2 0,1 0-326,1 1 1,-6-8 378,4 0 0,-5 0 0,-2 7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1:39.5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130 196 8322,'15'0'299,"-1"0"0,1 0 1,6 0-1,3 0-299,5 0 0,5 0 0,9 0 0</inkml:trace>
  <inkml:trace contextRef="#ctx0" brushRef="#br0" timeOffset="134">542 1 8122,'-43'0'119,"-1"0"0,1 2 0,0 3 1,-1 2 618,1-2 0,0-3 0,-1-2 0,3 3-884,5 4 1,5-5 145,9 5 0,-9-14 0,-3-5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1:40.9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22 260 9672,'-10'-12'1259,"8"0"95,-5 5-250,4 4-768,3-6 1,3 9 0,4 0 0,7 0-95,6 0 0,8 0 1,4 0-1,-1 0-173,0 0 1,8 7-1,-3 0 1,2-2-379,-1-2 1,1-3 0,-7 0-1,1 0-982,-1 0 1,-2 0-1,-7 0-1219,-1 0 2510,-9 0 0,8 0 0,-8 0 0</inkml:trace>
  <inkml:trace contextRef="#ctx0" brushRef="#br0" timeOffset="283">260 0 8128,'-14'0'3171,"-1"0"-2445,11 0 1,-4 0-1,18 0-417,12 0 1,-1 0 0,11 0-1,-4 0-331,1 0 1,0 0 0,-5 0-1,3 0-2287,2 0 2309,0 0 0,-8 10 0,1 2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1:42.4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1105 1279 8183,'0'14'1614,"0"1"0,2-3-1200,6 2 0,4 3 0,12-10 0,2-2-406,3-2 0,2-6 0,-4-4 0,4-5-163,3 0 1,-8-7 0,3 4-1,-5-4-122,-2-3 0,-3 1 0,-2-1 0,-5 0-11,-2 1 0,-3-1 0,-7 0 0,-2 1 77,-6-1 1,-4 3 0,-12 2 0,-2 5 68,-3 2 0,-7 3 0,7 7 0,0 0 217,-2 0 1,7 10 0,-5 4 0,5 8 363,2 7 1,8 2-1,2 7 1,2-2 207,5 3 0,5 2 0,7 2 0,10 1-227,10-1 0,6-9 0,11-3 0,1-5-396,6-4 1,-3 2 0,10-17 0,0-2-566,-3-2 1,5-3-1,-12-3 1,-4-4 540,-6-8 0,-11-13 0,4-6 0</inkml:trace>
  <inkml:trace contextRef="#ctx0" brushRef="#br0" timeOffset="767">1647 66 9452,'0'21'1901,"2"1"-1758,5 0 1,5-1 0,10 1 0,2 2-544,5 5 1,-5-12-1,7 4 400,1-1 0,1-1 0,11 3 0</inkml:trace>
  <inkml:trace contextRef="#ctx0" brushRef="#br0" timeOffset="1000">1993 1 8009,'-21'21'70,"-1"1"0,0 0 459,1-1 0,6 11 0,3 4 0,0 5 0,0 2 0,5 10 0,-5 5 0,0 4-391,0 3 0,5-2 1,-5-3-1,2-5-490,5-2 0,-5-4 0,3-13-689,2-7 0,3-13 1041,2-1 0,10-30 0,2 1 0</inkml:trace>
  <inkml:trace contextRef="#ctx0" brushRef="#br0" timeOffset="1350">1170 261 9908,'22'0'-65,"-1"0"1,11 0 0,4 0 0,5 0 64,2 0 0,10 0 0,2 0 0</inkml:trace>
  <inkml:trace contextRef="#ctx0" brushRef="#br0" timeOffset="1617">1972 347 8054,'0'-12'1249,"0"3"1,0 25 0,2 4-1572,5-3 1,-2 4-1,7-6 1,0 4-421,0 3 0,-5-1 1,6 1 741,-4 0 0,18-10 0,-3-3 0</inkml:trace>
  <inkml:trace contextRef="#ctx0" brushRef="#br0" timeOffset="1767">2037 131 8054,'-15'0'-613,"1"0"-749,9 0 1362,-5 0 0,20 0 0,2 0 0</inkml:trace>
  <inkml:trace contextRef="#ctx0" brushRef="#br0" timeOffset="2017">2275 499 8054,'0'14'48,"0"1"465,0 2 1,-2-8 1227,-6-1-1435,6-6 1,-8-12-1,10-4 1,0-5-141,0-3 0,10 0 1,2 1-1,2-1 14,1 0 1,-1 1 0,8 1 0,0 6-211,-1 7 0,1 4 0,0 3 1,2 0-226,5 0 0,-5 10 1,5 4-1,-3 8-973,3 7 0,-12 5 1228,4 9 0,-4 0 0,5 1 0</inkml:trace>
  <inkml:trace contextRef="#ctx0" brushRef="#br0" timeOffset="2900">195 1886 8023,'-12'-10'-314,"-5"5"775,10-9 0,-7 6 294,6-6-380,1 9 0,10-4-118,4 9 0,-2 0 1,9 0-118,3 0 0,5 0 0,4 0 1,8 2-31,7 5 0,-3-4 0,15 4 0,2-5-58,10-2 1,13 0 0,15 0 0,6 0-74,0 0 1,-47 0 0,-1 0 0,46 0 0,-1 0 139,0 0 1,-4-7 0,-10 0-1,-5 2 8,-3 3 0,1 2 1,-5 0-1,-1 0-120,-6 0 0,0 0 0,-13 0 1,1 0 18,2 0 0,-15 0 0,6 0 1,-6 0-9,-4 0 0,7 0 1,-8 0-1,3 0 34,1 0 1,-9 2 0,9 3 0,1 2 12,3-2 0,2-3 1,-2-2-1,-2 0-62,-3 0 1,7 0 0,8 0 0,-3 0 8,-2 0 0,-3 0 0,0 0 0,1 0 21,-1 0 0,0 0 1,1 0-1,1 0 50,6 0 0,-5 0 1,7 0-1,-3 0 40,1 0 1,2 0 0,-5 0 0,5 0 44,2 0 1,1 0-1,4 0 1,-3 0 20,4 0 0,-6 0 1,3 3-1,0 1-7,-3 4 0,-2-1 0,-10-7 1,1 0-10,-1 0 0,-9 0 0,-5 2-1346,-5 6 0,-12-4 0,-8 11-1491,-8 2 2664,-8 2 0,-20-7 0,-1-2 0</inkml:trace>
  <inkml:trace contextRef="#ctx0" brushRef="#br0" timeOffset="3317">0 2795 8054,'0'22'623,"0"2"-89,0 5 1,7-2 0,3 6 0,0 1-141,-1 0 0,8 9 1,-5 8-1,3-3-288,-1-3 1,0-4-1,8-4 1,0-6-214,-1 0 107,-9-16 0,8 13 0,-8-16 0</inkml:trace>
  <inkml:trace contextRef="#ctx0" brushRef="#br0" timeOffset="3500">325 3164 8103,'15'0'999,"-1"-3"-402,3-4 1,2 5 0,3-5 0,2 4-460,5 3 1,2-2 0,8-3 0,-3-5-652,2-2 0,-4 7 0,0-4 0,-3-1-1795,-5-4 2308,-11 4 0,4-9 0,-7 7 0</inkml:trace>
  <inkml:trace contextRef="#ctx0" brushRef="#br0" timeOffset="3650">542 2752 8097,'-12'22'155,"5"-1"1,4 8-1,3 3 1,0 1 143,0 6 0,0 2 0,0 2 0,3 3 44,4 4 0,5-4 0,9 7 0,4-2-439,3-1 1,-4 1 0,5-10 95,-5-5 0,8 5 0,1-8 0</inkml:trace>
  <inkml:trace contextRef="#ctx0" brushRef="#br0" timeOffset="3999">1213 3207 8062,'20'-2'0,"-3"-3"347,-3-2 0,-2-3 0,5 5 0,-3-4-14,3-3 1,2-3-1,3-7 1,0 1-179,-1-1 0,-1-2 1,-3-2-1,-3-3-143,3 2 1,-8-4-1,1 2 1,-3 3-21,1 1 0,-4 4 1,-11 2-158,-7 4 1,-6 5 0,-4 10 0,-2 0 241,-3 0 0,-7 10 0,5 7 0,-1 7 352,1 5 0,2 9 0,10-1 0,2 3-117,3 4 1,9-1-1,-3 3 1,8 2-352,8 3 0,6-1 0,15-7 1,10-2-394,9-4 1,7 1 0,12-11-1,3-6 432,3-4 0,8-12 0,-4 4 0</inkml:trace>
  <inkml:trace contextRef="#ctx0" brushRef="#br0" timeOffset="4417">1712 2492 8288,'2'-12'628,"5"5"1,5 5 0,10 2-1,2 0-579,5 0 1,5 0 0,7 0 0,-3 0-1121,-2 0 0,0 0 1071,8 0 0,-11-10 0,-1-2 0</inkml:trace>
  <inkml:trace contextRef="#ctx0" brushRef="#br0" timeOffset="4631">2123 2167 7954,'3'-12'1171,"4"5"1,-2 5-1,7 4-751,-3 5 1,8 5 0,-5 10-1,3 2-436,-1 5 0,1-5 0,6 5 1,1-3-683,0 3 0,-1-5 0,1 3 698,0-10 0,9 11 0,3-3 0</inkml:trace>
  <inkml:trace contextRef="#ctx0" brushRef="#br0" timeOffset="4864">2557 2167 7954,'0'-14'-190,"0"-1"-797,0-2 1906,0 8 1,-3 2 0,-2 16-240,-2 13 1,0 9 0,7 15 0,0 4-237,0 8 0,-2 5 0,-3 2 1,-5 2-405,-2 5 1,5 3 0,-8 5 0,-1-11-196,-4-8 0,6-1 1,-1-10-1,1-4-2674,2-7-26,2-8 2855,10-19 0,0-22 0,0-14 0</inkml:trace>
  <inkml:trace contextRef="#ctx0" brushRef="#br0" timeOffset="5099">2708 2601 9554,'-14'7'700,"-1"0"0,11 10 1,-4-3-1,6 6-286,2 1 1,0 1 0,0 0-1,2-1-224,6 1 1,-4-1 0,11 1 0,2 0-465,2-1 1,-5-6 0,1-3 0,2-2 273,2-6 0,3-1 0,-1-3 0</inkml:trace>
  <inkml:trace contextRef="#ctx0" brushRef="#br0" timeOffset="5233">2795 2362 8242,'-22'-9'2006,"1"-6"-2207,-1 5 73,10 1 128,2 9 0,20 9 0,2 4 0</inkml:trace>
  <inkml:trace contextRef="#ctx0" brushRef="#br0" timeOffset="5516">2990 2709 7954,'0'22'79,"0"-1"0,0 1 514,0-1 0,0 1 1,0 0 279,0-1 1,0 1-367,0 0 1,0-13-345,0-9 1,2-16-1,3-16-205,2-1 0,8 4 1,-5-5-1,2 0 83,4 1 1,1 6 0,0 1-1,-2 6 102,1 6 0,4 9 1,1-2-1,1 5-53,0 2 1,-1 9 0,3 6 0,0 4-522,-2 3 1,2 6-1,-14 4 1,-1-1-484,1 0 0,-3 5 914,-7-7 0,-9 0 0,-3-7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2:03.3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1062 8391,'21'-10'-24,"1"8"1,0-15 0,-1 7 159,1-2 1,7 7-1,2-4 1,3 2 157,4-1 0,-2-9 1,5 5-1,5-2-60,0 0 1,9-1 0,3-7 0,5 1-112,2-1 1,0 0-1,2 1 1,3-1-159,2 0 0,3-6 0,-6-1 0,6 2 62,2 3 1,0 2 0,3 1 0,-6-1-99,1 0 1,-8 1 0,8 1-1,-3 4 41,0 1 1,-2 3 0,-10-5 0,-2 5 168,2 3 0,-7-6 1,0 8-1,-2 2-68,-1 3 1,1-5 0,-5-3 0,2 0-33,2 1 0,3 1 1,-5 6-1,5-3-86,3-2 0,-6-7 1,6 4-1,-3 0-128,-5 1 0,-3 1 1,1 6-1,2-3 128,3-2 1,-8 0 0,-7 7 0,0 0 105,-2 0 0,7 0 1,-5 0-1,3 0-17,-3 0 1,5 0 0,-5 0 0,5 0-77,2 0 1,0-7-1,1-1 1,-1 4 12,0 1 1,6 1 0,-4-3 0,-4-2 201,0 2 1,0 2 0,5 3 0,0 0 77,-3 0 0,5-2 0,-9-3 1,6-2-122,6 2 1,7-4 0,-8 1 0,-2 1-94,-2-3 0,5 6 0,2-8 0,0 0-72,-1 0 0,-1 7 1,-5-5-1,2 3 117,2 0 0,1-8 0,-8 6 0,3-1-27,5 0 0,-6-4 0,8 4 1,-2 1-83,-1-1 0,3 3 0,-4 7 1,4 0-20,2 0 1,3-7 0,7-1 0,0 4-45,0 1 0,2 3 0,5 0 0,5 0 117,0 0 1,5 0 0,-7 0 0,-1 0 261,1 0 1,5 0 0,-6 0-1,1 0-87,-1 0 1,6 3 0,-6 1 0,1 4-158,0-4 1,-5 6 0,-13 0-1,-6-1-323,-5 1 1,-5 7-1,-8-3 1,-11 5-1283,-12 3 0,-1 2 1552,-2 5 0,-9-5 0,-10 7 0</inkml:trace>
  <inkml:trace contextRef="#ctx0" brushRef="#br0" timeOffset="449">3532 932 8911,'-12'9'580,"5"6"1,4 4 0,3 5-1,0 3-184,0 1 0,0 13 1,0 3-1,0 9-290,0 2 0,8 8 1,-1-6-1,-2 6-663,-3 2 0,5-2 1,1-6-1,-4-8 557,-1-11 0,6-7 0,3-9 0</inkml:trace>
  <inkml:trace contextRef="#ctx0" brushRef="#br0" timeOffset="983">3489 888 8156,'21'-21'0,"-6"-1"0,-1 3 0,6 2 392,6 3 1,-2 9-1,7-3 1,-2 6-55,0 2 0,0 7 0,-5 3 0,3 2-125,2 5 0,-8 2 0,-9 5 0,-2 3-359,-5 2 0,-3 2 1,-2-2-1,0 4-205,0 1 0,-10 5 1,-4-8-1,-5 0 0,-3 0 0,0-2 0,1-7 0,-1 0-45,0-1 1,3 1 0,2-3 577,3-4 0,7 2-31,-8-10 1,13 0 0,-1-5 0,11 3-12,4 2 0,2 3 0,8-5 1,2 5-13,5 2 1,-3-5 0,10 5 0,3 0 64,2 0 0,-5-5 1,0 5-1,0-2 35,-2-5 1,4-3 0,-6-2 0,-1 0-47,0 0 0,-2-10 1,-7-6-1,-1-9-77,1-3 0,-7-4 1,-3 6-1,-3-5-211,-4-3 1,5 0 0,-3-4 0,-2 4-159,-3 3 1,-2 2 0,-2 7 0,-6 0 68,-6 1 1,-5 1 0,-3 6 0,0 7 537,1 4 0,-1 3 1,0 3-1,1 4-56,-1 7 0,8 15 0,2 7 0,0 5 101,0 3 0,7-1 0,-3 0 0,6 1-140,2-1 0,7-7 0,5 0 0,5 0-533,7-2 1,5-3 0,0-9-1,7 0-408,5-1 0,-5-9 1,0-4-1,0-6 693,-2-2 0,7-10 0,-7-2 0</inkml:trace>
  <inkml:trace contextRef="#ctx0" brushRef="#br0" timeOffset="1366">4572 1300 8156,'-2'-12'732,"-6"5"0,6 7 0,-5 7-261,4 7 0,3 13 1,0 2-1,0-3-235,0-2 0,0 0 1,3 1-1,2 1-160,2 0 0,7-13 0,-4 6 0,2-5-278,5-2 0,-5-7 1,2 2-1,3-4 14,2-3 1,3-10 0,-3-7 0,-2-9 369,-2-10 0,-3 2 1,4-2-1,-1 0 309,2 2 0,-8 3 0,-1 9 192,-6 0 1,0 3-1,3 7-702,2 12 0,1 10 1,-8 14-1,0 2 99,0 3 1,0 10 0,0-3-1,2 2-150,5-2 1,-2 3 0,10-10 0,-1-3 215,-2-2 0,7-12 0,-4-4 1,4-8 310,3-8 0,-3-4 0,-2-12 0,-5-5-302,-3-7 0,-1-5 1,-8-2-1,0 0-574,0-1 0,-3 8 0,-2 3 0,-4-1-1265,-3 0 0,5 10 1,-5 0 1683,2 7 0,-7 12 0,5-4 0</inkml:trace>
  <inkml:trace contextRef="#ctx0" brushRef="#br0" timeOffset="1816">5330 1495 8067,'12'22'576,"-2"-1"564,-10 1 0,0-8-740,0 1 1,0-13 0,-2 1 0,-3-10-93,-2-6 1,-3-3 0,5-11-1,-2-2-137,2 3 0,3-6 0,2 1 1,0 0-484,0 0 0,0-6 1,0 9-1,0 1-2271,0 3 2583,0 2 0,9 1 0,3-1 0</inkml:trace>
  <inkml:trace contextRef="#ctx0" brushRef="#br0" timeOffset="1966">5634 1300 11253,'0'14'451,"0"1"0,7-8-451,0 8 0,10-11 0,-5 6 0</inkml:trace>
  <inkml:trace contextRef="#ctx0" brushRef="#br0" timeOffset="2099">5590 932 8081,'-12'0'-373,"3"0"0,-1-10 0,-2-2 0</inkml:trace>
  <inkml:trace contextRef="#ctx0" brushRef="#br0" timeOffset="2299">5872 585 8081,'0'22'0,"0"-1"206,0 1 0,7 2 1,3 5-1,-1 7 148,1 5 0,7 12 0,-5 5 0,2 7-225,1 7 0,-10-2 1,2 12-1,-5 4-552,-2 6 1,0-1 0,0-14 0,0-12 422,0-12 0,-9-17 0,-3-4 0</inkml:trace>
  <inkml:trace contextRef="#ctx0" brushRef="#br0" timeOffset="2599">5655 1018 8081,'-21'0'120,"6"0"1,3 3 302,3 4 0,4 3 0,12 7 1,10-5-306,9-3 1,8 6 0,9-8 0,1 0-212,-1 3 0,3-8 0,2 5 0,2-4 189,-1-3 1,-4 0-1,-4-3 1,-2-4 312,-3-7 0,-10 4 0,3 0 0,-5 3 1246,-2 0 0,0 0-1350,-1 7 0,1 0 1,-3 2-1,-2 5-225,-2 8 0,-11 11 1,4 6-1,-4-1-177,4 0 1,-6 8 0,5-3 0,-4 5-461,-3 2 1,0-7-1,0-2 1,0-3 556,0-4 0,-10-3 0,-2-3 0</inkml:trace>
  <inkml:trace contextRef="#ctx0" brushRef="#br0" timeOffset="2732">6262 823 8081,'-14'-7'-653,"-1"0"1,8 0 652,-8 7 0,11 9 0,-6 3 0</inkml:trace>
  <inkml:trace contextRef="#ctx0" brushRef="#br0" timeOffset="3033">6457 1235 8081,'2'29'0,"3"0"0,2 0 97,-2 2 1,-2-7 0,-3 5 0,2-7 897,5-8 0,-4-2-538,4-5 0,-5-7 0,-2 0-285,0-12 1,0-9-1,0-6 1,0-4-175,0-3 1,0-2-1,3-7 1,2-1-180,2 1 0,10 7 0,-5 2 1,2 3 77,1 4 1,-1 6 0,8 6 253,-1 8 0,1 5 0,0 7 0,-3 9-129,-5 15 1,6 9 0,-8 8-1,2 2-356,1 3 0,-8 7 0,5-8 0,-3-2-1137,-4-2 1,-2-10 1470,-3 0 0,9-19 0,3 2 0</inkml:trace>
  <inkml:trace contextRef="#ctx0" brushRef="#br0" timeOffset="3333">6977 1062 8081,'0'-36'329,"0"0"0,0 9 1,-2-2 639,-6 5 0,3 12-622,-9 5 1,9 14 0,-2 10 0,5 9-160,2 10 0,0 5 0,0 3 1,0 1-333,0 6 1,9 4-1,6 10 1,6 0-84,8 0 0,-2 0 0,9 0 0,2 0 70,3 0 1,3-2 0,-3-3 0,-5-2 192,-7 2 0,-15-5 0,-7 1 0,-9-3 275,-13-5 0,-2-14 1,-19-13-1,-2-11-2,-3-8 0,-2-4 1,-1-8-1,1-9-304,0-7 1,9-13 0,5 5 0,5-2-38,2 0 1,10 2-1,7-4 1,8 4-184,4 3 1,17 2 0,0 7 0,7 1-415,8-1 1,12 0 0,6 1 628,6-1 0,12 0 0,2 1 0</inkml:trace>
  <inkml:trace contextRef="#ctx0" brushRef="#br0" timeOffset="3665">8385 282 8027,'-12'12'-27,"5"9"456,5 13 0,2 9 0,2 8 0,3 9-15,2 10 0,7 0 0,-4 9 0,0 3-521,-1 2 0,6-4 0,-8-3 0,-2-3 107,-3-4 0,-11 7 0,-3 0 0</inkml:trace>
  <inkml:trace contextRef="#ctx0" brushRef="#br0" timeOffset="4167">7930 650 8292,'-9'22'981,"9"-1"-1343,12 1 0,17 0 1,9-1-1,8-1 307,4-6 1,11-4 0,-1-10 0,7 0 204,5 0 0,-2-10 0,-12-7 0,-8-7 21,-4-5 1,-5 0 0,-5 8 549,-7-1 0,-12 3-195,-3 4 1,-9 8-1,2 14 1,-4 8-83,-3 4 1,0 12-1,0 5 1,0 3-285,0-3 1,0 12-1,0-4 1,0 1-39,0 1 1,0-3-1,0-2 1,2-2-225,5-3 0,-4-2 1,7 2-1,-3-7-574,0-5 0,0-10 189,-7 1 0,7-13 0,1-2 0,-4-12 2,-1-7 0,4-5 0,0-3 0,1-2-72,1 3 0,1-6 0,7 1 1,-3 0 511,3 0 1,-5 2-1,0 7 1,0 0 999,0 1 1,2 1-5,8 6 0,0 4 1,-1 13-307,1 4 1,-7 7 0,-1 13 0,0 2-391,-1-3 0,3 6 0,-6-3 1,0-1-265,-1 4 0,8-8 0,-5 5 0,3-5-937,-1-3 0,-9 1 0,2 0-2046,-5-1 2992,-2-9 0,0-2 0,0-10 0</inkml:trace>
  <inkml:trace contextRef="#ctx0" brushRef="#br0" timeOffset="4333">9295 845 8602,'12'15'1248,"-2"-1"1,-3 3-711,0 2 1,10 12-1,-2 5 1,4 3-393,2-3 0,1 5 1,0-5-1,-1 5-1087,1 2 0,-10-7 1,-5-2 940,-4-3 0,6-2 0,3-7 0</inkml:trace>
  <inkml:trace contextRef="#ctx0" brushRef="#br0" timeOffset="4499">9468 715 7972,'-33'-7'0,"4"-3"0,5 1 2686,2-1-3257,0-7 1,10 17 570,5 0 0,14 10 0,5 11 0</inkml:trace>
  <inkml:trace contextRef="#ctx0" brushRef="#br0" timeOffset="4832">9772 715 10132,'-12'10'0,"5"4"150,4 5 0,3 10 1,0 3-1,0 1-8,0 6 0,10-5 0,4 2 1,8 0 235,7-3 1,-3 6 0,10-10-1,0 0 289,-2 2 1,5-7-1,-13 5 1,-7-5 721,-9-2 0,-12-1 0,-13-1-1047,-14-6 0,-9-4 0,-6-10 0,1 0-1276,0 0 1,2-3 0,5-2 0,7-4 933,5-3 0,2-3 0,0-6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2:12.1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499 0 8034,'-15'10'-623,"3"7"1,3 12 868,4 14 0,-5 10 0,1 15 0,-1 6 8,0 13 1,-4 2 0,10-39-1,1 1 1,-1 1 0,0 0-240,-1 0 1,1 1 0,2 1 0,1-2 0,-2-1-1,-1-1 1,2 42-833,2-10 486,0-8 1,0-9 0,0 0 0</inkml:trace>
  <inkml:trace contextRef="#ctx0" brushRef="#br0" timeOffset="384">109 390 8034,'-34'-9'358,"3"-3"-95,9-10 0,10 12 0,5 10-404,4 13 0,13 6 0,5 2 1,4 1 116,2 0 1,4-1 0,3 1 0,6 0-196,0-1 0,4 1 0,-9-3 0,0-2 6,2-2 0,-7-11 0,5 4 1,-5-6 224,-2-2 1,0 0-1,-1-2 1,1-6 336,0-6 1,-1-12 0,1-3 0,0 2 97,-1 3 0,-1 2 0,-3 1 0,-3-1-189,3 0 1,2 10 0,3 5-267,-1 5 0,-1 14 0,-3 9 0,-5 13-57,-3 7 0,6 5 1,-8 4-1,0 8-3,3 5 0,-8 9 1,5-2-1,-4-5-36,-3-5 0,0-5 1,0 1-1,-3-13 50,-4-12 1,5-7 0,-8-4-427,0-6 1,6-4-81,-11-10 0,10-3 560,-2-4 0,14-15 0,5-11 0</inkml:trace>
  <inkml:trace contextRef="#ctx0" brushRef="#br0" timeOffset="683">1192 1019 8034,'0'-22'407,"7"-7"1,3 0 487,2 3 0,-7 2 0,0 4-220,-10 6 1,-7 4 0,-10 10 0,0 0-583,1 0 1,-3 0 0,-3 3 0,-2 2-144,3 2 1,2 10 0,2 0 0,3 7-406,4 5 1,-1-1 0,8-6 0,3 0-411,3-1 1,4 1 0,6 0 741,6-1 0,5-9 0,3-2 0,0-3 293,-1 1 1,8-1 0,0-7 0,-2 0 618,-3 0 1,-3 2-640,1 5 0,0-4-2795,-1 4 2645,-9-5 0,8 8 0,-8 2 0</inkml:trace>
  <inkml:trace contextRef="#ctx0" brushRef="#br0" timeOffset="900">1604 109 8034,'7'-15'-166,"0"1"0,8 11 0,-6 6 550,3 16 0,-7 15 0,2 16 0,-4 8-128,-3 5 1,0 2 0,0 2 0,0 5-68,0 8 0,0 4 0,0 0 0,0-2-399,0-2 1,0-13-1,0-2 1,0-14-596,0-13 0,0-7 805,0-9 0,-10-10 0,-2-2 0</inkml:trace>
  <inkml:trace contextRef="#ctx0" brushRef="#br0" timeOffset="1066">1452 585 8067,'22'-2'0,"-1"-3"185,1-2 0,9 0 0,5 7 1,5 2 126,3 5 0,16-2 1,5 7-1,2 0-371,1 0 1,-3 0-1,0 5 1,-5-5 58,-10-2 0,1-3 0,-17-7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2:10.4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1071 8030,'-10'15'-322,"-4"-1"0,2 1 0,-1 6 1008,4 1 0,2 0 772,7-1-845,0 1-458,0-10 0,2-12 1,3-14-1,4-8 82,4-7 1,-6 5 0,5-5-1,0 5 37,0 2 0,2 1 0,6-1 0,-4 3-134,-1 4 1,-1 3 0,8 8 0,0-4-177,-1 3 1,1 13 0,0 6 0,2 8-324,5 7 0,-5 4 0,5 8 0,-5-2-673,-3-3 1,-1-7 0,-4 5 0,-1-3 1031,2-5 0,2-11 0,3-6 0</inkml:trace>
  <inkml:trace contextRef="#ctx0" brushRef="#br0" timeOffset="183">586 1071 8030,'-10'-33'-116,"-2"1"1,-7 11 0,2 1 672,2 6 1,8 4-1,-7 10 1,-3 3 2,-2 4 1,-1 7-1,3 15 1,5 5-243,3 0 1,2 7 0,7-8-1,0 4-173,0-1 1,9-10-1,6 3 1,4-5-498,3-2 1,6-10 0,4-5-1,1-5-430,6-2 1,-5-2 0,-1-8-1,-1-9-556,-6-7 0,-2-13 1338,-2 3 0,0-5 0,-1-2 0</inkml:trace>
  <inkml:trace contextRef="#ctx0" brushRef="#br0" timeOffset="350">824 75 8030,'0'-22'243,"0"0"0,2 3 1,3 7-127,2 12 1,1 22 0,-8 21 0,0 13 153,0 6 0,7 6 0,2 4 0,1 7-116,0 5 0,7 8 0,-5 7 1,-6-46-1,0 2-206,-3 0 1,1 1 0,1-4 0,-1-1 0,4 45-1,-3-4-844,-3-8 0,-2-24 1,0-9 894,0-17 0,0-20 0,0-4 0</inkml:trace>
  <inkml:trace contextRef="#ctx0" brushRef="#br0" timeOffset="617">629 703 8030,'0'-22'-156,"0"1"1,2-1 0,6 0-79,6 1 1,12 9-1,6 5 1,1 4 462,6 3 0,2 3 0,2 1 0,1 6-132,-1 2 1,7 2-1,1 10 1,-3 3 78,-2 2 0,-10 2 1,-2-2-1,-3 5 282,-5-1 1,-1 8 0,-6-7 0,-5 2 35,-7 0 1,3-7-1,-3 5 1,-2-3-624,-2-4 0,-3-3 0,0-3-1057,0 1 383,0-10 0,-3-2 803,-4-10 0,5 0 0,-8 0 0</inkml:trace>
  <inkml:trace contextRef="#ctx0" brushRef="#br0" timeOffset="750">1344 638 8030,'-15'-41'0,"1"3"463,-3 2 0,5 16-663,-2-1 1,9 16 0,-2 5 199,4 12 0,-6 17 0,-3 4 0</inkml:trace>
  <inkml:trace contextRef="#ctx0" brushRef="#br0" timeOffset="967">1756 768 8063,'0'-22'95,"0"1"1,0-1 0,0 0 1052,0 1 0,-3 9-745,-4 4 0,-5 6 0,-10 7 0,1 7-132,-1 10 1,0 16 0,1 3 0,-1 10-140,0 4 0,8-4 1,2 6-1,2 3-580,5 3 1,3-8 0,7-2-1,7-4-1297,9-6 1,18-5 1744,4-16 0,1 0 0,9-1 0</inkml:trace>
  <inkml:trace contextRef="#ctx0" brushRef="#br0" timeOffset="1316">2081 1028 8063,'-22'-19'6,"0"4"0,1-1-87,-1 8 1,7 1 0,3 9 259,3 6 0,2-3 0,7 9 175,0 3 0,9 0 1,3 0-1,5-5-123,5-3 0,-5 6 0,11-6 0,-1 1-181,2 0 1,-5-1 0,7-4 0,-2 2 75,0-2 1,0-3 0,-5-4-1,2-5 9,3-8 0,0 1 0,-7-5 0,0-5 20,-1-1 1,-6-6 0,-3 0 0,-3-3 31,-4-4 1,-5 4-1,-10 0 1,-11 3 63,-13 4 0,-14 3 0,-5 5 0,-2 5-78,-6 6 1,8 8 0,3 8 0,4 9-121,3 9 1,9 8-1,5 11 1,8 4-204,6 1 1,8 8 0,17-7-1,11-1-376,13 3 0,19-10 0,12 1 0,14-13-2427,13-7 2953,7-12 0,-41-6 0,1-2 0,2-4 0,-1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2:09.6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22 319 8945,'-7'21'385,"-1"1"0,1 0 0,7 2 0,0 5-178,0 7 1,0-2 0,0 2 0,2 0-83,6-3 1,1 6 0,8-13-1,-2-4-429,1-5 0,4-12 0,1 2-122,1-5 0,-3-14 0,-2-7 0,-5-10 23,-2-5 0,-1-2 0,-4-7 0,2 2 221,-2 5 0,-2-5 0,-3 7 1,2-2 673,5 0 0,-4 10 0,4-3 1503,-5 5-1706,-2 2 0,8 12 0,1 10 0,1 12-229,-1 8 0,8 9 0,-2 2 0,4 0-130,3 1 1,-1-1 0,1-5-250,0 3 1,-1 0 664,1-7 1,-3-13 0,-4-11-286,-8-17 1,-5-5 0,-2-10 0,0 0-250,0 1 1,0 4-1,0-7 1,0-3 224,0-2 0,0 7-37,0 5 0,-9-4 0,-3-1 0</inkml:trace>
  <inkml:trace contextRef="#ctx0" brushRef="#br0" timeOffset="284">672 644 8087,'21'0'14,"1"0"167,0 0 0,-1-8 0,1-1 0,0-3 218,-1-5 0,-6-10 1,-1-1-1,3-1-137,2-3 1,-4-1 0,-3-8 0,0 2-88,0 3 0,-7 0 1,4-7-1,-1-1-180,-1 1 1,0 7 0,-7 2 0,-2 3-152,-6 4 1,-4 11 0,-9 4 35,-1 2 1,0 20-1,1 14 1,-1 9 438,0 13 0,3-3 0,5 10 0,6 0 28,6 5 0,2-2 0,2-1 1,6-2-556,6-5 0,17-5 1,13-7 207,11-7 0,27 5 0,7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2:14.2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7568,'0'12'1185,"0"7"-926,0-4 0,0-3 0,0 2-162,0 3 1,0 2 0,0 3 0,0 2-107,0 5 0,7-5 0,0 7 1,0 1 2,3 4 1,-8 5-1,8 2 1,-3 0 61,1 1 1,-1-1 0,-7 3 0,0 2 16,0 3 1,7-3 0,0-10 0,-2-2-28,-3 3 1,-2-1 0,0-2 0,0-7-119,0-5 0,0-2 301,0 0-148,0-10-290,0-3 0,0-11 209,0-5 0,0-5 0,0-10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2:32.4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20 8307,'0'-12'981,"0"5"1,0 16-305,0 13 1,0 2 0,0 12 0,0 3-166,0 2 0,0 4 1,0 3-1,3 3-396,4-3 1,-5-2-1,8-3 1,-3 1-407,0-1 1,3-2 0,-5-5-1,2-7-1507,-2-5 0,7-2 1797,2-1 0,5-9 0,3-2 0</inkml:trace>
  <inkml:trace contextRef="#ctx0" brushRef="#br0" timeOffset="234">477 302 8912,'14'0'2145,"1"0"-1353,2 0 0,2 0 0,5 0 0,5 0-316,7 0 1,5 7 0,2 0 0,3-2-597,4-3 0,-4-2 0,7 0 0,-2 3-2705,-1 4 2825,1-5 0,-8 8 0,0-10 0</inkml:trace>
  <inkml:trace contextRef="#ctx0" brushRef="#br0" timeOffset="1334">2145 323 8215,'-12'-2'424,"5"-5"1,7 4-1,7-4 1,7 2-160,6-2 0,1 4 1,3-6-1,5 2-4,7-1 0,1 1 0,3 5 0,6-3-72,0-2 0,7 0 1,0 7-1,0 0 5,0 0 1,7 0-1,-2 0 1,2 0-98,-2 0 0,2 0 0,-10 0 1,1 0-4,2 0 1,0 0 0,5 0 0,-5 0-148,0 0 1,-5 0-1,10 0 1,-1 0-36,-1 0 1,-1 0 0,-7 0 0,3 0 78,-3 0 0,5 0 0,-3 0 0,-1 0 67,-4 0 1,-1 0 0,1 0 0,3 0-103,3 0 1,0 0 0,-8 0-1,0 0-59,1 0 0,-1 0 0,0-3 0,-2-2 45,-5-2 1,5-3-1,-5 6 1,5-6 194,3-2 1,-1 5-1,0-5 1,1 2 23,-1 5 1,0-4 0,1 1 0,1 4-191,6 1 1,-3 3 0,10 0-1,0 0 85,-3 0 1,7 0-1,-4 0 1,7 3 12,7 4 1,-4-5-1,4 5 1,-5-2-63,-2 2 0,0-4 0,-2 4 1,-5-4-345,-8-3 1,-13 0-468,-9 0 0,-13 2 1,-13 3 803,-14 2 0,-21 0 0,-23-7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2:35.2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75 8236,'0'-22'1153,"0"1"-778,0-1 0,0 12 1,0 10-3,0 12 0,0 17 0,0 7 0,0 8-98,0 6 0,0-2 0,0 10 1,0 0-524,0-3 0,7 5 0,0-7 0,-2 3-1329,-2 4 1577,6 3 0,-6-8 0,6-2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2:39.3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43 348 8182,'22'0'932,"-7"0"-432,-1 0 0,0 0 1,8 0-1,0 0-284,-1 0 1,11 0-1,4-3 1,5-2-321,2-2 0,0 0 0,1 4 0,-3-1-542,-5-4 0,2 1 1,-9 5 645,-2-5 0,6-5 0,1-10 0</inkml:trace>
  <inkml:trace contextRef="#ctx0" brushRef="#br0" timeOffset="232">650 23 8088,'-14'0'0,"-1"-3"0,-2-2 529,-2-2 0,-3 0 1,-2 7-1,-2 0 248,-3 0 0,-10 0 0,3 0 0,-5 0-660,-2 0 1,0 0-1,-1 0 1,1 0-962,0 0 1,7 0 843,0 0 0,-1 0 0,-6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2:36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1057 8056,'-15'22'0,"3"0"90,3-1 1,-6 4-1,8 1 1,2 5 252,3 3 0,2 0 0,0 4 0,0-4-468,0-3 0,7 5 0,2-7 1,4-5 124,3-7 0,4 2 0,1-7 0</inkml:trace>
  <inkml:trace contextRef="#ctx0" brushRef="#br0" timeOffset="183">326 1209 8014,'9'-12'542,"6"5"0,4 4 0,3 3 1,2 0-484,5 0 0,-3 0 1,10 0-1,0-2-368,-2-5 1,0 4-1,-8-6 1,3 2-1667,-2-1 1975,-13 1 0,5-3 0,-7-2 0</inkml:trace>
  <inkml:trace contextRef="#ctx0" brushRef="#br0" timeOffset="333">564 862 8048,'0'22'-17,"0"0"0,-2-1 0,-3 6 321,-2 9 0,-1 0 1,8 15-1,3-3 93,4 2 1,-2 6 0,7 6-1,0-1-389,0-4 1,2-1 0,8 1 0,-3-4-897,-4 0 888,4-7 0,-7-3 0,10-11 0</inkml:trace>
  <inkml:trace contextRef="#ctx0" brushRef="#br0" timeOffset="683">846 1447 8048,'0'12'1328,"0"-2"0,2-10-970,5 0 0,5 0 0,10 0 0,0 0-79,-1 0 0,1-10 1,2-4-1,2-5-116,3-3 1,7-2 0,-7-2 0,0-6-209,3-1 1,-11 4 0,3-7 0,-9-1-153,-6 4 1,-1-1-1,-8 8 1,0-3-55,0 2 1,-3 6 0,-4 4-1,-10 5 111,-9 2 0,2 3 0,-8 12 1,3 7 209,0 9 0,1 8 0,6-2 0,0 4 161,1 3 0,9-1 1,4 6-1,6-3 31,2 3 1,2-1-1,8-2 1,12-7-277,11-5 0,8-2 0,5-1 1,5-1-523,6-6 1,6-4 0,2-13 0,0-4 535,0-7 0,-10-15 0,-2-5 0</inkml:trace>
  <inkml:trace contextRef="#ctx0" brushRef="#br0" timeOffset="1050">1344 451 9083,'22'0'456,"-6"0"0,4 0 0,4 0-711,0 0 0,7 7 1,0 0-1,3-2 255,5-3 0,2-2 0,2 0 0</inkml:trace>
  <inkml:trace contextRef="#ctx0" brushRef="#br0" timeOffset="1300">1647 83 8307,'12'2'2418,"-2"3"-1839,0 2 1,-1 10 0,8-3 0,-3 6-300,3 1 0,10 1 1,2-1-1,0 1-605,2 0 1,-5-1 0,8 1 0,0-3-85,-1-4 409,-6-6 0,14 1 0,-7 2 0</inkml:trace>
  <inkml:trace contextRef="#ctx0" brushRef="#br0" timeOffset="1517">2189 39 8053,'0'-21'581,"-3"8"0,-1 9 1,-4 8-244,4 11 0,-1 14 0,0 7 0,-5 5 14,-2 2 1,5 10 0,-7 5 0,-3 4-335,-2 3 0,-3 0 0,3 0 0,2 0-355,2 0 1,3-9 0,-5-6 0,5-4-503,3-3 1,-1-11-1,5-8 839,-2-7 0,0-13 0,7 6 0</inkml:trace>
  <inkml:trace contextRef="#ctx0" brushRef="#br0" timeOffset="1717">2189 624 8223,'-3'12'1591,"-1"-2"-993,-4-1 1,1 3 0,10 10-454,4 0 1,2-1 0,8-1-1,-2-3-474,2-3 1,2-9 0,3 2 328,-1-5 0,1-2 0,0 0 0</inkml:trace>
  <inkml:trace contextRef="#ctx0" brushRef="#br0" timeOffset="1849">2384 321 7918,'-22'-34'-275,"1"5"0,6 5 273,1 2 0,9 13-576,-2 9 578,4 9 0,3 13 0,0 0 0</inkml:trace>
  <inkml:trace contextRef="#ctx0" brushRef="#br0" timeOffset="2117">2514 581 7910,'0'21'-85,"0"1"0,0-7 0,0-1 945,0 3 1,0-5-308,0 2 0,0-6-245,0 6 0,0-12 1,0-2-337,0-12 0,7-7 0,3-3 0,-1-2-192,1-4 0,7 3 1,-3-1-1,3 7 116,-2 4 1,4 8-1,-5-5 1,6 2 91,1 6 0,1 4 0,-1 7 0,1 7-22,0 5 1,-1 10 0,1 3-1,-3 1-357,-4 6 0,-6-1 0,-9 1 391,0-3 0,0-9 0,0 4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2:41.6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23 864 8234,'-12'3'564,"4"4"0,6 12 0,2 12 0,0 3-107,0 5 0,2 11 0,3 8 1,5 5-490,2 2 0,0-3 0,5-2 0,-3-4-208,3-3 1,-7-5 0,-1-12 239,1-7 0,2 5 0,10-1 0</inkml:trace>
  <inkml:trace contextRef="#ctx0" brushRef="#br0" timeOffset="200">261 1168 10452,'22'-3'405,"-1"-4"0,1 5 0,0-6 0,2 6-208,5 2 0,-3 0 0,10 0 0,0-2-452,-2-6 0,0 6 0,-8-5 0,3 4-1378,-2 3 1633,-13 0 0,5-9 0,-7-3 0</inkml:trace>
  <inkml:trace contextRef="#ctx0" brushRef="#br0" timeOffset="367">456 843 8198,'0'21'0,"0"3"159,0 5 1,0-2 0,0 9 0,2 2 405,6 3 0,-4 10 1,11-1-1,2 1-243,2 2 0,3 0 1,-1 7-1,1-5-535,0-2 1,-1-2 212,1-8 0,9-9 0,3-3 0</inkml:trace>
  <inkml:trace contextRef="#ctx0" brushRef="#br0" timeOffset="701">868 1319 9308,'9'-14'638,"6"-1"1,-3 8 0,2-7 0,5-3-229,8-2 1,-1-3 0,8-2 0,0-3-234,-1-2 0,-6-7 1,-1 7-1,-6 3-152,-6 2 1,-9 2 0,2 1-1,-4-1-239,-3 0 0,-3 10 1,-4 5-63,-8 5 0,-6 4 1,-6 5-1,-4 8 177,-3 4 0,5 5 0,-4 2 0,1 6 238,6 1 1,2 4 0,5 4-1,4-3 250,8-2 1,5 0-1,4 8 1,5-4-299,8-3 1,23 1-1,13-9 1,9-5-1945,5-7 1,7-7 1852,0-10 0,10-10 0,-5-2 0</inkml:trace>
  <inkml:trace contextRef="#ctx0" brushRef="#br0" timeOffset="1051">1106 388 8679,'0'-12'1219,"10"2"0,6 10 1,11 0-1083,9 0 1,5 7 0,2 0 0,1-2-790,-1-2 1,0-3 0,1 0 651,-1 0 0,0-10 0,1-2 0</inkml:trace>
  <inkml:trace contextRef="#ctx0" brushRef="#br0" timeOffset="1267">1474 106 8171,'-12'2'1424,"5"6"-634,5-6 0,2 17-310,0-4 0,7 4 0,2 3 1,3-1-355,5 1 1,5-8 0,4 1-1,6 2-513,1 2 1,-4 3-1,5-3 387,-3-5 0,17 6 0,-2-8 0</inkml:trace>
  <inkml:trace contextRef="#ctx0" brushRef="#br0" timeOffset="1500">1973 63 8171,'-10'-22'132,"7"8"1,-6 1 478,-1 4 0,5 4-198,-9 12 0,7 13 1,-5 11-1,2 3-7,5 4 1,-7 13-1,-2 6 1,-5 6-62,-3 2 0,0 7 0,1 3 1,-1 2-480,0 5 1,-7-8-1,0-1 1,5-8-1014,8-8 1,-1-13 1146,9-15 0,1-5 0,7-3 0</inkml:trace>
  <inkml:trace contextRef="#ctx0" brushRef="#br0" timeOffset="1700">2016 496 8091,'-15'0'2880,"3"2"-2160,3 6 0,2-4 0,7 11 0,0 2-335,0 2 0,7 3 0,2-1-663,3 1 1,3-3 0,7-4 0,-1-6-1135,1 1 1,0-8 1411,-1 6 0,10-16 0,3-4 0</inkml:trace>
  <inkml:trace contextRef="#ctx0" brushRef="#br0" timeOffset="1799">2124 214 8091,'-21'-14'0,"-1"2"-62,0 2 1,8-4 61,-1 7 0,10-10 0,-4 5 0</inkml:trace>
  <inkml:trace contextRef="#ctx0" brushRef="#br0" timeOffset="2083">2211 366 8091,'7'14'-73,"0"1"1,1 2 261,1 2 1,1 3-1,7-1 1,-5 3 116,-3 5 1,6-5 0,-8 8 0,0-4 64,3 1 1,-8 0 0,5-7 909,-4 0-900,6-10 0,-6-5 0,4-14-361,-4-8 0,-3-6 0,0-6 0,0-4-55,0-3 1,9 5-1,3-5 1,3 3-219,-1 5 0,1 4 1,6 8-1,1 6 137,-1 6 1,1 4 0,0 6 0,-1 8 57,1 11 1,0 9 0,-1 12-1,1 5-441,0 2 0,-8 3 1,-2 7-1,-2-2 499,-5-5 0,-12 4 0,-6-6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2:48.2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10 261 8087,'-10'0'513,"10"0"0,12 0 0,15 0 1,4 0-141,3 0 0,9 0 0,10 0 1,2 0-189,5 0 1,10 0 0,5 0-1,-1 0-113,1 0 1,7 0 0,-5 2 0,0 3-277,-5 2 1,-4 3 0,-3-5 0,2 4-9,5 3 0,-4-7 0,1 5 0,-6-3 126,-5 0 1,0 3-1,4-5 1,-4 2 78,-8-2 1,-4-3 0,-2-2-1,1 3 39,6 4 1,-5-5 0,4 5 0,-4-4-46,-3-3 0,1-7 1,-1-1-1,0 4 35,1 1 1,-1-4 0,-2 0 0,-5 2 108,-7 3 0,0-1 0,-5-2 0,-5-2 195,0 2 0,-7 3 0,3 2 0,2 0-103,2 0 1,-5 0-1,1 0 1,2 0-189,2 0 0,5 0 1,2 0-1,3 0-124,-2 0 0,6 0 0,1 0 0,0 0 5,-5 0 0,4 0 0,1 0 1,2 0 109,0 0 1,-2 0-1,5 0 1,-3 0 94,2 0 1,-4 0-1,2 0 1,3 0-99,1 0 0,4 0 0,-1 0 1,0 0-173,1 0 1,-8-7 0,0-1 0,0 4 84,-2 1 0,7 3 1,-8 0-1,1 0 149,-5 0 0,-2 0 0,-1 0 1,5 0-155,3 0 0,2 0 0,5 0 0,0 0-14,2 0 1,-4-2 0,11-3 0,-1-2 15,1 2 1,-2-5-1,8 3 1,-1 2 85,0 3 1,1 2-1,4 0 1,-5 0 323,-2 0 1,0 0-1,-7 0 1,0 0 258,-5 0 0,-3 0 0,3 0 0,-3 0-359,-1 0 0,-11 0 0,3 2 0,-5 3-1142,-2 2-3902,-1 1 4801,-9-8 0,-21 0 0,-15 0 0</inkml:trace>
  <inkml:trace contextRef="#ctx0" brushRef="#br0" timeOffset="349">1526 1041 8110,'0'14'-10,"0"1"0,0 2 528,0 2 1,0 10 0,3 2 0,4 3-146,7 4 1,-2 3-1,3 2 1,2 1-563,2-1 0,3-7 0,-1-2 0,1 0 189,0-1 0,-1-6 0,1 4 0</inkml:trace>
  <inkml:trace contextRef="#ctx0" brushRef="#br0" timeOffset="533">1873 1257 8198,'22'0'91,"-1"0"1,3 0-1,3 0 526,2 0 0,9 0 0,-4 0 0,2 0-769,0 0 0,-2 0 0,2 0 1,-7 0-576,-5 0 1,-2 0 726,-1 0 0,1 0 0,0 0 0</inkml:trace>
  <inkml:trace contextRef="#ctx0" brushRef="#br0" timeOffset="716">2111 1019 8140,'0'22'69,"3"7"1,1 2 0,6 0 134,2 1 1,3-1 0,4-2 0,-2 4-76,-3 1 0,1 0 0,6-8 0,1 3-326,0-2 197,-1-3 0,1 7 0,0 3 0</inkml:trace>
  <inkml:trace contextRef="#ctx0" brushRef="#br0" timeOffset="1050">2566 1517 7725,'22'0'0,"0"0"-16,-1 0 1,3 0-1,3 0 1,2 0 616,-3 0 1,8-2 0,-1-5-1,4-8-167,-1-4 0,-7-5 1,4-2-1,-1-6-141,-6-1 0,-2 4 0,-5-5 1,-4 0-168,-8 1 0,-5 4 0,-2-5 0,-2 3-123,-5 4 1,-5 3 0,-12 2-1,-3 3-74,-2 5 0,-7-3 1,5 10-1,0 2 40,-1 2 0,-4 3 1,7 3-1,3 4 142,2 8 1,2 11 0,3 5 0,2 1 154,3-1 1,9 7-1,-2-1 1,7 3 22,7 4 1,7-3 0,15-3-1,10-4-331,9-3 1,10-2 0,16-10-1,10-4-1917,8-8 0,2-5 1959,-8-2 0,1-9 0,0-3 0</inkml:trace>
  <inkml:trace contextRef="#ctx0" brushRef="#br0" timeOffset="1484">3194 738 7923,'-12'0'736,"5"0"0,17 0-554,12 0 0,-1 0 0,10 2 0,1 3-715,4 2 0,-2 0 533,2-7 0,0 10 0,7 2 0</inkml:trace>
  <inkml:trace contextRef="#ctx0" brushRef="#br0" timeOffset="1716">3433 543 11146,'9'19'367,"6"-5"0,4 5 0,5-6 0,3 1-839,2 0 1,7-2-1,-5 5 1,3-5 471,4-2 0,3 7 0,2-5 0</inkml:trace>
  <inkml:trace contextRef="#ctx0" brushRef="#br0" timeOffset="1899">3909 521 8039,'-21'-12'33,"-1"5"1,8-3 521,-1 3 0,3 12 0,-2 14 2,7 7 0,4 13 0,3-3 0,0 5-54,0 2 0,0 8 1,0 2-1,0 0-539,0 0 0,0 7 0,0-5 1,0 1-501,0-6 1,0 3-1,0-2 1,-2-6-2146,-6-6 2681,6-8 0,-17-9 0,7-1 0</inkml:trace>
  <inkml:trace contextRef="#ctx0" brushRef="#br0" timeOffset="2099">4018 932 12254,'0'22'1249,"2"0"-1176,5-1 0,3 1 0,7-3 0,-3-2-741,3-2 1,2-10 0,3 2 667,0-5 0,-1 8 0,1 2 0</inkml:trace>
  <inkml:trace contextRef="#ctx0" brushRef="#br0" timeOffset="2197">4104 629 7319,'-19'-9'0,"2"-3"-360,3-1 1,7-3 0,-5 6 1072,2-2-713,3 7 0,7-4 0,0 9 0</inkml:trace>
  <inkml:trace contextRef="#ctx0" brushRef="#br0" timeOffset="2449">4278 911 8039,'2'14'118,"3"1"59,2 2 1,3 2 0,-5 2-1,2 1 126,-2 0 0,4-1 1,-1 1 394,-4 0 1,-1-8 567,-3 1-1231,0-10 1,0-5 0,0-15 0,0-4-220,0-3 0,2 0 0,3-2 0,5-2-79,2-3 1,2 0-1,8 7 1,-1 3 317,1 5 1,7-3-1,2 10 1,1 2-7,-1 2 0,5 6 0,-5 4 0,1 10-406,-1 9 0,-2 1 1,-10 9 356,-5 3 0,6 1 0,-8 4 0</inkml:trace>
  <inkml:trace contextRef="#ctx0" brushRef="#br0" timeOffset="2916">5643 326 10165,'21'0'928,"1"0"1,2 0-667,5 0 1,-3 0 0,13 0 0,4 2-579,5 5 1,3-4-1,-8 4 316,1-4 0,9-3 0,2 0 0</inkml:trace>
  <inkml:trace contextRef="#ctx0" brushRef="#br0" timeOffset="3082">6228 66 7988,'-22'-12'43,"0"-5"0,1 7 0,-3 1 151,-5-1 0,5 3 0,-8 7 0,1 0 85,-5 0 0,-5 0 0,0 2 0,3 3-512,1 2 1,11 3 232,-3-3 0,-5-4 0,1 6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2:46.7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63 499 8207,'-21'0'1231,"-1"0"-955,10 0 1,5 7 0,14 1 0,10-3 195,9-3 0,1-2 0,9 0 1,3 0-466,1 0 0,4 0 0,-1 0 0,-2 0-337,-5 0 0,3 0 330,-10 0 0,9-10 0,-4-2 0</inkml:trace>
  <inkml:trace contextRef="#ctx0" brushRef="#br0" timeOffset="234">843 1 10289,'0'31'0,"0"5"859,0 5 0,0 5 0,0 5 0,0 6-982,0 6 1,0-5-1,0-3 1,0-2-642,0-5 764,0-2 0,10-3 0,2 1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2:54.6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1409 8391,'-19'-3'817,"4"-4"343,-4 5 1,17-6-650,-6 16 0,6 4 0,4 9 1,6-1-263,6-6 1,0 3 0,6-10-1,4-2-184,0-3 0,10-2 0,-1 0 0,3-2-431,0-5 0,-2 2 1,5-10-1,-6-1 94,-1-4 0,-3-9 0,-8 0 0,-2 1 47,-4-4 1,-5 6 0,-10-8-1,0 3 196,0 4 0,-10-4 0,-7 2 1,-7 3 28,-5 2 0,-2 2 0,4 3 0,-2 4-53,3 8 0,-1 5 0,1 4 0,-3 8 5,3 11 0,9 11 0,5 11 0,2 0 200,5 1 0,3 6 0,2 3 0,2 0 67,6 0 1,6-2 0,15-10 0,7-5-130,5-8 1,9-6 0,3-7 0,5-8-267,10-5 0,4-11 0,12-8 176,3-10 0,-15-16 0,-30 15 0,0 1 0</inkml:trace>
  <inkml:trace contextRef="#ctx0" brushRef="#br0" timeOffset="949">673 369 8210,'-22'0'1037,"7"0"-370,1 0 0,9 2 0,0 3-117,10 2 1,10 0-1,11-7 1,5 0-489,3 0 1,2 0-1,8 0 1,-4 0-557,-3 0 0,1 0 0,-9 0 1,-3 0-2425,-1 0 2918,-4 0 0,10-9 0,3-3 0</inkml:trace>
  <inkml:trace contextRef="#ctx0" brushRef="#br0" timeOffset="1133">976 87 8210,'-15'-2'396,"1"-6"0,7 6 845,-8-5 0,13 14-635,2 7 0,10 6 1,14 1-1,2-1-485,3-6 0,2 5 1,-4-4-1,4 2-520,3-3 1,-1 5-1,4-7 399,-9 0 0,6 8 0,0-8 0</inkml:trace>
  <inkml:trace contextRef="#ctx0" brushRef="#br0" timeOffset="1333">1409 0 8210,'-9'12'135,"-1"0"0,-7-4 1,5 6 238,2 5 1,-4 13 0,4 4 0,1 5 34,-1 2 0,-4 3 1,4 4-1,0 6-177,1-1 0,-6 8 0,6-8 0,-1 3-320,0 0 0,-4-10 0,7 2 0,2-6-1623,2-8 0,3-5 1711,0-9 0,-9-10 0,-3-3 0</inkml:trace>
  <inkml:trace contextRef="#ctx0" brushRef="#br0" timeOffset="1516">1496 390 8210,'-10'12'403,"-4"-4"1,2 4 0,0 2 304,2 5 0,3 3 0,7 0 0,0-1-554,0 1 1,0 0 0,2-1 0,3 1-901,2 0 1,10-8 0,-2-2 745,4-2 0,12-3 0,3-7 0</inkml:trace>
  <inkml:trace contextRef="#ctx0" brushRef="#br0" timeOffset="1883">1582 174 8210,'-21'-12'-1010,"-1"4"990,10 6 1,10 4-1,11 3 1,3 5 73,5 2 1,2 0 0,1 5-1,-3-3 17,-3 3 1,0 2-1,8 3 1,0 0 181,-1-1 0,-6 8 0,-3 0 0,0 0 108,0 2 1,-7-7 0,2 8 137,-5-1 1,-2-7 0,0 5 1157,0-5-1292,0-12 1,0-12-1,0-14 1,0-6-157,0-1 0,0-1 1,0-2-1,3-3-122,4-1 1,5-1 0,10 9 0,-1 6-104,1 7 0,0-3 0,-1 3 0,4 4-108,3 8 0,-4 7 0,5 12 0,-5 5-528,-2 7 1,-3 5 0,-4 3 0,-6-1-2225,1 0 2876,-8-9 0,8 7 0,-10-7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2:57.4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76 1 8210,'-22'0'-139,"0"0"0,8 0 808,-1 0 1,13 0-1,2 0-242,12 0 1,27 0 0,13 0-1,21 0-237,21 0 1,-41 0-1,2 0 1,11-1 0,3 2-1,3-1 1,3 2-126,6 1 0,4 1 1,9 2-1,4 0 1,-27 0-1,0 1 1,1-1-1,2 0 1,0 0-1,0-1-203,0 1 0,0-1 1,-1-1-1,1-2 1,-1-1-1,-1 1 0,1 1 1,-1 0-1,0 0 1,0 0-1,1-1 0,-1 0 157,1 1 1,-1-1 0,-1 1 0,25 1 0,-4-1 0,-5-3 0,-3 0 0,-7 0 0,-2 0 175,-6 0 0,-1 0 1,-6 1-1,-1 0 0,-5 1 1,-1 1-1,38 4 645,-20-2 1,-25-2 0,-19-3-1724,-5 0 0,-15 0 1,-9 0-1998,-12 0 2880,-7 0 0,-12-10 0,-3-2 0</inkml:trace>
  <inkml:trace contextRef="#ctx0" brushRef="#br0" timeOffset="367">314 975 8676,'2'22'998,"3"2"0,2 5-635,-2 7 0,7 8 1,0 4-1,3 2-491,-1-2 1,-2-2-1,5-3 1,-3-2-899,3-4 1,-5-6 1025,3-10 0,-1 1 0,8 0 0</inkml:trace>
  <inkml:trace contextRef="#ctx0" brushRef="#br0" timeOffset="535">574 1257 8787,'22'0'722,"-8"3"1,3 1 0,5 4-635,4-4 0,10-1 1,-5-3-1,3 0-640,5 0 1,-8 0 0,0 0 551,1 0 0,-8 0 0,7 0 0</inkml:trace>
  <inkml:trace contextRef="#ctx0" brushRef="#br0" timeOffset="700">856 1019 8095,'0'21'-7,"0"1"0,0 0 222,0-1 1,0 8-1,0 3 1,2 1 146,5 6 0,-2-5 0,7 2 1,0 0-210,0-2 0,3 6 1,4-6-154,-5 0 0,6 7 0,-8-8 0</inkml:trace>
  <inkml:trace contextRef="#ctx0" brushRef="#br0" timeOffset="1066">1354 1344 8164,'22'-10'20,"-1"5"0,1-9 1,0-3 200,-1-2 0,1 4 0,0 1 0,-3-3 68,-5-2 0,5-5 1,-6-3-1,-1-2-163,-5 3 0,-5 2 0,-2 2 0,0 0-26,0 1 1,-2-1 0,-5 3-61,-8 4 1,-4 6 0,-5 9-1,-5 2 136,-7 5 0,2 6 0,0 11 0,3 4 125,5 9 1,-6-4 0,3 3 0,5 3-110,7 2 0,1-5 1,8 0-1,6 3-179,7 1 0,9-6 0,18-5 0,11-5-372,12-2 0,17-10 1,10-5-1,10-7-707,-42-3 0,1-1 1066,2 0 0,0-4 0,1-11 0,0-3 0,0-1 0,0 0 0</inkml:trace>
  <inkml:trace contextRef="#ctx0" brushRef="#br0" timeOffset="1450">1765 651 8284,'8'-15'730,"-1"1"0,3 9-488,-3-2 0,5 4 0,9 3 0,4 0-66,3 0 1,-1 0 0,7 0-1,-1 3-479,1 4 1,0-5 0,2 5-1,-5-4 303,0-3 0,-6 9 0,6 4 0</inkml:trace>
  <inkml:trace contextRef="#ctx0" brushRef="#br0" timeOffset="1666">2047 369 7990,'-12'0'2195,"5"2"-1686,14 5 0,5 6 0,10 8 0,-1 1-219,1 0 0,9 2 0,6 2 0,3 3-732,4-3 0,-1 1 0,0-1 1,1 3-2336,-1-2 2777,0-13 0,1 5 0,-1-6 0</inkml:trace>
  <inkml:trace contextRef="#ctx0" brushRef="#br0" timeOffset="1883">2632 434 8998,'0'22'557,"0"-1"1,-7 3 0,-3 5 0,-2 10-203,-5 9 0,-2 7 1,-5 10-1,-2 3-287,-3 4 1,-3-5-1,6 8 1,-3-5-643,3-5 1,1-8 0,4-20-393,-1-9 966,10-4 0,-7-11 0,7-4 0</inkml:trace>
  <inkml:trace contextRef="#ctx0" brushRef="#br0" timeOffset="2083">2675 781 9431,'-12'9'925,"3"-4"1,9 9-1,0 3-621,0 3 1,0 1 0,0 1 0,2 0-367,5-1 1,-2-2-1,7-2 1,0-5-2331,0-2 2392,3 7 0,6-5 0,1 9 0</inkml:trace>
  <inkml:trace contextRef="#ctx0" brushRef="#br0" timeOffset="2433">2740 586 8063,'-14'-8'0,"2"-1"-219,2-3 1,1 7 0,4-5-269,-2 1 1,2 9 486,12 0 0,-2 2 0,9 12 0,3 6-118,2 6 1,-4 1-1,-1 9 1,3 0 416,2-2 0,-4 6 0,-1-1 0,1 7-7,-3 4 1,5-2 0,-8-9 0,1-3 98,0 3 0,-1-6 0,-4 1 16,2-3 0,0-9-244,-7-8 0,0-18 0,0-4 0,0-11 59,0-10 0,0 3 0,0-10 1,0-1-110,0 4 1,3-6 0,4 8 0,5 0-150,0-1 1,7 4 0,-4 6 0,4 3 92,3 4 1,-1 6-1,4 9 1,1 0-43,3 0 0,7 16 0,-7 8 0,-3 5-333,-2 3 1,-2 6 0,-3-4 0,-4 2-1639,-8 0 1956,-5-9 0,-2 13 0,0-6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3:00.9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812 84 8202,'-43'-21'316,"-10"-1"0,7 8 0,-5 2-6,6 2 0,-6 5 0,-2 15 1,-2 11-337,-5 13 1,-3 14-1,-2 5 1,5 0 125,9 0 0,13 5 0,23-8 1,11-1-89,8-4 0,18-4 1,17-5-1,9-7 57,9-5 1,6-2-1,2-3 1,0-2 387,0-2 1,-10-8 0,-2 5 0,-2 0 44,-1 0 1,-9 2 0,-12 8 0,-7 0-299,-8-1 1,-4 13 0,-12 7 0,-10 10-205,-17 4 0,-15 3 0,-23 7 0,-3-3-148,-2-4 0,-8-12 0,6-15 1,-1-4-494,1-8 0,6-12 0,15 0-963,10-4 0,16-6 1604,6-4 0,28 5 0,17-8 0</inkml:trace>
  <inkml:trace contextRef="#ctx0" brushRef="#br0" timeOffset="266">899 1038 9728,'-12'9'1040,"2"3"0,10 10-692,0 0 0,10-3 0,6-2 0,9-5-12,3-3 0,11-1 1,-1-8-1,8-5-14,5-10 0,7-1 0,-8-18 0,-2 0-104,-2 0 0,-15-2 1,-7-5-1,-9 5-104,-6 7 1,-11 5 0,-17 3 0,-15 1-250,-17 6 0,-9 4 0,-5 10 1,0 3-360,0 4 0,10-2 0,4 9 0,6 5-1178,1 8 0,13-1 1672,9 11 0,1-1 0,9 7 0</inkml:trace>
  <inkml:trace contextRef="#ctx0" brushRef="#br0" timeOffset="432">1635 1319 9396,'3'-19'3020,"4"5"-3478,-5 4 0,10 10 458,-4 0 0,-6-10 0,8-2 0</inkml:trace>
  <inkml:trace contextRef="#ctx0" brushRef="#br0" timeOffset="514">1679 1016 8015,'-34'-31'150,"3"9"1,11-2 563,6 7 1,2 12-715,5-2 0,4 14 0,-6 5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3:18.0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0 8367,'-3'51'-676,"-2"0"0,-2-3 958,2-2 0,3-2 0,2-1 0,0 1-357,0 0 1,2-1-1,3 1 1,5-3-551,2-5 0,-5 5 625,8-5 0,-10 6 0,4 1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3:18.2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 8344,'-8'29'90,"1"0"1,-7 9-1,6-1 1,4 4-170,1 2 1,3 3-1,3 3 1,4 4-272,7 3 0,-2-6 0,1 6 0,-1-3-438,0-4 788,-7-3 0,14 7 0,-7 3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3:18.3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107 0 8224,'-32'56'452,"8"0"0,-3-8 0,11 0-594,8-6 0,16 1 0,6-7 1,8 6-426,7 1 0,-5 1 1,5-1-1,-7 1 366,-8-1 0,3 3 0,-9 3 0,-1-1 201,3-7 0,-8 3 0,8-1 0,-10 13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3:18.6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8199,'9'43'334,"-6"1"0,4-1 0,-2 3-98,2 5 0,5-5 0,12 5 1,3-3-490,2 3 0,2-5 1,-4 2-1,2-9 97,-2-10 0,-3-5 0,-2-2 1,-1 0-79,1 0 0,-7-3 1,-1-2-1,1-3-99,-3 3 0,5 3 0,-10 4 0,-2 3 333,-3 2 0,-2 7 0,0-5 0,0 1 0,0-1 0,0 6 0,3-8 0,2 0 0,2 2 0,10 3 0,-5 10 0,2-1-22,1 1 1,-1 6-1,8 1 1,-2-2 287,-6-3 1,-2-3-1,-7-2 1,5 0 557,2 3 1,-5-13 0,8 11-1,2-6-715,2-2 1,3-5 0,2 5 0,2 0-942,4-1 1,-1-4 831,-8 8 0,1-1 0,0 8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3:18.8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8053,'0'36'0,"2"-2"-122,5-3 0,-2-1 0,10-9 0,4 1-142,8 0 0,-1 0 0,8 2 0,0 2 221,0 3 0,0 10 1,4-5-1,-4 2-17,-2 1 0,-3-8 1,-7 5-1,-1-1 60,1 1 0,-2-5 0,-4 5 0,-1 0 0,2 0 0,12 2 0,5 8 0</inkml:trace>
  <inkml:trace contextRef="#ctx0" brushRef="#br0" timeOffset="115">654 850 7954,'22'22'43,"-3"0"1,-2-1-1,-2 1 90,1 0 0,-1-7 1,4-1-1,6 3-34,-1 2 1,-2 3 0,-6 0 0,-1 0 235,2-1 0,2 1 0,3-2 1,0-3-161,0-3 0,-8-7 0,1 5-175,2-2 0,2 7 0,3-5 0</inkml:trace>
  <inkml:trace contextRef="#ctx0" brushRef="#br0" timeOffset="715">719 1133 7940,'-22'0'1102,"10"3"-862,5 4 0,5-2 0,4 7 5,5-2 1,8 6 0,12-3-1,4 1-42,3 1 1,-5-1-1,5 5 1,0-2-59,0-2 0,-8-3 1,3 5-1,-5-5 66,-2-2 0,0 4 1,0-6-1,-3-1 198,-4 2 0,4-6-453,-5 4 1,3-7-1,-2-10 1,-8-9-171,-4-8 0,-1-14 1,3 0-1,2-7 6,-2-1 0,-3 3 1,-2 3-1,0-1 488,0 1 1,0 6 0,0 4-379,0 1 1,0 3-2208,0 7 2305,10 10 0,-8 3 0,8 9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3:17.3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1242 1 8484,'-12'9'-329,"-5"-4"1,7 7 328,-2-2 0,-2 7 0,-8-5 0</inkml:trace>
  <inkml:trace contextRef="#ctx0" brushRef="#br0" timeOffset="166">1002 349 8484,'-33'22'0,"1"-8"0,10 1 0,1 2-85,-1 2 1,7-4 0,3-1-1,0 3-21,0 2 0,5 3 1,-5 0-1,0 0-116,-1-1 1,9-6-1,-4 0 1,3 1 221,-2 4 0,-5 2 0,-10-1 0</inkml:trace>
  <inkml:trace contextRef="#ctx0" brushRef="#br0" timeOffset="316">589 1002 8455,'-15'34'0,"1"-2"0,-3-3 20,-3 0 1,-1 2 0,-1-4 0,2 4 97,6 3 1,-5-7 0,6 4-1,-1-2-206,-1 0 0,11 0 1,-6-7-1,3 0-112,-1 0 0,1-1 0,7 1 0,0 0-52,0 0 0,0-1 0,0 1 1,0 2 251,0 5 0,0-4 0,0 4 0,-10 5 0,-2-1 0</inkml:trace>
  <inkml:trace contextRef="#ctx0" brushRef="#br0" timeOffset="432">306 1852 8455,'-3'43'-179,"-4"1"1,2-1 0,-9 1-1,-1-1 284,3 1 1,-7-1 0,4 1 0,-4 0 170,-3-1 1,7 8-1,1 0 1,-3-1-273,-2 4 1,4-8 0,3 7 0,0 0-341,0 5 1,5-7-1,-6-5 0,4-10-78,4-4 1,5 4 0,5-7 413,2-2 0,10-3 0,-5-2 0</inkml:trace>
  <inkml:trace contextRef="#ctx0" brushRef="#br0" timeOffset="548">110 3180 8411,'-3'46'-693,"-2"5"1,-4 4 591,-3 1 1,-1 7 0,-3-5 0,1 5 87,-2 2 1,7 1 0,3-4 0,5-1 12,2-3 0,0 0 0,0 7 0,0 1-153,0-1 1,0-7 152,0 0 0,9-9 0,4 4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3:24.9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893 371 8115,'-22'-10'-393,"1"8"0,1-3 705,6 10 1,-6 7-1,8 10-261,0-1 0,-5 8 1,8 1-1,-4-4-52,-3-2 0,3 1 1,-1 1-1,-3 3-90,-2-2 0,-1-3 0,3-2 0,3 0-172,-3-1 0,5 1 0,0 0 263,2 0 0,-7-1 0,5 1 0</inkml:trace>
  <inkml:trace contextRef="#ctx0" brushRef="#br0" timeOffset="615">915 545 8115,'0'-22'1051,"7"1"581,0-1-1073,1 0 0,-18 10 0,-7 7-237,-10 10 1,3 7 0,-7 12 0,2 3-51,0 2 1,-10 12 0,3 0 0,-5 10 1,-3 5 0,3 2 0,2 9 1,5 4-192,3 1 1,2 8 0,7-7 0,3-6-157,4-6 0,8-10 0,17-17 1,9-13 13,8-11 0,14-8 1,0-4-1,7-8-18,1-11 1,6-13-1,3-17 1,3-7 70,-3-5 0,-5-5 0,-9-2 1,-3-5-18,-5-2 1,0-1 0,-14-2 0,-10 8-63,-7 4 1,-10 5-1,-7 2 1,-12 6-110,-7 2 0,-8 2 0,-12 7 0,-7 1-80,-5-1 1,-2 1 0,-1 1 0,1 9 319,0 11 0,-8 10 0,-2 14 0,0 8-743,0 12 0,5 9 0,14 15 697,13 5 0,-1 4 0,10 11 0</inkml:trace>
  <inkml:trace contextRef="#ctx0" brushRef="#br0" timeOffset="1133">1307 698 8188,'-12'2'1173,"5"5"0,4 8-562,3 4 0,0 3 0,3 0 0,4-1-633,7 1 1,6 0-1,4 0 1,5 0-576,7-1 1,5-6-1,0-3 1,-2-2-1081,-3-6 1677,1-1 0,6-3 0,1 0 0</inkml:trace>
  <inkml:trace contextRef="#ctx0" brushRef="#br0" timeOffset="1315">1699 654 8089,'-22'-22'0,"8"10"0,1 2 0,1 3 275,0 0 1,5 2 0,-5 12 0,0 8 306,0 4 1,4 15 0,-4 7-1,0 10 159,0 5 0,5 4 0,-5 13 0,0 7-332,0 4 0,4 3 0,-6 3 1,-1 2-599,3 2 1,-5-2 0,8-12 0,-1-10-832,0-9 0,3-18 0,5-14 1020,-6-5 0,6-11 0,-8-4 0</inkml:trace>
  <inkml:trace contextRef="#ctx0" brushRef="#br0" timeOffset="1582">1786 1220 8089,'-22'3'531,"0"1"-24,1 4 1,-1 9 0,0-3-1,3 6-45,4 1 1,-2 8-1,10 0 1,2-2-68,3-3 1,2 5 0,2-2-58,5-8 1,6-7 0,11-12-1,2-2-119,3-5 1,0-8 0,-7-12 0,0-4-180,0-3 1,0 0 0,-3-4 0,-5 4-321,-6 2 1,1 3 0,-1 7 0,-4 1-3679,-1-1 562,-3 0 3396,0 10 0,-10-7 0,-2 7 0</inkml:trace>
  <inkml:trace contextRef="#ctx0" brushRef="#br0" timeOffset="1899">1960 1242 13512,'0'22'466,"3"-8"1,4 1-505,7 2 0,-2-8 0,3 1 0,2-3-77,2 1 1,-4-1 0,-1-7 0,3-3-159,3-4 0,1-5 0,1-10 0,0 1-209,0-1 1,0 0 0,-3 0 0,-2 0 190,-3 1 0,-6-1 0,4 0 483,-3 0 1,-1 13 140,-8 9 1,0 2 0,-3 13 0,-2 2-38,-2 2 0,0 3 0,7 2 1,0 2 21,0 3 1,0 1 0,0-9-796,0 1 0,10 0 0,4-3-580,5-4 0,3 2 1057,0-10 0,0-10 0,0-9 0</inkml:trace>
  <inkml:trace contextRef="#ctx0" brushRef="#br0" timeOffset="2132">2701 894 10150,'0'21'1349,"0"1"0,0 2-854,0 5 0,0 3 0,2 9 0,3 0-479,2 5 1,3 2-1,-5-4 1,2-3-842,-2-5 0,-3 3 0,-2-10 825,0-2 0,10-3 0,2-2 0</inkml:trace>
  <inkml:trace contextRef="#ctx0" brushRef="#br0" timeOffset="2298">2526 1177 8071,'15'0'458,"-1"0"0,3 0 0,10 0 0,4 0-279,3 0 0,10 0 0,9 0 1,0 0-683,1 0 0,-4 0 503,-6 0 0,-1 0 0,1 0 0</inkml:trace>
  <inkml:trace contextRef="#ctx0" brushRef="#br0" timeOffset="2666">87 1830 8221,'-19'2'1085,"7"3"-619,12 2 0,24 1 1,32-8-1,29 0-285,-32 0 0,5 0 0,15 0 0,4 0 0,9-1 0,4-1 0,-22 0 0,2 0 0,1-1-65,5-1 1,3 0-1,0-2 1,7-3-1,2-1 1,0-1-1,2 1 1,2-2-1,-1 1 1,-2-1-1,0 1 1,-1 0-170,-5 1 0,-2 0 0,0 1 1,-8 1-1,0 0 0,-2 2 1,29-2-1,-1 1 0,-6 3 1,-2 1 200,-6 1 1,-3 2 0,-13 0 0,-3 0 0,-8 0 0,-2 0 0,33 0 431,-21 0 1,-22 0-554,-17 0 0,-17 0 0,-14 0 0,-18 0-873,-14 0 0,-16 9 846,-8 6 0,-15 4 0,-4 3 0</inkml:trace>
  <inkml:trace contextRef="#ctx0" brushRef="#br0" timeOffset="4814">3833 1743 12167,'22'0'440,"2"0"1,5 0 0,5 2-398,0 5 0,7-4 0,-5 4 0,5-4-1201,3-3 1,-10 2 1157,-5 5 0,-5-4 0,-2 6 0</inkml:trace>
  <inkml:trace contextRef="#ctx0" brushRef="#br0" timeOffset="5032">4312 1416 7990,'-29'0'0,"-2"0"386,-3 0 1,5 0 0,-5 0-1,0 0 100,0 0 0,-10 0 1,-6 0-1,1 0-545,3 0 0,3-7 0,-1 0 59,1 2 0,-1 2 0,1 3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3:28.0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850 262 8127,'-22'-3'0,"0"-2"416,0-2 0,0-3 0,-2 6 0,-2-4 130,-3 3 0,-8 5 1,6 8-1,-3 6-11,-5 6 1,8 4 0,2 5-1,5 5-439,2 0 0,0 7 0,3-5 0,4 5-59,8 3 1,4-10 0,6-5 0,4-5-21,8-2 1,6-10-1,6-5 1,5-7-235,1-7 0,4-8 0,4-12 0,-5-4 257,-7-3 0,3-9 0,-6-8 0,-4 0 41,-5-2 0,-12 7 0,2-5 0,-7 5-155,-7 2 1,-10 8 0,-17 2-1,-12 3-4,-7 4 0,-13 5 0,-9 8 0,0 7 47,0 4 1,5 6-1,12 4 1,7 10-350,5 9 0,13-1 0,6 6 0,10-2-698,10 0 0,4 0 1078,3-7 0,10 9 0,2 3 0</inkml:trace>
  <inkml:trace contextRef="#ctx0" brushRef="#br0" timeOffset="483">1002 44 8054,'-2'12'3596,"-6"-5"-3036,6-4 0,-5 6 0,14 6-542,7 4 0,6 0 0,4-2 0,3-2-325,2 2 0,7 2 0,-5 1 0,3-3-270,5-3 1,0-9 0,-1 2 0,-4-4-148,-2-3 0,-1-3 0,-7-4 0,1-8 503,-6-4 1,-9-3 0,2 0 0,-3-2 353,-4-5 1,-2 5 0,-3-5 0,0 5 1434,0 2-1118,0 10 1,0 5-1,0 16 1,0 13-134,0 12 0,0 17 0,0 7 0,0 5 227,0 2 1,2 13 0,3 6 0,2 8-58,-2 0 1,5 5 0,-3-5 0,-2-5-105,-3-5 0,-4-21 0,-3-6 0,-5-14 26,-2-11 1,-2-16-1,-8-7 1,0-7-360,0-7 0,1-7 0,-1-16 0,0-6-678,0-5 1,10-3 0,5 1 0,4 2-1241,3 5 1,0-6 0,0 9 1867,0-1 0,0 2 0,0 10 0</inkml:trace>
  <inkml:trace contextRef="#ctx0" brushRef="#br0" timeOffset="799">1873 436 8354,'-22'0'1721,"10"2"0,5 5-1165,5 8 0,2 4 1,0 3-1,2 2-378,5 5 1,3-4 0,7 4 0,-3-5-838,3-2 1,3-3-1,1-2 1,1-5 658,0-2 0,9-3 0,3-7 0</inkml:trace>
  <inkml:trace contextRef="#ctx0" brushRef="#br0" timeOffset="914">1895 109 7915,'-12'-10'14,"-5"-2"0,7-7 0,0 2-1,1 3 1,4 9-14,12-3 0,5 6 0,10 2 0</inkml:trace>
  <inkml:trace contextRef="#ctx0" brushRef="#br0" timeOffset="1166">2221 370 7915,'0'22'-73,"3"-7"0,2-1 0,2 3-270,-2 3 0,5-6 0,-3 1 0,-2 2 901,-3 2 0,-2-5 1,0 1-110,0 2 1,-2-7 0,-6-3-250,-6-5 0,2-2 0,0-2 0,2-5-1,5-8 0,3 3 0,2-3 0,0-2 11,0-2 1,2 5 0,5-1 0,8 1-94,4 1 1,10 4 0,3 9-1,2 0 143,4 0 1,11 2-1,2 8 1,-1 12-287,4 12 0,-16 7 0,3 2 0,-7 1-508,-7-1 0,-13 1 534,-6-1 0,-6 1 0,-2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3:40.2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306 44 8245,'-22'-14'-557,"0"-1"311,0 11 0,1-6 417,-1 10 0,3 2 0,2 8 0,2 12-1,-2 12 1,-2 9-1,-3 8 1,0 10 195,0 9 1,8 14 0,2 16-1,7-49 1,0 2 39,2 2 1,1 1-1,1 5 1,0 1 0,2-1-1,0-1 1,2 1 0,2-1-168,1-1 1,2-2 0,4-4 0,3-2 0,0-1 0,1 0 0,1-2 0,0 0-247,22 44 1,2-19-1,2-8 1,3-4-1127,5-6 1,-2 1-1,6-7 1133,-2 1 0,-2 1 0,-7-7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3:53.6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66 8032,'-12'-10'44,"0"5"571,5-9-214,5 9 1,-8-7-40,10 4 0,2 6-257,6-5 1,4 4 0,9 3-1,4 0-170,4 0 1,-3 3-1,8 4 1,0 7 129,0 6 1,-8 11 0,6 6 0,-3 6-30,0 8 1,0 7-1,-7 12 1,0 5-88,-1 3 1,-9 9 0,-4 7 0,-8-4 138,-8-8 0,1 0 0,-12-9 0,-5-3 169,-1-2 1,-1-5-1,-1-5 1,-2-8-157,3-4 0,1 5 0,4-2 0,1-8-274,6-10 0,-3-7-435,10-2 0,2-10-1028,12-4 1636,5-16 0,10-4 0,0-10 0</inkml:trace>
  <inkml:trace contextRef="#ctx0" brushRef="#br0" timeOffset="766">741 0 6835,'-9'22'19,"6"-7"0,-7-3 301,1-3 0,6 1 1,-6-5 108,-1 2 0,8 3 143,-6-3 129,6-5-548,2 18 1,10-18 0,4 6-118,5-6 0,-4 5 0,0 0 0,1-2-85,4-2 0,-6 4 1,1 3-1,-1 2-77,-2 5 1,1-5 0,-9 2 0,4 6 86,-4 6 0,-4-2 0,-4 6 0,-6-4 129,-2 3 0,-5-5 1,-10 5-1,-2-4 76,3-4 0,1-1 0,4-3 1,-1-5 127,0-3 0,8-1 0,-1-8 42,-2 0 0,10-3-232,7-4 0,2 5 0,13-6 0,2 6 0,2 2 0,3 0 1,2 0-1,3 0-120,2 0 1,0 7-1,-7 0 1,-1 1-549,1 1 0,0-4 1,0 7-1,-1-2-370,1-5 0,-2 0 934,-6 2 0,15-5 0,-5 8 0</inkml:trace>
  <inkml:trace contextRef="#ctx0" brushRef="#br0" timeOffset="1550">567 196 7944,'0'-12'1566,"0"0"-866,0 5-385,0 4-162,0-16 1,10 7-69,4-10 1,-2 10 0,0 2 0,1 3-107,-1 0 1,-5 0-1,7 7-481,3 0 1,-5 0-1258,3 0 1759,-10 0 0,14 0 0,-7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3:57.9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196 480 9068,'22'0'957,"0"0"1,0 0-589,0 0 0,9-7 0,5 0 0,5 2-309,3 2 0,0 1 1,-1-3-1,-2-2-698,-5 2 1,-4 2 0,-10 3-1146,-1 0 1783,-8-9 0,6-3 0,-7-10 0</inkml:trace>
  <inkml:trace contextRef="#ctx0" brushRef="#br0" timeOffset="333">654 1 8113,'-22'0'-745,"0"0"1165,0 0 0,-2 0 1,-2 0-8,-3 0 0,-3 0 0,5 0 0,-4 0-71,-3 0 0,-2 7 0,-8 0 1,1 1-344,-1 1 1,8-6 0,2 7-1,3-3-405,4 0 0,3 0 406,2-7 0,0-9 0,0-3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4:05.1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1481 7996,'-14'-22'901,"1"1"-92,4-1-2631,1 10 1822,8 2 0,10 10 0,2 0 0</inkml:trace>
  <inkml:trace contextRef="#ctx0" brushRef="#br0" timeOffset="349">1895 0 8293,'0'22'-312,"-7"-5"0,0 5 1,2 9 294,2 8 0,3 22 1,0 6-1,0 11 333,0 11 0,0-2 0,0 8 1,0-3-321,0 2 1,0-4 0,0 1 0,0-11 3,0-14 0,0-1 0,0-9 0</inkml:trace>
  <inkml:trace contextRef="#ctx0" brushRef="#br0" timeOffset="616">850 1372 8286,'-22'0'631,"3"3"-579,4 4 0,10-2 0,20 7 0,16 0 122,15 0 1,22-5-1,19 5 1,-37-6 0,2-2-103,4-1 1,1-1 0,8 0 0,1-2 0,6 1 0,1-2 0,3 1 0,1-2 47,2-1 0,1-1 0,-2-1 0,-1 0 0,2-3 0,0-1 0,-4 2 0,0 0-70,-2-2 0,-1 1 0,-4-2 0,-1 0 1,0 0-1,-1 1 0,-6 1 0,-4 1-424,39 0 0,-25 5 0,-22 2 0,-9 0 374,-10 0 0,0 5 0,-7 9 0,-5 10 0</inkml:trace>
  <inkml:trace contextRef="#ctx0" brushRef="#br0" timeOffset="1400">719 2461 8275,'0'24'137,"0"5"1,0 3-1,0 7 1,0-6-72,0-1 0,10 4 0,2-4 1,2-1-280,1 1 1,-1-3 0,6-8 212,-6 1 0,6 0 0,-8 0 0</inkml:trace>
  <inkml:trace contextRef="#ctx0" brushRef="#br0" timeOffset="1582">937 2614 8174,'14'0'0,"1"0"0,2 0-133,2 0 1,10 0-1,0 0 1,-2 0 261,-3 0 0,5 0 0,0 0 0,-2 0-283,-3 0 0,-10 0 154,1 0 0,0 9 0,6 3 0</inkml:trace>
  <inkml:trace contextRef="#ctx0" brushRef="#br0" timeOffset="1749">1089 2374 8113,'0'56'0,"0"-3"-41,0 0 0,0-4 0,3 6 1,2-2 502,2-4 1,10-3 0,-3-3 0,6 1-95,1-1 1,1-6-369,0-1 0,0 0 0,0 8 0</inkml:trace>
  <inkml:trace contextRef="#ctx0" brushRef="#br0" timeOffset="2099">1525 2744 8025,'0'-22'-547,"2"3"804,6 5 0,-4-3 0,11 7 0,2 0-31,2 1 0,5-8 0,3 2 0,2-4-89,-2-3 0,4-7 0,1 0 1,-1 2-79,0 3 1,-4 0-1,-10 0 1,-5 0-147,-2 4 0,-3 3 0,-9-2 44,-6 4 0,-4 6 1,-12 9-1,-5 0-111,-7 0 0,2 9 0,0 6 0,0 4 102,0 3 1,8 7 0,-1 0 0,8 0 255,4 3 1,10-6-1,-2 8 1,5-2 88,2-6 0,4 6 0,9-3 0,11-3-239,7-2 0,15-9 0,12-3 0,5-2-296,2-5 0,1-3 0,2-2 1,-1-2 241,-1-6 0,4-4 0,-15-10 0</inkml:trace>
  <inkml:trace contextRef="#ctx0" brushRef="#br0" timeOffset="2350">1939 2069 8316,'0'-14'669,"0"-1"0,2 10 0,5-2-378,8 5 1,11 2-1,6 2 1,2 3-818,4 2 1,-4 3 0,3-5 525,1 2 0,3 10 0,3-5 0</inkml:trace>
  <inkml:trace contextRef="#ctx0" brushRef="#br0" timeOffset="2567">2265 1808 8316,'12'2'184,"-4"6"1,1-4 0,1 11 83,2 2 0,3 0 1,6 0-1,-1-3-217,-6 3 1,6 2 0,-6 1 0,5-3-1777,3-3 1725,10-9 0,-8 15 0,7-8 0</inkml:trace>
  <inkml:trace contextRef="#ctx0" brushRef="#br0" timeOffset="2749">2635 1786 8268,'-7'22'-172,"-3"0"0,-2-1 363,-5 1 0,5 10 1,-2 6-1,-1 8 406,3 5 1,-7 10 0,7-1 0,-3 8-230,1 4 1,-1 11-1,-7-6 1,3-2-425,5-10 1,-6-2 0,8-12-1,0-5-2019,5-7 2075,4-17 0,13-22 0,2-12 0</inkml:trace>
  <inkml:trace contextRef="#ctx0" brushRef="#br0" timeOffset="2949">2744 2026 7955,'0'21'1216,"0"4"1,0 1-822,0 3 1,0 3-1,0-6 1,0 6-558,0 2 1,0-8 0,3 3-1,2-5-563,2-2 725,10 0 0,-5-10 0,10-2 0</inkml:trace>
  <inkml:trace contextRef="#ctx0" brushRef="#br0" timeOffset="3300">2723 1786 7940,'2'-12'-419,"5"5"1,-2 7 0,10 7 0,-1 7 418,-2 6 0,8 2 0,-6 2 0,5 2-44,3 3 0,0 10 1,0-3-1,-3 6 127,-4 1 0,2-2 0,-8-2 0,1-3 157,0 3 1,-3-5 0,-7 0 0,0-3 323,0-4 0,0-3 140,0-2-476,0 0 1,-7-20-1,-1-9 1,3-10-151,3-5 1,2-2 0,2-3 0,3-4 22,3-3 0,9 7 0,-3-4 0,5 2 116,3 0 1,0 7 0,0 10-1,0 2-156,-1 5 0,8 3 0,0 4 0,0 8-242,3 12 0,-10 9 0,2 15 0,-10 5-237,-4 7 0,5 3 0,-8-1 418,-2-2 0,-13 0 0,-4 8 0</inkml:trace>
  <inkml:trace contextRef="#ctx0" brushRef="#br0" timeOffset="3767">697 1873 8335,'-53'22'-187,"-3"5"1,-2 9 66,0 15 1,3 12-1,-6 9 1,6 10 338,27-37 0,2 2 0,0 7 0,1 1 0,4 5 0,1 1 0,1 0 0,2-1 35,1-2 1,3 0 0,4-2-1,3 0 1,3-2 0,4 1-1,4-2 1,5 0-182,5-1 1,6-2 0,2-5 0,5-3 0,5-5 0,4-2 0,1-1 0,1-2-544,4-2 1,1-2 0,3-4 0,1-2 0,44 12 469,2-3 0,-44-13 0,-1-2 0,48 6 0,-46-15 0,0-2 0,-1-3 0,1 1 0</inkml:trace>
  <inkml:trace contextRef="#ctx0" brushRef="#br0" timeOffset="4216">3681 1503 8125,'21'22'11,"1"2"1,0 7 0,0 11 672,0 6 1,2 22 0,5 3 0,5 14-475,-18-37 0,2 1 1,1 0-1,0 0 0,-3 8 1,-3 1-1,0-2 1,-1 0-44,-3-1 0,-2 2 0,-1 4 1,-4 0-1,-5-3 0,-4 1 1,-4 0-1,-5-1-177,-6-1 1,-4-2-1,-1-5 1,-4-3-1,-8-1 1,-2-1 0,0-2-1,0-1-155,-1 1 1,-1-3 0,1-6 0,-1-4 0,-34 24 0,12-15 164,11-12 0,8-7 0,3-8 0,-1-4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3:59.4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1765 1220 8273,'-22'0'-1,"0"0"684,0 0 0,8 0 1,-1 2 203,-2 6 0,8-3-462,2 9 0,7-2-264,7 3 1,7-6-1,13-9 1,4 0-95,3 0 0,-5-9 0,5-6 0,0-4-248,0-3 0,-7 0 0,2 0 0,-3 1-43,3-1 0,-12 0 0,3 0 65,-8 1 1,-5-1 0,-7 0 0,-5 3-253,-9 4 0,-3 3 0,-20 7 0,-1-2 233,-4 2 0,1 3 0,3 4 0,4 5 252,2 8 0,-4 7 0,7 4 0,2 6 359,3 2 0,12 2 0,5 5 0,4-2-90,3-3 0,3-2 0,4 5 0,10-5-66,10-3 1,2-2-1,12-10 1,5-2-455,0-2 0,7-10 0,0 2 0,0-5-1065,1-2 0,4-9 1242,-7-6 0,-1-14 0,-6-5 0</inkml:trace>
  <inkml:trace contextRef="#ctx0" brushRef="#br0" timeOffset="266">2157 523 8437,'2'-12'2370,"5"5"-2203,8 4 0,4 3 1,6 0-1,1 0-184,3 0 1,3 0 16,-3 0 0,5-9 0,9-3 0</inkml:trace>
  <inkml:trace contextRef="#ctx0" brushRef="#br0" timeOffset="683">2549 131 9790,'0'22'477,"2"0"0,5 0 0,8-1-446,4 1 1,3 0 0,2-3 0,3-2-532,2-2 0,2-8 1,-4 5 499,2-2 0,10-3 0,-5-7 0</inkml:trace>
  <inkml:trace contextRef="#ctx0" brushRef="#br0" timeOffset="883">2897 1 8185,'-14'9'-192,"-1"6"0,8 7 0,-5 4 1,2 6 784,5 1 0,0 6 1,1 10-1,-4 4-74,3 2 1,3 4-1,0 6 1,-3 3-427,-2 4 0,-3-4 1,5 5-1,-2-8-495,2-7 0,-5-2 1,1-10-1,-1-3-837,0-9 0,1-7 1239,1-6 0,6 1 0,-8 0 0</inkml:trace>
  <inkml:trace contextRef="#ctx0" brushRef="#br0" timeOffset="1116">3028 632 8981,'0'-22'3388,"0"10"-2857,0 2 0,2 27 0,3 5-568,2 2 1,8-7 0,-5-2 0,2 2-761,5 2 0,-5-4 1,2-3-1,3-3 797,2-4 0,3-2 0,0-3 0</inkml:trace>
  <inkml:trace contextRef="#ctx0" brushRef="#br0" timeOffset="1248">3071 284 8185,'-21'-3'277,"-1"-2"-660,0-2 0,8-7-383,-1 6 0,13 1 766,2 7 0,0 10 0,19 2 0,-7 10 0</inkml:trace>
  <inkml:trace contextRef="#ctx0" brushRef="#br0" timeOffset="1500">3289 610 8185,'0'22'-92,"0"2"0,3 5 326,4 8 0,-5-11 1,6 1 321,-6-1 1,-2 1 116,0-5-450,0-10 0,0-12 1,2-15-1,3-6-260,2-8 0,10 2 0,-5-9 0,3-1-36,0 3 1,-1 3 0,8 9 0,0 3 130,-1 4 1,1 6-1,0 9-105,0 0 1,-1 12 0,-1 10-1,-3 14-473,-3 12 0,-9 1 1,5 6 519,-1-1 0,-6 6 0,7-4 0</inkml:trace>
  <inkml:trace contextRef="#ctx0" brushRef="#br0" timeOffset="2018">611 1895 8816,'34'0'214,"9"0"1,32 0 0,-23 0 0,5 0 0,11 0 0,4 0-89,12 0 0,4 0 0,-19 0 0,3 0 1,0 0-1,3 0 0,0 0 0,0 0 0,1 0 1,0 0-1,-1 0-220,2 0 0,0 1 1,-1-2-1,-3-1 1,0 0-1,-1-1 1,2 0-1,1 0 1,-1-1-1,-3 1 1,-1-1-1,-1-1 246,31-3 1,-1-1 0,-1 3 0,-3 0 0,-15 0-1,-3 0 1,-2 1 0,-2 0-59,-5 3 1,-3-1-1,-6 1 1,-2 0 0,38-3-1,-20-3 230,-20 4 1,-6 1-325,-20 3 0,-10 10 0,-9 2 0</inkml:trace>
  <inkml:trace contextRef="#ctx0" brushRef="#br0" timeOffset="2401">632 2897 8153,'0'14'268,"0"1"314,0 2 1,0 5 0,3 4 0,2 6-284,2 1 1,10 4-1,-3 6 1,6 1-465,2-1 0,-8-6 1,1-3-1,-1-1-1117,-2 1 1282,8-7 0,-8 4 0,9-9 0</inkml:trace>
  <inkml:trace contextRef="#ctx0" brushRef="#br0" timeOffset="2583">959 3245 8158,'22'-2'-11,"2"-3"1,3-5 188,2-2 0,7 7 0,-5-2 0,3 2 342,5-2 0,2 5 0,3-6 0,-1 3-417,1-2 1,-8 2-1,-2-7 1,-3 0-1243,-4 0 0,-5 5 1139,-8-8 0,6 1 0,-8-8 0</inkml:trace>
  <inkml:trace contextRef="#ctx0" brushRef="#br0" timeOffset="2749">1199 2940 8158,'-12'22'-179,"2"0"1,3 0 286,-1-1 1,-6 11-1,7 4 1,2 5 419,2 3 0,6-1 1,4 1-1,7 0-249,6-1 0,2 1 1,-1-1-1,1-2-1499,0-4 1220,9 4 0,-6-17 0,6 7 0</inkml:trace>
  <inkml:trace contextRef="#ctx0" brushRef="#br0" timeOffset="3066">1678 3311 9333,'14'-8'369,"1"1"0,-8-3 0,8 3 0,1-5 150,4 0 1,2-7-1,-1 2 1,1-8-149,0-4 1,-3 0-1,-2 5 1,-5-2-400,-2-4 0,4-6 1,-6 7-1,-3 3-181,-3 1 0,-12 4 1,-4 1-1,-8 3-166,-7 3 0,2 9 1,-6 0-1,-1 10-55,0 9 0,0 13 0,-2 5 0,7 1 334,4 6 0,6 9 0,4 3 0,8-5 482,5-7 0,11 0 1,6-8-1,9 1-341,12-1 1,6-9 0,21-10 0,7-2-691,5-6 645,5-11 0,-32-6 0,0-5 0,2-5 0,0 0 0</inkml:trace>
  <inkml:trace contextRef="#ctx0" brushRef="#br0" timeOffset="3549">2048 2548 8972,'22'0'258,"-1"0"0,1 0 0,2 0-360,5 0 1,-2 0-1,7 0 1,-3 0-393,-4 0 494,7 0 0,0-9 0,9-3 0</inkml:trace>
  <inkml:trace contextRef="#ctx0" brushRef="#br0" timeOffset="3816">2483 2287 8015,'0'-14'1386,"0"-1"-922,0 10 0,10-2 0,2 14-112,0 8 1,8 4 0,-6 3 0,6 0-368,1-1 1,1 4 0,0 1-1,0 1-926,-1-8 1,1 3 940,0-8 0,9 6 0,3 2 0</inkml:trace>
  <inkml:trace contextRef="#ctx0" brushRef="#br0" timeOffset="4015">2875 2113 8034,'-19'10'0,"2"4"0,5 5 336,2 3 1,-4 10-1,4 4 1,0 7 159,1 8 0,-1 5 0,5 9 1,-4 1-334,-4-1 1,6 0 0,-5 1-1,0-4-634,0-3 1,5 1-1,-5-12 1,2-6 470,5-11 0,-7-7 0,0-2 0</inkml:trace>
  <inkml:trace contextRef="#ctx0" brushRef="#br0" timeOffset="4217">2941 2635 11869,'0'22'260,"0"0"1,0 0 0,2 2 0,3 3-557,2 2 1,3 0 0,-5-8 0,4-1-708,4-6 1003,-9 6 0,16-8 0,-8 10 0</inkml:trace>
  <inkml:trace contextRef="#ctx0" brushRef="#br0" timeOffset="4348">3006 2396 8034,'-22'-12'-1752,"1"5"1534,8 4 0,6 3 218,14 0 0,5 10 0,10 2 0</inkml:trace>
  <inkml:trace contextRef="#ctx0" brushRef="#br0" timeOffset="4583">3158 2657 8034,'0'32'19,"3"-8"1,2 5-1,2-5 136,-2-2 0,-3 0 0,-2-1 0,0 1 127,0 0 1,8-7 806,-1-1-748,0-9 1,0-5-1,3-15 1,0-6-251,-1-8 0,6 2 0,-5-7 1,2 0-80,5 0 1,2 8-1,3-3 1,-1 7 15,1 7 1,-5 6 0,3 9 0,4 0-191,0 0 0,0 17 1,-2 7-1,0 7-288,-1 8 0,-6 2 450,-1 3 0,1-1 0,7 1 0</inkml:trace>
  <inkml:trace contextRef="#ctx0" brushRef="#br0" timeOffset="5000">393 2657 8064,'-41'0'0,"4"0"-56,8 0 0,-2 0 0,2 0 0,0 0 77,-3 0 1,8 10 0,-5 7 0,5 7 356,2 5 0,8 12 0,-1 0 0,1 10-194,2 5 1,2 4 0,10 10 0,2 8-188,6 7 1,6-3-1,18 12 1,11-4-469,-16-46 0,2-1 292,1 1 1,3-1 0,8 1 0,2-1-1,2 1 1,0-1 0</inkml:trace>
  <inkml:trace contextRef="#ctx0" brushRef="#br0" timeOffset="5382">3681 2026 8155,'34'0'0,"-5"0"-135,-5 0 0,8 12 0,4 10 0,3 14 657,-3 12 1,5 18 0,-7 16 0,2 10-294,-17-42 1,-1 1 0,-5-2 0,0-1 0,1 1 0,-1-1 0,4 46-32,-10 1 0,-9 2 1,-13-6-1,-14 4-283,-10-3 1,14-48 0,-3-1 0,-28 37 0,-2-10 84,0-10 0,0-6 0,-7-11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4:15.3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44 349 8578,'-12'10'275,"0"-5"1,7 9 0,-2 3 197,2 3 1,3 11 0,2 5 0,0 5-27,0 3 0,7 0 0,3-1 0,-1 1-499,1-1 0,4 1 1,-4-1-1,2-2-838,5-4 1,-5-6 889,3-9 0,-1 9 0,8 3 0</inkml:trace>
  <inkml:trace contextRef="#ctx0" brushRef="#br0" timeOffset="233">371 828 10489,'22'0'232,"-1"0"0,1 0 0,2 0-229,5 0 0,5 0 1,10 0-1,-1 0-989,1 0 0,-1 0 986,1 0 0,-10-9 0,-3-3 0</inkml:trace>
  <inkml:trace contextRef="#ctx0" brushRef="#br0" timeOffset="814">1547 349 8128,'0'-21'-23,"0"-1"0,2 2 307,5 6 1,6 7-1,8 14 1,3 10 77,6 9 0,-4 6 0,10 7 1,1-3-140,-3 3 0,4 2 0,-9 0 0,-2-2-72,-3-3 0,-9-2 1,-3 4-1,-3-1 46,-4 1 0,-14-4 1,-13 0-1,-12-5-125,-7-9 0,-3-8 0,1-12 0,-1 0-42,1 0 1,-1-10 0,1-7-1,1-10 105,6-9 0,-3-5 1,10-5-1,3-5-260,2-7 0,9-5 0,3-2 0,2 0-58,5-1 1,5 1-1,10 0 1,9 2 24,8 5 1,12 14 0,-1 17-1,8 11 241,5 8 1,10 6 0,-3 4-1,5 6-253,2 6 1,0 5 0,1 6-1,-3 1-945,-5 3 1115,-5 0 0,-10 3 0,1 2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4:14.6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0 436 8280,'0'-12'1981,"3"2"0,6 10-1491,13 0 0,2 0 0,13 0 0,1 0-503,4 0 1,1 0-1,3 0 1,3 0-370,1 0 0,1 0 1,-7 0 381,-1 0 0,-9 0 0,-2 0 0</inkml:trace>
  <inkml:trace contextRef="#ctx0" brushRef="#br0" timeOffset="165">697 22 8213,'-22'0'303,"1"-7"1,-4 0-1,-1 2 291,-3 2 0,-7 3 0,4 0 0,-2 0-346,-4 0 1,-4 8 0,-1-1 0,-1 0-372,1 3 1,6-5 0,4 7 122,1-2 0,-7 6 0,5-3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4:17.2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344 414 8208,'-21'0'905,"8"10"1,9 4 0,8 6-322,11 1 0,4 4 0,6 1 0,4 3-620,7-2 1,3 4 0,-1-4 0,-1-5-1079,1-5 1,3-3 1113,3 8 0,0-10 0,-1-2 0</inkml:trace>
  <inkml:trace contextRef="#ctx0" brushRef="#br0" timeOffset="199">802 392 8208,'-22'10'0,"0"4"0,3 6 454,4 2 0,-2 9 1,8 5-1,-1 6 127,0 1 0,-4 10 0,4 5 0,0 5-3,1 3 0,1-1 1,6 0-1,-3 1-607,-2-1 1,0 0 0,7 1 0,0-1-902,0 0 0,0-9 0,0-8 930,0-9 0,-10-8 0,-2-9 0</inkml:trace>
  <inkml:trace contextRef="#ctx0" brushRef="#br0" timeOffset="400">954 762 8420,'-10'-12'1100,"8"3"1,-15 11-1,10 5 1,2 8-489,3 4 1,2 3 0,0 2 0,2 3-577,5 2 0,-2 0 0,10-7 0,-1-1-479,-2 1 1,5-7 0,-7-3 0,2 0-623,5 0 1,-5-7 0,2 2 1064,3-4 0,3-3 0,2 0 0</inkml:trace>
  <inkml:trace contextRef="#ctx0" brushRef="#br0" timeOffset="565">998 479 8204,'0'-14'-228,"0"-1"1,2 11 214,5-4 0,-2 13 0,7 5 0,0-1 13,0 1 0,3 7 0,7-5 0</inkml:trace>
  <inkml:trace contextRef="#ctx0" brushRef="#br0" timeOffset="966">1281 937 8064,'-10'12'207,"-2"-3"280,0 1 0,0-5 36,5 10 1,4-8 333,-4 7-416,-5-9 1,9 2-374,-4-14 1,7-5 0,5-10 0,5 0 26,2 1 1,-5-1-1,7 0 1,3 0-119,3 1 0,2 1 0,-1 3 30,1 3 1,0 9 0,0-2 0,-1 4-74,1 3 0,0 10 0,0 4 0,-1 6-407,1 2 1,-2 2-1,-3 2 1,-5 3-719,-3-2 1191,-1-3 0,1 8 0,3 2 0</inkml:trace>
  <inkml:trace contextRef="#ctx0" brushRef="#br0" timeOffset="1383">453 66 8197,'-34'12'-121,"-4"7"1,6-4 0,-2 6 225,-4 8 1,4 5 0,0 10 0,0 2 460,0 5 0,0 4 0,-2 13 0,9 5 50,10 6 1,0 6 0,10 5 0,5 2-186,7 2 0,3-43 1,3 0-1,20 43 0,3-2-610,5-3 1,5-14 0,6-7 0,8-15-610,5-14 0,10-12 1,4-30-1,6-4 788,6-7 0,-38-4 0,0-3 0,-2-2 0,1 0 0</inkml:trace>
  <inkml:trace contextRef="#ctx0" brushRef="#br0" timeOffset="1616">1999 0 8815,'37'44'0,"-1"-1"320,3 1 0,-5 12 0,2 9 0,0 15 457,-2 12 0,-12-3 0,-15 8 0,-9 0-426,-4-46 1,-3-1 0,-2 3-1,-5-1 1,-7-1 0,-4-1-1,-1-3 1,-2-2-324,-2-3 1,1-2-1,-27 33 1,2-15 0,3-10-2851,4-9 2822,3-7 0,3-11 0,-1 1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4:24.1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872 1286 8295,'-12'9'874,"2"-4"-538,10 10 0,0-6 0,0 11 0,0 6 1,2 6-1,6 7 112,6 2 1,-2 2-1,3 3 1,-1 3-451,-2 1 1,8-6 0,-6-8 0,3 1-725,-2-4 0,2-1 0,-8-13 726,3-4 0,-7 4 0,5-7 0</inkml:trace>
  <inkml:trace contextRef="#ctx0" brushRef="#br0" timeOffset="184">1285 1634 8500,'22'0'1866,"0"0"1,2 0-1411,5 0 1,-2 3-1,9 1 1,3 6-666,2 2 0,-7-7 0,-3 5 209,1-1 0,2 4 0,9 8 0</inkml:trace>
  <inkml:trace contextRef="#ctx0" brushRef="#br0" timeOffset="748">2135 1264 8001,'22'0'-141,"-1"0"303,1 0 0,0 2 1,0 6-1,-1 6 228,1 6 1,7 1 0,0 4-1,-2 4-118,-3 7 0,-12 5 0,-5 3 0,-4-1-223,-3 1 0,-5-1 0,-7 1 0,-10-3-231,-2-5 0,-10-12 1,-2-12-1,-5-2-2,-3-5 0,8-3 0,-1-4 0,1-8 142,2-11 1,3-4 0,9-11 0,0-5 131,1-7 0,8-6 1,6-9-1,5 0 21,2-4 0,9-3 1,8 7-1,10 2 36,9 3 0,15 10 1,5-3-1,2 7-56,0 8 1,0 7-1,7 12 1,3 5-315,5 2 0,-15 3 1,0 7-1,-12 2-1540,-10 6 1763,5-6 0,-17 27 0,8-5 0</inkml:trace>
  <inkml:trace contextRef="#ctx0" brushRef="#br0" timeOffset="1117">2962 1177 8035,'0'14'52,"0"1"1,0-1 0,0 8 385,0 0 1,0 0 0,3 0-1,4-1-425,7 1 0,8 7 0,5 0 1,2-5-1567,-3-7 1553,8 3 0,0-8 0,10 10 0</inkml:trace>
  <inkml:trace contextRef="#ctx0" brushRef="#br0" timeOffset="1301">3311 1133 8042,'-12'10'148,"-1"-5"0,9 9 0,-4 3 172,4 3 0,1 11 0,1 8 1,-3 12 84,-2 14 1,-1 5 0,6 15-1,-3 4-204,-2 1 0,-10 7 0,2-3 0,-2-2-635,3-3 0,-5-11 0,4-10 0,-2-15-635,3-17 1069,-6-9 0,18-15 0,-8-2 0</inkml:trace>
  <inkml:trace contextRef="#ctx0" brushRef="#br0" timeOffset="1534">3528 1504 8604,'-12'2'2139,"3"5"-1488,-1 8 0,8-3 0,-6 2 0,6 3-536,2 3 1,0 1 0,0 1 0,2-2-779,6-6 0,4 5-306,9-4 1,1-5 0,0-3-1946,0-5 2914,-10-2 0,7-19 0,-7-5 0</inkml:trace>
  <inkml:trace contextRef="#ctx0" brushRef="#br0" timeOffset="2083">3572 1438 7989,'-22'-7'489,"0"0"0,8-1 457,-1 8-2599,11-9 1653,-6 6 0,20-6 0,2 9 0</inkml:trace>
  <inkml:trace contextRef="#ctx0" brushRef="#br0" timeOffset="2417">3746 1438 8014,'7'22'167,"1"0"441,-3 0 0,4-1 0,-2 1-193,-2 0 1,-2 0 0,-3-1 0,0 4-225,0 4 1,0-12-1,-3 4 1,-2-1-20,-2-1 1,-2-4 0,1-3-178,-6-3 0,2-1 0,0-11 1,-1-4-106,1-8 0,8-4 0,-4-5 0,6-3-106,2-2 0,2 0 0,6 7 1,6 1 141,5-1 0,3 0 1,0 3-1,2 4 50,5 8 1,3 5-1,6 2 1,-4 2-90,-2 5 0,4 5 0,-7 10 0,-2 2-653,-3 5 0,-12-2 766,-5 9 0,5-9 0,0 4 0</inkml:trace>
  <inkml:trace contextRef="#ctx0" brushRef="#br0" timeOffset="3067">3158 894 8011,'-22'0'0,"1"0"0,-1 0 231,0 0 0,0 0 0,1 0-67,-1 0 1,0 9 0,0 8 0,0 8-27,1 4 1,-1 9 0,0-1 0,3 4 88,4 2 0,-4 11 0,7 6 1,0 8 54,4 4 1,6 3-1,4-4 1,6 4-245,6 2 1,15-7 0,8 0-1,4-9-438,2-10 0,3-5 0,3-5 0,4-7-1676,3-13 2076,2 1 0,7-19 0,0 6 0</inkml:trace>
  <inkml:trace contextRef="#ctx0" brushRef="#br0" timeOffset="3317">4247 698 7994,'22'0'0,"2"0"-22,5 0 1,-2 9 0,9 6 0,0 7 540,-2 7 0,7 7 0,-7 15 1,0 9-104,-5 11 0,-7 4 1,-8 9-1,-6 1-400,-6 4 0,-9-38 1,-3 0-1,-2 0 0,-3 0 1,-2 1-1,-2 0-336,-2-1 1,-4-1 1,-3-1 0,-2-1 0,3 1 1,-2-1-1,-3 2 0,-1-1 1</inkml:trace>
  <inkml:trace contextRef="#ctx0" brushRef="#br0" timeOffset="3784">262 850 8088,'-46'46'0,"0"5"-4,2 7 1,-1 12 0,15 5-1,6 5 434,7 10 0,8-1 0,9-38 0,2 0 1,1 0-1,1-1-145,2 0 1,3 0-1,4 2 1,3 0 0,2-5-1,3 0 1,2 0 0,4-2-350,4 0 0,4-1 0,4 3 0,4-2 0,4-1 0,3-3 64,-1-5 0,1-2 0,0 1 0,2-2 0,2-5 0,1 0 0</inkml:trace>
  <inkml:trace contextRef="#ctx0" brushRef="#br0" timeOffset="4267">4966 1 8224,'29'24'0,"2"5"400,3 7 0,5 15 0,12 12 0,7 15-188,-27-32 0,1 2 0,1 5 0,-1 3 0,0 3 0,-1 3 0,-2 3 0,-3 3-134,-2 2 1,-4 0 0,-6-1 0,-4 0 0,-5 3 0,-5 1 0,-2 1 0,-3 0-326,-4 1 0,-4 0 0,-8 1 0,-6-2 0,-5-1 0,-4-1 0,-1-3 0,-4-2 119,-3-3 1,-1-3-1,5-5 1,0-3-1,-1-6 1,0-4-1,-27 29 128,20-21 0,-1-17 0,20-19 0,5-6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4:36.8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175 973 8381,'9'-9'1823,"4"9"-1354,-1 12 0,7 7 0,-4 3 1,4 2-135,3 5 1,-3 2 0,-2 8 0,-2-5-138,1-2 0,-6 6 0,-3-1 0,-4 4-233,-3 2 1,-3-7-1,-4-4 1,-10-5-12,-9-8 1,-1-5 0,-7 1-1,0-8-197,0-4 0,5-6 1,-5-6-1,3-11 195,4-6 0,3-16 0,5 1 0,4-10-64,8-4 0,5-6 1,2-11-1,2-6-151,5 1 0,15 2 0,14 12 0,5 2 382,3 3 0,0 20 1,2 4-1,4 14-5,8 13 0,-2 5 0,0 2 1,-1 5-584,1 9 1,-8 1 468,3 14 0,-5 5 0,-2-1 0</inkml:trace>
  <inkml:trace contextRef="#ctx0" brushRef="#br0" timeOffset="468">1285 407 8163,'-24'-7'279,"-5"0"1,3-1-1,-8 8 1,2 3 0,6 4 0,-8 15 1,-3 16-1,-4 8 142,-2 5 1,6 17 0,4 0-1,1 9-27,6 13 1,11-1-1,11-38 1,1 0 0,1 0-1,1-1-11,1 50 1,12-1-1,10-10 1,12-2-917,7-9 1,5-27 0,3-15 0,4-9-540,2-6 0,-6-9 1071,2-4 0,4-25 0,1-7 0</inkml:trace>
  <inkml:trace contextRef="#ctx0" brushRef="#br0" timeOffset="734">1569 647 8226,'-15'0'1630,"0"0"0,11 12 0,-1 7-1050,10 8 1,-1 9 0,11-5 0,4 3-542,8 5 0,-3-5 0,8 0 0,-3-3-650,0-4 1,9-3 0,-4-2 610,0 0 0,7-1 0,-7 1 0</inkml:trace>
  <inkml:trace contextRef="#ctx0" brushRef="#br0" timeOffset="933">1939 581 8133,'-15'8'0,"3"1"58,2 3 1,-4 10 0,4 12 0,1 7 581,-1 12 0,3 8 1,7 7-1,0 4 20,0 8 1,0 5-1,0 4 1,0 6-662,0-45 0,0 1 0,0 46 0,-3-5 0,-2-12-1004,-2-15 0,0-12 0,7-16 1005,0-8 0,0-15 0,0-4 0</inkml:trace>
  <inkml:trace contextRef="#ctx0" brushRef="#br0" timeOffset="1116">2135 1365 8042,'-20'3'1311,"6"4"1,7 7-443,4 6 1,3 2 0,0-1 0,0 4-674,0 4 0,3-5 0,1 5 0,6-7-759,2-8 1,3 3 0,6-10 562,1-2 0,0-2 0,0-3 0</inkml:trace>
  <inkml:trace contextRef="#ctx0" brushRef="#br0" timeOffset="1248">2200 1126 8042,'-22'-22'510,"8"3"1,-1 2-122,-2 2 0,8 8-1785,1-8 1396,6 10 0,12-4 0,2 9 0</inkml:trace>
  <inkml:trace contextRef="#ctx0" brushRef="#br0" timeOffset="1583">2396 1343 8088,'0'22'177,"0"0"1,0 0 232,0 0 1,0-1-1,0 1 1,0 0-15,0 0 1,-7 7-1,-1 0 1,1-3 195,-2-1 1,6-11 69,-4 1-821,-5-11 0,9-6 0,-4-17 0,5-10-121,2-5 0,7 5 0,3-5 0,2 2 247,5 6 0,2 2 0,3 2 0,0 2 189,-1 6 0,1 4 1,2 10-1,3 0-155,2 0 0,0 3 0,-7 6 0,0 11-634,-1 6 0,-6 13 0,-3-3 0,-2 5 633,-6 3 0,-1 0 0,-3-1 0</inkml:trace>
  <inkml:trace contextRef="#ctx0" brushRef="#br0" timeOffset="1867">2832 15 8051,'21'-10'200,"8"8"0,0 0 1,0 14 251,3 17 0,2 29 1,9 19-1,-20-30 1,-2 3-55,1 7 1,-1 2-1,0 4 1,0 2-1,-2 4 1,0 0-1,-1 3 1,-2 1-71,0 2 1,0 0 0,-2 5-1,-2 0 1,-3 0 0,-3 0 0,-3-1-1,-1-1-226,-3 0 0,-3-1 0,-5-2 0,-4 0 0,-5-2 1,-3-1-1,-2-3 0,-2-2-104,-3-3 0,-2-3 1,-2-5-1,-2-3 1,0-4-1,-2-3 1,0-2-1,0-1-1401,1-2 1,0-2 1402,-33 26 0,-2 3 0,-1-10 0,1-5 0,-2-5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4:55.1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56 980 8832,'-22'0'-1272,"3"-2"1877,4-5 0,15-5 1,17-10-1,10 0-83,9 0 0,5 1 0,3 1 0,-1 3-450,1 3 0,0 9 0,-1-2 0,1 4-129,-1 3 0,-2 0 0,-4 3 0,-8 4-59,-5 7 1,-12 13 0,-5 4 0,-4 3 32,-3 5 1,-10 0-1,-7-1 1,-7-1-26,-5 2 0,-10-1 0,3 1 1,-3-8-16,3-6 0,-3 1 0,10-14-104,2 0 1,15-4-1,12-16 149,12-6 1,10 2 0,5 0 121,2 2 1,10-5 0,-3 8-1,5 2 1,0 3 427,-5 2 1,3 2-1,-10 3 1,-5 5-65,-7 2 0,0 10 0,-10 9 0,-4 3-172,-8 5 0,-9 2 1,-13 5-1,-5 2-561,-1 3 0,-11-2 1,-7-11-1,3-4-333,2-2 0,-5-3 0,3-8 0,4-1-191,5-6 1,13-4 0,-3-10 848,5 0 0,2-10 0,0-2 0</inkml:trace>
  <inkml:trace contextRef="#ctx0" brushRef="#br0" timeOffset="233">971 1481 11766,'-10'0'-75,"12"0"0,15 0 410,10 0 1,12 8 0,-3-1 0,7-2-2294,8-3 1958,5-2 0,9 10 0,1 2 0</inkml:trace>
  <inkml:trace contextRef="#ctx0" brushRef="#br0" timeOffset="367">1493 1264 8004,'-53'0'964,"-8"0"1,-6 2 0,6 3-942,6 2 0,-3 10 0,7-3 0,2 6-737,3 2 0,5-8 714,5 1 0,-5-10 0,7 4 0</inkml:trace>
  <inkml:trace contextRef="#ctx0" brushRef="#br0" timeOffset="1083">2430 1285 8823,'14'0'1706,"1"0"-1368,2 0 1,9 0-1,6 0 1,2 0-61,4 0 0,6 0 1,7 0-1,7 0-129,5 0 1,2 0-1,0 0 1,1 0-17,-1 0 0,3 0 0,2 0 0,2 0-26,-1 0 1,-4 8 0,-1-1 0,-1-2-123,0-3 1,3 0-1,0 3 1,0 3 97,-6-4 1,-1 6 0,2-3-1,0 1-85,2 1 1,-4-6 0,11 4-1,-4-5-56,-3-2 0,3 0 1,2 0-1,3 0 80,-3 0 1,-2 0 0,-3 0 0,3 0 35,4 0 1,-14 0-1,3 0 1,-8 0 828,-2 0 0,0 0 0,-10 0 0,-2 0-364,-3 0 0,-9 0 0,2 0 0,-5 0-1584,-2 0 1,-8 0-1643,1 0 2703,-11 0 0,6 0 0,-10 0 0</inkml:trace>
  <inkml:trace contextRef="#ctx0" brushRef="#br0" timeOffset="1933">1079 1525 8002,'-21'0'270,"-1"0"372,0 0 1,8 0 23,-1 0 1,8 0 0,-5-3 1165,2-4-1505,3 5 0,9-8 0,5 10 0,8 0 46,4 0 0,6 0 0,1 0 1,6 0-172,2 0 1,2 0 0,5 0-1,-2 0-165,-3 0 1,-2 0 0,5 0 0,-6 0-53,-1 0 1,-3 0-1,-7 0 1,-1 0-167,1 0 1,-7 0 172,-1 0 1,-11 0 0,-3 0-1,-12 0 66,-8 0 1,-9 0 0,-2 0-1,-3 0 140,-5 0 1,-2 0 0,-3 0 0,1 0 12,-1 0 0,8 2 1,0 3-1,-3 3-59,-2-4 0,7-1 1,5-3-1,5 2 354,2 6 0,8-6-545,-1 5 1,13-4 61,2-3 1,12 0 0,14 0 0,6-3-105,2-4 0,2 5 0,5-8 1,-2 3-489,-3-1 1,-7 1-1,5 5 1,-3-3-531,-4-2 1,-3-1 0,-2 8 0,0 0-4064,0 0 5162,-1-9 0,1 6 0,0-6 0</inkml:trace>
  <inkml:trace contextRef="#ctx0" brushRef="#br0" timeOffset="2267">1210 1285 8002,'-22'0'-14,"1"0"0,-1 0 406,0 0 1,0 0 1176,0 0 0,8 0 724,-1 0-1858,11 0 1,4 0 0,14 0 0,5 0-106,3 0 1,0 0-1,0 0 1,2 0-262,5 0 0,-5 0 0,5 0 1,-5-2-58,-2-5 1,0 4 0,0-4 372,0 5-272,-1 2 0,-11 0 1,-10 0-95,-12 0 1,-17 0 0,-7 0 0,-6 0 18,-1 0 0,7 0 1,-1 0-1,-1 0-493,-4 0 1,1 7 0,5 2-1,7 1-4087,5 0 4542,2 7 0,0-5 0,0 10 0</inkml:trace>
  <inkml:trace contextRef="#ctx0" brushRef="#br0" timeOffset="2833">3693 327 8112,'0'-14'408,"0"-1"1060,0-2 0,0-2-1042,0-3 0,-10 10 0,-5 5 0,-4 4-340,-3 3 1,-9 0 0,-5 5 0,-6 7-132,-1 10 0,-3 12 0,-2-3 0,-1 6-207,8 9 0,0-3 1,12 6-1,2-8-371,3-5 0,12-9 1,7 2-1,10-8 441,9-6 1,15-5 0,8-13-1,6-7 449,8-11 1,-2-11-1,6-11 1,-2-1 296,-4 1 0,-3-1 1,-5 0-1,-5 1-196,-7-1 0,-14 1 1,-8 2-1,-5 2-350,-2 3 0,-17 7 0,-7-5 1,-7 5-298,-8 9 1,-9 1 0,-6 12 0,-1 2-191,-6 2 1,6 3 0,-1 0 0,3 5-608,4 10 1,11 2 1075,1 19 0,1 0 0,-7 8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5:03.9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41 250 8115,'-7'-22'1275,"0"0"1157,-10 1 0,14 11-1591,-4 10 1,12 10-1,5 14 1,4 2-470,10 3 0,-2 10 0,7-3 1,-2 3-414,2-3 1,-3 3 0,8-7 0,-2-1-1494,-6 1 0,6-3 0,-1-8 0,1 1 1534,-1 0 0,8-10 0,-5-2 0</inkml:trace>
  <inkml:trace contextRef="#ctx0" brushRef="#br0" timeOffset="183">411 32 8115,'0'-22'487,"0"13"1,0 11 293,0 17 0,0 15 0,0 20 0,0 9-97,0 7 1,0 22 0,0 2 0,0-42 0,0 0-482,0 2 1,0 1 0,0 4 0,0 0 0,1 3 0,-2 0 0,1 0 0,-2-1-449,-2-2 0,1-2 0,2-3 0,-1-4 0,-5 28 0,5-13-842,2-12 1,-3-9-1,-2-8 1087,-2-7 0,-10-14 0,5-5 0</inkml:trace>
  <inkml:trace contextRef="#ctx0" brushRef="#br0" timeOffset="384">564 860 9403,'-12'2'3621,"5"5"-3138,4 8 0,3-3 0,0 2 0,0 3-678,0 3 0,10 2 195,4-1 0,15 1 0,5 0 0</inkml:trace>
  <inkml:trace contextRef="#ctx0" brushRef="#br0" timeOffset="567">607 468 8115,'0'-22'-8,"3"7"4,4 1 1,5 9 0,10-2-174,0 4 0,0 6 0,-1 4 0,1 8 7,0 4 0,0 5 0,-3 3 0,-2 4-324,-3 3 494,1 2 0,7 8 0,0-1 0</inkml:trace>
  <inkml:trace contextRef="#ctx0" brushRef="#br0" timeOffset="750">891 903 8115,'0'15'460,"0"-1"0,-3-9 601,-4 2 1,4-7-587,-4-7 1,5-7-1,2-13 1,0-2-188,0 2 1,9 1 0,6-1-1,4-2 30,3 2 1,0 6 0,2 6 0,5 8-217,7 4 0,6 3 0,1 5 0,-2 10-687,-4 14 0,1 10 0,-9 7 1,-2 4 584,-3 8 0,-12 15 0,-2 4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5:07.7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240 480 11530,'2'-12'3779,"8"4"-3317,12 6 1,0 2 0,9 2 0,1 3-819,4 2 1,-2 1 0,0-8 0,-1 2-2250,1 5 2605,-7-4 0,14 6 0,-7-9 0</inkml:trace>
  <inkml:trace contextRef="#ctx0" brushRef="#br0" timeOffset="166">676 109 8084,'-37'0'0,"3"-2"754,3-5 1,-5 2 0,4-7 0,-2 2 74,-4 5 1,-4 0 0,-1 1 0,-1-4-666,1 4 1,-1 1 0,1 3 0,2-2-1416,4-6 1251,6 6 0,-1-17 0,-2 7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5:05.2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567 586 8165,'0'-22'334,"0"0"0,-3 3 795,-4 4 1,2-4-669,-9 5 1,-1 4-1,-7 5 1,1 12-149,-1 15 0,0 2 0,0 15 0,3 5-302,4 4 0,-4 5 0,7-4 0,0 4-351,5 2 0,4-9 0,3-2 0,3-13 61,4-6 0,7-6 0,15-7 0,8-12 345,4-12 1,0-19 0,-2-13 0,-3-12 268,3-7 0,-8-2 0,-4 0 1,-10-1-114,-10 1 1,-5-7 0,-6 1-1,-11 6-10,-14 5 1,-10 4-1,-7-5 1,-4 8-413,-9 7 0,-3 7 0,-4 20 0,3 5-41,5 6 0,5 8 1,12 8-1,5 9-427,7 9 0,7 8 0,7 12 0,8 2-1645,5 3 2313,2 0 0,9 2 0,3 3 0</inkml:trace>
  <inkml:trace contextRef="#ctx0" brushRef="#br0" timeOffset="1252">1133 455 8161,'0'-22'124,"0"1"0,0 6 359,0 1 1,2 11 0,3 6 0,5 14 72,2 9 1,2 15 0,8 3 0,0 12-340,0 6 1,0 4 0,-1-1-1,4 0-252,4 1 0,-5-11 0,5-6 1,-5-10 184,-2-10 1,0-8 0,-1-9-1,-1-12 79,-6-12 0,3-17 0,-7-9 0,0-8 113,-1-5 1,1-10 0,-5 3 0,2-7-1,-2-8 1,-3 13 0,-2-5 0,0 2-584,0 0 0,0 5 1,0 4-1,0 6-914,0 7 0,0 12-923,0 0 0,0 17 2078,0 12 0,-9 9 0,-4 13 0</inkml:trace>
  <inkml:trace contextRef="#ctx0" brushRef="#br0" timeOffset="1536">1525 499 9065,'0'22'900,"0"2"0,2 2-399,6 3 1,4 3 0,9-6 0,1 6-119,0 2 0,0-5 1,2 5-1,3 0-125,2-1 1,0-8 0,-8-4 107,1-11 0,-2-10 0,-3-10-89,-3-11 0,-7-13 0,5-17 1,-2-7-143,-5-5 0,-3-2 0,-2-1 0,0 1-228,0 0 0,0 2 0,0 2 0,0 6-876,0 1 1,-7 11 0,-3 11-1027,-2 8 1,7 10 1994,-2 21 0,-5 15 0,0 12 0</inkml:trace>
  <inkml:trace contextRef="#ctx0" brushRef="#br0" timeOffset="2002">2026 1043 8260,'0'-22'327,"-3"1"1,-1-1-226,-4 0 1,1-2-1,9-3 1,3-2 629,3 3 1,8-6 0,1 1-1,8-1-465,4 1 1,7-5 0,-5 6 0,1 6-186,-1 7 1,1 0 0,-6 10-1,3 2-12,-2 3 0,-10 7 1,-5 7-1,-2 12-120,-5 7 1,-5 6 0,-8 9 0,-6 2-30,-6 3 1,-4 0-1,-2-8 1,-3-2 21,2-4 0,10-6 1,2-9-1,1 0-393,2 0 0,2-13 41,10-9 1,3-9-1,4-13 1,10 0 231,9 0 0,-1 3 0,6 2 0,1 5 359,4 2 1,-5 3 0,-2 7 0,-4 2 551,-4 6 0,-1 6 0,-6 15 0,-7 5-183,-4 0 1,-13 7 0,-4-5 0,-8 5-6,-7 3 1,-5-3-1,-10-5 1,-2-9-511,-4-10 0,4-5 0,-5-7 0,7 0-991,8-8 1,5-6 0,9-16 0,2-4 954,6-7 0,-5-5 0,6-3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5:14.4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20 140 8004,'-3'22'192,"-2"2"0,-2 3 238,2 2 0,5 20 0,5 1 0,5 11 85,2 4 1,2 10 0,8 5 0,-2 5-263,-6 2 1,5 0 0,-7-5-1,3-7-196,0-10 1,-11-23-1,4-6 28,-6-9 1,-2-18-1,0-9-125,0-12 0,0-10 0,0-4 0,0-6-140,0-2 1,0-2-1,0-7 1,0 1 81,0 6 0,7-3 0,3 10 1,2 3 29,5 2 1,2 11-1,3 6 1,2 5 144,5 2 0,-4 2 0,4 8 1,-5 12-35,-2 12 1,-1 14 0,1 5 0,-3 3-414,-4 4 0,2-4 1,-10 0-1,-2-6-1697,-3-8 2067,-2 1 0,10-9 0,2 10 0</inkml:trace>
  <inkml:trace contextRef="#ctx0" brushRef="#br0" timeOffset="335">847 1033 7975,'-22'-9'355,"8"6"0,-1-4 250,-2 5 1,-2 4 0,-3 5 0,3 10-120,4 10 1,-2-1-1,10 8 1,2 0-316,3 0 1,2-7 0,0 2 0,0-5 71,0-2 1,10-3 0,4-4-1,5-8 63,3-5 0,0-4 0,2-5 0,3-10-36,2-10 0,-3 0 0,-9-9 0,-5 0-270,-2 2 1,-3-7 0,-7 7 0,0 0-297,0 5 0,0-2 0,-2 1 0,-5 6-340,-8 7 1,3 0 0,0 8 0,0-1-3511,0 0 4146,7 3 0,-14 17 0,7 2 0</inkml:trace>
  <inkml:trace contextRef="#ctx0" brushRef="#br0" timeOffset="669">978 1012 8523,'14'0'1972,"1"0"1,-10 9-1537,2 6 0,3 4 0,-3 3 0,-2 0-339,-3-1 1,1 1 0,1 2 0,6 3-91,2 2 0,-5-7 1,8-10-180,2-2 1,2 4 0,3-9-11,0-7 0,0-11 0,-3-16 0,-2-7 93,-3-5 1,-6-3-1,4 1 1,-3 2 98,-4 4 0,5-4 1,-3 7-1,-2-2 147,-3 0 1,-2 16 0,0-1 387,0 1 1,-7 13-88,0 7 0,0 10 1,7 14-1,0 3-221,0 2 1,0 9-1,0-1 1,0 1-342,0-1 1,2 4 0,3-7-1,5 0-350,2-5 0,0 2 0,5-2 0,-3-5-614,3-7 1,3-7 0,1-10 0,1-3-35,0-4 1,-3-15 0,-2-14 1101,-2-5 0,9-12 0,10-3 0</inkml:trace>
  <inkml:trace contextRef="#ctx0" brushRef="#br0" timeOffset="837">1500 32 7975,'12'-15'341,"-4"1"1,-3 11 0,-1 6 0,6 16 151,2 15 1,-5 9-1,6 8 1,-1 10-194,0 9 1,-5 2 0,8 16 0,-1 8-432,-8-44 0,0 0 1,0 3-1,-2-1 0,-4 0 1,0-1-1,0-2 1,0-1-1147,0 45 0,0-18 1277,0-12 0,0-19 0,0-14 0</inkml:trace>
  <inkml:trace contextRef="#ctx0" brushRef="#br0" timeOffset="1002">1283 576 7975,'14'0'816,"1"0"0,4 0 173,8 0 1,7-7-1,11 0 1,6-1-642,7-1 1,13-4 0,1-6 0,-2 2-299,-2 3 0,-12-1-50,-5-7 0,4 1 0,1-1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5:29.4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969 561 8030,'0'-14'280,"-3"-1"1,-2-2 178,-2-2 0,-7 5 0,4 1 1,0 1-191,1 0 1,-8 7 0,2-2-1,-4 7-124,-3 7 0,0 13 0,0 11 0,1 3-75,-1 5 1,0 12 0,0 4 0,3 3-232,5 0 0,4-9 1,10 2-1,0-8-205,0-7 0,17-6 0,7-16 1,7-9 229,8-10 1,5-17-1,4-16 1,0-8 142,-6-5 1,-1-10-1,-12 3 1,-5-7 73,-7-8 0,-7 6 0,-10-6 0,-5 8 105,-10 7 1,-11-3-1,-25 10 1,-7 3-107,-5 2 1,-3 10-1,-1 4 1,-3 6 42,-3 6 0,10 13 0,12 2 0,8 10-220,6 9 1,6 15-1,12 8 1,4 4-626,8 2 0,4 1 0,6 2 722,4 5 0,15 4 0,12 11 0</inkml:trace>
  <inkml:trace contextRef="#ctx0" brushRef="#br0" timeOffset="333">1317 235 8037,'22'-37'0,"0"1"602,-1-3 1,1 8-1,2 4 673,5 10 1,-4 1-1074,4 8 0,-15 11 0,-7 11 0,-4 8 162,-3 7 1,0-2 0,-3 9 0,-4 3-144,-7 2 1,2 5-1,-3 5 1,-2 7-255,-2 5 0,-3-5 1,3 0-1,2 5-433,2 7 1,10-12 0,-2 0 0,5-12 95,2-10 0,0-4 0,2-13 0,8-5 279,12-6 0,2-8 0,14-8 0,6-6 455,4-5 0,3 4 0,-7 3 0,2 2-39,5 5 1,-5 3-1,4 2 1,-4 2-619,-2 6 0,-10 4 0,-5 10 0,-5-1-328,-2 1 1,-10 0 0,-5 0-844,-4-1 1,-6-6 1463,-4 0 0,-15-1 0,-12 8 0</inkml:trace>
  <inkml:trace contextRef="#ctx0" brushRef="#br0" timeOffset="617">32 1694 8037,'-21'-12'131,"11"-5"144,10 9 0,31 1 0,30 7 1,21 0 267,17 0 0,-33 0 0,4 0 0,6-1 0,3 0 0,8-1 0,2-1-361,8 0 0,2-1 1,-29-1-1,1 0 0,1 0 1,4 2-1,0 1 0,0 0 1,-2 0-1,0 0 0,0 1-210,-2 0 1,-1 0 0,-1 1 0,30 0 0,-4 0 0,-14 0 0,-4 0 0,-7 0 0,-2 0 54,-7-1 0,-3 2 1,-3 2-1,-3 1 0,27 3 1,-17-2 209,-12-3 0,-18-2 1,-6 3-1176,-10 4 0,-10 5 0,-16 10 0,-13 0 938,-12 0 0,2 9 0,1 3 0</inkml:trace>
  <inkml:trace contextRef="#ctx0" brushRef="#br0" timeOffset="2667">3277 1846 8499,'-10'-22'2342,"8"8"-2000,-5-1 0,7 11 0,7-4 0,7 6 99,6 2 1,9 0-1,2 0 1,3 0-273,5 0 1,2 0-1,3 0 1,-1 0-1071,1 0 1,6 0 0,-1 0 900,-8 0 0,3 0 0,-11 0 0</inkml:trace>
  <inkml:trace contextRef="#ctx0" brushRef="#br0" timeOffset="2833">3887 1498 7968,'-10'-22'0,"5"0"0,-9 0 0,-3 1 259,-3-1 0,-1 7 0,-1 3 0,-2 3 384,-5 4 0,-5-5 0,-12 3 0,-3 2-653,-1 3 0,-11 4 0,5 3 1,1 5-339,4 2 348,5-8 0,2 16 0,1-8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5:30.5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653 535 8101,'-7'-22'-314,"0"1"0,-10 1 1,5 3 1051,0 3 0,-8 9 0,6-2-382,-6 4 1,-1 6-1,-1 6 1,3 11-232,4 6 0,-4 13 0,7-3 1,-3 8-143,1 7 1,9-5 0,-3 5 0,6-8-191,2-7 0,7-4 0,3-13 0,5-4 582,9-8 1,0-9-1,12-13 1,0-14 41,-2-10 1,5-14 0,-7-5 0,-1-7-240,0-8 1,-4 10 0,-12-7-1,-8 0-179,-5 2 1,-14 3 0,-12 7-1,-17 9-186,-15 11 1,-7 6-1,-4 10 1,-4 3 25,-1 5 0,6 14 1,11 14-1,2 10-169,4 13 1,6-1 0,6 15 0,11-3-396,9 3 1,7-5-1,10 7 725,0 0 0,10-7 0,2 7 0</inkml:trace>
  <inkml:trace contextRef="#ctx0" brushRef="#br0" timeOffset="450">1067 383 8074,'0'-29'0,"0"0"941,0 2-289,0 13 1,0 6 0,0 16 0,0 9-258,0 9 1,3 8 0,1 10 0,6-1-378,2 1 0,-5 2 0,8 2 0,-1 3-69,-1-3 0,6-2 1,-5-5-1,6-4-369,2-8 1,7-5-1,2-5 185,3-4 0,-15-15 1,3-17-1,-3-10 174,1-9 1,-1-8 0,-2-4 0,-5-5 352,-2-3 1,0 0 0,-6-2 0,4 8 225,-4 4 0,-1 12 1,-3 5-120,0 4 1,0 18 0,0 12-461,0 14 1,0 18-1,0 1 1,0 8-71,0 5 1,10-2 0,2-11 0,2-4 258,1-2 1,2-6 0,9-9 0,3-5 186,-2-2 1,4-12 0,-2-13 0,-2-7 62,-3-7 1,-4-5 0,-4-9-1,-3-1-215,-4 1 0,-1-3 0,-8-3 0,-3-1-810,-4 1 0,-5 6 0,-8 6 1,3 8-1239,3 5 0,7 12 1885,-8 5 0,1-5 0,-8 0 0</inkml:trace>
  <inkml:trace contextRef="#ctx0" brushRef="#br0" timeOffset="1100">2004 622 9074,'-13'0'1155,"4"-2"0,11-5-1048,5-8 0,8-4 0,12-3 0,4 3 75,3 4 1,-5-2 0,5 8 0,-3-1 111,-4 0 1,4 3-1,-2 7 122,-2 0 0,-13 10 1,-6 7-1,-8 9-43,-8 10 0,-4-2 0,-9 3 1,-4-1-443,-4-2 1,5 5 0,-5-10 0,5-3-423,2-2 0,3-2 1,2-3-559,2-4 1,13-5-1,2-13 764,12-4 1,7 2 0,6-7 0,1 2 564,3 6 0,8 1 0,-8 3 0,-3 0 311,-2 0 0,-2 3 0,-2 4 0,-6 7 551,-7 6 0,-4 9 0,-3 0 0,-5-3-500,-10-1 1,-9 4-1,-19 0 1,-1-5-681,0-7 1,1 0 0,-1-10 0,3-2-1213,5-3 0,-3-4 1,10-5-1,3-8-739,1-4 0,11-3 1989,-1 0 0,11-9 0,-6-3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5:26.2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22 981 8024,'-2'14'219,"-3"1"169,-2 1 1,-1 11-1,8 5 1,0-1-235,0 0 0,0 8 1,0-3-1,0 3-128,0-3 0,3-4 0,4-13-76,8-4 1,4-6 0,3-11 0,-3-5 26,-4-8 0,4-11 1,-7-6-1,3-2 296,-1-4 0,-7-1 1,5 0-1,-2 5 195,-5 3 1,5 2 0,-3 7-126,-2 0 1,4 5-473,-1 10 0,-1 19 0,-7 22 0,2 2-28,6 1 0,-6-3 0,8 4 0,-3-4 276,0-2 0,8-3 0,-6-10 253,3-5 1,3-6-1,4-16 1,-2-6-77,-2-5 1,-3-13 0,2-4 0,-6-5-223,-6-3 1,5-7 0,1 1 0,-4 1-969,-1 3 1,-3 10-1,2 2 1,3 3-3077,2 4 3970,1 12 0,-8-4 0,0 7 0</inkml:trace>
  <inkml:trace contextRef="#ctx0" brushRef="#br0" timeOffset="283">436 1416 8024,'22'10'272,"-1"-8"1,1 5 172,0-4 1,2-13 0,3-4-1,2-6-52,-3-2 1,-1-2-1,-1-2 1,2-6-136,3-2 1,1 5 0,-11-7 0,-2 0-132,-3 2 1,-6-7 0,4 7 0,-3-2-90,-4-1 1,-5 11 0,-5-3-1,-4 4-85,-3 4 1,-5 9 0,-10 4 0,-2 11 141,2 11 1,-6 10-1,-1 20 1,0 2 89,5 5 0,0 4 0,5 11 0,4-1 171,1 0 1,9 1 0,5-3 0,13-3-304,13-2 1,20-12 0,20-2 0,9-15-4001,10-12 3947,14-8 0,6-9 0,-46 0 0,0 0 0</inkml:trace>
  <inkml:trace contextRef="#ctx0" brushRef="#br0" timeOffset="1083">1764 1 8248,'0'43'-1,"0"1"1,0 2 0,0 4 232,0 9 0,7 13 0,3 8 0,0 5-250,0 2 1,-3 7-1,-7 3 1,0 2-155,0-47 1,0 0 0,0 43-1,0-6 1,0-12-156,0-9 0,-7-10 0,-3-24 219,-2-12 1,0-12 0,-3-18 0,5-6 76,1-6 0,6-9 1,-4-2-1,5-3 431,2-5 1,0 8 0,2 2 0,3 5 8,2 2 1,10 3 0,-2 2 0,4 5-82,3 2 1,0 3 0,-1 7 0,1 2-375,0 5 0,2 8 0,3 11 0,4 6-743,3 2 0,-7 0 789,2 2 0,5 5 0,-1-7 0</inkml:trace>
  <inkml:trace contextRef="#ctx0" brushRef="#br0" timeOffset="1416">2635 937 8178,'0'-29'0,"0"0"0,-2 2 1084,-5 3 0,-5 5 0,-10 4-551,0 8 1,-7 7 0,-3 7 0,1 8-49,0 4 1,-1 13 0,5 4 0,-2 5-525,3 3 0,2-1 1,4 1-1,6-1-401,7 1 1,4-1-1,3 1 1,0-3-392,0-5 0,10-4 1,4-13-1,8-4 337,7-8 0,-2-5 1,7-4-1,-3-8 497,-4-12 0,4-2 1,-2-10-1,-2 0 365,-3 1 1,-2 6 0,-3-2 0,-2 5 837,-2 2 1,-8 3-1,5 2-884,-2 2 0,-1 10 1,-4 0-1,2 10-357,-2 10 1,-2 4-1,-3 3 1,0 2-872,0 5 0,7-2 0,0 7 0,-2-3 906,-3-4 0,8 7 0,2-1 0</inkml:trace>
  <inkml:trace contextRef="#ctx0" brushRef="#br0" timeOffset="1666">2831 937 8171,'-12'10'1855,"5"4"-1534,5 6 1,2 4 0,0 5-1,0 5-27,0-1 0,12 9 0,7-6 0,8 3 28,-1-3 0,-2 3 0,-2-10 0,0-5 218,0-7 1,-1-8 0,1-11-242,0-5 1,-7-15 0,-3-14 0,-3-8-308,-4-7 0,-2 3 0,-3-10 0,0 0-664,0 2 1,0-4 0,0 6 0,0 1-1176,0 0 0,2 5 0,3 11 1847,2 8 0,0 15 0,-7 4 0</inkml:trace>
  <inkml:trace contextRef="#ctx0" brushRef="#br0" timeOffset="1967">3136 1351 8153,'22'14'0,"0"-2"52,-1-2 1,1 5 0,0-8 0,0-5 265,0-7 0,2-7 1,2-12-1,3-3 158,-2-2 1,-3-9-1,-2 4 1,0-2-79,0-1 0,-8 1 0,-2-5 0,-2 2-309,-5 3 0,4 0 0,-1-6 0,-4 4-290,-1 1 1,-13 11-1,-4-3 1,-6 5-152,-1 2 0,-1 10 0,0 4 0,0 6 149,0 2 0,1 5 0,-1 9 0,3 13 184,4 4 0,-2 13 0,7-3 0,1 10 1004,-1 5 1,3-8 0,7 5 0,0-2 140,0 0 0,9 2 0,8-5 0,10 3-951,9-2 0,8-6 1,4-7-1,6-6-658,1-6 0,-4-12 1,2-5-1,-4-5-1172,-8-2 1,-10-7 0,3-2 1654,-2-4 0,-3-11 0,-8-10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5:22.6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566 271 8308,'-31'-36'0,"-3"2"371,0 3 1,-7 2 0,5 9-1,-5 6-179,-3 6 1,0 8-1,-1 8 1,-4 6-260,-2 6 1,10 1 0,12 4 0,7 1 192,8 3 0,4 8 1,10-6-1,5 0-232,10 1 0,1 4 0,21-4 0,1-1 116,4 1 1,1 4 0,1-7 0,-3-2 251,-5-3 0,5-3 0,-7-1 0,0-3 1,-5-3 1,-5-6 0,-4 6-153,-6 3 0,-7-5 0,-14 0 0,-10-2-367,-9-5 0,-8 4 1,-10-1-1,-2-4-314,-5-1 1,8-3 0,-3 0 0,7-3 569,0-4 0,8-5 0,-1-10 0</inkml:trace>
  <inkml:trace contextRef="#ctx0" brushRef="#br0" timeOffset="284">632 402 11378,'0'22'0,"-3"-1"164,-4 1 1,5 0 0,-6 0 0,6 0-311,2-1 1,7 1 0,3 0-1,2-3-60,5-4 0,2 2 0,3-10 0,0-2 8,0-3 0,-1-2 1,1-2-1,0-5 129,0-8 1,-8-4-1,1-5 399,2-6 0,-5 6 0,0-5 1964,-2 5-1801,-3 12 1,0 5-1,0 14 1,-2 10-342,-2 9 0,4 1 0,2 9 0,1 1-613,0-3 0,7 4 0,-3-9 461,6-2 0,11 7 0,3 0 0</inkml:trace>
  <inkml:trace contextRef="#ctx0" brushRef="#br0" timeOffset="967">1241 837 8073,'0'-21'0,"0"-1"-413,0 0 0,0 0 1,0 1-1,0-1 391,0 0 0,8 8 1,1-1-1,1-4 6,0-8 1,4 3 0,-4-5 0,0 5 33,-1 2 0,6 0 1,-6 0-1,4 3 177,4 4 1,-5 6-1,2 9-44,3 0 1,2 9 0,1 6 0,-6 4 89,-6 3 1,-4 7 0,1 3 0,2-1-161,-2 0 0,-2-2 0,-3-7 0,0 0-215,0 0 0,0-8 295,0 1 1,0-13 0,0-4-50,0-18 0,0-4 0,0-12 0,0-3 143,0-2 1,7-2-1,3-1 1,-1 0-76,1 1 0,7 7 1,-5 2-1,3 2-168,-1 6 0,1 11 1,6 8-1,1 4-146,0 3 0,7 17 0,0 8 0,-2 4 97,-3 2 0,-10 8 0,-2-3 0,1 5 75,-1 3 1,-8-1 0,4 1 0,-6-3-9,-2-5 1,-7 3 0,-3-7-14,-2 1 0,-2-8 0,-8-4 31,0-11 1,8-8 0,1-4-208,4-5 0,2-13 0,7-11 0,0-3 183,0-5 0,2-2 0,5-2 1,8 2 117,4 4 0,3-1 1,2 9-1,3 2-4,2 3 1,7 4-1,-5 6 1,1 7-26,-1 4 1,-2 20 0,-7 7-1,-2 10-735,-6 12 0,3 0 0,-10 10 1,-2-3 621,-3-5 0,-11 8 0,-3 0 0</inkml:trace>
  <inkml:trace contextRef="#ctx0" brushRef="#br0" timeOffset="1718">2134 772 8090,'0'22'-17,"0"-10"1,0-5-1,3-14 1,2-10 99,2-10 0,2 1 0,-4-10 1,5-3-130,2-2 1,-5-3-1,5-2 1,-2-2 43,-5-3 1,5 3 0,-1 9 0,1 5 131,0 3 1,4 1 0,-4 11-3,2 5 1,2 9 0,8 17 0,0 12 12,0 8 0,0 4 0,-1 7 0,1 1-69,0-1 0,-8-1 0,-1-4 0,-1-4-89,0-2 0,-7-3 0,2-8-98,-5 1 327,-2-10 0,-7-12 0,-3-17 0,1-7-140,-1-5 0,0-10 0,5 3 0,-2-5-135,2-3 1,3 1 0,2-1-1,2 1 83,6-1 1,4 3 0,7 5 0,-2 9-22,-3 10 1,3 0 0,10 10-1,2 2-9,-2 3 1,-3 14 0,-2 7-1,2 10 22,5 5 1,-12 0-1,2 5 1,-7-3-24,-7 3 0,5-5 1,-3 2-1,-2 0-61,-3-2 0,-11 5 0,-3-10 0,-3-2-99,1-3 1,-1-5 0,-7-4 264,0-8 0,8-5 0,2-4 0,0-5-19,0-8 1,7-4-1,-2-5 1,4-6 105,3-6 1,0 5 0,3-1 0,1 3 71,4 0 0,9 5 1,-3 7-1,5-2 25,3 2 1,0 10 0,2-1 0,3 6-450,2 2 0,7 2 1,-7 6-1,0 6-774,3 5 1,-15 10 0,4 3 944,-1 2 0,-1 2 0,3 8 0</inkml:trace>
  <inkml:trace contextRef="#ctx0" brushRef="#br0" timeOffset="2016">3332 315 8090,'0'-29'0,"2"0"364,6 2 0,-6 3 0,5 2 632,-4 0 1,-13 10-1,-4 5 1,-8 5-349,-7 2 0,5 9 1,-6 6-1,6 7-583,3 7 1,-4-3 0,1 11 0,0-1-415,5-2 0,11 4 1,-1-9-1,1 0-538,1 3 1,0-8-1,9 3 439,6-10 1,-4-8-1,11-9 1,4 0 574,8 0 1,-1-9 0,8-6 0,0-4 214,0-3 0,-5 0 1,5 0-1,-3 3 350,-4 5 0,5 4 0,-3 10 1,-3 0-381,-2 0 1,-9 2-1,-3 6-2041,-2 6 0,4 5-534,-7 3 2263,1 0 0,-8 0 0,0 0 0</inkml:trace>
  <inkml:trace contextRef="#ctx0" brushRef="#br0" timeOffset="2232">3528 380 7928,'12'10'851,"-2"-8"1,-10 10 483,0-4 1,0-4 60,0 11 0,2-10-996,5 2-332,-4-5 0,6-11 1,-9-6-1,3-6-231,4-9 0,-4 4 1,6-8-1,-1 0-667,-1 0 0,10 8 0,-5-6 0,2 6-177,1 4 1,-1-2-1,11 16 1007,4 3 0,-5-7 0,7 0 0</inkml:trace>
  <inkml:trace contextRef="#ctx0" brushRef="#br0" timeOffset="2918">4029 97 11985,'0'22'83,"0"0"0,2-1 0,5 4 0,6 1-312,-1 3 0,14-2 0,-4-10 0,2-3-382,0 3 0,-2-7 1,0-3-1,0-4-52,0-3 0,4-3 1,-2-4-1,-4-10 663,-1-10 0,-9 1 0,-1-11 0,-1 1-77,-1 2 0,0-4 0,-7 9 1,0 2 1096,0 3 1,-2 4-1,-3 8-530,-2 12 1,-1 12 0,6 20 0,-3 9-286,-2 7 1,0 20 0,7 0 0,0 9-153,0 13 1,0-1 0,0 11 0,-3-1-81,-4 0 1,-5 0 0,1-47 0,-2 0 0,-1-2 0,-1-1 16,-3 1 1,-1-3 0,-22 35 0,-2-19 0,-1-19 136,1-20 1,1-14 0,6-20 0,5-14 60,-1-17 0,10-12 0,-2-13 1,10-2-603,4-4 1,3 2-1,7-8 1,2 3-182,5 5 1,8-2 0,12 6-1,4 11-918,3 6 1513,2 15 0,8 3 0,-1 9 0</inkml:trace>
  <inkml:trace contextRef="#ctx0" brushRef="#br0" timeOffset="3084">4922 533 7966,'-12'33'0,"-8"6"0,6-7 0,-3 2 169,2 4 1,-4 3 0,4 3-170,-4-1 0,-3 1 0,0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5:21.4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728 392 8212,'-21'0'-38,"1"2"189,6 6 0,4 6 1,10 15-1,0 8 581,0 4 0,0 10 0,2 2 0,3 2-386,3 6 1,9 2 0,-3 0 0,3-5-684,-3-7 1,3-13 0,-7-4-1,0-2-2646,-1-6 2983,-1-11 0,-8 4 0,0-7 0</inkml:trace>
  <inkml:trace contextRef="#ctx0" brushRef="#br0" timeOffset="232">249 261 8213,'0'-21'0,"0"-1"-52,0 0 1,10 3 0,7 2 0,10 5 649,9 2 1,15-7 0,7 5 0,7-3-81,8 1 0,4 7 0,13-8 1,2 1-571,2 2 1,-2-5-1,-12 9 1,-8 4-408,-4 1 0,-15 3 0,-9 0 0,-15 3 459,-12 4 0,2 15 0,-7 11 0</inkml:trace>
  <inkml:trace contextRef="#ctx0" brushRef="#br0" timeOffset="433">10 1176 8325,'-10'-2'205,"10"-3"-265,12-3 0,20-1 0,11 2 0,15-6 791,12 1 0,8-7 0,11 4 0,3-4-685,3-3 0,-1 8 0,-9 2 0,-5 2-1135,-8 5 0,-21 3 1089,-7 2 0,-15 0 0,2 0 0</inkml:trace>
  <inkml:trace contextRef="#ctx0" brushRef="#br0" timeOffset="699">1142 936 8162,'0'22'278,"0"0"1,3 2 134,4 5 0,-5-5 1,8 5-1,-3-4-151,0-4 0,3 1 0,-5 0 0,2 0-141,-2 0 1,-3-1 0,-2 1 0,0 0-144,0 0 0,0-8 0,-2-2-137,-5-2 0,-3-5 0,-7-12 0,5-8-115,2-4 1,3-13-1,7-4 1,0-5 118,0-3 1,10 10-1,4 3 1,6 2 320,1 0 0,9 7 0,1 10 0,3 2-130,5 5 1,-1 5 0,1 10 0,-3 12-502,3 12 465,-8 7 0,1 2 0,-10 1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5:39.6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870 673 9598,'0'22'778,"0"0"0,10 2 0,4 5 0,6 7-297,1 5 1,4 3 0,1 2 0,6 2-864,1 3 1,4 0 0,4-10 0,-2-2-3526,-3-3 3907,0-10 0,8 6 0,-1-10 0</inkml:trace>
  <inkml:trace contextRef="#ctx0" brushRef="#br0" timeOffset="215">1371 782 8507,'-10'-12'1534,"5"7"-1003,-9 19 1,7 13-1,-6 21 1,1 8 130,0 7 0,5 7 0,-8 17 0,-1 3-470,-4 4 0,9-41 0,0 1 0,0 4 0,1 0 0,0-2 1,0-1-355,3-2 0,0-2 1,-13 36-1,8-17 1,-2-9-534,-1-10-420,10-25 1,-4-9-1,9-24 1,0-8 1114,0-4 0,9-12 0,4-3 0</inkml:trace>
  <inkml:trace contextRef="#ctx0" brushRef="#br0" timeOffset="466">1393 1522 7819,'0'-22'1798,"0"13"-1301,0 9 0,-3 12 1,-2 17-1,-2 5-209,2 0 0,3 4 0,2-6 0,0-1-83,0 1 1,2-6 0,6-9-1,6-5 112,5-2 1,3-3-1,0-9-185,0-5 1,0-13 0,-3-11-1,-5-1-87,-6 1 0,-6-8 1,-2 5-1,0-2-380,0 0 1,-10 9-1,-2-2 1,-2 7-1127,-1 8 1,1-6-1830,-8 6 3290,0 4 0,10 1 0,2 9 0</inkml:trace>
  <inkml:trace contextRef="#ctx0" brushRef="#br0" timeOffset="799">1589 1544 13373,'7'15'322,"0"-1"0,3 1-388,-3 6 0,5 1 1,10-3-103,0-4 1,-8-5 0,1-10 0,2 0-232,2 0 1,3-3 0,0-4 188,-1-8 0,1-4 0,-2-5 0,-4-5 31,-1-7 0,-1 2 0,6-3 0,-3 1 124,-3 2 1,-9-4 0,2 9 0,-2 4 273,2 8 1,-4 3 42,4 14 1,-4 5 0,-3 19 0,0 5 154,0 7 0,0-2 1,0 2-1,0 3-170,0 2 0,0-4 0,0-4 0,0-1-605,0-6 0,7 6 1,3-3-1,2-5-1161,5-7 0,-5-7 1519,2-10 0,1 0 0,6 0 0</inkml:trace>
  <inkml:trace contextRef="#ctx0" brushRef="#br0" timeOffset="982">2133 869 9774,'0'22'733,"0"0"1,7 11 0,3 9-1,0 8-291,-1 6 0,8 9 1,-2 10-1,2 0-583,-3 0 0,3-2 0,-7-8 0,0-2-581,-1-5 0,-2-7 722,-7-15 0,10-4 0,2-10 0</inkml:trace>
  <inkml:trace contextRef="#ctx0" brushRef="#br0" timeOffset="1182">1872 1109 8498,'-22'0'1340,"12"0"0,10 0 1,12 0-1095,8 0 0,14 0 0,7 0 1,7 0-483,1 0 0,4 0 0,-2 0 0,-3 0-1823,-2 0 0,-5 0 2059,-5 0 0,5 0 0,-7 0 0</inkml:trace>
  <inkml:trace contextRef="#ctx0" brushRef="#br0" timeOffset="1382">2612 1239 8734,'3'-12'2940,"4"5"-2262,7 4 0,13-4 0,4 0 1,3 2-774,5 3 1,2 2 0,3 0 0,-1 0-1302,1 0 1396,-10 0 0,7 0 0,-7 0 0</inkml:trace>
  <inkml:trace contextRef="#ctx0" brushRef="#br0" timeOffset="1882">3701 542 7891,'-10'-12'2482,"8"-7"-2201,-8 16 1,10-1 0,0 16 0,0 12 53,0 7 0,0 6 0,0 9 1,0 4-220,0 8 1,0 5 0,0 5 0,0 2-235,0 3 0,7-3 0,3-12 0,2-7-239,5-5 0,5-15 0,5-6 0,4-11-157,3-4 1,2-5 0,8-15 0,-3-12-1464,-5-12 1977,5 3 0,-7-10 0,10 7 0</inkml:trace>
  <inkml:trace contextRef="#ctx0" brushRef="#br0" timeOffset="2048">3592 913 8007,'12'-10'171,"0"7"0,-4-6 0,6 1 321,5 1 0,13-2 1,7 1-1,7-4-445,4 0 0,18-7 0,-3 7 0,3-3-47,0 1 0,-3-1 0,1-7 0</inkml:trace>
  <inkml:trace contextRef="#ctx0" brushRef="#br0" timeOffset="2499">391 564 8209,'-44'15'0,"1"2"0,-1 4-175,1 6 1,2 19-1,4 0 1,6 10 351,-1 11 0,8 8 1,-2 17-1,16-43 1,3 1 23,2 4 1,2 1-1,2 3 1,2 0-1,3-1 1,2 0-1,4 1 1,4 0-162,5 0 0,3-2 0,6 0 1,5-3-1,3-3 0,3-3 1,-1-5-1,1-2-39,2-4 1,1-4 0,42 16 0,-39-24 0,2-2-2,3-1 0,2-3 0,-2-4 0,1-2 0,9 4 0,-1 0 0</inkml:trace>
  <inkml:trace contextRef="#ctx0" brushRef="#br0" timeOffset="2916">4572 41 8066,'29'-9'-8,"0"-3"1,0 0 197,3 4 1,1 16 0,11 9 0,0 12 243,-1 14 0,8 10 1,-3 15-1,-4 5-171,-5 7 0,-6 11 1,-15-42-1,-2-1 1,-3 1-1,-4 1-156,-3 2 0,-2 0 0,-3 3 0,-2-1 0,-3 3 0,-2 0 0,-3 0 0,-4 0-136,-2-3 0,-4-2 0,-3-5 1,-4-4-1,-27 27 0,0-12-42,-1-14 0,4-3 0,6-12 0,3-5-268,5-7 0,4 2 0,10-4 0,1 4-668,-1 3 0,10-8 0,4 1 1007,6 2 0,-8 2 0,-2 3 0</inkml:trace>
  <inkml:trace contextRef="#ctx0" brushRef="#br0" timeOffset="3166">5552 1239 10409,'0'-12'-65,"0"-7"0,0 7 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5:49.3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197 501 8441,'9'12'681,"-4"15"1,7-3 0,0 8-380,0 6 1,-7 6 0,3 7 0,-6 7-163,-2 5 0,0 0 1,-2-3-1,-6-7-248,-6-7 0,-6-7 1,-1-20-1,-4-4 145,-4-8 1,5-9 0,-5-13 0,5-14 58,2-10 1,8-16 0,2-8 0,2-10 63,5-4 1,3-3-1,2-7 1,5-3-147,9-4 0,10 12 0,20-3 0,2 10-6,5 12 1,-3 10-1,10 17 1,0 9-79,-2 10 1,4 7 0,-9 13 0,-3 4-372,-2 8 0,-12 11 0,-7 3 441,-10-2 0,2 7 0,-7 0 0</inkml:trace>
  <inkml:trace contextRef="#ctx0" brushRef="#br0" timeOffset="463">785 523 7683,'0'14'1431,"0"1"1,2 2-1014,5 2 0,5 5 0,13 3 1,1 5-655,3 1 0,10-4 0,-3 5 0,5-2 236,3-6 0,-1 8 0,1 0 0</inkml:trace>
  <inkml:trace contextRef="#ctx0" brushRef="#br0" timeOffset="647">1220 567 7997,'-10'21'-17,"6"1"0,-8 2 0,2 3 171,5 2 0,-5 12 0,3 0 1,2 10 390,3 5 0,-5-6 0,-1 9 0,3 1-329,3 3 0,2-3 0,0 3 1,-2 3-595,-6-6 1,6-4 0,-5-15 0,2-2 377,-2-3 0,-6-19 0,-8 2 0</inkml:trace>
  <inkml:trace contextRef="#ctx0" brushRef="#br0" timeOffset="1016">1438 980 8537,'0'22'1799,"0"0"-1069,0 0 1,0-1 0,0 1 0,2 0-258,6 0 1,-4-8 0,11 1 0,2 2-763,2 2 1,-4-4 0,-1-3-1354,3-3 0,3-1 1642,1-8 0,1-10 0,0-2 0</inkml:trace>
  <inkml:trace contextRef="#ctx0" brushRef="#br0" timeOffset="1149">1569 697 8031,'-13'-9'0,"-6"6"591,5-4 1,4 2-740,3-2 148,4 4 0,3 3 0,0 12 0</inkml:trace>
  <inkml:trace contextRef="#ctx0" brushRef="#br0" timeOffset="1432">1786 1154 8031,'-9'22'-610,"4"0"0,-7 0 1186,2 0 1,3-13-321,7-9 0,0-9 0,0-13 1,0-2-45,0-5 1,2 2 0,5-9-1,6-1-39,-1 4 0,7-1 0,-4 7 0,4 0-17,3 8 0,-1 0 1,1 11-1,0 4-35,0 1 0,7 6 1,0 4-1,-3 10-161,-1 9 1,-11 11 0,-2 11 0,-2 3 39,-5-3 0,-3 8 0,-2 0 0</inkml:trace>
  <inkml:trace contextRef="#ctx0" brushRef="#br0" timeOffset="1717">1024 87 8105,'-51'22'138,"1"0"1,1 0 0,10 2-1,6 7 311,1 13 1,-7 2-1,6 14 1,-1 6-117,5 4 1,12 12 0,5 3-1,2 9-217,7-43 1,1 0-1,1 5 1,2-1-1,2-4 1,1 0-1,3 1 1,1 0-114,1-1 0,1-1 0,5 6 0,2 0 0,0-6 0,2-1 0,24 40-899,8-11 1,5-13-1,12-7 896,4-7 0,6-15 0,9-4 0</inkml:trace>
  <inkml:trace contextRef="#ctx0" brushRef="#br0" timeOffset="1965">2636 262 8044,'21'53'103,"1"5"0,-2 5 1,-6 5-1,-4 4 195,-1 8 1,-6-3 0,2 3 0,-8 3-281,-4 1 0,-10 1 0,3-5 0,-6-8-18,-2-4 0,-9-12 0,-3-3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5:55.1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370 1174 7418,'0'22'1260,"0"2"1,0 5-667,0 8 1,3 13 0,2 8 0,4 5-706,4 3 0,-6-8 0,5 0 0,0 0-206,0-3 0,0-4 0,5-14 317,-2-8 0,-1-5 0,8-2 0</inkml:trace>
  <inkml:trace contextRef="#ctx0" brushRef="#br0" timeOffset="200">784 1588 9680,'22'-12'1576,"2"5"-902,5 4 0,-2 3 0,9 0 0,3 0-783,2 0 1,3 0-1,-1 0 1,1 0 108,-1 0 0,1 10 0,-1 2 0</inkml:trace>
  <inkml:trace contextRef="#ctx0" brushRef="#br0" timeOffset="700">1742 1109 8048,'22'0'14,"0"0"0,0 2 1,-3 6-1,-2 8 871,-2 11 1,-1 0 0,8 7-1,-3-1-492,-4 1 1,4 3-1,-7 6 1,0 3-249,-4 5 0,-6-5 1,-2 5-1,-2-5-376,-6-3 1,-4-9 0,-12-5 0,-3-7-119,-2-8 1,-7-6 0,5-16 0,-1-6 157,1-5 0,-1-13 1,6-4-1,-3-5 183,2-3 0,10-9 0,5-5 1,2-5-30,5-2 0,5-3 1,8-2-1,9 0-8,9 7 1,8 0-1,10 12 1,2 5 65,4 7 1,4 8 0,9 11 0,-3 6-177,1 7 1,4 14-1,-12 7 1,0 8-1893,1 7 2047,-4 5 0,-6 0 0,-1-3 0</inkml:trace>
  <inkml:trace contextRef="#ctx0" brushRef="#br0" timeOffset="1084">2505 1240 7906,'0'14'-1157,"2"1"1457,5 2 0,-2 9 1,10 3-1,2 0-424,2 3 0,5-8 0,3 5 0,4-5-266,3-2 1,-7-3-1,2-4 390,-5-8 0,7-5 0,3-2 0</inkml:trace>
  <inkml:trace contextRef="#ctx0" brushRef="#br0" timeOffset="1234">2831 1305 8088,'0'22'110,"0"-1"1,-2 4 0,-3 4 205,-2 7 1,-3 7 0,5 8 0,-2 10 18,2 9 0,0 5 0,0 7 1,-2-2-325,2 2 0,0 3 0,1 0 0,-4-5-507,4-8 1,1-21 0,3-10 495,0-7 0,0-15 0,0-9 0</inkml:trace>
  <inkml:trace contextRef="#ctx0" brushRef="#br0" timeOffset="1450">3093 1632 9823,'0'21'908,"0"1"1,2 0-1071,5 0 1,5-1-1,10-1-1365,0-6 1,0 3 1526,-1-10 0,1 1 0,0-8 0</inkml:trace>
  <inkml:trace contextRef="#ctx0" brushRef="#br0" timeOffset="1549">3158 1370 8088,'-12'0'-134,"-8"0"0,8 0 0</inkml:trace>
  <inkml:trace contextRef="#ctx0" brushRef="#br0" timeOffset="1850">3419 1588 8088,'0'29'0,"0"0"95,0-2 0,0-1 0,0 1 0,0 2 384,0-2 1,0-3 0,0-2 559,0-1-420,0 1 1,0-12-578,0-10 1,0-17 0,0-15-1,3-2-585,4-4 0,5 4 0,10-2 0,-1-3 128,1-2 1,2 7 0,3 5 0,2 7 506,-2 8 0,-1 4 0,1 10 0,2 0-108,-2 0 0,-3 12 0,-5 10 0,-4 12 29,-8 7 0,3 5 0,-6 2-13,-6 3 0,-8 9 0,-11-4 0</inkml:trace>
  <inkml:trace contextRef="#ctx0" brushRef="#br0" timeOffset="2217">2744 760 8084,'-31'0'82,"4"0"1,-7 0 0,3 0 153,4 0 0,3 13 0,2 8 1,-2 13 96,-5 7 1,5 5 0,-3 3 0,8 6-27,4 8 0,10 0 0,-2 19 0,5 6-186,2 3 1,4-40 0,4 0-1,11 46 1,-5-48 0,1 1-373,1 2 1,2 0-1,2-4 1,4-1-1,1-4 1,3-2-1,30 25-2318,10-21 2285,-3-20 1,20-16-1,-8-9 1</inkml:trace>
  <inkml:trace contextRef="#ctx0" brushRef="#br0" timeOffset="2450">3985 630 8084,'37'0'80,"1"0"1,6 2 285,4 5 1,3 8 0,-7 16 0,-1 13 42,1 12 1,-1 9 0,1 8 0,-3 6-43,-5 6 0,-4 5 1,-13 4-1,-11-44 0,-1 2-326,-2 0 0,-3 2 0,-5 4 0,-4 0 1,-3 2-1,-4-1 0,-5 0 0,-3 0-1591,-5 1 1,-2-1 1549,-1 0 0,-3-2 0,-3-6 0,-3-3 0,1 1 0,-1-1 0</inkml:trace>
  <inkml:trace contextRef="#ctx0" brushRef="#br0" timeOffset="2967">566 652 8081,'-9'-22'16,"-1"7"1,-7 3 0,3 3 133,-3 4 1,-3 2-1,-1 6 1,-4 4 22,-4 7 1,-5 23 0,-12 11 0,-2 10 22,-3 10 0,25-26 0,1 3 0,3 0 0,1 2 0,0 4 0,1 2-73,1 5 0,1 3 1,2 6-1,3 4 1,5 4-1,2 2 0,2 3 1,1 0-145,0-1 0,3-1 1,5-3-1,2-2 0,2-11 1,4-1-1,4-3 0,5-2 65,4-3 0,4-2 0,-2-3 0,4-2 1,7-6-1,4-5 0,1-3 0,2-3-44,3-5 0,1-2 0,0-5 0,2-1 0,-1 0 0,2-3 0,-1-4 0,0-3 0,-1-4 0,-1 1 0</inkml:trace>
  <inkml:trace contextRef="#ctx0" brushRef="#br0" timeOffset="3466">4900 20 8176,'22'-7'-80,"0"0"0,2 2 0,5 12 0,7 10 98,5 10 0,5 16 0,3 18 0,4 11 311,-25-29 1,-1 1-1,-2 5 1,-1 1 0,2 7-1,-1 3 1,-3 2-1,-1 1-110,-2 5 1,-2 0 0,-1-2 0,-2 1-1,-6 2 1,-2 0 0,-3-1 0,-4-1-105,-3 2 1,-4 0 0,-2-1 0,-4 0-1,-7 3 1,-4 1 0,1-3 0,-3-1-57,-1-3 1,-2-1-1,0-4 1,-3-2-1,1-6 1,-1-2-1,1-3 1,-1-2 33,0-3 0,0-2 0,-22 25 0,6-16 1,11-10-2148,9-10 2054,4-15 0,13-11 0,5-11 0,5 1 0</inkml:trace>
  <inkml:trace contextRef="#ctx0" brushRef="#br0" timeOffset="3700">5815 1588 7981,'0'-22'8894,"0"0"-8961,0 10 1,0 5 66,0 14 0,-10-4 0,-2 6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6:06.1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76 8258,'0'-15'130,"0"1"195,0-3 1,3 0 0,2 5-151,2 12 1,2 10 0,-4 14 0,5 7 228,2 13 0,-7 2 1,5 12-1,-3 2-202,0 3 1,0 5-1,-4 2 1,2 5-169,2 3 0,0-1 0,-9 3 0,-3-8-239,-2-4 1,-8-12 0,5-5-1,-2-10-186,-5-12 0,5-3 0,-2-18 189,-3-3 1,7-13 0,3-6 0,5-8 37,2-7 1,2-2 0,5-8 0,8 5 243,4 2 0,3 3 0,2 8 0,3 1-26,2 6 1,0 4 0,-7 10 0,2 3-51,5 4 0,-5 5 1,5 12-1,-7 5-248,-8 7 0,6 6 0,-8 1 0,2 1 244,1-1 0,-1 1 0,8-1 0</inkml:trace>
  <inkml:trace contextRef="#ctx0" brushRef="#br0" timeOffset="283">763 860 8258,'-22'0'148,"0"-3"0,0-1 89,1-4 1,6 1 0,1 7-1,-3 3-51,-3 4 1,-2 5 0,3 12 0,2 3-66,3 2 1,9 9-1,-2-1 1,4 4-180,3 2 0,0 1 0,3-3 0,1-5 88,4-7 0,9-7 0,-3-5 1,5-5 281,3-2 0,0-5 0,0-12 0,-3-8-90,-4-4 0,2-10 1,-10-3-1,-2 1-156,-3-1 0,-2-4 0,0 4 0,0 1-312,0 0 0,0 2 1,0 7-777,0 0 1,-7 0 1021,0 0 0,-10 1 0,5-1 0</inkml:trace>
  <inkml:trace contextRef="#ctx0" brushRef="#br0" timeOffset="666">937 1012 9567,'0'22'482,"0"0"-302,0 0 0,0-1 0,0 1 0,0 0-18,0 0 0,0 0 0,0-1 0,0 1-169,0 0 0,2-10 1,6-5 19,6-4 1,5-3 0,3-3 0,0-4-137,0-8 0,0-4 0,-1-3 0,-1 1 39,-6-1 1,6-7 0,-8 0 0,0 2 162,-5 3 1,3 2 0,-3 0 294,-2 1 1,-3 6 598,-2 1-1111,0 9 0,0 5 0,3 14 65,4 6 1,-2 1 0,9 1 0,1 0-233,-3 0 1,7-1 0,-4 1 0,2 0-439,-3 0 0,6-8 0,-6-2 743,5-2 0,3-3 0,0-7 0</inkml:trace>
  <inkml:trace contextRef="#ctx0" brushRef="#br0" timeOffset="850">1677 119 7217,'0'22'122,"0"0"1,0 7 0,0 3-1,0 4 386,0 10 1,0 7 0,0 12 0,0 3-249,0 5 0,0 2 0,0 9 1,-2-1-72,-5-1 0,4 3 1,-4-18-1,5-9-889,2-9 1,0-3 699,0-17 0,0-10 0,0-9 0</inkml:trace>
  <inkml:trace contextRef="#ctx0" brushRef="#br0" timeOffset="1016">1372 795 8258,'-14'-10'848,"-1"-5"0,11-4-503,-4-3 0,23 8 0,9 2 0,7 2 42,8 5 0,12 3 0,7 2 0,5 0-408,2 0 0,1 0 1,-1 0-1,0 0-1787,1 0 1808,-11 0 0,8 0 0,-7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6:08.6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22 8071,'2'-12'881,"5"4"0,13 6 1,11 2-1,3 0-577,5 0 0,4 0 0,6 0 0,4 0-488,3 0 1,-8 0 0,3 0 0,-8 0-1258,-6 0 1,-6 7 1440,-9 1 0,-10 9 0,-2-5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6:08.8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 1 8279,'-10'0'890,"10"0"0,10 0 1,14 0-1,7 0-396,13 0 0,2 0 0,12 0 0,2 0-492,3 0 1,0 2 0,-2 3 0,-6 3-436,-1-4 1,-6-1 432,-12-3 0,5 9 0,-7 4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6:16.0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654 654 10354,'2'21'1151,"6"1"0,6 0-913,5 0 0,6 2 0,1 2 0,6 3-332,2-2 0,-1 0 1,6-1-1,-5 3-2340,-2-2 2434,6-12 0,-4 4 0,10-7 0</inkml:trace>
  <inkml:trace contextRef="#ctx0" brushRef="#br0" timeOffset="183">1133 523 8177,'-12'22'235,"-7"2"0,6 5 0,-1 7 304,-1 5 1,11 5-1,-6 5 1,3 10-1,-1 9 1,-1 7 0,4 10 0,-2 3-463,2 4 0,2-4 0,3 4 0,0-4-513,0-3 1,0-20-1,0-11 1,0-12-469,0-8 0,0-9 904,0 2 0,10-15 0,2-4 0</inkml:trace>
  <inkml:trace contextRef="#ctx0" brushRef="#br0" timeOffset="450">1307 1350 8152,'-19'34'0,"2"-2"93,2-1 0,11-4 0,-4 7 1,6-3 251,2-4 1,0-3-1,2-5 1,6-4 94,6-8 1,5-5 0,3-4 0,2-8-159,5-11 0,-4-4 1,4-11-1,-5-3-170,-2-2 0,-10 5 1,-3 2-1,-1 0-239,-1 0 1,0 8 0,-7-6-541,0 1 1,-7 7 0,-3-5-660,-2 4 1,5 13 1325,-8 5 0,1-5 0,-8 0 0</inkml:trace>
  <inkml:trace contextRef="#ctx0" brushRef="#br0" timeOffset="783">1503 1263 8100,'0'15'-1051,"0"-1"1696,0 3 1,0-5-1,0 3 1,3 2-145,4 2 1,-2 1-1,9-4 1,3-1-437,3 2 0,-6 0 0,1 0 0,1-5-102,4-2 1,2 4-1,-1-7 1,1-2 9,0-2 0,0-6 0,-1-4 1,-1-8-162,-6-4 0,3-10 0,-9-2 0,-1-1-17,2 1 1,-6-6-1,4 6 1,-4-1 168,-3 1 1,0 2 0,0 7 70,0 0-72,0 10 1,0 5-1,0 14 385,0 8 1,0 7-1,0 4 1,0 3-48,0-2 0,7 4 1,0-2-1,0 0-444,3 3 0,-5-8 0,9 5 0,3-5-227,3-2 0,-6-7 1,1-3 369,2-3 0,2-1 0,3-8 0</inkml:trace>
  <inkml:trace contextRef="#ctx0" brushRef="#br0" timeOffset="967">2156 654 8073,'0'21'166,"0"1"0,0 7 0,0 3 0,0-1 376,0 0 0,0 11 0,3-1 0,2 10-277,2 4 1,7-4 0,-6 7 0,-1 3-733,3 2 0,-8-1 467,5-4 0,5 5 0,1-7 0</inkml:trace>
  <inkml:trace contextRef="#ctx0" brushRef="#br0" timeOffset="1167">1917 1002 8100,'-12'-2'537,"5"-6"0,16 6 0,11-5 0,9 4-456,5 3 1,2 0 0,10 0-1,2 0-1717,3 0 1636,0 0 0,2-9 0,3-4 0</inkml:trace>
  <inkml:trace contextRef="#ctx0" brushRef="#br0" timeOffset="1367">2614 1176 7858,'9'-12'708,"6"5"1,7 4 0,7 3 0,7 0-419,5 0 1,3 0-1,-1 0 1,1 0-527,-1 0 0,1 0 236,0 0 0,-1 10 0,1 2 0</inkml:trace>
  <inkml:trace contextRef="#ctx0" brushRef="#br0" timeOffset="1699">3376 588 8091,'0'-22'2699,"0"1"-2198,0-1 0,0 12 1,0 10-1,0 12-95,0 8 0,-7 4 1,-1 5-1,4 7-177,1 5 1,3 10-1,0 0 1,0-3-191,0-2 0,0-5 0,3-2 0,4-3-311,7 3 1,6-7-1,1-3 1,4-8-145,4-6 1,5 2-1,9-10 1,1-2-288,-1-3 0,1-11 0,-1-6 0,1-4 703,-1-3 0,-9-9 0,-2-3 0</inkml:trace>
  <inkml:trace contextRef="#ctx0" brushRef="#br0" timeOffset="1866">3202 893 8091,'-22'0'1108,"0"0"0,13 0-883,9 0 1,19-2 0,17-3 0,5-2-168,3 2 1,-1-5-1,3 3 1,3 0-59,2-3 0,9-2 0,-4-10 0</inkml:trace>
  <inkml:trace contextRef="#ctx0" brushRef="#br0" timeOffset="2283">218 632 8210,'-31'29'56,"-3"2"1,-2 6 220,-1 9 0,11 7 1,-1 17-1,10 7-54,10 10 0,5 5 0,4-2 1,5 2-161,8 2 1,2-40-1,5-1 1,2-4 0,5-2-1,3-1 1,3-2-454,4 1 0,2-3 1,2-3-1,1-3 390,3 1 0,1-1 0,5-2 0,3-1 0,4 0 0,1 0 0</inkml:trace>
  <inkml:trace contextRef="#ctx0" brushRef="#br0" timeOffset="2733">4051 87 8068,'10'-21'71,"2"-1"1,5 2 140,5 6 0,-6 4 0,13 10 0,-2 5-49,2 10 0,-2 4 1,7 22-1,-1 7 215,1 6 0,-7-3 1,2 7-1,-5 5-69,-2 7 0,5 7 0,-6 10 0,-9 3-363,-7 4 1,-5-2 0,-2 7 0,-8-2-13,-12-5 0,-2-10 1,-12-4-1,0-3-202,2-5 0,-5-5 0,10-7 0,2-7-531,3-5 0,10-12 799,-1-5 0,10 5 0,-4 0 0</inkml:trace>
  <inkml:trace contextRef="#ctx0" brushRef="#br0" timeOffset="2916">4966 1263 8569,'-12'0'139,"2"-9"1,10-3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6:19.8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66 8128,'0'-22'431,"0"0"0,0 12 1,0 10-1,3 15-34,4 12 0,5-1 0,10 10 0,0 3-439,-1 2 1,4 3 0,1-3-1,6-2-1224,1-3 1266,-6 0 0,24-2 0,-5-2 0</inkml:trace>
  <inkml:trace contextRef="#ctx0" brushRef="#br0" timeOffset="200">414 0 8128,'-7'25'197,"-1"4"1,4 4 249,1 1 1,3 17-1,0 0 1,0 12 67,0 9 0,0-1 0,0 11 0,0 5-342,0 5 0,-1-40 1,0 0-1,-1-1 1,-1 0-1,-1 1 0,-2 0-417,1-1 0,-2-1 0,-7 37 0,-6-16 1,3-13-1207,3-15 0,7-11 1450,-8-18 0,1-4 0,-8-10 0</inkml:trace>
  <inkml:trace contextRef="#ctx0" brushRef="#br0" timeOffset="517">588 871 8093,'-2'-12'528,"-5"5"0,2 7 1,-7 7-1,2 8-212,5 4 1,0 5 0,0 3-1,-2 2-125,2-2 1,3-3-1,4-2 84,6-1 0,-4-9 0,11-4 0,2-6 125,2-2 1,-4-2 0,-1-6 0,1-8-251,-3-11 1,0 3-1,-7-8 1,2 3-31,-2 0 0,-3 0 1,-2 7-1,0 1-1035,0-1 1,-2 0-932,-5 0 1,2 3 1845,-10 4 0,10-4 0,-4 7 0</inkml:trace>
  <inkml:trace contextRef="#ctx0" brushRef="#br0" timeOffset="849">850 784 9573,'-13'3'1341,"6"4"-1022,5 7 1,2-1 0,0 1 0,0 3-323,0 2 0,2-4 0,5-1-150,8 3 0,4-7 1,3-3-1,0-4-23,0-3 0,-1 0 0,1-3 0,0-4 0,0-7 0,0-6 1,-1-2-1,1 1 121,0-1 1,-8-7 0,-2 0 0,-2 2 158,-5 3 1,-3 2-1,-2 0 2255,0 1-1901,0 9 0,-7 4 0,0 16 0,2 6-417,3 5 0,-6 3 0,1 0 1,2 2-104,3 5 1,4-2 0,3 7 0,2-3-801,-2-4 1,7-3 0,3-2-894,4-1 1,3-8 1754,0-6 0,9-14 0,3-6 0</inkml:trace>
  <inkml:trace contextRef="#ctx0" brushRef="#br0" timeOffset="1016">1459 131 8093,'12'2'327,"-4"6"0,-6 6 0,0 15 0,3 8 97,3 4 0,-1 12 0,-7 7 0,2 11-112,5 8 0,-4-4 0,4 0 1,-2-2-745,2 0 1,-4 6-1,4-8 432,-5-9 0,-2-16 0,0-14 0</inkml:trace>
  <inkml:trace contextRef="#ctx0" brushRef="#br0" timeOffset="1200">1220 436 8177,'9'-12'1397,"6"2"-966,4 0 1,5 8 0,3-5 0,5 2-693,1-2 1,4 4 0,4-4 260,-5 5 0,15 2 0,-5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36:39.94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372 392 8141,'-22'0'41,"0"0"1,1 3 0,-4 4 0,-1 10 371,-3 10 1,-3 9 0,6 17 0,-6 12-4,-2 13 1,8 16 0,11-43-1,1 0 1,2 3 0,2 1-130,2 3 0,1 0 0,2-6 0,1 0 0,3 2 1,2 1-1,-1-2 0,2 0-120,2 1 1,-1-1-1,2 39 1,10-8 0,4-9-316,8-12 1,-3 0 0,7-12 0,-2-5-537,0-7 1,10-10 0,-5-12-1,2-5 690,1-3 0,-1 8 0,7-5 0</inkml:trace>
  <inkml:trace contextRef="#ctx0" brushRef="#br0" timeOffset="250">829 1002 8021,'-2'19'0,"-3"1"-132,-2 2 0,-1-3 0,8 17 0,0 3 831,0 2 0,-7 12 1,0 3-1,2 2-443,3 0 1,2-7-1,0 5 1,2-3-950,5-5 1,-4-9 692,4-3 0,5-9 0,0 4 0</inkml:trace>
  <inkml:trace contextRef="#ctx0" brushRef="#br0" timeOffset="450">1134 1372 8540,'15'0'1207,"-1"0"-742,3 0 1,-5 0-1,3 0 1,4 0-574,8 0 0,-3 0 1,7 3-1,1 2 108,4 2 0,5 0 0,3-7 0</inkml:trace>
  <inkml:trace contextRef="#ctx0" brushRef="#br0" timeOffset="866">1831 937 7998,'-10'-12'937,"8"2"1,-8 12 0,13 6-682,4 6 0,5 3 0,10 0 0,2-2-184,5 2 0,-3 2 0,11 0 1,-1-2-668,-2-2 1,7-10-1,-5 2 1,3-5-587,-3-2 1,3 0 1180,-10 0 0,10-9 0,-5-4 0</inkml:trace>
  <inkml:trace contextRef="#ctx0" brushRef="#br0" timeOffset="1049">2266 763 7998,'-12'-22'-298,"-7"7"1,4 3 734,-4 2 0,5 6 0,1 13 0,1 13-106,0 12 1,5 19 0,-5 10-1,2 10-96,5 4 0,-4 5 1,1 13-1,5-44 1,-1 2-145,-1 3 1,1 2 0,2-2 0,1 1 0,-3 4 0,-2-1 0,3-1 0,-1-2-414,1-3 0,-1-1 0,-3 44 0,7-22 1,0-17-2692,0-20 3013,0-21 0,-10-26 0,-2-16 0</inkml:trace>
  <inkml:trace contextRef="#ctx0" brushRef="#br0" timeOffset="1351">2375 1634 7998,'0'21'-80,"0"1"1,-7 0 0,0 0 0,2 0 613,3-1 0,2 1 1,2-3 49,5-4 1,5-5 0,12-15-214,6-10 0,-6 1 1,5-18-1,-7 3-138,-8 0 0,5-10 0,-7 6 0,1-4-84,-6 1 0,-5 7 0,-2-5 0,0 3-215,0 4 1,0 3 0,-2 4 0,-3 4-1597,-2 1 0,-10 10-199,2-2 1861,6 5 0,-11 11 0,8 3 0</inkml:trace>
  <inkml:trace contextRef="#ctx0" brushRef="#br0" timeOffset="1717">2745 1525 10708,'-12'9'323,"3"4"1,9 8 0,0 1-282,0 0 0,0 7 0,2 0-41,5-2 1,-2-3 0,10-5-235,2-4 0,-5-6 1,2-9-37,3 0 1,3-9 0,1-6 0,-1-4 134,-6-3 1,6-7 0,-8-3 0,2 1 67,1 0 1,-8-1 0,5 5 364,-2-2 0,-3 0 1561,-7 8-1500,0 9 0,0 12 1,0 14-1,0 5-448,0 3 0,0-7 0,0-1 1,2 3-179,6 3 1,1-6-1,8-2 1,-2-2-1273,2-5 1,-5-3 1537,2-2 0,1-10 0,7-2 0</inkml:trace>
  <inkml:trace contextRef="#ctx0" brushRef="#br0" timeOffset="1883">3290 763 7998,'0'-22'-232,"0"12"745,0 10 1,0 12 0,0 20 0,2 11-80,6 13 0,-6 7 1,5 2-1,-2 3-297,2 4 0,-4 1 0,4 9 0,-5 3-599,-2-3 0,0-4 1,0-6 461,0-14 0,-9-9 0,-3-6 0</inkml:trace>
  <inkml:trace contextRef="#ctx0" brushRef="#br0" timeOffset="2050">2920 1176 7998,'21'0'29,"4"0"0,1 0 1,6 0 347,2 0 0,4 0 0,13 0 0,7 0-966,5 0 589,2 0 0,10 0 0,3 0 0</inkml:trace>
  <inkml:trace contextRef="#ctx0" brushRef="#br0" timeOffset="2333">3747 87 8144,'15'-21'212,"-1"-1"0,3 3 204,3 4 1,4 5-1,2 13 1,3 6 157,-2 13 1,4 19 0,-2 20 0,-2 11-249,-3 16 0,-12-40 0,-2 3 0,1 7 0,0 2 0,-1 4 0,-1 1 125,-1 1 1,-1 3-1,-1 9 1,-3 1-1,-2 1 1,-2 0-1,0 6 1,-2 2-579,-3 7 0,-3-1 1,-2-4-1,-5-1 1,-7 5-1,-4-2 1,-2-5-1,-3-2-214,-2-4 1,-2-2 0,3-9-1,1-2 1,-1-5 0,0-3-1,6-7 1,1-4-3951,-20 21 4291,22-31 0,-10-22 0,20-10 0,-1 0 0</inkml:trace>
  <inkml:trace contextRef="#ctx0" brushRef="#br0" timeOffset="2665">4662 1176 8481,'-22'0'0,"0"0"3244,0 0-3304,10 0 37,3 0 0,28 10 1,5 2-1</inkml:trace>
  <inkml:trace contextRef="#ctx0" brushRef="#br0" timeOffset="3167">5119 153 7888,'7'29'-14,"1"0"1,9 2-1,-3-2 1,5 10 297,3 9 0,0 8 0,-3 9 1,-2 1-180,-2-1 0,-3 3 1,2 2-1,-6 3-284,-6-3 0,-2-5 0,-2-7 0,-3-9 101,-2-11 0,-10-16 187,2-15 1,-4-14 0,-1-7 0,6-8 49,7-7 1,4-3 0,3-4 0,0 5 112,0-1 0,10 8 0,4-5 0,6 7 3,2 8 0,-1 4 1,4 10-1,1 2-120,3 6 1,10 6-1,-5 15 1,2 7-511,0 6 1,-2 1 0,3 1 0,-8-1 354,-5 1 0,-2-1 0,-1 1 0</inkml:trace>
  <inkml:trace contextRef="#ctx0" brushRef="#br0" timeOffset="3450">5903 959 7990,'-22'9'184,"1"3"0,-1 10 0,0 2 16,0 5 0,8-2 0,2 7 1,2 0-163,5 0 1,3-1-1,2 4 1,2-8 62,5-5 0,5-12 1,10-5-1,2-4 140,5-3 1,-4-5 0,4-7 0,-3-12 43,3-8 0,-7-4 0,2-5 0,-9 2-112,-6 3 0,6 2 0,-8-5 0,-2 3-240,-3-3 1,-2 8 0,-2 2 0,-3 4-901,-2 4 1,-8 6-1,6 3 967,-3 2 0,-13 3 0,-8 7 0</inkml:trace>
  <inkml:trace contextRef="#ctx0" brushRef="#br0" timeOffset="3850">6208 1002 8588,'-2'-10'841,"-6"10"1,6 10 0,-8 14 0,3 3-725,0 2 0,-1 10 0,8-5 0,0 2-190,0 0 0,0-2 1,3 2-1,4-7-162,8-4 1,4-13-1,3-3 1,-1-1 54,1-1 1,7-10 0,0-11 0,-2-8 151,-3-7 0,-2-5 1,0-9-1,-1-1 308,1 1 1,-10 6 0,-2 1 0,-3 0 699,1 2 0,-1 2 1,-7 11-228,0-1 1,-3 10-678,-4 4 1,5 16-1,-6 6 1,6 6 42,2 1 1,0 4 0,0 1-1,0 3-335,0-2 1,0 4-1,0-2 1,2-2-400,6-3 0,-3-2 1,7 0-1,0-3-805,0-4 1,2 1 0,8-8-1159,0-3 2578,0-13 0,-1-4 0,1-10 0</inkml:trace>
  <inkml:trace contextRef="#ctx0" brushRef="#br0" timeOffset="4033">6905 262 7990,'0'-22'0,"0"0"916,0 0 0,0 8-548,0-1 0,0 23 0,0 4 0,0 14-137,0 8 0,0 5 0,2 12 0,3 7-266,2 5 1,8 2 0,-8 3 0,0 2-280,3 3 1,-8 6 0,8-6-1,-3-3-283,1-2 1,-1-12 0,-7-8 596,0-9 0,0 2 0,0-7 0</inkml:trace>
  <inkml:trace contextRef="#ctx0" brushRef="#br0" timeOffset="4216">6556 741 8336,'3'-20'3176,"6"6"-2337,13 7 0,10-3 0,16 3 0,8-1-372,9-1 1,12 4 0,-2-10 0,3 1-627,4 2 1,-7-8 0,-2 6 0,-8-5 158,-7-3 0,-14 0 0,-13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0:06.5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218 284 8232,'-32'2'0,"-1"3"59,-1 2 0,2 3 0,10-3 0,1 5 776,-1 0 1,10 8 70,5-6-522,4 6 0,6-8 1,4-5-116,7-5 1,6-2 0,1 0 0,1-2 22,0-5 1,2 2-258,5-10 1,-2 1-10,9-8 1,-2 0-1,5 1 1,-1 1 48,8 6 1,-9-3 0,6 7-1,-2 0 165,1 1 0,1 1 0,1 8 1,-1 3 44,1 4 0,-10 8 0,-3 11 0,-2 3-135,0-2 1,7 4-1,-4-2 1,-1-2-158,1-3 1,7-2 0,-6-3 0,4-4-272,-1-8 0,-7-4 1,5-6-1,0-4-60,0-8 0,0-4 0,2-3 1,-5-2 163,1-5 1,-8 2 0,7-7 0,-2 3 153,0 4 0,0 3 1,-4 2-1,1 1 257,3-1 0,0 10 0,-4 5 0,1 4-9,3 3 1,3 0-1,-6 3 1,3 4-114,-2 7 1,4 6 0,1 1-1,2 1-176,4 0 1,-4 0-1,3 0 1,-1-1-114,-2 1 1,7-7 0,-7-3-1,0-3-16,-5-4 1,2-2 0,-2-3 0,0 0 104,3 0 1,-8-3 0,5-4 0,-3-8 39,4-4 0,-4-3 1,8 3-1,-3 2 149,-4 2 1,0 3 0,-1-5 0,3 5 91,-2 3 0,4 1 0,-2 8 0,0 0-61,3 0 1,-5 3-1,9 4 1,3 5-128,2 0 0,2 5 1,3-7-1,5 0-239,7-1 1,5-1-1,0-8 1,-3 0-47,-2 0 1,3 0 0,7-3 0,-1-4 104,-4-8 0,-12 3 0,2-2 0,-2-3 122,0-3 0,0 1 0,-8 2 1,1 3 94,0-3 1,-1 0 0,-2 0-1,-2 5 139,-3 2 0,-7 3 1,5 7-1,0 0 78,0 0 0,-8 9 1,6 6-1,-3 4-28,0 3 0,7 2 0,-4 3 0,2 2-136,4-2 0,3-3 1,3-5-1,2-2-218,5-2 1,-5-11 0,7 4 0,-2-6-79,0-2 1,9-2-1,-4-6 1,-1-4-30,-4 0 1,2-14-1,-2 4 1,-2-2 29,-3-1 1,-3 4-1,-2-1 1,-4 0 123,-8 0 1,2 1 0,-2 1 229,-2 6 0,-3 4 0,-2 10 209,0 0 1,-1 10-1,-1 4 1,-3 6-116,-3 1 1,1 8 0,9 3-1,2-1-87,3 1 1,3-3 0,-3-7 0,7-1-222,5 1 1,-4-7-1,-1-3 1,5-3-177,8-4 0,-8-2 0,5-3 0,-3-3 30,-4-4 1,-8 2 0,3-9-1,0-3 34,0-3 0,-7-1 1,2-4-1,-3-1 93,3-3 0,-5 0 0,6 7 0,-6 3 123,-3 4 1,9-2 0,-1 10 0,0 0 31,2-3 0,-4 7 0,7-1 0,-1 6 109,1 5 1,-2 10 0,9-2 0,5 4-98,0 3 1,0 0 0,0-3 0,5-2-81,7-3 0,2-9 1,1 5-1,-3-3-50,2 0 0,-4 1 1,2-11-1,0-2-41,-2-2 1,-3-10 0,-10 5 0,3-2 21,5-1 1,-12 1 0,4-8 0,-1 3-14,-1 4 1,2-4 0,1 4-1,-3-2 33,-5 3 0,5-6 0,-4 8 0,4 0 3,2 5 1,-2-3 0,-4 3 0,-8 2 380,-5 3 0,0 11 0,3 6 1,2 4-134,-3 3 1,1 0 0,2 0 0,5 2-131,0 5 1,7-7-1,-5 2 1,5-10-122,3-4 0,0 0 1,2-6-1,2 4 40,3-3 0,0-5 0,-8-8 0,1-6-46,-1-6 0,8-1 0,0-1 0,0 0-74,2 0 1,-5 8 0,8-1-1,0-2-34,-1-2 1,-6 7 0,4 5 0,0 4 338,5 3 1,5 0-1,2 0 1,1 0-170,-1 0 1,8 7 0,2 3 0,2 0-54,5-1 1,-7-1 0,0-8 0,-2 0 12,0 0 0,-1 0 0,-9 0 1,-3 0 340,-1 0 0,-11 0 0,5 0 0,-2 0 202,0 0 0,-3 0 1,-9 0-1,-5 2-456,-3 5 0,-2-4 1,-7 4-1182,0-4 641,-10-3 475,-22 9 0,-14-6 0,-19 6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7:49.1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153 296 8667,'-15'10'905,"3"4"0,3 8-459,4 7 0,0 12 0,0 13 1,-2 4-102,2 9 0,2-1 1,3 9-1,0-3-268,0 1 1,0-8-1,0-7 1,0-2-410,0-8 0,0 1 0,3-23-360,4-6 1,-4-11 0,4-16 428,-5-7 0,-4-15 1,-3-10-1,-5-10 249,-2-9 0,5-5 0,-5-2 1,0-3-38,0-4 0,4-6 0,-4-9 0,3 0-71,4 0 1,2 2 0,3 3 0,0 7 268,0 7 1,3 20 77,4 26 1,5 29 0,10 25-1,0 16 217,-1 18 0,1 1 0,0 13 0,2 2 61,5 3 0,-5-5 1,8 0-1,-3 0-413,0-3 1,7-2-1,-4-14 1,-1-8 84,1-10 0,-3-23 0,-8-6 0,1-9-149,0-5 1,-7-12 0,-3-10 0,0-12 454,0-7 0,-7-5 1,2-2-1,-5-8-160,-2-7 0,3 3 0,2-13 0,2 5-536,-2 3 0,-3-7 0,-2 1 0,0 6-588,0 5 1,0 4 0,0 0-1,0 13-1331,0 11 0,3 10 1132,4 8 1,-5 14-1,5 17 1002,-4 10 0,-3 6 0,0 11 0</inkml:trace>
  <inkml:trace contextRef="#ctx0" brushRef="#br0" timeOffset="299">806 623 8114,'0'22'-121,"0"-1"1,0 1 299,0 0 0,0 7 0,0 2 1,0 3 364,0 5 1,0-5 0,0 2-1,0 0-296,0-2 0,3 5 0,4-10 1,5-2 49,0-3 0,7-12 1,-4-5-1,4-4 98,3-3 0,0-12 1,0-10-1,-3-12-97,-5-7 1,-4-5 0,-10-3 0,0-1-120,0 1 1,0 11 0,-2 1 0,-6 1-205,-6 2 1,2 3 0,-3 9 0,-2 0-732,-2 0 0,-3 8 0,0 2-1548,1 2 1,6 3 2302,1 7 0,9 19 0,-5 5 0</inkml:trace>
  <inkml:trace contextRef="#ctx0" brushRef="#br0" timeOffset="767">1111 753 8966,'-12'10'1410,"5"5"1,4 4-956,3 3 1,0 7-1,3 2 1,1 3-241,4 5 1,9-5 0,-5 0 0,2 0-254,1-1 0,-3-6 0,5 0 0,-3-8-9,3-5 0,-5-9 0,3 3 1,-1-8-8,-2-8 1,5-6 0,-7-15 0,0-8 77,-1-4 1,-1-2 0,-6-1 0,3 1 33,2-1 1,1 10 0,-8 5 0,0 5-366,0 2 272,0 0 0,0 13 0,0 11 0,2 15 165,5 10 0,-4 11 1,4-1-1,-5 1-89,-2-1 1,8 2-1,1-10 1,1-3 67,0-2 1,7-4 0,-3-6 311,5-7 0,3-9 1,0-10-173,0-10 1,-10-14 0,-5 2 0,-2-2-511,2-1 1,-4 1 0,4-5-1,-5 2-271,-2 3 1,0 2 0,-2-2-1,-3 7-3875,-2 5 4407,-1 2 0,-1 0 0,-3 0 0</inkml:trace>
  <inkml:trace contextRef="#ctx0" brushRef="#br0" timeOffset="1300">1764 1080 8078,'-14'22'0,"2"0"-45,2-1 1,-7 4 0,3 4 0,-6 7-20,-2 5 1,1 3 0,-1-1 0,-2 3-870,-5 5 933,-5-5 0,-10 7 0,1-9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7:59.21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262 451 8079,'-22'-8'154,"0"1"1,1-7-1,-1 6 1,0 3 258,0 3 0,1 12 0,1 4 0,3 8-220,3 7 0,2 5 1,-5 10-1,5-1-76,2 1 1,3 2-1,7 2 1,0 3-160,0-3 0,7-9 0,3-8 0,2-4-56,5-8 1,2-11-1,3-1 1,0-5 22,-1-2 1,1-17 0,0-7 0,0-7 66,-1-8 1,-6-2 0,-3-3 0,0-2-34,0-5 0,-5 3 0,6-8 0,-4 1 33,-4-1 0,5 0 0,-3-4 0,-2 2-3,-3-3 0,-2 8 0,0 2 0,0 8 63,0 7-1,-9-6 1,6 38-1,-7 6 1,3 22 75,0 20 1,0 9 0,7 12-1,0 3 18,0 5 0,0-3 1,2 10-1,3 2-436,2 3 0,0-6 1,-4 1-1,2-2-214,2-8 1,10-10-1,-5-23 1,3-8 231,-1-5 1,1-12 0,6-5 188,1-4 0,-2-13 1,-4-7-1,-1-10 281,2-9 1,-5 2-1,0-2 1,0-3 156,0-2 0,-4 0 1,4 2-1,-3 5 112,-4 3 1,5 2 0,-3 7-366,-2 0 0,-3 13 20,-2 9 1,0 19-1,0 17 1,0 5-91,0 3 1,0 0 0,0-1 0,0 1-11,0-1 0,0-9 0,0-5 0,3-7 232,4-8 0,5-4 0,10-10 0,2-5 22,5-9 1,-2-3 0,7-22-1,-3-4-109,-4-6 0,-10-2 1,-5 8-1,-3-1-32,-4 1 1,-2-1 0,-6 3-1,-4 5-485,-8 7 1,-11 5-1,-6 4 1,-1 3-359,-6 3 0,7 9 1,1-2-1,2 7-327,0 7 0,0 5 0,7 12 1036,0 5 0,0 15 0,1 11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7:57.13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66 219 8242,'-19'21'91,"2"4"1,5 4 138,2 7 0,3 7 0,7 8 0,0 10 268,0 9 1,0 5-1,0 7 1,0-2-289,0 2 1,2-4 0,5-3-1,5-7-592,1-13 0,3-9 1,-6-10-1,0-4-29,0-1 0,6-14 1,-1 3 410,4-8 0,3-15 0,0-9 0</inkml:trace>
  <inkml:trace contextRef="#ctx0" brushRef="#br0" timeOffset="350">262 1046 8241,'-10'12'755,"8"8"0,-5-18 0,14 5-442,7-4 0,6-6 0,2-4 0,2-8-114,5-4 0,-5-10 0,5-2 0,-5-1-154,-2 1 0,0-6 0,-3 6 0,-2 0-209,-2-1 0,-11-4 1,4 4-1,-6 1-82,-2-1 0,-2 3 1,-6 8-1,-6 1 100,-5 6 0,-3 4 1,0 10 88,0 0 0,0 10 0,1 4 0,-1 8 21,0 7 1,8-2 0,1 9 0,1 0 266,0-2 1,7 7 0,-2-7 0,5 2 24,2 1 0,2-3 0,3 2 0,5-5-363,2 1 0,2-8 0,10 5 0,3-7-339,2-8 1,0-4 0,-5-10 0,3 0-94,2 0 1,0-10 0,-7-4 0,0-8 538,-1-7 0,1-5 0,0-9 0</inkml:trace>
  <inkml:trace contextRef="#ctx0" brushRef="#br0" timeOffset="552">806 1 8155,'0'22'15,"0"-1"0,0 4 603,0 4 0,0 5 0,0 9 0,0 3-248,0 5 0,0 5 1,0 11-1,0 6-288,0 7 1,8-3 0,-1 1-1,-2-3-479,-3-5 0,-2-7 0,0-13 1,0-13-2316,0-11 2712,0-14 0,0-2 0,0-10 0</inkml:trace>
  <inkml:trace contextRef="#ctx0" brushRef="#br0" timeOffset="734">545 480 8196,'12'-2'245,"-2"-3"-80,0-3 0,-1-1 0,8 4 0,-2-2-172,2 2 0,2 2 0,5 1 0,3-3-238,2-2 0,10 0 0,-6 7 0,4 0-934,-1 0 1179,-9 0 0,14-10 0,-7-2 0</inkml:trace>
  <inkml:trace contextRef="#ctx0" brushRef="#br0" timeOffset="901">1155 328 8196,'-7'21'248,"-1"1"1,-1 0-1,4 0 1,-2-1 0,2 1 1,2 7 0,1 3 0,-3-1-255,-2 1 0,-1 4 0,8-5 0,0 1-551,0-1 1,0 6 0,3-6 555,4 3 0,-4-8 0,6 6 0</inkml:trace>
  <inkml:trace contextRef="#ctx0" brushRef="#br0" timeOffset="1217">1525 502 8155,'12'-22'-1853,"-2"0"2764,-10 0 0,-3 10 0,-4 5-391,-7 5 1,-6 11-1,-2 8 1,1 7-270,-1 5 0,0 10 1,0-3-1,1 3-164,-1-3 1,2 6 0,6-6-1,7 3-185,4-3 1,3-2 0,0-8 0,0 3-223,0-2 0,10-3 202,4-2 0,3-7 248,-2-1 0,-8-2 0,-14 3-104,-8-8 0,-4 3 0,-3-3 0,0-2-584,1-3 1,-1-2 0,0 0-1,0 0 558,1 0 0,-1 0 0,0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8:03.65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849 349 8085,'-9'-12'-625,"-6"3"1,-4 1 1017,-3 1 0,-7 0 1,-2 7-1,-3 0-88,-5 0 1,5 2-1,-2 5 1,-3 8-318,-2 4 0,-3 13 0,3 6 0,3 8-54,1 5 1,13 10 0,0-6 0,9 1 41,6-5 1,2-8 0,7-6 0,4-8 99,11-5 0,-1-12 0,18-7 0,-1-10 387,6-9 1,-4-13-1,4-7 1,1-5 4,4-7 0,-6-2 1,-2 2-1,0-2-316,0-3 0,-8-7 0,1 7 0,-10 2-132,-10 4 0,-5 1 0,-2 0 0,-2 1-384,-5-1 0,-15 10 0,-14 5 0,-6 5-173,-1 2 0,-8 3 0,3 5 0,4 6-38,5 6 0,6 4 0,-6 6 0,5 8 113,3 11 1,2 0-1,7 9 1,2 3 461,6 2 0,-5 2 0,16 1 0,-7 0 0</inkml:trace>
  <inkml:trace contextRef="#ctx0" brushRef="#br0" timeOffset="316">1045 153 8256,'8'-14'1332,"-1"-1"-1065,10 1 1,-15 4 0,6 10-7,-6 12 1,-2 8-1,0 1 1,-2 4-77,-6 4 0,6-3 1,-5 8-1,2 0-128,-2 0 0,4 9 1,-7 8-1,3-2-409,0-3 0,0 4 0,7 1 0,0-2 178,0-3 0,0-13 1,2-4-1,5-4 175,8-4 0,4-9 0,5-4 0,3-6 136,2-2 0,10 0 1,-3 0-1,5 0-170,3 0 0,-1-7 0,-2-3 1,-2 1-501,-3-1 1,-9 3 0,2 7-1163,-5 0 1695,-2 0 0,-10-10 0,-2-2 0</inkml:trace>
  <inkml:trace contextRef="#ctx0" brushRef="#br0" timeOffset="567">109 1199 8092,'41'0'-42,"-4"0"1,1 0 0,-4 0 0,7 0 339,12 0 1,8 0-1,7 0 1,4 0 210,8 0 1,5-3 0,2-2 0,0-2-235,0 2 1,-7 3 0,-5 2 0,-5 0-376,-7 0 0,-7 0 1,-3 2-1,-12 3-1154,-7 2 1,-7 3 1253,-13-3 0,-4-4 0,-10 6 0</inkml:trace>
  <inkml:trace contextRef="#ctx0" brushRef="#br0" timeOffset="967">653 1743 7984,'-41'2'-228,"5"3"1,7 5 184,5 2 1,0 3-1,-3 6 1,-2 4 559,2 4 1,3-5 0,2 7 0,3-2-322,5 0 1,4 8-1,10-6 1,0 0-141,0 1 0,2-3 1,6-7-1,6-3 111,5-4 0,6-6 0,1-9 1,6 0 66,2 0 1,-1-9 0,6-8-1,-5-8 49,-3-4 0,-2-9 0,-7 1 0,0-4-407,0-2 0,-10-1 1,-5 1-1,-4-1-142,-3 1 1,-10 1 0,-5 4-1,-6 4-137,-8 2 0,-15-2 1,-14 8-1,-3 4 34,3 3 0,-5 4 0,8 15 0,-1 3 199,5 4 1,5 7 0,5 15 0,5 5-331,7 0 1,12 7 499,2-4 0,1 13 0,-8 6 0</inkml:trace>
  <inkml:trace contextRef="#ctx0" brushRef="#br0" timeOffset="1416">806 1830 7920,'22'-12'855,"-8"5"0,-2 14-627,-2 8 1,-3 11 0,-7 3 0,0-2-49,0-3 1,3 5 0,2 0-94,2-2 0,7-3 0,-4-5-225,2-4 1,3-6 0,6-9-75,1 0 0,0-17 0,-3-4 1,-2-3 14,-2-1 0,-3-4 1,5 0-1,-5 3 348,-2 1-9,-3 4 0,-7 13-3,0 16 1,0 4 0,-3 19 0,-1-2 126,-4 0 1,1 8-1,7-6 1,2 0 147,6 1 0,-3-5 0,9-11 1,3-3 137,2-4 0,3-1 0,0-8 0,-3-3-165,-4-4 0,4-13 1,-7-11-1,0 0-173,-4-1 0,-6-7 0,-2 3 1,0-5-728,0-3 0,-7 3 0,-3 5 0,0 5-1388,1-1 1,-6 8-1,6-5 1901,-4 5 0,-1 12 0,-8 2 0</inkml:trace>
  <inkml:trace contextRef="#ctx0" brushRef="#br0" timeOffset="1701">1285 1895 7920,'15'-2'-683,"-1"-5"779,3-8 0,2 6 0,3 1 569,0 6 1,0-5 0,-1-1-85,1 4 0,0 1-343,0 3 0,-3 3 1,-4 4-70,-8 7 1,-5 6-1,-4 1 1,-3 1-158,-2 0 0,-8 0 0,6 0 0,-1-1 25,0 1 0,-4 0 0,6 0 82,4-1 1,1-6 0,6-3 0,4-2-41,7-5 0,6 4 0,4-2 0,5-2-355,7-2 1,3-6 0,0-2 0,-3-4-403,3-3 0,2-3 678,2-7 0,-9 1 0,-2-1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8:02.70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196 894 8045,'-21'0'39,"-1"0"1,2 2-1,3 3 178,3 2 0,-1 10 0,-4 0 0,2 7-79,3 5 1,6 3-1,-4-6 1,3 3-31,4-2 1,2-3-1,3-2-179,0 0 1,3-3 0,4-4 42,8-8 1,1-7 0,1-7 0,-2-8 50,2-4 0,-5-3 0,0 0 0,0 0 35,0 1 0,0-1 1,3 0-1,-5 0-7,-1 1 1,-4 1 0,7 3-172,-2 3 0,7 9 193,-3-2 1,-4 7 0,0 7 0,-3 7 39,0 6 1,0 9 0,-4 2 0,2 3-42,2 5 1,0-5-1,-7 0 1,0 0-9,0-1 0,0-6 1,0 2 70,0-5 33,0-2 1,-7-12-1,0-10 1,2-15-179,2-11 1,6-1 0,2-7 0,4 0-27,3 0 0,-4 8 1,6-6 44,3 1 0,3 9 1,-1-2-1,-2 9-53,-3 6 1,1 1 0,7 11 0,-3 4-99,-4 8 1,1 4 0,-6 3-1,0 2-331,-1 5 0,6-5 1,-5 5-1,-1-5-756,1-2 0,0-3 1229,-3-4 0,-5 4 0,8-7 0</inkml:trace>
  <inkml:trace contextRef="#ctx0" brushRef="#br0" timeOffset="283">850 959 8045,'0'-22'0,"-3"3"192,-4 4 0,5-4 0,-8 7 1,3-3 361,-1 1 0,-9 9 0,3-2-204,-5 4 1,4 13-1,3 5 1,0 4-260,0 3 1,4 7-1,-4 2 1,3 3-118,4 5 1,2-5 0,3 0-1,0-3-156,0-4 1,3-3-1,4-5-121,8-4 0,-3-6 1,5-9-1,4-2-94,6-5 1,2-5 0,-5-13 0,3-4-36,2-7 1,0-5 0,-7-5-1,-1-2 198,1-3 1,0-10-1,0 1 1,-3-8 172,-4-5 1,-3-9-1,-7 2 1,2-2 60,-2 2 0,-3-2 0,-2 12 0,0 7 0,-10-2 0,-2 9 0</inkml:trace>
  <inkml:trace contextRef="#ctx0" brushRef="#br0" timeOffset="402">1024 1 8045,'-7'24'64,"-1"5"1,1 5 0,5 12-1,-3 5 225,-2 7 1,-1 12-1,8 7 1,0 6-33,0 6 0,0 3 1,0-5-1,0-2-299,0-5 1,-2-8 0,-3-16 0,-2-12-1707,2-13 1748,2-7 0,3-2 0,0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8:00.18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782 542 8026,'-22'0'-231,"0"0"1,1 0 498,-1 0 0,-2 3 0,-3 2-55,-2 2 0,0 10 0,7 0 0,0 7-180,1 5 1,-8 10 0,2-3-1,5 3-105,5-3 0,12 5 0,-2-7 0,5 0 83,2-5 0,2-5 1,5-4-1,8-6 159,4-7 1,10-7 0,3-7 0,-1-7 85,1-6 0,4-11 0,-5-6 0,1-4-45,-1-2 0,-2-1 0,-7 1 0,0-3-103,0-5 1,-8 2 0,-2-6 0,-2-1-142,-5 0 1,-5 8 0,-7-3 0,-8 3-173,-4-3 1,-6 8 0,-4-1 0,-4 13 34,-1 6 1,-5 4-1,8 1 1,-1 6-82,1 6 1,-1 8 0,6 8 0,-4 9-121,4 9 1,2 8 0,4 10 0,3-1 4,3 1 0,7-1 1,-5 1-1,2-1 366,5 1 0,3 9 0,2 3 0</inkml:trace>
  <inkml:trace contextRef="#ctx0" brushRef="#br0" timeOffset="334">1087 238 8234,'9'12'579,"-6"0"0,4-5-245,-4 7 1,-3 6 0,0 2 0,-3-1-231,-4 1 0,4 2 0,-6 5 0,1 8-431,1 4 0,0 10 1,5-1-1,-3-4 116,-3-7 1,1 0 0,7-10 0,0-2 241,0-3 1,3-12 0,4-3 66,7 1 1,6-7 0,2 4 0,-1-5-82,1-2 0,7 0 1,3-2-1,-1-3-98,0-2 0,6-1 0,-6 8 1,3 0-155,5 0 1,-8 0 0,-2 0 0,-4 0-294,-4 0 0,1 0 528,0 0 0,-10 0 0,-2 0 0</inkml:trace>
  <inkml:trace contextRef="#ctx0" brushRef="#br0" timeOffset="617">129 1261 8080,'-34'7'0,"5"1"0,4-1 489,4 2 0,9-4-220,4 10 1,23-10 0,11 2-1,13-2 82,14 2 0,10-5 0,12 6 0,10-6-243,7-2 1,-41 0 0,0 0-1,45 0 1,4 0-179,-48 0 1,0 0 0,47 0 0,0 0 0,-2 0-344,-5 0 0,-12 0 0,-10 3 0,-10 1-223,-9 4 0,-17 9 636,-12-3 0,0 5 0,-10 3 0</inkml:trace>
  <inkml:trace contextRef="#ctx0" brushRef="#br0" timeOffset="1118">629 2023 8063,'-14'0'103,"-1"0"200,-2 0 1,5 0 0,-2 0-4,-3 0 1,-2 0 0,-3 3-108,0 4 0,8 5 0,-1 10 0,0 0-195,3-1 0,-5 8 0,8 3 1,-1 2-145,0 4 1,3 4-1,7-1 1,0-3 279,0-1 0,10-13 0,7-2 162,9-13 1,-1-9-1,6-7 1,-2-10 56,0-10 0,0-6 0,-7-11 0,0-2-98,-1-5 0,-8 5 1,-6-7-1,-5 2-136,-2 0 0,0-2 0,0 5 0,-2-3-277,-5 3 0,-13 9 0,-11 3 0,-1-1-225,1 3 0,-8 3 0,5 12 0,-2 4-66,0 8 0,7 4 0,-5 8 0,5 7-243,9 10 1,-1 14 0,8 1 0,-1 4 691,-1 2 0,11 11 0,-6 1 0</inkml:trace>
  <inkml:trace contextRef="#ctx0" brushRef="#br0" timeOffset="1600">804 2001 9483,'0'22'591,"0"0"0,0 2 0,0 3-378,0 2 0,7 7 1,3-4-1,-1-1-158,1 0 0,7-1 0,-5-9 0,3 1 244,-1 0 0,1-10 0,6-5-63,1-4 1,0-6 0,0-6 0,-1-11-92,1-6 0,-7-16 0,-1 1 1,3-5-204,3 5 1,-6-2 0,-2 9-1,-2-3-684,-5 1 1,0 17 336,2-3 0,-5 17 1,5 5 330,-4 12 0,-3 10 0,0 7 0,0 5 146,0 0 1,0 5 0,0-10 0,0-3 440,0-2 1,0-9 0,2-3 18,6-2 0,4-3 1,9-7-1,1-2-12,0-6 0,0-11 1,0-13-1,-3 1-146,-5 0 0,3-8 1,-9 3-1,-4-3-758,-1 3 1,-3-3-1,0 10 1,0 0-1425,0-3 1,0 8-3859,0-5 5666,-10 15 0,-2 23 0,-10 15 0</inkml:trace>
  <inkml:trace contextRef="#ctx0" brushRef="#br0" timeOffset="1784">1501 1936 8063,'14'0'520,"-2"3"-196,-2 4 1,-1-5-1,-4 8 1,3 0 148,-4 4 1,6 5-1,-3 6 1,1 1-188,1 3 1,-6 10-1,6-3 1,-1 8-302,-1 7 1,0-3 0,-4 8-1,1-3-1973,4-5 1988,-1-2 0,-7-2 0,0-1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8:12.9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567 436 8026,'0'-22'338,"0"8"1,-3-1 101,-4-2 0,2 1 0,-9 1-69,-3 8 1,-3 4 0,-1 3 0,-1 0-116,0 0 0,-2 10 1,-3 5-1,-4 6-122,-3 8 1,7 5 0,-2 10 0,5-1-147,2 1 0,8-1 0,2 1 1,2-3-140,5-5 0,3-4 0,4-10 149,5-1 1,13-9-1,11-4 1,1-8 224,-1-8 1,5-6 0,-4-15 0,-1-7-92,1-5 1,-3-3 0,-7 0-1,-3 1 30,-5-1 1,3 1-1,-9-3 1,-4 0-106,-1 2 0,-15-9 0,-8 14 1,-9 1-69,-5-4 1,-2 11-1,-5 0 1,2 4 18,3 5 0,0-2 0,-5 14 0,2 1-127,3-1 0,9 3 1,-2 9-263,5 5 0,4 8 1,3 11-1,5 4-227,3-4 0,1 6 1,8-1-1,0 0-393,0 1 1,3 4 0,2-7 1000,2-2 0,10 7 0,-5 0 0</inkml:trace>
  <inkml:trace contextRef="#ctx0" brushRef="#br0" timeOffset="350">784 153 8026,'22'0'177,"0"0"0,0 0 288,-1 0 1,-1 3-1,-3 1 78,-3 4 0,-9 9 0,2-3-75,-4 5 0,-3 3 0,0 0 0,0 0-181,0 0 1,0-1-1,0 4 1,-3 1-305,-4 3 1,5 7-1,-6-4 1,6 2-418,2 5 1,0 2-1,0 0 1,0-5 12,0-7 1,2-5-1,6-4 1,6-6 284,6-7 1,1-4 0,1-3 0,2 0 147,5 0 1,-2-7 0,7-3-1,0 0 99,0 1 0,-5-6 1,5 8-1,-3 2-286,-4 3 0,4-6 1,-2 1-2141,-2 2 2315,-3 3 0,-12 2 0,-2 0 0</inkml:trace>
  <inkml:trace contextRef="#ctx0" brushRef="#br0" timeOffset="634">88 1089 8026,'-22'0'1012,"12"0"-675,10 0 1,12 0-1,17 0 1,10 0 27,9 0 1,10 0-1,15 0 1,7 0 36,5 0 0,4-2 1,5-3-1,6-2-253,-1 2 1,-48 3 0,-1-1 0,40-2-1,-10-2-269,-10 2 0,-12 3 1,-22 2-832,-7 0 1,-17 0-1488,-12 0 2438,-9 0 0,-13 0 0,0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8:09.7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762 523 7422,'0'-22'-59,"0"7"0,0 1 997,0-3 0,0-2 1,-2-1-1,-5 3 142,-8 3 0,-4 9 0,-6-2-530,-4 4 1,5 3-1,-7 3 1,2 6-383,0 13 1,-8 10-1,6 14 1,-1 2 9,1 3 1,2 9 0,10-4 0,2 2-276,2 0 1,10-10 0,1 1 0,8-11-233,11-8 1,11-16-1,6-7 1,2-9 173,5-13 1,9-2-1,3-21 1,-5-6-56,-8-4 1,1-5 0,-10 2-1,-2-7-59,-3-5 0,-12 5 1,-5 0-1,-4 0 151,-3 2 0,-10-5 0,-7 11 0,-9 1 97,-11 3 1,-4 5-1,-2 5 1,-1 7 35,0 5 0,-2 4 0,-2 6 0,-3 6 38,3 6 0,2 4 0,5 8 0,4 9-369,8 8 1,8 9 0,4-4 0,5 2-357,2 4 0,3 1 1,9 0-1,3-3-1445,2 3 2117,20-8 0,-13 10 0,18-7 0</inkml:trace>
  <inkml:trace contextRef="#ctx0" brushRef="#br0" timeOffset="347">1176 152 8100,'10'-12'307,"-6"-7"413,11 4 0,-8 6-181,8 2 1,-10 7 0,2 7 0,-5 7-158,-2 6 0,-9 9 0,-4 2 1,-1 3-275,-1 5 0,3 2 1,-5 5-1,3 2-249,-3 3 1,5 7 0,0-7-1,0-3-323,0-2 1,7-2-1,-3-3 308,6-5 0,14-7 0,8-14 209,6-8 0,13-4 0,-3-6 0,8-4 80,7-8 1,-3-4 0,8 0 0,-1 2-88,1 2 0,-8 8 0,5-5 0,-2 2-345,0 5 1,-10 3 0,-9 2 0,-6-3-1566,-4-4 1864,5 5 0,-15-8 0,10 10 0</inkml:trace>
  <inkml:trace contextRef="#ctx0" brushRef="#br0" timeOffset="666">0 1285 8059,'27'0'927,"9"0"0,17 0-583,15 0 1,19-7-1,-35 2 1,2 0-1,7-2 1,2-1-30,9-3 1,1-2 0,-2 2 0,1-2-1,4-4 1,0 0 0,-1 1 0,0 1-249,1 1 0,-2 1 0,-5 1 0,-2 0 0,-4 2 0,0 0 0,-7 3 0,-1 0-192,37 0 0,-22 4 0,-22 3 0,-6 3-78,-6 4 1,-19-2-1,0 9 1,-8 3-805,-1 3 1,-4-3 0,-8 2 0,-8 5-2013,-8 0 3019,3 10 0,-24 0 0,7 10 0</inkml:trace>
  <inkml:trace contextRef="#ctx0" brushRef="#br0" timeOffset="1066">980 1807 8120,'-22'22'916,"-7"-2"0,0-6-687,2-7 1,3 3 0,3 0-1,-1 2 61,0 5 1,-7 2-1,0 5 1,2 3 23,3 2 1,2 10 0,1-3-1,1 5-147,6 3 0,-3-1 0,9-2 0,4-4-107,1-8 0,13-5 0,4-5 0,6-4 58,2-8 0,2-9 0,2-11 0,6-11-21,2-7 1,0-5-1,2-10 1,-7-3-91,-5-2 0,-2 1 0,-3 6 0,-4 0 99,-8 1 1,-5-1 0,-4 1-1,-5-1-315,-8 1 0,-7 2 0,-9 2 0,-10 5-88,-8 2 0,-11 3 0,2 10 1,-5 5 175,-2 6 1,-1 6 0,1 4 0,0 6 144,-1 6 1,13 8 0,10 7-1,11 5-334,8 0 0,5 7 0,4-5 1,8 5-457,4 3 1,3-8 0,3-2 765,4-3 0,15 18 0,12-3 0</inkml:trace>
  <inkml:trace contextRef="#ctx0" brushRef="#br0" timeOffset="1566">1024 1916 8120,'0'15'1163,"0"-1"0,0 1 0,0 7-348,0-1 0,0 1 0,2 0-370,5 0 1,-2 0 0,7-1 0,0 4-264,0 4 1,0-5-1,5 2 1,-2-6-185,2-6 1,2-7 0,3 6-123,0-4 0,-8-4 0,1-12 1,2-10-171,2-10 0,-4 1 0,-3-11 0,-3 1 5,-4 2 1,5-4 0,-3 8 0,-2 1 75,-3-2 0,6 14 0,-1-5 37,-2 3 0,-3 12 0,1 7 295,4 12 1,-5 10-1,6 4 1,-6 6 62,-2 1 0,0 4 0,2 4 1,3-5 30,2-7 0,10-5 0,-2-2 0,4-2 134,3-6 1,0-7 0,2-14 0,3-7 145,2-6 0,-3-4 0,-9-5 0,-5-7-275,-2-5 1,5-3 0,-8 0-1,-2 1-374,-3-1 1,-4 1 0,-3 2-1,-5 4-717,-2 8 1,-3 5 0,-6 2-494,-1 1 0,0 8 1,3 9-406,4 8 1,6 9 1770,9 8 0,-10 1 0,-2 0 0</inkml:trace>
  <inkml:trace contextRef="#ctx0" brushRef="#br0" timeOffset="1833">1873 1916 8109,'0'22'918,"0"0"0,0 0 1,0-1-1,0 1-279,0 0 1,0 0 0,0 0 0,0-1-304,0 1 1,0 10-1,0 1 1,2 1-428,5-5 0,-4 3 1,4-1-1,-4 1-513,-3-1 0,0-2 604,0-7 0,0 0 0,0 0 0</inkml:trace>
  <inkml:trace contextRef="#ctx0" brushRef="#br0" timeOffset="2232">2395 1328 8528,'22'-9'1431,"-7"6"-914,-1-4 1,-7 5-1,8 2 228,2 0 1,-5 0 0,3 0-532,2 0 0,2 0 0,3 0 0,-1 0-380,1 0 0,0 0 0,0 0-436,0 0 1,-1 0 0,1-3 601,0-4 0,0 4 0,-1-6 0</inkml:trace>
  <inkml:trace contextRef="#ctx0" brushRef="#br0" timeOffset="2416">2875 1023 8022,'-22'0'350,"0"0"1,0 0-1,0 0 1,1 0-150,-1 0 1,-2 0 0,-3 0 0,-2 0-169,2 0 0,-6 0 1,-1 0-1,0 0-469,5 0 436,-5 0 0,10 0 0,-8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8:17.0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327 2263 8948,'0'-22'2430,"0"0"-1798,0 0 1,-3 10 0,-4 5-295,-7 5 1,-6 4 0,-2 8 0,3 9-183,5 8 0,-6 11 0,8-1 0,-2 4-82,-1 2 1,10 1-1,-2-3 1,5-2-303,2-3 1,0-9 0,2 2 189,5-5 1,5-12 0,10-7-1,2-10 36,5-10 1,-7-14 0,2-9 0,-7-8-24,0-5 1,-7-7-1,0 7 1,-3 0-91,0-2 0,-2 7 0,-12-2 0,-8 6 6,-4 6 1,-10 10 0,-3-3 0,1 7-217,-1 7 0,-4-2 1,5 10-1,-1 2-138,1 3 0,2 4 0,9 5-267,6 8 1,4 12 0,10 2 0,0-3-989,0-2 1718,0 8 0,10-8 0,2 8 0</inkml:trace>
  <inkml:trace contextRef="#ctx0" brushRef="#br0" timeOffset="416">479 2197 12907,'15'8'1387,"-3"1"-1464,-3 3 0,6-4 0,-5 4 1,2-3-214,5-4 1,2 5-1,3-3 1,0 0-327,-1 3 1,1-7-1,0 4 57,0-5 0,-3-4 0,-2-3 0,-5-5 102,-2-2 1,4-2 0,-6-8 0,-4 0 173,-1 0 0,4 1 0,0-1 233,-2 0 185,-2 0 1,-11 13 0,-1 11 0,-1 15 732,0 10 1,1 18-1,4 1 1,-5 8 23,-2 6 1,7 3-1,-2 5 1,4 2-751,3 3 1,0 9-1,0-2 1,0 4-530,0 4 0,0-11 0,0-7 0,0-9-543,0-11 1,0-13 0,0-8-627,0-5 1556,10-12 0,-7-12 0,6-12 0</inkml:trace>
  <inkml:trace contextRef="#ctx0" brushRef="#br0" timeOffset="699">958 2676 8089,'0'-21'297,"0"-1"22,0 0 0,-7 8 0,-3 1-117,-2 4 0,0 4 0,-5 12 0,5 8-17,2 4 0,3 5 0,5 3 0,-3 4-224,-2 3 1,-1-7 0,8 2 0,3-7 9,4-8 0,-2 6 1,9-8 196,3 0 0,3-3 0,1-9 165,1 0 0,0-9 0,-3-6 0,-2-7-49,-2-7 1,-10 3 0,4-8-1,-1 2-280,-1 6 0,0-6 0,-7 3 0,0 3-729,0 2 1,-2 2-1,-3 0-1779,-2 0 2504,-1 10 0,-1-7 0,-3 7 0</inkml:trace>
  <inkml:trace contextRef="#ctx0" brushRef="#br0" timeOffset="1099">1111 2524 8089,'14'0'658,"1"0"1,-10-2 11,2-6 0,-5 8-299,-2 0 0,0 10 0,0 12 0,0 0-153,0-1 1,0 1 0,0 0-1,0 2-238,0 5 0,0-5 0,3 5-203,4-4 1,-2-11-1,9-2-2,3-2 1,3-5 0,1-13-122,1-6 0,-7-8 0,-3-5 0,0-4 36,0-3 0,-7 8 0,2-6 1,-2 3 133,2 0 0,-4-10 0,4 5 0,-5 1 22,-2 4 0,0-3 0,0 3 190,0 2 0,0 10 0,-2 5 256,-5 3 1,4 4 0,-4 12 0,4 8 73,3 4 0,0 10 0,0 2 1,0 1 50,0-1 0,0 6 0,0-6 0,0 1-360,0-1 1,3-2-1,2-7 1,2 0-318,-2-1 0,0-1 0,-1-3 1,6-5-1133,2-3 0,-4-1 1392,6-8 0,1 0 0,6 0 0</inkml:trace>
  <inkml:trace contextRef="#ctx0" brushRef="#br0" timeOffset="1299">1503 1827 8089,'0'15'-903,"0"-1"0,0 3 1595,0 2 0,7 3 0,0 2 0,-2 5-112,-3 8 0,6 11 0,1 5 0,3 3-186,5 5 1,-4-1 0,-1 1 0,0-3-717,0 2 0,-7 3 0,2 2 0,-5-2-1719,-2-5 2041,0-4 0,10-21 0,2-1 0</inkml:trace>
  <inkml:trace contextRef="#ctx0" brushRef="#br0" timeOffset="1499">1285 2219 8067,'22'0'741,"-1"0"0,1 0 0,0 0 0,0 0-325,0 0 0,7 0 0,2-2 1,0-3-488,1-2 0,7-3 0,-5 5 0,2-2-228,0 2 0,-9-5 0,4 1 299,1-3 0,-8-3 0,7-7 0</inkml:trace>
  <inkml:trace contextRef="#ctx0" brushRef="#br0" timeOffset="1749">2091 1413 8105,'12'12'1407,"-3"8"0,-9-8-1715,0 10 308,0-10 0,0 7 0,0-7 0</inkml:trace>
  <inkml:trace contextRef="#ctx0" brushRef="#br0" timeOffset="2366">3615 521 7990,'-10'-22'0,"-4"0"329,-6 0 1,-1 0 0,-1 3 0,0 2 38,0 3 0,-7 9 0,-2-2 0,-3 7-202,-5 7 1,5 5 0,-2 12 0,-3 5-108,-2 7 0,7 8 1,5 4-1,5 3-117,2-2 1,8 6 0,2 1 0,2 0-156,5-6 1,5-6 0,7-8 0,10-9 219,10-10 0,7-8 0,9-9 0,1-2 236,0-5 0,-3-15 0,-3-12 1,-1-2-97,1-1 0,-6-6 1,-3-8-1,-5 3-14,-2 2 0,-8 0 0,-2-3 0,-2-1-61,-5 1 1,-5-4 0,-7 0 0,-8 0-207,-4-1 0,-10 3 0,-3 8 0,1 2-137,-1 4 0,-4 6 0,5 9 0,-3 0-42,-5 1 1,0 9 0,3 4 0,5 11-96,-1 11 1,8 3 0,-5 20 0,7 1-211,8 3 0,2 3 1,7-1 617,-3 1 0,1 0 0,7-1 0</inkml:trace>
  <inkml:trace contextRef="#ctx0" brushRef="#br0" timeOffset="3165">3855 259 8143,'-13'3'443,"6"4"1,2-5 70,-2 6 0,5-4 0,-6 4-79,6 6 1,2 8-1,0 5-182,0 2 1,2 2 0,6-4 0,6 4-453,6 3 1,4-7 0,2 4 0,3-2-573,-2 0 0,4-7 0,1-10 0,-1-2-404,1-5 0,-3-3 1175,-7-2 0,9-10 0,3-2 0</inkml:trace>
  <inkml:trace contextRef="#ctx0" brushRef="#br0" timeOffset="3363">4203 325 8121,'0'-22'-124,"0"0"0,0 0 0,0 0-57,0 1 0,-7 6 452,-1 1 0,-1 16 0,4 3 0,-2 12 316,2 14 1,-5 8 0,3 7 0,2 5-83,3 7 0,-6 12 0,-1 5 1,-1 0-306,0 0 0,1 5 0,1-5 1,-4 2-286,0 6 1,-5 1-1,8 1 1,-1-5-251,0-8 0,-4-14 1,6-7-1,4-7-2614,1-8 2949,3-4 0,-10-20 0,-2-3 0</inkml:trace>
  <inkml:trace contextRef="#ctx0" brushRef="#br0" timeOffset="3648">4290 847 7801,'-12'10'-346,"2"-5"1,8 7 0,-3 0 908,-2 0 0,-1 3 1,6 6-415,-5 1 0,4 0 0,-4 0 0,5-1 109,2 1 1,2-10 0,5-4 306,8-6 1,4-2-1,3-2-99,0-6 0,-8-4 0,1-10 0,-1-2-245,-2-5 0,1 5 1,-9-5-1,4 5-328,-3 2 1,-3 0-1,-2 0-1445,0 1 1,0 6 1551,0 1 0,0-1 0,0-7 0</inkml:trace>
  <inkml:trace contextRef="#ctx0" brushRef="#br0" timeOffset="4016">4508 782 9892,'-7'22'1884,"-1"-1"-1624,3 1 1,3 0 0,2 0-318,0 0 1,10-3 0,2-2 0,2-5-37,1-2 0,-1-3 0,8-7 0,0 0-74,0 0 0,-8-3 0,1-4 0,2-7 6,2-6 1,0-1-1,-4-1 1,-5 0 124,-1 0 1,-6 0-1,4-2 1,-5-2 8,-2-3 1,0 7 0,0 7 426,0-2-210,0-2 1,-2 19 0,-3 12 216,-2 12 1,0 8 0,4-6 0,-2 6-279,-2 2 1,0-5 0,7 5 0,0-3-423,0-4 1,0-3 0,0-2-1,0-1-506,0 1 0,7-7 0,3-3-975,2-3 1774,2-1 0,8-18 0,0-2 0</inkml:trace>
  <inkml:trace contextRef="#ctx0" brushRef="#br0" timeOffset="4199">4922 107 8070,'12'22'45,"5"2"0,-10 5 0,-2 5 213,-3 0 1,5 4-1,1-6 1,-1 4 61,3 10 0,-8-10 0,8 10 1,-3 0-179,0 3 1,8 1 0,-8-6 0,-2 2-855,-3 5 0,-2-8 0,0 3 712,0-7 0,0-12 0,0 4 0</inkml:trace>
  <inkml:trace contextRef="#ctx0" brushRef="#br0" timeOffset="4382">4747 564 8070,'22'0'173,"7"0"1,3 0 0,-1 0-27,1 0 1,6 0 0,-1 0 0,4 0-46,2 0 1,3-2 0,3-3 0,1-2-269,-1 2 1,-3 0 0,-3 0 165,1-2 0,-10 0 0,-3 7 0</inkml:trace>
  <inkml:trace contextRef="#ctx0" brushRef="#br0" timeOffset="4782">2635 1479 8220,'-12'-3'367,"5"-4"0,9 5 0,13-8 0,16 3-22,15-1 1,19 1-1,20 7 1,-35 0 0,2 0-123,8 0 0,3 0 1,15-1-1,4 0 1,10-2-1,2-2 1,-28 1-1,1-1 0,1 0-308,1-1 1,0-1 0,1 1 0,0-1 0,0-1 0,0 1 0,3-1 0,0 1 0,-1 0 0,1 0 0,-1 1 0,1 0 183,0 1 1,0 0-1,-1 0 1,23-4-1,-4 1 1,-7 4-1,-3 1 1,-11 0-1,-2 1 103,-8 1 1,-2 0 0,36 1 0,-11 0 0,-16 0 404,-18 0 1,-6 2-2782,-14 5 1237,-9-4 1,-20 7 0,-15-10 936,-4 0 0,-22 0 0,-5 0 0</inkml:trace>
  <inkml:trace contextRef="#ctx0" brushRef="#br0" timeOffset="5266">4442 2023 8005,'-21'-7'834,"1"-3"-225,6-2 0,-6 7 1,6-2-1,-5 2-264,-3-2 1,0 4 0,-2-4 0,-3 7-109,-2 7 0,-2-2 0,4 10 0,-2 4-306,2 8 0,3-1 0,3 11 0,-1-1 74,0-2 1,10 5-1,5-8 1,4 1-158,3-1 1,3-2 0,4-10 0,7-4 158,6-8 1,4-4 0,5-6-1,5-4 175,0-8 1,0-14-1,-8-7 1,3-5-20,-2-3 1,-3 1 0,-5-1 0,-2 1-58,-2-1 1,-10 1 0,2-1-1,-7 0-109,-7 1 0,-8 2 0,-14 4 0,-7 6-261,-5 0 1,-5 14 0,-3-3 0,-4 6 32,-3 2 1,6 7 0,-6 0 0,3 10-215,4 9 1,11 6 0,6 4 0,3 3-153,3 2 1,16 9-1,-5-4 597,11 0 0,4 7 0,0-7 0</inkml:trace>
  <inkml:trace contextRef="#ctx0" brushRef="#br0" timeOffset="5799">4595 1740 8707,'12'2'2024,"-5"6"-1755,-4 6 0,4 6 0,3 1 0,2 1-196,5 0 1,2 0-1,3-1 1,0 1-532,-1 0 0,4-7 0,1-3 0,3-3-254,-2-4 0,-3-2 0,-2-3 1,0 0 370,-1 0 0,-1-10 0,-6-5 0,-4-4 341,0-3 0,-8-2 0,5-3 0,-4-2 54,-3 3 0,-3 4 0,-2 5 1,-4 5 350,-3 2 1,4 3 0,-6 7 143,-3 0 0,0 12 0,0 10 0,5 9-38,2 3 1,1 7 0,4-2 0,-3 7-13,4 5 0,1 2 1,3-2-1,3 5-144,4-1 1,-5 11-1,6-4 1,-6 9-450,-2-1 0,7-5 1,1-4-1,-4-3-616,-1 2 0,-10-9 0,-3-5-161,-2-7 0,-3-20 0,-7-4-280,1-18 1,9-7 1150,4-26 0,-4 0 0,0-8 0</inkml:trace>
  <inkml:trace contextRef="#ctx0" brushRef="#br0" timeOffset="6065">5183 2067 7934,'0'34'949,"0"-3"1,0-9-361,0 0 1,0-8 0,0 1-182,0 2 0,0-5 1,2 2-506,6 3 0,-4-7 0,8-1 0,1-1-1273,-1-1 0,2 0 1370,8-7 0,0-9 0,0-4 0</inkml:trace>
  <inkml:trace contextRef="#ctx0" brushRef="#br0" timeOffset="6199">5226 1653 6375,'0'-12'0,"10"2"0,2 10 0</inkml:trace>
  <inkml:trace contextRef="#ctx0" brushRef="#br0" timeOffset="6748">5422 2023 7895,'0'34'68,"0"-5"0,0 5 1,0 0 247,0 0 1,0-3-1,0-9 19,0 0 0,0-1 0,0 1-43,0 0 1,-2-10 104,-5-5-491,4-4 1,-6-13 0,9-7-93,0-9 1,0 1 0,0-4 0,2 5 171,5 2 1,3 1 0,7-1 0,-5 0 234,-2 0 1,7 8 0,-3 2 0,6 2 138,1 5 1,1 3 0,0 4 0,0 5 114,-1 8 0,1 4 0,0 5 0,-3 3-393,-4 2 1,-3 10 0,-7-5-1,2 2-741,-2 0 1,-5-2 658,-7 2 0,-5 6 0,-10-9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8:25.9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654 540 8018,'0'-21'1109,"0"6"-514,0 1 0,-10 1 0,-4-1-48,-6 7 1,-4 4 0,-2 3 0,-6 5 13,-2 10 1,5 2 0,-7 19 0,0 3-353,2 2 1,2 9 0,11 1 0,-1 0-179,0 2 0,10-7 1,5 5-1,7-7-138,7-8 0,7-5 0,13-11 0,5-6-51,1-6 1,4-16 0,6-6 0,3-8 57,5-7 0,-7-7 0,-1-13 0,-9-4 73,-3-3 0,-14-2 1,5-5-1,-5 3 39,-5 2 1,-5 0 0,-14-5-1,-10 2-84,-9 3 1,-8 3-1,-10-1 1,1 10-84,-1 7 0,-9 10 0,-3-2 0,-2 4-202,0 8 1,10 12 0,-1 2 0,8 10-260,5 9 1,9 8-1,-2 7 1,5 7-154,2 5 1,8 3-1,2-1 769,2 1 0,3 0 0,7-1 0</inkml:trace>
  <inkml:trace contextRef="#ctx0" brushRef="#br0" timeOffset="283">850 301 8449,'2'-12'1413,"6"4"1,-4 8-1179,11 8 0,-8-3 0,8 9 0,2 3-407,2 2 0,3 3 0,0 0 1,2 0-489,5-1 0,-5-1 0,5-3 1,-5-5 659,-2-2 0,10 6 0,1-3 0</inkml:trace>
  <inkml:trace contextRef="#ctx0" brushRef="#br0" timeOffset="449">1198 279 7330,'-14'15'-331,"2"-1"1090,2 3 0,-4 2 0,4 3 0,0 2-320,1 5 1,1 5 0,6 12-1,-3 3-190,-2 1 0,0 11 0,7-3 0,0 2-274,0-1 0,0 1 1,0-9-1,0-3-577,0-2 0,0-5 0,0-4 0,-3-11 602,-4-9 0,4 3 0,-6-8 0</inkml:trace>
  <inkml:trace contextRef="#ctx0" brushRef="#br0" timeOffset="666">1307 736 8190,'15'22'831,"-1"0"1,-9 0 0,2-1-412,-4 1 0,4 0 0,3 0-504,2 0 0,-5-8 0,8 1-666,2 1 750,2-6 0,3 10 0,-1-8 0</inkml:trace>
  <inkml:trace contextRef="#ctx0" brushRef="#br0" timeOffset="800">1460 475 8193,'-22'-22'741,"7"3"-336,1 4-405,9 6 0,-5 18 0,10 3 0</inkml:trace>
  <inkml:trace contextRef="#ctx0" brushRef="#br0" timeOffset="1100">1547 736 7975,'22'22'35,"-3"0"1,-5 0 0,-6-1 345,-6 1 1,5-7 0,1-1 215,-3 3 1,-3 3 0,-4-1-31,-6-5 1,3 3-317,-9-9 1,7-1 0,-5-10-254,2-4 1,0-5-1,5-10 1,-2 1-295,2-1 0,3 0 0,4 0 0,3 0 101,2 1 1,10-1-1,-2 3 1,4 2 106,3 2 0,0 10 0,2-2 0,3 5 195,2 2 0,2 2 1,-4 5-1,4 8-253,3 4 0,-15 3 0,3 0 0,-5-1-1056,-5 1 1202,-2 10 0,-1-8 0,4 7 0</inkml:trace>
  <inkml:trace contextRef="#ctx0" brushRef="#br0" timeOffset="1467">240 1194 8092,'-14'19'0,"-1"-5"0,1-4-822,2 0 1,-5-5 1075,9 9 0,13-9 0,17 2 0,14-4 199,13-3 0,16 0 0,20 0 1,-36 0-1,3 0-220,9 0 0,2 0 0,6 0 0,2 0 0,9-1 0,2-1 0,6 0 0,1-1-25,7 1 0,1-3 1,-29 0-1,1-1 0,0 0 1,3 2-1,0 0 0,-1 0 1,-1 0-1,-2-1 1,0 0-21,28-3 1,-3 1 0,-10 5-1,-4-1 1,-13-1 0,-4-1-1,-5 1 1,-3 0 342,43-3 0,-29 0 0,-17 7-345,-17 0 0,-22 0-2459,-12 0 0,-17 0 2273,-12 0 0,0 0 0,7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8:28.4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545 328 8088,'-22'12'-407,"0"0"1,0-7 0,1 4 834,-1 3 1,0 3 0,0 7-1,1 2-148,-1 5 0,0 5 0,3 9 0,2 1-290,2-1 0,10 1 0,-2 0 0,7-3 41,7-5 0,5-7 1,10-14-1,2-8 169,5-5 1,-2-4-1,9-5 1,1-10 18,-3-10 0,7-9 0,-7-13 0,-1-2 72,-4 3 0,-4-5 0,-4 2 0,-1 0-121,-6-2 1,-4 9-1,-10-2 1,-2 8-210,-6-1 0,-6 0 0,-15 3 1,-8 5 14,-4-1 0,-2 10 0,-3-2 1,-3 7-134,-1 0 0,-1 8 1,7 1-1,1 6-515,-1 2 0,8 10 0,2 4 0,2 8 10,6 7 0,4 5 0,5 9 0,5 1 662,2-1 0,-7 1 0,5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8:54.5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0 266 6919,'0'0'0</inkml:trace>
  <inkml:trace contextRef="#ctx0" brushRef="#br0" timeOffset="667">0 127 7999,'8'-24'-3,"0"1"0,0 8 0,-8-1 252,0-2 0,0 6 57,0-4 1,0 14 0,0 2 33,0 12 0,2 12 0,3 4 0,3 5-52,-3 3 0,-2 11 1,-3 7-1,0 0-70,0 2 1,0 3 0,0 11 0,2-1-131,6 1 0,-5-3 0,4-3 0,-4-5-164,-3-2 0,8-6 0,-1-12-313,-2-8 418,-2-16 1,-3-7 0,0-16 0,0-10-130,0-10 0,0 2 0,0-8 1,0 4 7,0-1 0,0-8 0,0 8 1,3 3-45,4 2 0,-2 3 0,8 0 0,0 2 109,0 6 0,-5-3 0,7 10 135,3 3 0,3 3 0,2 4 0,0 6 78,0 7 0,0 8 0,0 6 0,-2 4-278,-6 3 0,3-8 1,-7 6-1,-1-3-395,0 0 1,1-1-1,-6-6 1,2-1-717,-1 0 1,-4 0 1202,-2 0 0,0 0 0,0 1 0</inkml:trace>
  <inkml:trace contextRef="#ctx0" brushRef="#br0" timeOffset="967">625 728 7999,'-2'-12'447,"-6"4"1,-5 5-1,-7 6-65,4 5 1,6 4 0,7 12 0,-2-1-190,-3 0 1,1 0 0,7 0 0,0 0-32,0 0 0,2 1 0,3-1 179,3 0 0,10-10 0,-2-5-20,4-6 0,3-12 1,1-6-1,-4-7-199,-4-8 0,2 6 0,-11-6 1,-2 5-165,-2 3 0,-3-8 0,0 0 0,0 3-326,0 2 1,0 11 0,-3-1-412,-4-2 0,-4 5 0,-7 1-841,3 1 1,2 6 1619,-2 13 0,-6 5 0,8 10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9:06.1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2570 8034,'0'-16'-1,"0"1"0,-2 0 567,-6-9 0,5 9 0,-7 2 101,0 3 1,5 2-538,-11 8 0,11 3 0,-3 4-79,6 9 1,2 4 0,0 4-226,0-1 1,2-3 0,6-2-79,8-2 0,-4-11 0,4 3 0,2-6-21,2-2 1,-4 0-1,-1-2 167,3-6 0,3-5 1,-1-10-1,-2 2 111,-2 6 1,-8-6 0,4 6 0,-1-6 39,-6-2 1,0 3 0,0 2-1,3 2 121,-3-2 0,-2 5-17,-3-2 1,0 12-52,0 3 1,0 11-1,0 12 1,0 2-146,0 6 1,0-5 0,2 5 0,3-5-533,3-3 1,2-8 0,-2 1-453,7 2 1031,-4-8 0,9 0 0,-7-10 0</inkml:trace>
  <inkml:trace contextRef="#ctx0" brushRef="#br0" timeOffset="165">487 1783 8034,'0'39'-116,"0"-1"0,0 1 123,0-3 0,0 7 0,2-4 0,4 7 87,1 8 0,11-2 1,-5 7-1,3 0-94,-1 0 0,1 3 0,7 7 0</inkml:trace>
  <inkml:trace contextRef="#ctx0" brushRef="#br0" timeOffset="382">279 1968 8055,'15'0'-135,"0"0"1,6 0 428,7 0 1,1 0 0,7 0 0,0 0 3,0 0 1,10 0 0,8 0 0,-3-2-355,-2-6 1,-2 5 0,1-4 0,1 4-1216,-2 3 1271,4 0 0,-25 0 0,7 0 0</inkml:trace>
  <inkml:trace contextRef="#ctx0" brushRef="#br0" timeOffset="565">1343 1366 8102,'13'-15'155,"-5"-1"386,-5-2-640,-3-2 99,0-3 0,10 10 0,3 3 0</inkml:trace>
  <inkml:trace contextRef="#ctx0" brushRef="#br0" timeOffset="1032">2061 973 8047,'0'-34'-44,"0"9"1,0-6 0,0 5-17,0 3 1,0 0 0,0 0 739,0-1 0,-3 12 1,-4 4-462,-9 5 0,-4 14 1,-6 4-1,-2 8-217,-3 8 0,0 5 1,8 10-1,0 3-248,-1 5 1,4-2 0,2 7 0,5-5 66,3-10 1,2-1-1,8-9 1,3-3 346,4-6 0,6 1 0,13-21 0,5-7 203,7-11 1,3-18 0,1-10 0,-4-8-40,3-5 0,-7-8 0,-3 6 0,-6-4-266,-1-4 1,-12 7 0,-4 1 0,-8 2-124,-8 0 0,-4 2 0,-14 14 0,-2 7-321,-3 5 1,-11 3-1,1 3 1,-8 2-462,-5 2 1,0 11 0,8-3 838,0 6 0,0 12 0,-1 3 0</inkml:trace>
  <inkml:trace contextRef="#ctx0" brushRef="#br0" timeOffset="1665">2385 440 8110,'0'31'-122,"0"3"1,0 2 209,0 5 1,0 0 0,3 0-1,2-2 84,2 2 0,4 3 0,-6 2 0,3 0-186,-3 0 0,0 8 1,0 1-1,3-4-154,-3-2 1,-3-13 0,-2-5 0,0-6-156,0-1 1,0-14 244,0-10 0,0-10 1,0-16-1,0-2 72,0-3 1,0-3 0,0 6 161,0-3 0,3 0 0,5 11 15,7 4 1,-2 6-1,2 10 1,3 2-59,3 6 1,2 8 0,-2 12 0,-3 5-185,-3 3 1,1 3-1,7 5 1,0-3 70,0-3 0,10 1 0,3 7 0</inkml:trace>
  <inkml:trace contextRef="#ctx0" brushRef="#br0" timeOffset="1948">3056 973 8110,'-10'28'0,"-3"-5"25,0-2 1,-7-1-1,7 4 1,-3-1 133,1 0 1,10 0 0,-3 0 0,3 0 280,-3 0 1,8-2-61,0-6 0,3-4 1,12-14 23,3-5 1,-5-4 0,3-12 0,-1 1-179,-2 0 0,-3-8 0,-7 0 0,2 3-59,3 2 1,-1 3 0,-7 0-1,-2 2-382,-6 6 0,3-3 0,-8 8-1699,3-3 0,-8 8 1914,2-3 0,-4 5 0,-3 3 0</inkml:trace>
  <inkml:trace contextRef="#ctx0" brushRef="#br0" timeOffset="2298">3149 996 10570,'0'15'666,"0"1"-610,0 2 0,2 0 0,4 0 0,4-5-231,3-3 1,-6 5 0,9-7 99,2-3 0,2-2 0,4-3 7,-1 0 0,-8-3 1,1-2-1,-1-5-83,-2-3 0,7-2 0,-7-9 160,0 1 0,5 0 1,-10 0 236,-3 0 0,0 7 88,3 1 0,-6 12-111,6 3 1,-5 11 0,-3 12-1,0 0-249,0 0 0,0 0 0,0 0 1,0 1-610,0-1 1,0-8 0,2 1-29,6 2 0,-3-8 0,11-2 0,2-8-828,2-8 1491,3-5 0,0-20 0,1-3 0</inkml:trace>
  <inkml:trace contextRef="#ctx0" brushRef="#br0" timeOffset="2465">3820 325 8095,'0'-11'405,"0"11"0,0 18 0,3 16 0,2 4-149,3 11 0,-1-2 0,-4 9 0,2-2-261,3 0 0,7 10 0,-7-4 1,0 1-744,2 1 0,-8-3 1,6 0 747,-5-12 0,-3-1 0,0-10 0</inkml:trace>
  <inkml:trace contextRef="#ctx0" brushRef="#br0" timeOffset="2648">3751 811 8095,'36'0'-15,"0"0"1,-5 0 0,5 0 26,0 0 0,7 0 1,-4 0-1,7 0-2,8 0 1,-8 0-1,3 0 1,-8 0-146,1 0 0,-1 0 135,-3 0 0,-4 0 0,-11 0 0</inkml:trace>
  <inkml:trace contextRef="#ctx0" brushRef="#br0" timeOffset="2981">1853 1621 8077,'23'0'0,"2"0"0,6 0-118,8 0 1,10 0 0,13 0 0,20 0 399,-32 0 0,3 0 1,6 0-1,3 0 1,10 0-1,2 0 1,4 0-1,1 0-58,4 0 1,1 0 0,0 0 0,-1 0 0,5 0 0,-1 0 0,1 0 0,-1 0-243,2 0 1,-3 0-1,-12 0 1,-1 0 0,-4 0-1,-2 0 1,-9 0 0,-3 0 19,38 0 1,-11 0 0,-18 0-1,-10 0-437,-15 0 0,-19 0 435,-4 0 0,-19 8 0,3-1 0,-5 1 0</inkml:trace>
  <inkml:trace contextRef="#ctx0" brushRef="#br0" timeOffset="3382">2987 2408 8058,'-54'0'0,"0"0"236,2 0 0,11 0 0,5 2 0,0 6 96,0 8 0,8 12 1,-3 5-1,5 1-41,3-1 0,3 8 0,4-5 0,8 0-166,6-5 1,2 3-1,2-6 1,6-5-162,8-5 1,4-13-1,6 3 1,2-5 139,3-3 0,13-13 0,-1-10 0,6-13 17,-5-8 1,2-2-1,-7-3 1,2-5-205,-2-8 0,-6 5 1,-10 3-1,-2 5-40,-6 3 1,-4-3 0,-17 0-1,-9 1 51,-16 4 0,-13 16 0,-7 4 0,-8 14-291,-8 8 1,3 2-1,-14 2 1,9 8 176,7 14 1,-5 4-1,11 16 1,2 4-153,8 1 0,15 0 0,2-3 1,9 1-579,4-1 916,11-10 0,5 8 0,13-8 0</inkml:trace>
  <inkml:trace contextRef="#ctx0" brushRef="#br0" timeOffset="3799">3241 2084 7873,'0'23'378,"0"0"0,0 0 125,0 0 0,8 3 0,0 5 0,0 8-140,2 4 0,-8 6 0,6 3 0,-3 4-181,3 3 1,-5-5 0,4 6 0,-4-6-146,-3-11 0,-3 1 0,-2-13-158,-3-3-21,-10-12 0,16-16 0,-6-16 0,6-4-48,2-4 0,0-1 0,0-4 0,2-1 202,6 1 1,-3 11 0,8 3-1,0-1 269,0 4 1,2 1-1,8 11-93,0 0 1,-7 0 0,-1 0 0,1 3-255,-4 5 0,9 4 0,-8 12 0,2-1-482,1 0 1,-9 0 0,6 0-1,-2 0-645,-6 0 1,0 1 1192,3-1 0,-6 0 0,8 0 0</inkml:trace>
  <inkml:trace contextRef="#ctx0" brushRef="#br0" timeOffset="4082">3658 2639 8239,'-2'-20'2197,"-6"4"0,5 9-1949,-4 14 0,4 6 1,6 10-1,2 1-426,2-1 0,9-8 1,-6 1-1,0 2-307,1 2 1,7-4-1,-3-4-798,6-1 0,-6-4 0,1-7 1283,2 0 0,-6-7 0,1-4 0,0-4 0,0-11 0,-8 1 0,3-11 0,-6 0 0,-2 0 0,0-3 0,-2-7 0,-3-1-259,-3 1 0,-10 7 1,3 3-1,-3 3 682,2 5 0,-4 2 0,7 3-457,0 0 34,-8 0 0,19 10 0,-9 2 0</inkml:trace>
  <inkml:trace contextRef="#ctx0" brushRef="#br0" timeOffset="4365">3890 2454 7313,'15'23'-23,"0"0"0,-7 1 0,5-1 0,-3 0 481,-5 0 1,1 3-1,-1 2 1,2 3-3,-1-3 0,-4-2 1,-4-3-212,-6 0 1,-2 0 0,-8-2 0,5-3-290,2-3 0,1-9 0,2 1-185,-7-4 0,5-13 0,2-8-1,5-11 0,3 4 0,3-6 0,2 2 38,3-1 0,10 4 0,-3-5 1,6 8 232,2 7 0,3 4 1,2 6-1,3-1 93,-3 2 0,6 12 0,-4 9 0,-1 4-289,-4 3 0,-9 8 1,-3 3-1,-3-1 155,-5 1 0,8 7 0,0-5 0</inkml:trace>
  <inkml:trace contextRef="#ctx0" brushRef="#br0" timeOffset="4731">5024 1366 8018,'-23'-2'-312,"-1"-6"0,9 5 431,0-4 1,12 4-1,3 3-119,13 0 0,7 10 0,4 3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9:16.6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695 833 8098,'0'-23'246,"0"0"0,0 0 1,0 0 569,0 0 1,-11 2 0,-1 3-496,-1 3 1,-8 10 0,3-3 0,-8 8-161,-4 8 1,-12 4-1,4 14 1,-3 5-185,2 8 0,-2 4 0,7 4 0,4-1-208,4 0 0,-2-2 0,15-3 0,0-5-70,5-2 1,6-11-1,4-10 1,6-3 353,7-5 0,8-13 0,6-10 1,4-10 82,3-11 0,0-12 0,3-6 0,-8-2-54,-6-5 0,-2-11 0,-2-2 0,-3 3-96,-2 2 1,-11-6-1,0 1 1,-10 5-188,-11 8 0,-7 2 1,-10 13-1,-11 8-54,-8 5 1,-9 8 0,7 12 0,2 9-2,3 4 1,6 6 0,4 4 0,11 11-554,10 11 1,0 7 808,10 10 0,-10 0 0,5 1 0</inkml:trace>
  <inkml:trace contextRef="#ctx0" brushRef="#br0" timeOffset="452">787 463 8098,'0'-23'244,"0"0"438,0 0 0,0 12 1,0 11-297,0 13 1,3 16-1,2 4 1,3 3-189,-3 5 0,5 3 0,0 2 0,1 0-189,-1 1 0,0-1 0,-5-2 0,3-3-139,-3-3 0,-2 1 0,-3 7 1,0-2-396,0-5 1,0-6 214,0-10 1,-8-12-1,0-11 201,3-13 1,3-16 0,2-4 0,0-1 269,0 1 1,10-6 0,3 9 0,2 1 57,1 4 0,-3 9 1,5 3-1,-3 3 95,3 5 1,3 2 0,2 3 0,0 3-280,0 5 0,-2 7 0,-3 13 0,-6 6-502,-1 2 1,4-5-1,-5 7 1,1 1 466,-1-3 0,8 8 0,-5-8 0</inkml:trace>
  <inkml:trace contextRef="#ctx0" brushRef="#br0" timeOffset="636">1320 880 8641,'-21'10'1964,"6"5"-1703,7 6 1,5-6-1,3 1 1,0 2-404,0 2 1,11 4 0,1-1-1,4-3-338,-1-4 0,1 2 480,7-10 0,0 10 0,0-6 0</inkml:trace>
  <inkml:trace contextRef="#ctx0" brushRef="#br0" timeOffset="769">1389 533 8098,'-20'-16'-331,"2"1"-271,2-3 1,11 5 601,-3-3 0,6 11 0,2-5 0</inkml:trace>
  <inkml:trace contextRef="#ctx0" brushRef="#br0" timeOffset="1051">1574 903 8098,'0'23'0,"0"0"125,0 0 1,0 0-1,0 1 320,0-1 1,0 0 0,0 0-190,0 0 0,-2-10 0,-3-3-168,-3 1 0,0-11 0,8 0-225,0-13 1,0-8 0,0-2 0,0-3-30,0-5 1,8 6-1,2-6 1,3 8 117,5 7 1,3-2 0,2 11 182,0 1 0,0 4 0,0 4 1,0 6-168,0 8 0,1 4 1,-1 6-1,-3 5-173,-4 7 1,2-2 0,-11 3 0,-1 0 204,-4-3 0,-12 7 0,-3-7 0</inkml:trace>
  <inkml:trace contextRef="#ctx0" brushRef="#br0" timeOffset="1369">93 1690 8054,'-23'0'0,"0"0"169,-1 0 0,12 2 1,6 4 433,12 1 1,19 9 0,24-9 0,21-1-338,20-4 1,-31-3 0,5 0-1,8-2 1,3 0 0,4-1 0,1-2-168,4 0 0,2-1 0,7-3 0,2-3 0,-28 3 0,2 0 0,0-1 1,3 2-1,0-1 0,0 1-93,2 0 0,1 0 0,-2 1 0,-6 1 0,0 0 0,-1 1 1,31-4-1,-4 2 0,-9 1 0,-3 1 111,-9 1 1,-2 0 0,-10 0 0,-2 2 0,37 3 0,-18 0-581,-23 0 0,-8 8 0,-17 2-150,-9 3 613,-7-8 0,-13 5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09:19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672 440 8101,'-11'-23'0,"6"7"605,-10 1 0,-1 12 0,-7 3 0,0 13 70,0 8 0,0 4 0,-3 6 0,-2 10-509,-3 11 0,0-3 0,10 5 0,3-5-135,3-3 0,10-2 0,-3-6 0,5-7-165,3-5 1,11-13 0,7-6-1,7-7 47,6-7 0,10-16 1,-2-16-1,5-7-66,2-8 0,-7 2 1,-3-7-1,-3 0 90,-5 0 0,-10 5 0,-5-8 0,-2 0-35,-6 3 0,-5 3 1,-8 9-1,-10 4-226,-10 4 0,-8 0 0,-11 14 1,-1 7 83,-6 5 1,-6 5 0,-9 8 0,2 3 53,5 4 1,-2 14-1,13 10 1,4 0-477,6 2 1,15 1 661,3 4 0,0-4 0,10-11 0</inkml:trace>
  <inkml:trace contextRef="#ctx0" brushRef="#br0" timeOffset="534">903 532 8153,'13'-10'740,"5"5"383,-10-10 0,2 9-656,-2-1 0,-6 14 0,6 9 0,-3 4-51,3 4 0,-6 6 1,9 1-1,-1 0-435,5 3 1,-2-9-1,0 6 1,0-5-128,0-3 0,0 0 1,5-2-1,-3-6 52,3-7 0,3-5 0,2-6 0,0-5-194,0-7 1,-8-13 0,1-6 0,2-2 114,3-5 1,-6 5 0,-2 0 0,-3 2 333,-5 6 0,6 10 163,-4 3 1,1 12 0,-8 6 0,0 17 15,0 16 0,-3 0 0,-2 3 0,-2 2 2,1 3 0,4-6 0,2-2 0,0-2-114,0-6 0,2-10 0,6-5 0,8-3 303,4-5 0,-4-7 0,-1-11 0,0-13-334,-2-7 1,5-8 0,-7-11 0,-1-4-122,0-4 1,-2 6 0,-8-5 0,0 0-596,0 0 0,-8 5 0,-2-3 1,0 6-1147,-1 7 0,-4 13 0,5 1-1722,-3 4 3387,8 13 0,-6 13 0,11 13 0</inkml:trace>
  <inkml:trace contextRef="#ctx0" brushRef="#br0" timeOffset="785">1806 648 8602,'20'3'1098,"-4"4"1,-9 9-250,-4 4 0,0 11 1,2 3-1,2 2-523,-1 5 1,-4 3-1,-2 2 1,0 0-714,0 1 1,0-9 0,0-2 386,0-2 0,-10 7 0,-3-5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0:01.09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93 93 8045,'-15'-12'-714,"2"1"608,2 1 0,-7 7 1078,3-4 1,5 2 195,2-3-590,5 5 1,6-7-182,5 10 1,12 0 0,14 0-1,2 0-46,5 0 0,5 0 0,8 0 0,8 0-308,5 0 1,5 0-1,5-3 1,8-2-9,5-2 1,5-1 0,3 8-1,-48 0 1,0 0-204,48 0 1,-3 0 0,-3 0 0,1 2-6,0 6 0,-11-5 1,-5 4-1,-5-4 202,-2-3 0,-1 8 0,0-1 0,-2-1 68,-5-4 1,-5-2 0,-9 0 0,4 0 53,2 0 1,0-2 0,-10-4 0,-3-1 257,-3 2 1,-7 2-1,5 3 1,-2 0 197,-6 0 1,-2 0 0,-3 0 0,0 0-108,0 0 1,0 0-1166,0 0-1612,1 0 445,-12 0 0,-4 0 1832,-16 0 0,-4 0 0,-12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0:04.39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93 8081,'12'10'-740,"1"-7"0,-8 7 1404,3 1 1,10-9 0,-2 6-214,4-6 0,3-4 0,0-3 1,3-6-180,5-1 1,-3 4-1,11-5 1,2 3-135,3 5 0,5-6 1,2 1-1,3 0-92,-2-1 0,-1 4 0,0 4 1,3-2-145,-2-3 1,4 1-1,-2 7 1,-2 0-45,-3 0 0,2 0 0,-2 0 0,-5 0 173,0 0 0,-3 2 0,0 3 0,-3 3-15,4-3 1,-6-2 0,0-3-1,0 0 2,0 0 0,0 7 0,5 1 1,-5-3-30,-3-2 0,8-3 0,-2 0 0,2 2 49,-2 6 0,2-5 0,-8 4 0,1-4 11,-1-3 0,8 0 0,-5 0 1,3 0-30,-1 0 1,-9 0 0,4 0 0,-2 0-22,0 0 0,7 0 1,-4 0-1,-1 0 5,1 0 1,7 0 0,-5 0 0,2 0 51,1 0 1,-3 0 0,5 0 0,-2 0 188,2 0 0,0-3 1,0-2-1,-5-2 225,-2 1 0,4 4 0,-7 2-329,-3 0 0,-2 0-851,-3 0 1,-7 0-1465,-1 0 2174,-10 10 0,-5-7 0,-13 7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0:05.36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 1 8179,'0'23'487,"0"0"0,0 3 1,0 2-1,0 6-353,0 2 0,2-3 0,3 11 0,6 7-172,2 6 0,-8-3 0,5 8 1,-2-1-394,-1-1 1,1-4 0,-8-12 0,0-3-1014,0-2 1444,10-11 0,-7 5 0,7-10 0</inkml:trace>
  <inkml:trace contextRef="#ctx0" brushRef="#br0" timeOffset="216">1 557 8046,'12'-11'143,"9"-2"0,-6-10 91,6 0 1,2-3 0,3-2 0,5-5 2,7-3 0,1 0 0,2-6 0,3 4-547,-3-3 1,-2 5-1,-1 0 1,-7 2 309,-5 6 0,-3-8 0,0 0 0</inkml:trace>
  <inkml:trace contextRef="#ctx0" brushRef="#br0" timeOffset="416">255 232 8046,'-13'24'-4,"0"-9"0,8 0 0,-2 3 112,1 3 1,4-6-1,2 1 1,0 2 524,0 2 1,8 4 0,2-1 0,5 0-290,11 0 1,-3 0 0,8 0 0,-5 1-213,-3-1 0,8 8 1,0-1-1,-3-1-618,-2-4 1,-3 6 0,0 0-794,0-3 1279,0-2 0,0-3 0,1 0 0</inkml:trace>
  <inkml:trace contextRef="#ctx0" brushRef="#br0" timeOffset="750">649 533 8046,'0'31'0,"2"0"22,6-3 1,-5-2-1,4-3 185,-4 0 1,-1-7-1,4-1 175,1 3 1,1 3-324,-8 2 0,-3-10 46,-4-5 1,2-8 0,-8-8 0,2-8-234,6-4 0,3-6 195,2-5 1,0 6-1,0-6 254,0 5 1,2 3 0,6 2 16,7 6 0,6 5 0,2 10 1,0 0-212,0 0 0,1 0 1,-1 0-1,0 2-533,0 6 1,0 2 0,-2 8 0,-3-2-963,-3 2 0,-2 2 1368,2 3 0,6 11 0,-8 2 0</inkml:trace>
  <inkml:trace contextRef="#ctx0" brushRef="#br0" timeOffset="1349">1042 487 8044,'-15'23'0,"2"0"0,3 1 135,4-1 0,-4 0 0,2 0 1,3 0 167,3 0 0,2-7 1,0-1 19,0 3 1,2-8 0,6-2-37,7-5 1,6-3 0,2-3-121,0-5 1,-7-4-1,-3-12 1,0 1-190,-1 0 0,-6 0 0,1 0 1,-2 0-234,3 0 1,-5-1 0,4 1-165,-4 0 301,-3 0 1,-3 10 165,-4 5 1,4 16 0,-5 8 0,6 4 11,2 3 0,0 0 0,2 1 1,6-1-14,8 0 1,-4 0-1,4 0 1,2-2-40,2-6 1,4 3 0,-1-10 0,0-3 20,0-2 0,0-3 1,-2-3-1,-3-2-1,-3-3 1,-2-10 0,2 3 0,-7-8-18,-5-8 1,4 5 0,1-5 0,-3 5 16,-2 3 1,-3 0 0,0 0 10,0 0 0,0 7-32,0 1 0,0 12 0,0 3 197,0 13 0,0 8 1,0 5-1,0 2 60,0 3 1,10 7-1,3-4 1,2-1-45,1 1 1,-1-4 0,8-9 0,1-3 61,-1-3 1,0-9 0,0 1-1,-2-7 0,-6-7 0,6-9 0,-9-12 1,1-6-141,-5-2 0,-5-2 1,-3-6-1,0 3-328,0 2 1,0 3 0,0-2-1,-3 4-900,-5 1 0,3 15 1,-8-5-1,0 5-2117,1 5 3203,6 3 0,-14-1 0,7-2 0</inkml:trace>
  <inkml:trace contextRef="#ctx0" brushRef="#br0" timeOffset="1698">1806 348 8035,'23'13'-589,"-10"8"1,-3-9 0,-2 4 1311,0-1 0,-1 1 0,-4 7 0,2 0 63,3 0 0,0 0 0,-6 1-416,6-1 1,-5 0-1,4 0-97,-4 0 0,-3 0-166,0 0-312,0-10 0,0-5 1,0-16-1,0-7 19,0-6 1,8-2-1,-1 0 1,1 0 186,2 0 1,-5 7 0,11 3 259,2 3 1,2 2 0,4 8 44,-1 0 1,0 3-1,0 5 1,-2 7-253,-6 6 0,3 2 1,-8 0-663,3 0 1,-8 0-1,3 0 608,-5 1 0,-14-1 0,-2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0:01.72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7410,'10'13'-391,"-7"0"1870,4-5 1,-4-3-873,-3 10 0,2 1 1,4 7-400,1 0 1,1 0 0,-5 0-1,2 3-109,2 5 1,1-3-1,-8 11 1,0 2-295,0 3 0,0 5 0,0 2 0,0 0-317,0-7 0,0 2 0,0-10 401,0 0 1,-2-5 231,-6-15 1,5-9 0,-4-14-1,4-9 12,3-4 1,3-14 0,4-4-1,6-6 49,0-2 1,8 2-1,-6 3 1,6 2-132,2-2 1,0-3 0,0-2 0,0 2-246,0 6 0,1-3 0,-4 10 0,-2 2-224,-2 4 0,-11 2 0,5 2-225,0 6 680,-7 4 0,7 14 0,-10 5 246,0 7 0,0 6 0,-2 2 0,-4 2 77,-1 6 1,-1-5-1,8 5 1,0-3 93,0 3 1,0-5-1,0 5 1,0-6-229,0-1 1,0-1 0,3 0 0,2 0-453,2 0 0,9-7 0,-6-1-1133,3 3 1,2-5 0,9 0-1601,-1-3 2959,0-2 0,0 2 0,0 3 0</inkml:trace>
  <inkml:trace contextRef="#ctx0" brushRef="#br0" timeOffset="581">556 301 8146,'13'11'0,"-3"1"-456,1 1 0,-9 0 1,6-5 1197,-5 7 1,-1 3-1,3 0 1,3-2-91,-3 2 1,-2-5 0,-3 2-335,0 3 1,2 3 0,3 2-112,3 0 0,0 0-550,-8 0 1,0-7-79,0-1 1,-8-12 0,0-3 206,3-13 0,-5 0 1,2-3-1,3-2 173,3-2 0,2-3 0,0 0 27,0-1 1,2 4 0,3 2 308,3 2 0,7 9 0,-4-6 0,2 3-144,5 4 0,-6 4 0,4 2 1,-1 2-445,-2 6 1,8-3 0,-6 11-208,6 2 0,2 7 1,-3 4-1,-2-6 500,-2-3 0,-1 16 0,8-10 0</inkml:trace>
  <inkml:trace contextRef="#ctx0" brushRef="#br0" timeOffset="1180">996 440 8080,'-10'23'6,"5"-2"0,-8-3 0,2-3 349,6 3 0,3 3 0,2 2 265,0 0 0,0-7-346,0-1 0,10-2 0,5 2-73,6-7 1,2-5 0,-2-6-1,-3-5 0,-3-7 0,-7-3 0,5 0 0,0 2-79,0-2 1,-8-2-1,2-3 1,-4 0-12,-3-1 0,0 9 0,0 0 1,0-3-219,0-3 1,0 6-574,0-1 428,0 11 0,0-3 0,0 16 194,0 7 1,0 6-1,3 2 1,2 0-69,2 0 1,11 1 0,-2-1 30,4 0 1,4-3 0,-1-4 0,0-8 111,0-6 0,0-2 1,0-2 28,0-6 1,-7-2-1,-3-11 1,-3 0 7,-5-4 1,0-4-1,0 6 1,3 0 93,-3 0 0,-2 0 1,-3 0 328,0 0-321,0-1 1,0 14-32,0 10 1,0 18 0,0 16 0,0-1-23,0 0 0,0 6 0,2-8 0,4-3 46,1-2 1,9-3-1,-6-2 1,3-3 55,5-3 0,2-10 0,4 3 1,-4-8 75,-4-8 1,4-7 0,-7-14-1,0-4-236,-5-3 0,-6 5 1,-2-7-1,0-1-277,0 3 0,0-5 1,-2 10-1,-4 3-666,-1 2 0,-9 3 1,6 2 897,-3 6 0,-2-6 0,-8 8 0</inkml:trace>
  <inkml:trace contextRef="#ctx0" brushRef="#br0" timeOffset="1565">1806 139 8043,'0'23'0,"0"0"80,0 1 1,0-1 0,0 0 0,0 0 265,0 0 0,0 0 0,3 1 0,2-1-2,3 0 1,-1 8-1,-7 0 1,0-3-83,0-2 0,0 4 0,0 1 0,0-2-110,0-4 0,0-9 1,0-1-37,0 3-138,0-8 0,0-2 0,3-16 0,2-7-88,3-6 1,0-2 0,-6 0 0,3 0 350,3 0 1,10 0 0,-3 2 20,6 6 0,2-3 0,0 10-208,0 3 0,1 2 0,-1 6 0,0 2-164,0 3 1,-2 10 0,-3 0-1,-6 7-116,-1 6 0,4 3 1,-7-6 225,-3 3 0,-2 10 0,-3-5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0:12.0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880 461 8171,'-3'-21'278,"-2"3"200,-3 3 1,-10 2 0,5-5-1,-2 5-4,-1 3 0,1 2 0,-11 8 0,-2 0-18,-3 0 0,-2 3 1,4 7-1,-4 11-230,-3 7 1,0 16 0,-3-1 0,6 11-237,0 6 0,7-1 0,-2 2 0,10-7-278,10-5 0,5-5 0,3-5 0,3-11 134,5-10 0,12-10 1,14-16-1,-1-10 56,0-10 1,9-11 0,-6-12 0,0-6 61,-6-2 1,-4 0-1,-5-6 1,-3 6 83,-3 3 0,-10-6 1,3 8-1,-8 0 15,-8-3 1,-12 9 0,-16-4-1,-5 11-138,-8 10 0,-13 5 0,3 6 0,-3 4 131,0 9 0,11 7 1,-3 10-1,5 10-232,3 9 0,10 12 0,5-5 0,8 3-543,7-1 1,6-10-1,10 3 719,0-5 0,10 7 0,3 3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0:14.0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 46 7985,'-15'0'230,"-1"0"1,8 0 379,-7 0-41,10 0-98,-5 0 1,12 0-67,6 0 1,5 0 0,10 0 0,3 0-107,4 0 1,-1 0-1,9 0 1,3 0-153,3 0 1,10 0 0,3 0-1,2-2-166,5-6 1,3 5-1,3-4 1,-1 4-48,0 3 0,1 0 0,-3 0 1,-6 0 45,-7 0 1,3 0 0,-3 0-1,-2 0 11,-4 0 1,-1 0-1,-4 0 1,-1 0 9,-4 0 0,-2 0 0,5 0 0,-5 0-4,-2 0 1,-1 0 0,-2 0 0,5 0 9,0 0 1,0 0-1,-8 0 1,3 0-27,-3 0 1,6 0-1,-3 0 1,-3 0-42,-2 0 1,-3 0 0,0 0 0,0 0 34,0 0 1,1 0-1,-1 0 1,0 0 31,0 0 0,0 0 0,0 0 68,0 0 0,1 8 0,-1 0 148,0-3 1,0-3 257,0-2 51,0 0-1529,0-10-688,-10 7 0,-5-7 1685,-16 10 0,6-10 0,-9-3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0:14.4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12285,'0'23'0,"0"0"381,0 0 0,0 1 1,0 1-1,0 4-332,0 1 1,0 9 0,2-6 0,4 1-344,1-1 0,1-2 1,-8-8-1,0 0-1034,0 1 0,0-1 1328,0 0 0,10 0 0,3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0:15.2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47 7995,'-23'0'-90,"8"0"0,2-2 1008,3-6 1,-1 5-315,4-4 0,4 2 0,-2-1-271,10-1 1,0-1 0,13 8-1,5 0-90,6 0 0,12 0 1,-3 0-1,6 0-66,2 0 0,11 0 1,5 0-1,5 0-75,2 0 1,1 0 0,2 0 0,2 0-14,3 0 1,0 0 0,-7 0 0,-1 0 29,1 0 1,-1 3 0,1 2 0,-3 2 31,-6-1 1,-4-4 0,-11 1 0,3 2-87,5 3 1,-5-1 0,2-4 0,-7 2-19,-5 3 0,-1-1 0,6-4 1,-6 2 218,-7 3 1,-5 0-1,-3-8 1,0 0 1407,1 0 59,-12 0-1090,-1 0 1,-11-3-1086,0-5 1,0 3-2034,0-10 0,-3 10-1573,-5-3 4048,6 5 0,-29-7 0,5-3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0:18.7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0 117 8405,'16'-11'-455,"-1"-4"652,3-6 0,3 6 1,2 2-1,0 3 421,0 5 0,3-6 0,2 4 0,3 1-302,-3 4 1,6 2-1,-4 0 1,-1 0-253,-4 0 0,-1 2 0,-4 6 0,-4 8 31,-9 4 0,4-2 1,-4 3-1,-4 4-260,-8 1 1,-8 8 0,-13-1 0,-2 0-81,-3 1 0,0-3 1,8-8-1,-3 0 72,-5 0 1,6 0-1,-6 1 323,5-1 0,11-10 0,2-3 86,3 0 0,2-5 1,10 8 32,6-3 0,5-2 0,10-8 0,3 0-387,5 0 0,5 0 0,10 0 1,0 0-544,1 0 0,-1 0 0,0 0 1,-2 0 660,-5 0 0,15-10 0,-6-3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0:19.4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114 140 8066,'-15'0'-21,"-1"0"318,-2 0 0,5-3 230,-2-5 0,7 6 215,-7-6-562,10 6 1,-3 2 0,16 0 0,7 0-135,6 0 0,4 0 0,6 0 1,10 0-30,11 0 1,7 0 0,10 0 0,1 0-100,-1 0 0,11 0 1,7 0-1,9 0 103,-47 0 0,2 0 1,0 0-1,1 0 0,45 0 1,-45 0-1,-1 0 28,2 0 1,0 0-1,-1 0 1,1 0-1,1-1 1,0-1 0,-2 0-1,-1-1 0,1-1 1,-1 0-1,44-4 1,-45 8-1,0 0 1,43 0 67,-8 0 1,-5-2 0,-11-3 0,1-6 240,-1-1 0,-2 4 0,-5-5 0,-11 0 83,-10 0 1,0 8-1,-7-3 1,-1 6-357,1 2-2146,-14 0 615,-10 0 0,-12 0 1446,-6 0 0,-15 10 0,-13 3 0</inkml:trace>
  <inkml:trace contextRef="#ctx0" brushRef="#br0" timeOffset="549">1387 510 8091,'-23'0'99,"0"0"0,0 0 1,-1 0 1072,1 0 1,8 0-284,-1 0 1,11-3-227,-2-4 1,7 2-642,7-11 0,6 11 0,13-3 1,2 3 59,3-3 1,3 6 0,-6-6-1,3 6-158,-3 2 0,5 0 1,-2 0-1,-2 2-114,-4 6 1,-4-3 0,-3 8-1,-5 0-1,-3 0 1,-2 2-1,-8 8 1,0 0 106,0 0 0,-11 1 0,-4-1 1,-6-3-23,-2-4 0,-8 4 1,1-7-1,1 3-531,4-1 0,9-10-513,1 3 1081,10-6 0,5-2 1,12 3-1,4 2 415,-1 3 1,1 2 0,7-2 6,0 7 0,-10 6 0,-5 2 0,-6 0 288,-2 0 0,-2-7 0,-6-1 1,-8 3-166,-4 3 0,-6-8 0,-5-3 0,-5-2-739,0-1 0,-7 1 0,4-8 1,-2 0-1350,2 0 0,6-10 1612,10-6 0,-11-4 0,-2-3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0:22.3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1410 37 8090,'-8'-16'1569,"0"1"-1137,1 10 1,7 5 0,0 15 0,2 6-154,6 2 0,5 8 0,10 2 0,0 3-223,0 5 0,0-5 1,1 3-1,1-1-693,6-2 0,-5 6 0,5-12 0,-6-1 637,-1-4 0,9-1 0,3-1 0</inkml:trace>
  <inkml:trace contextRef="#ctx0" brushRef="#br0" timeOffset="200">1826 83 8090,'-23'26'0,"0"5"546,0 7 1,8 6 0,2 5 0,0 2-84,0 3 1,5 10 0,-5-2-1,3 8-103,5 7 1,2-13 0,3 5-1,0-4-243,0-6 0,0-2 0,0-11 1,0-2-143,0-6 1,3-7 0,2-13 24,3-3 0,10-9 0,-5 4 0</inkml:trace>
  <inkml:trace contextRef="#ctx0" brushRef="#br0" timeOffset="434">1942 685 9069,'-13'2'1359,"6"6"1,4-3 0,3 11-1173,0 2 1,0 2-1,3 1 1,2-3-664,2-3 1,11-10 0,-2 6-983,4-1 1,4-7 1457,-1 4 0,10-14 0,3-6 0</inkml:trace>
  <inkml:trace contextRef="#ctx0" brushRef="#br0" timeOffset="583">2104 384 8090,'-10'-16'404,"-6"1"0,-2 7 1,0-5 230,3 3-1267,10 2 0,-3 11 632,16 5 0,5 5 0,10 10 0</inkml:trace>
  <inkml:trace contextRef="#ctx0" brushRef="#br0" timeOffset="951">2336 731 8158,'0'15'870,"0"1"1,0-1-129,0 9 0,-3-12 0,-2-1 725,-3-1-1101,1-7-367,7 7 1,2-20 0,3-6-197,3-4 0,7 4 0,-4 3 0,2 0 35,5 0 0,2 8 0,3-2 66,0 4 0,1 3 0,-1 3 0,-3 4-144,-4 9 0,2 4 1,-8 4-1,0 1-1094,1 6 1,-4-3 1333,-7 11 0,11-11 0,1 6 0</inkml:trace>
  <inkml:trace contextRef="#ctx0" brushRef="#br0" timeOffset="1350">137 1287 8035,'-31'0'20,"0"0"1,0 0-1,11 2 1,4 6 150,8 7 1,19-2-1,12 3 1,18-1 251,18-2 1,18 0 0,-24-10 0,2-1 0,7 2 0,2 0-177,6-1 1,2-1 0,12-1 0,4-2 0,9-2-1,2-2 1,-30 1 0,1-2 0,1 1-303,4-2 0,-1 0 0,1 0 0,1 0 0,-1-1 0,1 0 0,0 0 1,0-1-1,0 0 0,-1 1 0,-2-1 0,1 0 264,-3 1 1,-1 1 0,0-1 0,30-2 0,-2 2 0,-17 7 0,-3 2 0,-1-1 0,-2 0-3,-5 0 0,-1 0 1,-6 0-1,-3 0 1,-8 0-1,-4 0 1,35 3-313,-16 5 0,-13 2 1,-16 8-1,-7-3-902,-5 3 1,-13-5 0,-6 3 0,-4 2 1006,-3 2 0,10 3 0,3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0:24.8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787 2222 8092,'0'-23'167,"0"0"87,0 0 1,-2 2 0,-6 6-8,-7 7 1,-14 6-1,-2 7 1,1 8-31,-4 10 0,-2 15 1,-8 1-1,3 7-130,3 8 1,9-5 0,-2 8-1,8-3-100,8 0 1,5-3 0,10-12 0,0-8 13,0-6 0,18-12 1,7-5-1,6-11 129,3-12 1,7-3 0,-5-21 0,2-2-103,1-3 0,-11-10 0,3 0 0,-8 0-88,-7-2 0,-6 7 0,-10-5 0,0 5-199,0 3 0,-13 2 1,-7 5-1,-11 11-103,-5 10 1,-13 0 0,-10 10 0,-3 3 87,0 3 0,8 4 0,-8 3 0,3 6 21,8 2 1,-1 2-1,22 8 1,1 0-230,4 0 0,4 8 482,6 0 0,4 0 0,11-8 0</inkml:trace>
  <inkml:trace contextRef="#ctx0" brushRef="#br0" timeOffset="367">1042 2037 8184,'8'23'112,"2"0"204,3 1 1,-8-1-1,5 0 1,-2 3-24,0 4 1,2 4 0,-5 7 0,3-2-117,-3 2 1,-3 3 0,1 2-1,2-2-145,3-6 0,0-4 0,-8-11-129,0 0 0,-3-3-161,-5-4 0,-2-16 1,-5-16 142,7-4 1,5-3 0,3 0-1,0-1 247,0 1 0,0 8 0,3 2 0,2 0 23,3 0 0,10 8 1,-3-3-1,6 6-89,2 2 1,-3 2 0,-2 4 0,-2 4-324,2 3 0,2 2 0,4 11 1,-4 2-465,-4 3 1,2 0 0,-8-5 720,3 4 0,2-4 0,8 8 0</inkml:trace>
  <inkml:trace contextRef="#ctx0" brushRef="#br0" timeOffset="633">1574 2454 8022,'-23'10'200,"8"-7"0,2 7 0,0 0 396,0 6 0,5-3 0,-4 2 0,1 3-305,6 3 1,3 2-1,2 0 1,2-3-36,6-4 1,-3 2-1,10-10-28,3-3 1,3-3 0,0-4-1,-3-3-84,-3-3 1,-2-10 0,2 2 0,-7-4-273,-5-3 0,4 7 1,1 1-1,-3-3-823,-2-3 1,-3 6 0,-3 2-2004,-5 3 2954,6-8 0,-19 5 0,8-10 0</inkml:trace>
  <inkml:trace contextRef="#ctx0" brushRef="#br0" timeOffset="966">1690 2477 8134,'13'0'2332,"-3"0"1,-10 3-2129,0 4 1,8-2-1,2 8-234,3-2 1,-5 4 0,7-7-9,3-3 1,3-3 0,2-2-1,0 0-206,0 0 1,-7 0-1,-1-2 1,3-3 77,3-3 1,-1-10-1,-2 5 1,-5-2 48,-3-1 0,6 1 1,-6-8 506,3 0-310,-8 10 1,5 5 615,-10 16 1,0 7-537,0 16 1,0-5 0,0 5 0,0-6-541,0-2 0,0 1 0,0-1 0,3-3-698,5-4 0,4-6 0,12-10 1078,-1 0 0,0 0 0,0 0 0</inkml:trace>
  <inkml:trace contextRef="#ctx0" brushRef="#br0" timeOffset="1167">2361 1736 8107,'3'16'586,"2"-1"-29,3 3 1,-1 5 0,-4 8 0,5 8-207,7 4 0,-2 6 1,2 5-1,1 8-304,-3 5 0,5 0 0,-11-3 0,-1-2-924,-4 2 0,-2-7 0,0-6-2060,0-10 2937,0-18 0,-10-12 0,-3-11 0</inkml:trace>
  <inkml:trace contextRef="#ctx0" brushRef="#br0" timeOffset="1333">2153 2245 8172,'15'-15'287,"1"2"0,2 3 14,2 5 1,11 2 0,3 1 0,2-4-456,5-1 0,3-1 1,2 5-1,3-2 154,5-2 0,-5-1 0,7 8 0</inkml:trace>
  <inkml:trace contextRef="#ctx0" brushRef="#br0" timeOffset="1867">3681 1343 8795,'-13'-13'855,"5"3"1,16 10-1,10 0-1193,10 0 0,0 0 0,8 0 0,0 0-1461,0 0 1799,3-11 0,7-2 0,1-10 0</inkml:trace>
  <inkml:trace contextRef="#ctx0" brushRef="#br0" timeOffset="1999">3958 1088 7996,'-38'-13'92,"-1"6"1,1-4-1,-9 4 1,1 1-88,0 4 1,-1 2 0,4 0 0,2 0-965,2 0 959,11 10 0,-16 3 0,8 10 0</inkml:trace>
  <inkml:trace contextRef="#ctx0" brushRef="#br0" timeOffset="2581">5926 347 8206,'0'-23'0,"-3"0"-37,-4 0 1,4 8 0,-7 2 418,-1 2 0,-1-4 0,-12 7 0,-1 3-36,-6 3 1,5 12-1,-7 8 1,-1 8-278,-4 4 0,4 12 1,3-6-1,6 2-116,2 1 0,2-1 0,3 9 0,5-1-75,3 0 1,2-10-1,11-5 1,7-5 131,13-3 0,3-10 0,12-6 1,4-7 178,1-7 1,4-9-1,-1-12 1,0-5 107,0-3 1,-10 0 0,-5-6-1,-5 4-11,-3-3 1,-2-3 0,-6-2 0,-7-1-187,-6 1 0,-14 0 0,-12 2 0,-12 3-278,-7 2 1,-4 11-1,-1-3 1,-6 5-191,-8 3 0,3 10 1,-3 6-1,-2 4-281,-3 3 0,8 10 0,5 8 0,2 8 649,-2 5 0,5 21 0,-7-4 0</inkml:trace>
  <inkml:trace contextRef="#ctx0" brushRef="#br0" timeOffset="2850">4607 1065 8415,'23'8'859,"2"-1"0,9-1-646,12-4 0,24-2 1,25 0-1,-40 0 1,3 0-77,5 0 1,2 0-1,11 0 1,3 0-1,3-1 1,0 0 0,4-2-1,1 0-162,3 0 0,0-1 0,-4-5 1,0 0-1,-2 2 0,-1 1 1,-5-1-1,-1 1 165,-7 2 1,-2 0 0,-2 3 0,-3 0 0,-7 1 0,-1 0 0,42 0-797,-19 0 1,-19 0 0,-23 2-220,-13 6 0,-13 5 1,-20 10-840,-13 0 1714,-11 0 0,-12 11 0,0 2 0</inkml:trace>
  <inkml:trace contextRef="#ctx0" brushRef="#br0" timeOffset="3283">5463 2060 8677,'-23'-13'645,"0"3"0,2 13 1,3 2-406,3 3 1,7 12-1,-7 1 1,-1 10-18,3 5 1,0-6-1,8 6 1,-3 0-149,3 0 0,3-7 1,4 2-49,6-6 0,5-4 0,10-6 0,0-9 112,0-12 1,1-6 0,-1-14 0,-3-3-98,-4-1 1,-6-12 0,-7 4 0,2-6-200,2-2 0,-1 0 1,-12-1-1,-4 1-103,-3 0 0,-5-3 0,-13-3 0,-7 1-151,-6 7 1,-10 1 0,-3 12 0,-2 2 103,-5 4 0,0 12 0,2 5 1,8 6 295,5 2 1,5 12-1,6 9 1,10 10-374,10 5 1,0-5-1,10 5 1,3 0 383,2 0 0,13-8 0,3 5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0:36.1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93 8066,'0'-23'1216,"0"0"-899,0 0 1,0 12-1,3 14 1,2 15 55,3 10 1,2 13 0,-5 1-1,6 6-103,1 6 0,-4 8 1,5-5-1,0 2-215,0 5 1,-8-5 0,3 0 0,-3-2-131,2-6 0,-4-12 1,5-8-1,-6-5-454,-2-3 405,0-10 0,0-6 0,0-17 0,0-10-33,0-9 0,0-9 0,0 4 1,3-2-34,5-5 0,-3 5 0,8 0 0,-1 3 63,1 4 1,-5 4 0,7 1 83,3 1 1,3 10 0,2 6 0,0 7 126,0 7 0,-7 14 0,-1 12 1,1 1-90,-3-1 1,5 8 0,-8-5 0,0 0-433,1-5 1,4 3 0,-7-3 0,-1-3 436,4-2 0,-9-3 0,9 0 0</inkml:trace>
  <inkml:trace contextRef="#ctx0" brushRef="#br0" timeOffset="283">625 649 8066,'-23'0'78,"8"7"0,-1 4 306,-2 1 0,6 4 0,-1 7 0,2 0 56,6 0 0,3 1 0,2-1-200,0 0 0,2-3 1,6-4-1,7-6 13,6 0 0,2-7 0,0 2 0,0-10-103,1-10 0,-9-6 0,0-5 0,1-2-243,-3-3 0,-3 0 0,-10 8 0,0 0-111,0 0 0,0 0 0,0-1 0,-3 4-131,-4 4 0,2-2 0,-11 8-713,-2-3 0,5 8 1048,-2-3 0,-1 6 0,-7 2 0</inkml:trace>
  <inkml:trace contextRef="#ctx0" brushRef="#br0" timeOffset="650">787 695 10474,'0'15'1922,"0"1"-1360,0 2 1,11 2-500,4 4 0,6-4 1,2-4-147,0-9 1,0-4-1,0-3 1,0-3-186,1-4 1,-4 1 0,-2-9 0,-5-3-54,-3-3 1,6-2 0,-6 0 14,3 0 1,-8 0-1,3 0 299,-6-1 713,-2 1-143,0 10 0,0 6 0,0 14 0,0 9-231,0 4 0,0 4 1,0-1-1,0 0-445,0 0 0,0-8 0,0 1-1156,0 2 1,3 0-2288,5-3 3556,4-4 0,12-11 0,-1 0 0</inkml:trace>
  <inkml:trace contextRef="#ctx0" brushRef="#br0" timeOffset="834">1366 1 8066,'0'30'-103,"0"4"0,0-1 155,0 1 1,0 7 0,0-3-1,3 6 421,4 2 1,-4 1 0,7-1 0,-2 0-492,0 1 1,2 1 0,-5 4-1,3 2-1618,-3-3 1636,-2-2 0,7-2 0,3-1 0</inkml:trace>
  <inkml:trace contextRef="#ctx0" brushRef="#br0" timeOffset="1017">1135 487 8066,'15'-8'637,"1"0"0,2 3-224,2 2 1,3-4 0,3-1-1,5 3-179,7 2 0,4 3 0,-1 0 0,-3 0-329,3 0 0,1 0 0,-1 0 95,-3 0 0,-9 0 0,4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2:24.6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371 545 8217,'-22'-12'-364,"0"-7"0,0 16 564,1-4 1,-1 4 0,0 6 0,0 7 119,0 11 1,8 3-1,-1 13 1,-2 1 26,-2 4 0,-8 13 1,3 8-1,5 10-66,0 4 1,2 5 0,2 13-1,8 4 6,4 0 0,3-2 0,3-10 0,4-2-62,8-5 1,4 0-1,5-13 1,3-6-202,2-6 1,7-11 0,-4-10 0,1-3-585,6-4 0,-7-10 0,-1-5 0,-2-2-111,0-6 1,0-1 0,-7-6 0,0-4 670,0-7 0,-1-6 0,1-1 0</inkml:trace>
  <inkml:trace contextRef="#ctx0" brushRef="#br0" timeOffset="500">545 1024 8217,'0'-12'541,"0"5"1,2 14 0,3 7-101,2 6 1,1 11 0,-6 8 0,3 9-224,2 10 0,3-2 1,-5 2-1,4 0-195,3-2 1,-4-3 0,4-9-1,0-3-467,0-5 0,-5-7 313,8-14 0,-3-8 1,5-14-1,-5-10 30,-2-10 0,-3 0 0,-5-9 1,3-5 67,2-7 1,1 2 0,-6-5 0,3 5-98,2 2 1,0 1 0,-7 2-1,0 4-204,0 8 1,3 8 295,4 6 1,-5 8 0,6 16 0,-6 11 207,-2 6 1,3 13 0,1-3 0,4 6-10,-3 1 0,7-2 1,0-4-1,2-8 70,1-5 1,-3-10-1,5-2 1,-3-2 215,3-5 1,0-12 0,0-10 0,-2-10-240,2-9 0,-5-5 0,2-5 0,1-3-259,-3-1 1,0-9 0,-7 9 0,2 1-258,-2 3 1,-3 3-1,-2 2 1,0 4-1180,0 8 0,0 5 1487,0 2 0,-9 0 0,-4 1 0</inkml:trace>
  <inkml:trace contextRef="#ctx0" brushRef="#br0" timeOffset="1132">1155 1438 9151,'2'-20'343,"5"3"-179,8 3 1,-3 9 0,2-2-92,3 4 0,-5 3 1,1 3-65,-4 4 1,1 5 0,-5 10-1,2 0-33,-2 0 0,-5 2 0,-5 2 0,-5 6-130,-2 2 0,5-8 1,-5 3-1,0-4-136,0-4 1,7-6-1,-5-3 1,3 0 55,0 0 0,2-7 221,12 2 0,-2-4 1,9-3 464,3 0 1,3 0-199,1 0 0,-1 2 1,-6 5 118,-6 8 1,-6 4 0,-4 3 0,-3 0-219,-3 0 0,-8-8 0,1 1 0,-4-1-469,-3-2 1,0 0-1,0-7 1,1 2-507,-1-2 0,0-2 0,0-3 820,0 0 0,1 0 0,-1 0 0</inkml:trace>
  <inkml:trace contextRef="#ctx0" brushRef="#br0" timeOffset="1367">1764 1372 8091,'-21'0'1034,"-1"0"1,0 0-860,0 0-175,10 0 0,-7 0 0,7 0 0</inkml:trace>
  <inkml:trace contextRef="#ctx0" brushRef="#br0" timeOffset="2066">2026 371 8885,'0'31'248,"0"5"0,7 6 1,3 4-1,2 4-113,5 8 0,-5 15 0,0 4 1,0 1-247,0-5 0,-7-8 0,5-7 0,-3-10-681,0-9 829,0-8 0,-7-21 0,0-10 0,0-12 1,0-7 0,0-3 1,0 0-1,0-2 28,0-5 1,0 5 0,0-5 34,0 4 0,0 11 0,3 2 1,4 2-18,7 5 1,-1 3 0,1 2 0,3 2 9,2 6 1,3 6 0,-2 13-1,-4 4-109,-1 3 0,-1 2 1,8 8-1,-2-1-250,-6 1 0,3 0 1,-7-3-1,-1-3-1154,1-1 1419,-3-11 0,-7 6 0,0-10 0</inkml:trace>
  <inkml:trace contextRef="#ctx0" brushRef="#br0" timeOffset="2616">1721 1351 6582,'-15'0'774,"1"0"1,9 2 0,-5 3-552,1 2 1,6 3-60,-4-3 1,4-2 259,3 9-237,0-9 1,3 5-88,4-10 0,-4-2 89,4-6 0,-2 6 1,-1-8 564,4 1-552,-1 6-769,-7-7 567,0 10 0,-10-9 0,-2-3 0</inkml:trace>
  <inkml:trace contextRef="#ctx0" brushRef="#br0" timeOffset="3134">2614 1198 7828,'0'-22'-56,"0"8"823,0-1 0,-3 11-316,-4-4 1,2 6 0,-7 4 0,0 6-281,0 6 1,5 13 0,-6 4 0,4 1-194,4-1 1,2 5 0,3-7 0,0 0 51,0 3 0,0-15 0,0 5 226,0-3 0,3-9 0,4-5 87,8-10 1,-3-10-1,2-14 1,3-7-149,3-5 0,-6 4 0,-2 1 1,-2-3-223,-5-2 0,-3 5 0,-2 2 0,0 0-292,0 0 0,0 8 1,-2-3-1,-3 4-1284,-2 4 1,-3 6-465,3 1 2067,-5 9 0,-1 5 0,4 12 0</inkml:trace>
  <inkml:trace contextRef="#ctx0" brushRef="#br0" timeOffset="3516">2810 1198 8201,'-15'0'1037,"1"0"0,9 10 1,-3 4-813,6 6 1,2 2 0,0-1 0,0 1-239,0 0 0,7 0 1,3-3-1,0-2-162,-1-3 1,8-9-1,-2 3-2,4-6 0,3-2 1,0-2-1,-1-6-95,1-6 1,-7-8-1,-1-5 1,1-2 50,-3 3 1,7-6 0,-7 1 0,3-1 139,-1 1 0,-9 2 0,2 7 0,-2 0 846,3 1-327,-6-1 1,5 12-189,-14 10 0,5 10 0,-8 12 0,3 2-144,-1 5 0,1-5 1,7 7-1,0-1-334,0-1 1,0 0 0,0-8 0,0 1-954,0 0 0,10-8-105,4 1 1286,6-10 0,1-5 0,1-12 0</inkml:trace>
  <inkml:trace contextRef="#ctx0" brushRef="#br0" timeOffset="3733">3332 240 7912,'10'12'-198,"-8"0"1,6-4 0,-6 6 596,-2 5 0,0 13 1,0 7-1,2 9-92,6 10 0,-6 15 0,5 9 0,-4 7-273,-3 6 0,0-1 0,0-9 0,0-5-592,0-8 1,0-14-1,0-9-164,0-11 722,0-6 0,0-20 0,0-2 0</inkml:trace>
  <inkml:trace contextRef="#ctx0" brushRef="#br0" timeOffset="3916">3114 872 8076,'22'0'326,"0"-3"1,0-2-1,2-4 39,5-3 1,12 4 0,12-6 0,1-1-373,-1 3 0,7-7 0,-4 7 0,2-3-284,0 1 1,-12 9 0,-2-2 290,-13 4 0,-7 3 0,-2 0 0</inkml:trace>
  <inkml:trace contextRef="#ctx0" brushRef="#br0" timeOffset="4416">2069 523 8747,'0'22'702,"0"2"0,0 5-308,0 7 0,0 15 1,3 7-1,1 8-209,4 6 1,-1 15 0,-7 13 0,1-50 0,0 1-385,3 0 0,0 0 0,0 38 1,9-2-1,-4-14-650,-4-12 1,5-11 0,-3-13 848,-2-8 0,7-15 0,0-4 0</inkml:trace>
  <inkml:trace contextRef="#ctx0" brushRef="#br0" timeOffset="5166">3986 1 8545,'19'9'564,"-5"6"1,6 16-1,-6 13 1,6 14-351,1 12 1,1 17-1,-12-36 1,0 2-1,-2 4 1,0 2-135,1 6 0,-3 1 0,-3 3 0,-1 2 1,2 5-1,-1 1 0,-2-2 0,-2 0-274,-2-2 0,-1-1 1,-1-2-1,-2-2 0,-3-7 1,-2-1-1,1-6 1,0-2-112,-11 38 1,-7-15 0,0-20 0,3-9 45,2-7 0,2-12 1,0 2-1,3-5-1136,4-2 708,5-10 1,10-5 686,0-14 0,0-5 0,0-10 0</inkml:trace>
  <inkml:trace contextRef="#ctx0" brushRef="#br0" timeOffset="5516">4465 1351 8102,'2'-15'791,"5"3"-207,8 2 0,4 1 0,3 4 0,0-2-325,-1 2 1,11 2-1,4 3 1,5-2-273,3-5 0,-1 4 0,1-4 0,0 5-972,-1 2 1,-2-8 0,-2 1 984,-3 2 0,1-7 0,6 0 0</inkml:trace>
  <inkml:trace contextRef="#ctx0" brushRef="#br0" timeOffset="5665">5140 1024 8102,'-22'0'75,"0"0"0,0 0 0,-2 0 447,-5 0 0,2 0 0,-9 0 0,-3 0-63,-2 0 0,-2 0 1,-3 0-1,-3 0-376,-1 0 1,-1 2-1,10 3 1,2 3-568,3-4 1,2-1 483,-3-3 0,6-10 0,9-2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2:31.4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0 458 8135,'0'-22'-296,"0"0"313,0 1 0,0-1 1,0 0 587,0 0 0,2 10-151,6 5 1,1 17 0,8 11 0,-5 13-129,-2 7 0,7 13 0,-5 4 0,3 7-223,-1 8 0,-7-6 1,8 6-1,-1-5-151,-1-3 0,4-9 0,-8-8 30,3-9 0,3-18 1,7-16 189,-1-10 1,-6-19 0,-1-19 0,3-13-35,3-7 1,1-2 0,1-1 0,-2 1 39,-6 0 1,5 0 0,-6-1 0,-1 1-530,-5 0 1,3 2-1,-3 5 1,0 4-679,3 1 1,-5 10-1,7-1-424,-3 13 0,-1 14 1453,-8 2 0,9 10 0,3-4 0</inkml:trace>
  <inkml:trace contextRef="#ctx0" brushRef="#br0" timeOffset="298">414 480 8135,'0'21'-411,"0"1"1,0 0 733,0 0 0,0 7 1,0 0-1,0 0 95,0 2 1,2-4 0,3 9 0,5 3-180,2 2 1,-5 0-1,8-2 1,-1-3-9,-2 3 1,5-8 0,-7-2 62,2-4 1,-5-13-59,8-5 1,-8-24 0,5-12 0,0-10-147,0-4 1,-4-8 0,4-2-1,0-3-43,0-4 0,-7-11 0,4-1 1,-1 2-143,-1 2 1,0-5 0,-4 1 0,1 1-474,4 4 1,6 14 0,-4 9-1,0 13-857,-1 6 1,1 13 1424,-3 5 0,5 14 0,10 5 0</inkml:trace>
  <inkml:trace contextRef="#ctx0" brushRef="#br0" timeOffset="800">893 893 8352,'0'10'450,"0"-10"1,2-10 0,6-11-347,6-1 1,-2 0 0,3 3-1,2 2-1,2 2 1,3 3 0,0-5-102,-1 3 1,1 9 0,0-2-83,0 4 1,-10 13 0,-3 4 0,-1 6 9,-1 1 0,0 4 1,-9 1-1,-3 3-129,-2-2 1,-8-3 0,8-2-1,0 0-328,-3-1 0,8 1 327,-6 0 1,16-10 211,6-5 0,5-4 1,3-3-1,0 0 86,0 0 0,-8 2 0,-2 5 0,-2 8 389,-5 4 0,-3-2 0,-2 3 0,-2 4-56,-5 0 1,-8 3 0,-12-1 0,-4 3-50,-3-2 1,-2-3 0,-8-2-1,-2 0-353,-4-1 0,4-6 0,-3-3 0,8-2-596,5-5 0,9-13 1,1-6 566,9-6 0,7-11 0,10-3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2:34.9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0 240 8176,'0'-12'450,"7"-8"-310,1 6 1,6-6 0,-4-1 0,2-1 61,5 0 1,2 0 0,3 0 0,0 3 21,0 5 0,7-3 0,0 9 0,-3 4-83,-2 1 0,6 6 0,-1 4-249,-3 7 0,-9 15 1,-5 8-1,-2 4-97,-5 2 0,-3 3 0,-4 5 0,-6 7-18,-6 5 0,-8 2 0,-4 1 1,-6-1-17,-2 0 0,5-9 0,-5-8 0,3-9 558,4-10 0,3-14 0,5-10 293,4-10 0,5-10 0,10-11 1,0-6-211,0-2 0,10 5 1,5-5-1,4 3 75,3 4 1,0 13 0,-1 4 0,1 3-209,0 0 0,7-1 0,0 11 0,0 2-607,2 2 1,-6 10 0,4-3-1,-5 6-596,-2 1 1,-1 1-1,1 0 1,-2 0 933,-6-1 0,15 1 0,-5 0 0</inkml:trace>
  <inkml:trace contextRef="#ctx0" brushRef="#br0" timeOffset="216">915 740 8118,'14'0'870,"1"0"1,-1-7 0,8 0 0,0 2-1177,0 3 1,9 2-1,3-3 306,0-4 0,7-5 0,-7-10 0</inkml:trace>
  <inkml:trace contextRef="#ctx0" brushRef="#br0" timeOffset="365">1307 436 8091,'-44'0'367,"1"0"0,-1 0 0,1 0 417,-1 0 1,-7 2 0,0 3 0,3 2-978,2-2 1,2 0 0,1 0 192,-1 2 0,10-9 0,3-11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2:33.5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9288,'0'22'483,"0"0"1,0 2-1,0 5 1,0 10-269,0 9 0,0 0 0,0 10 0,0 0-233,0-2 0,0 12 1,0-10-1,3-2-361,4-1 0,-4-16 0,4 4-410,-5-1 0,6-11 0,1-4 789,3-10 0,3-8 0,7-9 0</inkml:trace>
  <inkml:trace contextRef="#ctx0" brushRef="#br0" timeOffset="350">523 784 8110,'-10'12'2407,"10"-2"-1753,0-10 1,10 7 0,14 0 0,5-2-424,8-2 1,1-3 0,1 0 0,-3 0-444,3 0 1,0 0-1,0 0 1,-6 0 211,-1 0 0,7 0 0,-6 0 0</inkml:trace>
  <inkml:trace contextRef="#ctx0" brushRef="#br0" timeOffset="567">1002 436 8083,'-22'-8'178,"1"1"0,-1 0 0,0 7 1,0 0 362,1 0 1,-11 0-1,-4 0 1,-5 0-433,-3 0 0,1 2 0,-1 3 0,0 5-956,1 2 0,2-7 847,4 2 0,-13 5 0,4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2:36.9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850 741 8172,'-15'-24'365,"0"-5"0,1 5 0,-8-3 375,0 10 0,-2 8 0,-2 9 0,-6 2-496,-2 5 0,-2 8 0,-8 14 0,1 7-278,-1 5 0,1 5 0,2 3 1,4 4-103,8 3 0,8-8 0,6 3 1,8-8-222,4-6 0,6-8 0,6-15 304,13-7 1,10-21 0,11-10-1,-2-10 108,-4-12 1,1-5-1,-6-9 1,-1 2-3,1-3 0,-6 1 0,-11-1 0,-8 5 20,-4 3 0,-3-5 0,-5 7 1,-7 3-72,-10 2 1,-17 5-1,-2 4 1,-10 8-143,-5 5 1,-2 10-1,-4 2 1,1 2 11,3 5 0,10 5 1,-1 7-1,10 8-425,10 4 1,15 13 0,7 2-1,4 2 553,3 0 0,0 0 0,0 8 0</inkml:trace>
  <inkml:trace contextRef="#ctx0" brushRef="#br0" timeOffset="383">741 349 8354,'0'15'190,"0"-1"284,0 3 0,0 3 0,2 4 1,3 5-63,2 7 0,8 1 1,-6 4-1,3 7-171,5 5 1,-7 15-1,-3 9 1,-4 3-507,-3 0 0,0-2 1,0-1-1,0-12-574,0-11 0,-3-28 789,-4-11 1,-3-20 0,-4-10 0,7-6 123,4-8 0,3-5 0,0-10 1,0 1 123,0-1 0,7 10 0,3 5 0,0 5 242,-1 2 0,8 8 0,-2 1 0,4 4-24,3 4 0,0 5 0,0 7-466,-1 8 1,1 7 0,-2 7 0,-4 7-609,-1 5 0,-3-2 0,5-1 0,-5 4 658,-2-4 0,7 1 0,-5 5 0</inkml:trace>
  <inkml:trace contextRef="#ctx0" brushRef="#br0" timeOffset="1050">1416 959 8171,'-22'-22'279,"0"10"0,0 5 316,1 5 1,-1 4 0,2 5 0,4 8 93,1 4 1,10 10 0,-2 0 0,4 0-546,3 3 0,0-8 0,3 5-317,4-5 0,5-9 0,10-3 1,0-3 131,0-4 0,-1-5 0,1-7 0,0-8-116,0-4 1,-1-3 0,1 1 0,-2-1 19,-6 0 1,-2 0 0,-7 0 553,2 1 0,1-1 634,-8 0-938,0 0 0,-8 13 0,1 9 0,0 12-257,-3 7 1,8 3 0,-6 0-1,6-1-869,2 1 0,0 7 0,2 0 80,6-2 1,4-13 0,10-4 664,-1 0 1,1-10 0,0 2 0,0-9 159,-1-5 1,1-3 0,0-6 0,-3-1 285,-4 0 0,2-7 1,-7 0-1,-1 2 900,1 3 0,-3 10 0,-7-1 2492,0-2-2954,0 7 1,-7 3 0,0 14 0,-1 8-183,-1 4 1,6 6 0,-4 1 0,5 3-310,2-2 1,0 4 0,2-2-399,5-2 1,5-5 0,10-5-1,0-5-215,0-3 0,2-4 0,2-10 0,4-4-185,-4-3 0,-2-5 0,-2-10 0,-3-2 212,-4 2 0,4 1 1,-7-1-1,1-2 227,-6 3 0,-2 1 0,-1 4 0,4-1 417,-3 0 1,-3 7 728,-2 1 1,0 12-352,0 2 1,0 9 0,0 13 0,0 0-226,0 0 1,0 2 0,0 2 0,2 3-950,6-2 1,-6-3-1,8-2 1,-3 0-939,0 0 0,10-10 0,-2-5 1551,4-5 0,3-2 0,0 0 0</inkml:trace>
  <inkml:trace contextRef="#ctx0" brushRef="#br0" timeOffset="1216">2265 1 9262,'0'24'585,"0"5"0,7 7 1,0 15-1,-2 12-194,-2 15 0,4 4 1,-3-31-1,-1 2 0,1 2 1,0 1-608,1 4 0,-1 1 1,-2 1-1,-1 0 1,2-3-1,1-2 1,-2 40-1054,-2-20 1,8-24-1,1-26 1269,3-10 0,-7-17 0,5-12 0</inkml:trace>
  <inkml:trace contextRef="#ctx0" brushRef="#br0" timeOffset="1433">1895 676 9483,'24'0'379,"5"0"1,12-2 0,15-3-1,4-5-62,8-2 0,12 7 0,0-5 0,4 3-219,4 0 1,-4 0 0,-6 7 0,-13 0-623,-12 0 1,-17 0-1,-9 2 524,-10 5 0,-27 5 0,-14 10 0</inkml:trace>
  <inkml:trace contextRef="#ctx0" brushRef="#br0" timeOffset="1717">0 1482 10177,'68'-3'325,"5"-4"0,-22 6 0,4 0 1,11-4-1,4 0 0,10 0 0,4 0-153,12-1 0,4-2 1,-28 2-1,2-1 1,0 0-1,6 0 0,1 0 1,0 0-1,-2-1 1,-1 1-1,0 0-136,-1-1 0,0 1 1,-1 0-1,-4 2 1,0 1-1,-1 1 1,-3 1-1,-1 0 0,-1 1 1,27 2-1,-2 1 64,-10 0 1,-2 3 0,-8 2 0,-5 0 0,34 3 0,-16 0-440,-16-1 1,-15 6-1,-16-5-563,-8 2 902,-5 2 0,-22-2 0,-4-2 0</inkml:trace>
  <inkml:trace contextRef="#ctx0" brushRef="#br0" timeOffset="2350">1241 2462 8100,'-12'-10'166,"-5"5"1,8-7-1,-3 2 275,-5 6 1,-3 1 0,-1 6-1,-1 1-178,0 4 0,0 16 0,0-2 0,1 4-92,-1 6 0,0-6 1,3 11-1,4-1-157,8-2 0,5-3 0,2-9 104,0 0 0,9-10 0,8-5 0,7-7 94,5-7 1,8-15 0,-6-17 0,1-7-111,-1-4 1,5-8-1,-9 4 1,-5 1-203,-5 0 1,-12-5 0,2 7 0,-7 3-129,-7 2 1,-8 12 0,-14 5-1,-10 4-38,-9 4 0,-8 9 0,-9 4 0,2 6-55,5 2 0,-3 10 0,8 4 0,2 5-82,5 3 0,3 0 0,19 2 1,7 3-356,5 2 1,-3 0 757,8-7 0,0 9 0,7 3 0</inkml:trace>
  <inkml:trace contextRef="#ctx0" brushRef="#br0" timeOffset="2883">1503 1895 8475,'-12'3'537,"4"4"0,6 10 18,2 10 0,2-1 0,6 11 0,4 4-146,0 7 1,7 1 0,-4 9 0,4 2-430,3 3 1,-10 2 0,-2 1 0,-3-3-487,0-5 1,0-8-1,-7-13 192,0-8 1,0-20 183,0-16 0,0-5 0,0-19 0,0-1-45,0-4 0,0 2 1,3 0-1,2 0 216,2 0 1,10 8 0,-3-3 308,6 5 0,2 4 1,-1 6-1,1 6 201,0 6 1,0 4 0,-1 6 0,1 9-353,0 9 1,0 1 0,0 7-1,-3 0-436,-5-1 1,3 1 0,-9 5 0,-1-5-1353,3-3 0,-8 6 1589,5-8 0,-4 0 0,-3-7 0</inkml:trace>
  <inkml:trace contextRef="#ctx0" brushRef="#br0" timeOffset="3118">2178 2353 9142,'-12'-10'1854,"2"8"0,10 2 0,0 14-1501,0 6 0,3 1 0,4 4 0,5 1-441,0 3 1,7 0-1,-7-7 1,3 0-395,-1 0 0,-1-1 0,3 1 0,-1-3-3337,2-4 3819,-7 4 0,9-16 0,-7 6 0</inkml:trace>
  <inkml:trace contextRef="#ctx0" brushRef="#br0" timeOffset="3248">2330 2200 8086,'-19'-34'-3,"2"5"1,2 8 387,-1 6 0,6-4 825,3 4-2197,4 6 0,6-1 987,4 10 0,-5 0 0,8 0 0</inkml:trace>
  <inkml:trace contextRef="#ctx0" brushRef="#br0" timeOffset="3516">2461 2244 8079,'10'17'137,"4"5"1,6-5 0,-1 12 0,-2-5 288,-3-2 0,-2 7 0,3 0 0,-8-3-107,-4-2 0,4 1 0,0 1 0,-2 3-69,-3-2 0,-4 0 1,-5-1-416,-8 3 0,-4-2-138,-3-13 0,8-6 0,1-16 0,4-6 112,4-6 0,3-4 1,2-2-1,0-6 124,0-2 0,2 8 0,3-3 1,4 4 325,4 4 1,1 1 0,8 3 0,0 5 225,-1 3 0,8 1 0,0 8 0,1 0-327,1 0 1,-7 10 0,5 5 0,-5 6-694,-2 8 1,-7-2 534,-1 9 0,1 1 0,6 6 0</inkml:trace>
  <inkml:trace contextRef="#ctx0" brushRef="#br0" timeOffset="3983">3746 1591 9885,'2'12'1084,"5"-5"0,6-5 0,11-2 0,2 0-924,3 0 0,13-7 0,-1 0 0,7 0-659,0-3 1,-2 8-1,-2-8 1,0 3-2203,-1-1 2701,-9-9 0,7 5 0,-7-9 0</inkml:trace>
  <inkml:trace contextRef="#ctx0" brushRef="#br0" timeOffset="4115">4290 1308 8097,'-36'0'0,"0"0"393,-3 0 1,0 0 0,-2 0 0,0 2 33,-5 5 1,-5-4 0,3 4 0,-3-2-329,3 2 0,-1-5 0,3 6 1,3-6-100,9-2 0,-3 0 0,4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2:42.8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850 501 8033,'-43'0'511,"-1"0"0,3 0 85,5 0 1,4 2 0,8 3 0,-3 5-361,-2 2 1,0 3 0,7 9-1,1 2 157,-1 3 1,10 3 0,5-6 0,4 4-141,3-4 0,3-2 0,4-2 1,7-3-67,6-4 0,4-5 1,2-13-1,6-4 72,2-8 1,-5-6 0,5-8 0,-3-8-378,-4-4 0,-3-2 1,-5-3-1,-2-3-228,-2-1 0,-10-1 0,2 7 0,-7 1-236,-7-1 1,-8-2 0,-14 0 0,-7 0-86,-5 5 0,-13 10 1,-4-1-1,-7 5 263,-8 8 0,6 12 0,-3 0 0,7 4 272,5 3 0,16 12 1,1 10-1,7 12-65,8 7 0,4 3 0,7-1 0,8 1-660,5-1 857,2 1 0,0-1 0,0 1 0</inkml:trace>
  <inkml:trace contextRef="#ctx0" brushRef="#br0" timeOffset="349">850 153 8773,'0'21'506,"7"1"1,1 0 0,-1 0 102,3-1 0,-6 4 0,11 4 1,-1 7-390,-1 5 0,3 5 0,-6 3 0,0 1-313,-1-1 1,1 4 0,-5-5 0,2-7-166,-2-9 1,-2-8-116,-3-2 1,0-12-1,0-10 164,0-13 1,0-13 0,0-3 0,0 2 127,0 3 1,9 0-1,6-3 469,4-2 0,3 7 1,0 10-56,-1 3 0,1 1 0,0 8 0,0 0-117,0 0 0,-3 10 0,-2 5 0,-3 4-837,3 3 0,-7 7 0,0 0 1,-3-3 620,0-1 0,10 6 0,-5 3 0</inkml:trace>
  <inkml:trace contextRef="#ctx0" brushRef="#br0" timeOffset="550">1482 566 8033,'-22'0'1086,"7"0"1,3 3-495,3 4 0,1 5 1,8 10-360,0 0 0,3-1 0,4 1 0,7 0-433,6 0 0,2 0 1,-1-1 21,1 1 1,0-10 177,0-5 0,-1 6 0,1-1 0</inkml:trace>
  <inkml:trace contextRef="#ctx0" brushRef="#br0" timeOffset="699">1460 218 8033,'-12'-22'-2028,"2"10"2028,10 2 0,10 20 0,2 2 0</inkml:trace>
  <inkml:trace contextRef="#ctx0" brushRef="#br0" timeOffset="949">1612 414 8033,'3'22'0,"2"2"76,2 5 1,7-5-1,-6 5 1,-1-2 232,2 2 0,-4-5 0,7 5 0,1-5 24,-1-2 0,-8-7 1,4-1-14,-6 3 0,-2-5-151,0 3 0,0-13 0,-2 0-92,-6-6 0,6-13 1,-5 2-1,4-7-79,3-7 1,0 5 0,0-5 0,0 5 97,0 2 1,3 0 0,4 3-1,5 2 282,0 3 1,8 6 0,-6-4 0,5 3 42,3 4 1,7 2-1,0 6 1,-2 4-271,-3 7 1,-2 6 0,-3 4-1,-2 3-658,-2 2 0,-10 7 0,4-5 0,-2 1 507,1-1 0,-1 8 0,-7-5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2:42.1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1111 457 8050,'0'-21'0,"0"-1"569,0 0 0,0 8 83,0-1 0,-3 3 1,-4-3-357,-8 8 1,-4 14-1,-3 8 1,1 7-229,-1 7 1,-7 5 0,0 12 0,2 2-9,3 3 1,2 0 0,3-10 0,4-5-198,8-7 1,5-5-1,4-4 2,5-6 1,5-7 0,13-14-1,1-10 40,3-9 0,7-16 0,-7-11 0,-2 0 91,-3 0 0,-2-5 0,0 4 1,-3-1-32,-4-6 0,-6 8 0,-11 5 0,-5 7-49,-8 4 1,-7 8 0,-7-5 0,-9 5-102,-11 10 0,1 0 0,-10 11 0,-3 3-168,-2 3 0,-2 4 1,2 6-1,5 9-143,7 9 0,3 6 0,2 6 496,2-1 0,6-1 0,16 8 0</inkml:trace>
  <inkml:trace contextRef="#ctx0" brushRef="#br0" timeOffset="247">0 1067 7952,'22'0'42,"0"3"1,2 1 0,7 4 217,13-4 0,21-1 0,25-3 1,-37-1-1,3-1-16,7-1 1,2-1 0,1-1-1,1-2 1,5-3 0,1-2-1,0 1 1,-1 1-49,0-1 0,-1 0 0,0 0 0,-2 0 0,-4 0 1,-1 0-1,-3 0 0,-1 0 0,-5 0 0,-2 1 1,37-2-1,-20 4 0,-9 6-629,-11 2 0,-13 0 0,-11 2-188,-9 6 0,-7 4 0,-13 9 652,-4 1 0,-15 10 0,-11 2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2:58.7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349 480 8024,'-31'0'125,"7"0"1,-5 0 0,4 2 202,4 6 0,-1 6 1,0 17-1,0 13-91,1 12 0,-8 26 0,14-35 0,0 3 0,2 4 0,0 3-68,0 4 1,2 1 0,3 7-1,4 0 1,-1 4 0,2 0-1,2 0 1,0 1 103,0 0 0,2-3 0,3-10 0,2-3 1,11 36-1,9-19 45,10-14 0,6-6 0,1-9 0,-2-2-295,-4-10 0,4-15 0,-5-7 0,3-2-660,-3-5 1,-5-3 0,-9-2-1,0 0 637,0 0 0,9-10 0,3-2 0</inkml:trace>
  <inkml:trace contextRef="#ctx0" brushRef="#br0" timeOffset="615">850 915 10085,'20'10'334,"-6"5"0,3 6 0,-7 6 0,-1 4-126,1 3 0,5 3 0,-8 6 0,-2 1-212,-3-1 0,-2 8 0,-2-3 0,-6-4-147,-6-5 1,-5-15 0,-3 0 0,0-9 51,0-6 1,0-4 0,1-15 0,-1-9 121,0-8 0,0-14 1,3 0-1,4-10 51,8-4 1,-3-3-1,3-8 1,5 3-94,7 5 0,2-5 0,12 5 0,8-2-77,4 2 1,6 5 0,6 11-1,1 4-19,-1 1 0,3 13 0,3 2 0,-1 13-279,-7 6 1,0 6-1,-9 4 1,-1 8 393,1 4 0,-3 12 0,-8 3 0</inkml:trace>
  <inkml:trace contextRef="#ctx0" brushRef="#br0" timeOffset="1050">1547 415 7846,'-22'0'-17,"0"0"0,3 2 1,2 5 402,3 8 0,6 14 0,-6 7 0,-1 8 136,3 6 1,-5 8 0,10 15 0,2 7-252,3 5 0,2 11 0,0-45 0,0 0 1,0 2-1,0 0-284,0 2 1,0-1 0,2 43 0,5-10 0,6-14-32,-1-13 0,7-16 0,-4-15 1,4-7-570,3-8 1,-8-4-1,1-13 1,2-4 612,2-7 0,3-6 0,0-1 0</inkml:trace>
  <inkml:trace contextRef="#ctx0" brushRef="#br0" timeOffset="2734">3224 1 8034,'22'0'6,"2"9"0,2 6 1,6 4 330,2 3 0,12 10 1,12 6-1,5 13 159,2 14 0,0 3 0,-32-29 0,0 2 0,-1 0 1,-1 0 137,-1 1 1,-2 1 0,15 44-1,-16 0 1,-10 3-208,-10 4 0,-9 5 0,-4-44 0,-3-1 0,-4 0 0,-3-1-323,-2-2 1,-3-1 0,-4 4 0,-3-1-1,0-2 1,-2-1 0,0 1 0,0 0-316,1-3 0,-1-2 0,0-3 0,0-3 0,-18 15 0,4-14-1600,5-16 0,13-6 1811,-3-12 0,14 0 0,8-7 0</inkml:trace>
  <inkml:trace contextRef="#ctx0" brushRef="#br0" timeOffset="3366">4422 1482 7965,'21'0'156,"1"0"1,0 0 0,0 0 204,-1 0 0,8 0 1,3-3-1,2-2-192,4-2 0,4 0 0,1 7 0,1 0-306,-1 0 0,-2-3 0,-4-1 137,-8-4 0,5-9 0,-1 5 0</inkml:trace>
  <inkml:trace contextRef="#ctx0" brushRef="#br0" timeOffset="3616">5009 1046 7965,'15'0'1156,"0"0"1,-13 0-863,-2 0 0,-19 2 0,-18 3 0,-4 3-84,-2-4 0,-1-1 0,0-3 1,1 0-442,-1 0 1,-4 0 0,2 0 0,5 0 230,0 0 0,0 0 0,-3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3:29.3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22 110 8271,'0'-22'575,"-9"10"1,6 4 0,-4 16 0,4 9-74,3 9 1,0 8-1,3 10 1,2 2-200,2 4 0,7-1 1,-4 9-1,2 5-343,5 7 0,-5-5 1,3 3-1,-1-10-155,-2-5 1,1-2 0,-9-10-287,4-4 549,-1-16 0,-7-13 1,0-18-1,0-9-138,0-8 0,-3-9 0,-1 4 0,-4 1 118,4-1 1,1-4 0,3 7-1,0 0-157,0-2 1,7 14 0,3-5 266,2 2 0,3 11 0,6 4 178,1 10 0,0 9 0,0 13 0,0 4-405,-1 3 0,-1 3 1,-3 4-1,-3-3-556,3-1 0,-5-1 1,0 5-1,0-5-927,0-7 0,-4-4 1552,6-4 0,-9 1 0,5 0 0</inkml:trace>
  <inkml:trace contextRef="#ctx0" brushRef="#br0" timeOffset="216">545 654 9342,'-19'10'1264,"4"4"0,5 6 0,10 1 0,0 1-970,0 0 1,3 0 0,2-1-1,4 1-268,3 0 0,-4-7 0,6-3 0,1 0-4416,-3 0 4390,7-7 0,3 4 0,12-9 0</inkml:trace>
  <inkml:trace contextRef="#ctx0" brushRef="#br0" timeOffset="750">588 480 8147,'-21'12'679,"-1"-2"415,0-10 1,0 0-77,1 0-1319,8 0 301,4 0 0,18-10 0,4-2 0</inkml:trace>
  <inkml:trace contextRef="#ctx0" brushRef="#br0" timeOffset="1099">719 523 8058,'0'22'218,"0"0"0,0-8 0,0 1 0,0 2 221,0 2 0,2 3 1,3 0-1,3 0 21,-4-1 0,6 8 0,-3 0 0,-2 0-233,-2 3 1,4-8 0,0 5 248,-2-5-266,-3-2 0,-2-12-446,0-10 1,0-17-1,-2-12 1,-3 0-143,-2-3 1,0 6 0,7-8 0,2 2 139,5 6 1,-2 2-1,10 2 232,2 0 1,2 10 0,3 5 0,0 4 178,-1 3 0,1 3 0,0 4-393,0 7 1,-8 8 0,1 5-1,-1 2-955,-2-3 1,-2 6 1174,-10-3 0,0 10 0,0-5 0</inkml:trace>
  <inkml:trace contextRef="#ctx0" brushRef="#br0" timeOffset="1382">915 66 7985,'15'-10'-12,"-1"-4"0,-7-3 0,8 2 0,2 8 711,2 5 0,3 11 1,0 8-1,-1 10-95,1 9 1,0 8 0,2 7-1,3 7-107,2 5 1,-7 2 0,-8 0 0,1 3-64,-3 5 1,-3 4-1,-9 10 1,-2 0-351,-5 0 0,-8 8 1,2-47-1,-3 0 1,0 0-1,-2-1-554,-15 42 1,-6-9-1,7-24 1,1-13-575,-1-11 0,3-8 0,8-5 0,-1-4 1044,0-8 0,0-24 0,1-7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3:48.4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153 784 8376,'15'19'447,"-1"-4"1,-7 12-1,8-6 1,-1 6-18,-2 4 1,5 11-1,-7 11 1,0 2-359,-1 6 1,-1-1-1,-8-2 1,0-7-182,0-5 0,0-12 0,-3-5 0,-4-7 196,-7-8 0,-6-6 0,-2-16 0,1-6 11,-1-5 1,-7-13-1,0-7 1,2-7-8,3-4 0,5-11 0,2 3 1,5-5-141,2-2 0,3-1 0,7 1 0,4 0-77,11 0 0,2 2 0,19 7 0,3 10 193,2 7 0,3 15 0,2 0 0,2 9-84,3 6 1,7 1-1,-7 11 1,-3 4-324,-2 8 0,-5 4 0,-5 3 0,-7 0 340,-4-1 0,-4 11 0,1 2 0</inkml:trace>
  <inkml:trace contextRef="#ctx0" brushRef="#br0" timeOffset="385">1133 370 8031,'-22'-12'467,"0"5"-253,1 5 0,-1 2 0,0 2 0,0 5 106,1 8 1,-8 14-1,-1 9 1,4 11 13,2 9 1,2 12-1,0 8 1,0 6-204,1 13 1,9-41 0,2 2 0,0 2 0,0 1 0,2-1 0,2 1-168,1-3 1,3 0 0,1-7 0,2-1 0,6 42 0,7-9-301,6-11 0,2-16 1,-1-13-1,4-14-242,4-12 1,-3-7 0,8-10 577,-2 0 0,6-19 0,-4-5 0</inkml:trace>
  <inkml:trace contextRef="#ctx0" brushRef="#br0" timeOffset="735">1220 545 8031,'0'21'-54,"0"3"0,0 3 0,0 2 207,0-2 0,0 7 0,0 2 0,3 5 254,4 3 1,-5 6 0,8 4 0,-3 1-425,0 6 0,1 2 1,-8 2-1,0-4-346,0-11 1,0-1 0,0-20 454,0-3 0,-3-14-81,-4-12 1,5-4 0,-8-16 0,3-4 91,-1 0 1,1 0-1,7 2 1,0 0 105,0 0 1,3 1 0,4 1-87,7 6 0,6-3 0,1 10 0,1 2-38,0 2 0,0 3 0,0 3 0,2 4-94,5 7 0,-5 6 0,3 2 1,-8 2-957,-5 5 0,-1-5 965,1 5 0,5 5 0,-6 0 0</inkml:trace>
  <inkml:trace contextRef="#ctx0" brushRef="#br0" timeOffset="951">1677 1045 6404,'-7'22'3277,"0"2"-2673,2 5 1,3-4 0,2 4 0,0-5-605,0-2 1,2-1 0,5 1 0,5 0-298,0 0 0,8-10 297,-6-5 0,6 5 0,1 0 0</inkml:trace>
  <inkml:trace contextRef="#ctx0" brushRef="#br0" timeOffset="1083">1677 784 8031,'-2'-19'-499,"-5"4"1,4-4 498,-4 4 0,-5 6 0,0-1 0</inkml:trace>
  <inkml:trace contextRef="#ctx0" brushRef="#br0" timeOffset="1384">1939 1045 8031,'7'22'0,"0"2"35,-2 5 0,5-2 0,-3 7 0,-2 0 149,-3 0 0,-2 2 1,-2 5-1,-3-2-36,-2-3 0,-8-9 1,6-1-1,-1-6 213,0-6 0,-7-9-226,3 2 1,4-16 0,3-11-362,4-6 0,3-6 1,0 6-1,0-6 66,0-2 0,8 8 0,1-3 1,3 4 301,5 4 1,3-1 0,1 2 0,1 6-17,0 7 1,0 4-1,0 3 1,-1 0 32,1 0 0,0 3 0,-3 4-568,-4 7 0,2 8 1,-10 5 408,-2 2 0,7 10 0,0-6 0</inkml:trace>
  <inkml:trace contextRef="#ctx0" brushRef="#br0" timeOffset="1668">2309 0 8031,'22'17'30,"-1"2"0,-1 8 178,-6 4 1,6 15 0,-6 15 0,6 12 71,1 14 0,-9-39 1,-2 3-1,0 6 1,-1 2-1,0 3 0,-1 2-6,0 3 1,-1 1-1,-4 0 1,-1 0 0,2 3-1,-1 1 1,-3-1-1,-2 0-304,-5 1 1,-1-1-1,1-3 1,-3 0-1,-7 0 1,-2-1-1,0-4 1,-1-3-60,0-4 0,-1-3 0,-23 37 0,3-22 0,3-13-780,1-11 1,11-25 868,-3-4 0,2-8 0,-2-14 0,-5-10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3:52.6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457 305 8009,'0'-41'414,"0"5"-200,0-5 0,-7 16 0,0-4 126,2 5 0,-7 2 0,-3 3 0,-4 5-3,-3 6 1,0 6-1,1 2 1,-1 2-108,0 6 0,-2 6 0,-3 15 0,-2 10-28,3 9 1,-6 8 0,3 9-1,3 3-85,1 5 0,11 6 0,-1 16 0,8-45 0,0 1-47,0 3 0,2-1 0,-1-2 1,2-1-1,4 50 0,2-4-159,6-4 0,11-5 0,10-9 0,0-13-310,3-12 0,-6-16 1,8-8-1,-2-7-368,-6-8 0,6-4 0,-3-13 0,-3-6 767,-2-13 0,8-10 0,2-11 0</inkml:trace>
  <inkml:trace contextRef="#ctx0" brushRef="#br0" timeOffset="217">610 458 8009,'0'14'0,"0"1"0,0 2 534,0 2 1,0 12 0,0 6 0,0 6-54,0 8 0,0-3 0,2 11 1,3 1-472,2 3 0,8 0 0,-8-5 1,0-7-313,3-5 1,-8-5-1,8-5 1,-3-7 301,1-5 0,9-2 0,-5 0 0</inkml:trace>
  <inkml:trace contextRef="#ctx0" brushRef="#br0" timeOffset="400">980 980 8155,'22'-14'433,"0"2"-107,-1 2 0,1 3 0,2 7 1,3-3 18,2-4 0,2 5 1,-4-6-1,4 6-2470,3 2 2125,-7-10 0,14 8 0,-7-8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4:00.5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1220 8170,'0'-33'0,"0"3"0,0 6 169,0 3 1,0-1 854,0 0 0,3 12-686,4 10 0,-2 10 0,7 12 1,0 2-143,0 5 0,-7 5 1,4 9-1,-1 3-101,-1 5 0,0-2 0,-7 9 1,0 2-252,0 3 1,-9-7-1,-4-5 1,-1-6-81,-1-1 0,1-10 0,-10-7 1,-3-11 111,-2-8 1,-2-6-1,4-7 1,-2-7 119,2-10 1,3-16 0,2-6 0,3-11 62,5-8 1,4-3 0,10 1 0,0 0-151,0-1 1,10 8 0,6 3 0,11 1 0,9 6 0,-2 4 0,3 8 0,1 9 52,3 11 1,3 6-1,2 10 1,2 0-183,3 0 1,-2 2 0,-11 6 0,-1 4-334,1 0 0,-6 5 553,-3-10 0,5 10 0,-1-5 0</inkml:trace>
  <inkml:trace contextRef="#ctx0" brushRef="#br0" timeOffset="400">1177 611 8357,'-22'0'-200,"0"0"0,0 0 107,1 0 1,-1 9 0,0 8-1,0 10 476,1 9 0,6 15 0,1 7 0,-3 7-104,-3 8 1,8 12 0,2 14 0,7-47 0,-1 0-188,1 3 0,-1 1 0,0 1 0,1 0 0,3-3 0,2-2 0,1 0 0,1-2-211,11 44 0,-1-21 0,6-13 0,4-11-236,0-15 0,0-17 0,-2-10 0,2-5-282,5-2 0,-4 0 637,4 0 0,-5-9 0,-2-3 0</inkml:trace>
  <inkml:trace contextRef="#ctx0" brushRef="#br0" timeOffset="766">1329 654 8201,'0'22'0,"0"0"153,0 0 1,0 7 0,0 4 0,3 6 109,4 7 0,-2 5 0,7 0 0,-2 9-133,-6 10 1,1-2 0,0 7 0,2-2-266,-2-1 1,-2-1-1,-6-13 1,-2-10-391,-2-9 0,-3-10 438,3-15 1,-3-6 0,-4-16-1,7-6 23,4-6 1,3-9 0,0 0 0,0 0 85,0-2 1,3 7-1,1-5 1,6 4 212,2 4 1,3 1 0,7 6 0,-1 6-79,1 6 0,0 2 1,0 0-1,-1 0-123,1 0 1,-2 10-1,-4 7 1,-1 7-198,2 5 1,-5 10 0,0-5 0,-2 2-429,-5 0 1,-3-2 590,-2 2 0,0 5 0,0-7 0</inkml:trace>
  <inkml:trace contextRef="#ctx0" brushRef="#br0" timeOffset="966">1743 1351 8180,'0'15'412,"0"-1"1,0 1-1,0 6 1,0 1-291,0 0 0,0 7 0,2 0 1,3 0-923,2 3 1,10-8 799,-2 5 0,4-5 0,3-2 0</inkml:trace>
  <inkml:trace contextRef="#ctx0" brushRef="#br0" timeOffset="1098">1808 1090 8180,'-7'-15'0,"0"1"0,0 9 0,-3-14 0,-2 6 0</inkml:trace>
  <inkml:trace contextRef="#ctx0" brushRef="#br0" timeOffset="1416">2026 1504 8231,'0'21'-58,"0"1"0,-7 0 0,-3 0 1,0-1 254,1 1 1,-1 0-1,5 0 1,-4-3 55,-4-4 1,6-6-218,-7-9 1,6-2 0,-4-5 0,3-8-223,4-4 1,5-10 0,5-3 0,4 1 82,3-1 0,-4 1 0,6 7 0,3-1 212,2 6 1,3 9-1,0-2 1,0 3 131,0 4 1,-1 2-1,1 3 1,0 3-291,0 4 1,-3 8-1,-2 11 1,-5 6-1913,-2 2 1961,-3 2 0,3 7 0,2 1 0</inkml:trace>
  <inkml:trace contextRef="#ctx0" brushRef="#br0" timeOffset="1716">2222 284 8148,'15'-19'-91,"-1"4"1,3 8-125,2 4 0,3 6 0,2 4 0,3 13 911,2 13 1,7 16-1,-4 23 1,-1 11-389,1 9 0,-14-40 1,0 2-1,-3 5 0,-1 1 1,-1 1-1,-2 1-130,-1 4 1,-3 1 0,-1-1-1,-2 1 1,-3 5 0,-2 1-1,-1-1 1,-1-1-195,-3-3 1,-3 0-1,3-5 1,-5-3-1,-22 32 1,-1-17-228,0-12 0,0-17 1,-5-3-1,5-9 243,3-2 0,-8-8 0,5 7 0</inkml:trace>
  <inkml:trace contextRef="#ctx0" brushRef="#br0" timeOffset="2183">2897 1 8337,'10'43'0,"7"3"86,9 5 1,1 15 0,9 18 0,-16-35-1,-1 1 141,2 7 1,-1 3-1,1 4 1,-1 2-1,-1 6 1,-1 1-1,-3 5 1,-1 2-277,-1 0 0,-2 2 0,-4 4 1,-2 0-1,-2-3 0,-1 1 0,-4 1 1,-4 1 40,-2 2 0,-5-1 1,-5-2-1,-3-1 1,-5-3-1,-1-2 1,0-6-1,0-1-98,2-3 0,-3-3 0,-2-4 0,0-3 1,2-1-1,0-2 0,0-4 0,0-2-343,2-6 1,2-1 0,-13 29 448,8-21 0,3-5 0,-3-24 0,-5-5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4:04.8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0 153 8311,'0'12'1602,"0"7"0,0-19-1027,0 0 1,0-2-1,0-13-193,0-2 0,3 5 0,4-2-224,8-3 0,4 0 1,3 0-1,0 2-145,-1-2 1,8 8-1,0-1 1,-2 3-164,-3-1 1,-2 1-1,0 7 1,0 0 23,-1 0 0,-6 10 0,-3 4 0,-2 6 35,-6 1 0,-1 8 0,-6 1 0,-1-1-48,-4 2 1,-6-7 0,4 5 0,-2-5-294,-5-2 0,7-7 0,1-3-169,-1-2 0,10-3 573,0-7 0,3 0 0,11 0 0,3-3 259,2-4 1,10 5 0,0-6 0,-2 6 151,-3 2 1,-2 7 0,0 3-1,0 2 3,-1 5 0,-6 2 1,-3 3-1,-2 0-110,-6 0 0,-11 7 0,-7 2 0,-6 1-314,-1-1 0,-8-2 0,-3-7 0,-4 0-416,-10-1 1,10 1-1,-8-2 1,3-6-285,0-7 1,4-4 0,4-3 0,1-3-637,5-4 0,6-5 1374,6-10 0,5-9 0,10-3 0</inkml:trace>
  <inkml:trace contextRef="#ctx0" brushRef="#br0" timeOffset="317">893 610 8080,'12'-10'1369,"1"8"1,-6-5-1056,7 4 0,8 3 1,5 0-1,4 0-500,3 0 1,2 0-1,8 0 1,-1 0-1475,1 0 1660,0 0 0,9 10 0,2 2 0</inkml:trace>
  <inkml:trace contextRef="#ctx0" brushRef="#br0" timeOffset="448">1438 349 8080,'-44'-8'0,"3"1"0,2 2 357,3 3 0,-8-5 0,-6-1 0,1 3-313,3 3 1,3 2-45,-1 0 0,-9-19 0,-3-6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4:06.1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806 458 8084,'2'-22'-20,"5"0"0,-4 1 518,4-1 0,-7 0 436,-7 0 1,-5 10-1,-10 5-492,0 5 0,5 2 1,-2 0-1,-5 2-311,0 5 0,-3 5 1,0 13-1,-2 4-72,3 7 1,-6-2-1,3 4 1,3 6-180,1 4 0,6 3 1,2-10-1,5-2-264,2-3 1,3-9 0,9 0 0,6-10 225,6-10 0,8-7 1,7-7-1,7-10 106,5-10 0,-4-7 0,-1-12 0,0-2 14,-2-3 0,0-2 1,-10 4-1,-2-1 42,-10 1 0,-7-2 0,-5 5 0,-5 5-9,-9 0 0,-11 7 0,-18 3 1,-3 4-155,-5 8 0,3 4 0,-10 1 0,-3 6 59,-2 6 1,0 4 0,3 6 0,4 6-136,3 6 1,12 1 0,12 4-1,7 1-444,8 3 1,1 8 0,9-6 678,-4 3 0,1 2 0,7 8 0</inkml:trace>
  <inkml:trace contextRef="#ctx0" brushRef="#br0" timeOffset="485">936 1 8151,'13'9'-1275,"-6"6"1242,-5 4 0,1 3 0,2 0 0,4 2 600,3 5 1,-4 5-1,4 12 1,0 5-421,0 7 0,-7 5 0,2 2 0,-5 0-252,-2 1 1,0-11-1,0-4 1,0-7-438,0-8 1,-2-14 342,-5-15 0,4-14 0,-4-8 0,5-7 97,2-7 0,0 3 0,0-10 0,0-1 112,0 3 0,2 3 0,3 9 0,5 0 168,2 1 0,-5 1 0,7 6 348,3 6 1,3 6-1,1 4-31,1 6 1,-2 6 0,-3 13-1,-3 4-231,3 3 0,0-5 1,0 7-1,-3 1-610,3-3 1,-5 4 0,1-9-1,-1-2-224,0-3 0,-7-2 0,4-3 0,1-4 570,4-8 0,6-4 0,2-3 0</inkml:trace>
  <inkml:trace contextRef="#ctx0" brushRef="#br0" timeOffset="668">1546 523 6491,'-22'0'2220,"8"3"-1553,-1 4 0,11 5 0,-4 10-644,6 0 1,4-3 0,6-2 0,4-3-549,0 3 1,7-7-1,-4 0 1,4-3 524,3 0 0,0 1 0,-1-8 0</inkml:trace>
  <inkml:trace contextRef="#ctx0" brushRef="#br0" timeOffset="783">1633 436 8151,'-7'-22'0,"-3"1"0,1-1-433,-1 0 1,-7 0-1,5 1 1,-3-1 561,1 0 0,9 8 1,-5 1-163,1 4 33,6 1 0,-6 8 0</inkml:trace>
  <inkml:trace contextRef="#ctx0" brushRef="#br0" timeOffset="1085">1808 567 8151,'12'22'-428,"-5"-1"0,-5 1 0,1 0 0,2 0 404,2 0 1,0-8 0,-7 1 247,0 2 1,0 2 242,0 3-530,-10-10 1,1-5-1,-6-14 1,8-8-126,5-4 1,2-10 0,0 0-1,0 0 126,0-3 1,9 8-1,6-7 268,4-1 1,3 10-1,0-2 1,2 10 323,5 4 1,-5 3 0,8 9 0,-3 5-88,0 8 0,0 7 0,-8 4 1,1 6-675,0 2 1,-3-5-1,-4 5 1,-8-1-2271,-4 1 2501,-3 3 0,-10-3 0,-2-3 0</inkml:trace>
  <inkml:trace contextRef="#ctx0" brushRef="#br0" timeOffset="1419">131 1220 6845,'2'-19'0,"5"4"0,15-2 0,17 10 0,12 2 92,14 3 1,22-1 0,-33 1 0,3 0 0,8-2 0,1 0 120,8 2 1,2 0 0,7 0 0,1 1 0,4 0 0,1 0-1,-3-1 1,0-1-235,0 0 0,-1-1 1,-4-4-1,-2 1 1,-2 3-1,-2 1 1,-6 0-1,-2 1 208,-7 0 0,-2 2 0,39 0 0,-27 0 1,-11 0-122,-16 0 0,-4 9-825,-17 6 0,-6 4 0,-18 3-1369,-5 0 2128,-5-1 0,-20 1 0,-2 0 0</inkml:trace>
  <inkml:trace contextRef="#ctx0" brushRef="#br0" timeOffset="1769">1372 1656 8075,'-44'19'-105,"1"-2"1,2-2-37,4 1 0,-1 4 0,11 4 0,5 3 199,5 2 1,5 2 0,-5-4-1,5 4 267,3 3 1,4-7 0,12-1 0,8-6-185,4-6 1,5-9-1,5 2 1,7-7-12,6-7 0,1-12 0,1-13 0,-3-2-27,-5-4 0,5 4 0,-7-3 1,-2-1-293,-11-3 1,1 4 0,-10 3 0,0 1-36,-4-1 1,-16 7-1,-9-4 1,-9 4 60,-11 5 1,-13-2 0,-8 14 0,-5 1 115,-3-1 1,3 3 0,5 7 0,5 2-84,0 5 0,14 1 0,-2 11 0,7 5-267,8 0 1,4 1 0,7-4 396,8 1 0,5 10 0,2 1 0</inkml:trace>
  <inkml:trace contextRef="#ctx0" brushRef="#br0" timeOffset="2169">1677 1692 8467,'0'15'2255,"0"-1"-2108,0 3 1,7-5 0,3 0-1,-1 0-172,1 0 0,7-7 0,-2 3 0,4-6-186,3-2 1,0 0 0,2 0 0,2 0-351,3 0 1,0-10-1,-7-4 1,0-3 48,0 2 1,-3-4 0,-2 4 441,-2-4 0,-11 5 636,4-1 0,-6 20 0,-2 2 0,0 10-201,0 5 0,0 0 0,-2-1 0,-3 1-37,-2 0 1,-1 0-1,11 0 1,4-3 58,7-5 1,-1-4 0,1-10 0,3 0-255,2 0 1,3-2 0,-2-6-1,-4-6-335,-1-5 1,-10-11 0,5-1 0,-3 0-175,0-1 1,0-4 0,-7 4 0,0 1-464,0-1 1,-7 3-1,0 8 839,2-1 0,-7 0 0,0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4:09.0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1842 12780,'0'22'518,"0"0"1,0 0-1,0 0-455,0-1 1,3 1 0,1 0 0,4 0-362,-3-1 1,-1-1-1,1-3 1,2-3 297,-2 3 0,7 3 0,0 1 0</inkml:trace>
  <inkml:trace contextRef="#ctx0" brushRef="#br0" timeOffset="2985">588 1351 8121,'-12'-2'3889,"5"-6"-3296,4 6 1,6-8-1,4 10 1,8 0-338,4 0 1,5 3-1,3 1 1,4 4-244,3-3 0,0-3 0,5-2 1,-3 0-647,3 0 0,-8 7 1,-2 0-1,-5-2-3076,-2-2 3709,0-3 0,0 9 0,-1 3 0</inkml:trace>
  <inkml:trace contextRef="#ctx0" brushRef="#br0" timeOffset="3218">1002 1111 8050,'-3'-19'87,"-1"2"349,-4 3 1,-1 6 0,1-4 152,-6 3 1,2-6 0,-3 8 0,-2 2-170,-2 3 0,-10 2 0,-3 0 0,-1 0-232,-6 0 1,0 0-1,0 0 1,3 0-452,-3 0 0,6 0 0,-1 0 0,2 0-3154,6 0 3417,1 0 0,4-10 0,-1-2 0</inkml:trace>
  <inkml:trace contextRef="#ctx0" brushRef="#br0" timeOffset="3816">2896 458 8134,'0'-36'0,"0"2"95,0 2 0,0-4 0,0 7 1,0 3 657,0 1 1,0 4-304,0-1 0,-2 10 0,-5 4 0,-8 6-308,-4 2 0,-3 5 0,0 7 0,-2 12-9,-5 8 0,5 4 1,-5 5-1,5 0-115,2 3 0,10-13 1,2 13-1,3-3-97,0 0 1,2-7 0,10-5 0,4-7 174,3-8 1,5-4 0,10-10-1,4-3 181,3-4 0,3-15 1,6-14-1,-2-5-103,-4-3 1,1-6-1,-9-1 1,-5 0-87,-7-2 0,0 7 1,-9-5-1,-6 5-350,-7 2 0,-9 11 1,-15 1-1,-8 6-312,-4 4 0,-5 5 0,-5 17 0,-7 0-716,-5 0 0,-9 12 1,-3 10 1289,-3 12 0,8 16 0,-5 6 0</inkml:trace>
  <inkml:trace contextRef="#ctx0" brushRef="#br0" timeOffset="4018">1808 807 8134,'14'14'5,"1"-2"0,4-2 151,8-5 1,6-3 0,13-2-1,8 0 155,11 0 1,10 0-1,17 0 1,-42-1-1,2 0-33,5-3 1,2 0-1,3 3 1,2 0-1,1-4 1,0 0 0,0 2-1,-2-1-197,-1 1 0,0-1 1,-2-1-1,-2 0 0,-3 3 1,-1-1-1,0 0 0,-1-1-73,-2 1 0,-1 1 0,30 0 0,-19 2 0,-10 0-1144,-10 0 1,-12 7 1135,0 0 0,-15 10 0,-4-5 0</inkml:trace>
  <inkml:trace contextRef="#ctx0" brushRef="#br0" timeOffset="4368">2853 1373 8211,'-29'14'0,"-3"-2"181,-2-2 0,5 9 0,-4 1 0,-1 6 381,0 1 0,7 4 0,-2-2 1,7 0 385,8 3 1,4-8-671,10 5 1,12-14-1,8-10 1,9-10-72,5-10 0,-1-7 0,6-4 1,-5-6-299,-3-2 0,-1-2 0,-11-5 0,-5 2-206,-6 3 1,-6 7-1,-2-7 1,0-1-66,0 3 0,-10 1 1,-7 6-1,-9 0 65,-10 8 0,-15-3 0,-7 10 0,-8 0 176,-6 5 0,4 4 0,-5 3 0,8 3-75,7 4 1,7 5-1,15 12 1,9 3-679,10 2 0,0 0 874,10-7 0,0 9 0,7 3 0</inkml:trace>
  <inkml:trace contextRef="#ctx0" brushRef="#br0" timeOffset="4785">2831 1373 8588,'10'-22'1272,"-5"10"-568,9 5 1,-9 7 0,5 7 95,-1 7 1,-6 6 0,6 1-593,1 1 1,2 5-1,10-3 1,-3-5-273,-4 1 1,4-11 0,-4 1-1,4-3-278,3 1 1,0-1 0,-1-10 0,1-4-249,0-7 1,0-6-1,0-1 1,-3-1 274,-5 0 1,3-7-1,-9 0 699,-4 2-138,-1 3 1,-3 14 0,0 10 0,0 13 268,0 6 1,-7 5 0,-1 3 0,3 2-239,3-3 0,4-1 1,3-4-1,5 1 44,2 0 0,3-10 0,6-5 1,4-4 66,4-3 0,-5-10 0,5-5 0,-5-6-202,-2-8 0,-8 2 1,-2-9-1,-2-1-373,-5 4 0,-3-6 0,-4 7 0,-5 1-706,-8 0 0,-4 1 1,-3 9-1,0 1-1358,0 6 1,1 4 2250,-1 10 0,0 0 0,0 0 0</inkml:trace>
  <inkml:trace contextRef="#ctx0" brushRef="#br0" timeOffset="5001">3593 1351 11552,'12'22'981,"5"2"1,-7 3-1,0 4-602,-1 3 0,6 2 0,-8 8 1,-2-1-723,-3 1 0,1-3 0,2-2 0,2-5-346,-2-3 689,-3-12 0,-2 1 0,0-8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4:19.3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88 153 9555,'10'-12'730,"2"2"0,12 10 0,2 0-877,4 0 1,8 0 0,1 3-1,7 2-2435,5 2 2582,0 0 0,-8-7 0,1 0 0</inkml:trace>
  <inkml:trace contextRef="#ctx0" brushRef="#br0" timeOffset="133">611 1 7995,'-37'0'0,"3"0"421,3 0 1,-8 7 0,3 0 0,-5-2 18,-3-2 0,1-3 1,-1 0-1,1 0-404,-1 0 1,3 0 0,2 0-37,3 0 0,9-10 0,-4-2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4:14.8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241 806 7943,'-22'22'0,"1"0"-50,-1-1 0,0 6 0,0 7 1,1 14 435,-1 13 0,0 11 0,0 23 0,12-44 0,1 2-139,1 3 0,1 2 0,2-2 0,1 1 0,3 4 0,2-1 0,-1-1 0,2-2 173,0-3 0,3-1 0,17 44 0,14-18 0,6-8-257,1-11 0,10-9 1,5-17-1,3-10-392,-3-7 0,5-12 0,-7 2 0,-1-5 229,-4-2 0,-5-9 0,-2-3 0</inkml:trace>
  <inkml:trace contextRef="#ctx0" brushRef="#br0" timeOffset="784">894 784 8555,'0'22'818,"3"2"0,2 3-443,2 2 0,10 12 1,-5 0-1,3 8-143,-1-1 1,1 5 0,6 0 0,1 3-251,0 5 0,-8-6 1,-1-1-1,-4-6-128,-4-7 0,0-12 0,0 0-33,2-5 0,0-14 0,-9-10 179,-5-12 0,4-10 1,-4-5-1,4-4-16,3-3 1,0 5-1,0-5 1,0 3 66,0 4 0,8 10 0,1 5 0,1 0 244,0 0 1,7 7 0,-3 0-68,6 10 0,1 10 0,-1 11 1,-3 6-462,-3 2 1,-7-5-1,6 7 1,-1 0-687,0-2 1,-5 5-1,5-10-1525,-2-3 2444,7-1 0,-5-13 0,10-3 0</inkml:trace>
  <inkml:trace contextRef="#ctx0" brushRef="#br0" timeOffset="983">1526 1263 8056,'0'-21'2471,"0"11"-2034,0 10 1,0 10-1,0 11 1,0 1-167,0 0 1,0 7-1,2 0 1,3-2-199,3-3 0,6 0 0,-4 3-958,2 2 0,-5 0 0,8-10 885,2-4 0,2 4 0,3-7 0</inkml:trace>
  <inkml:trace contextRef="#ctx0" brushRef="#br0" timeOffset="1167">2092 893 9689,'0'15'446,"0"-1"0,-2 3-218,-5 3 0,4 9 1,-7 4-1,3 6-535,0 7 1,-10 3-1,5-3 1,-3 4-444,1 8 750,-1-4 0,-6-1 0,-1-10 0</inkml:trace>
  <inkml:trace contextRef="#ctx0" brushRef="#br0" timeOffset="1400">1787 915 9634,'12'10'722,"8"2"0,-6 10 1,6-1-270,1 1 0,4 0 0,1 2 1,6 3-219,2 2 0,-1 7 1,6-7-1,-3 0-371,3 3 1,-7-8 0,-3 2 0,-5-6-960,-2-6 1,-8 1 0,1 7 1094,2-1 0,-8 1 0,1 0 0</inkml:trace>
  <inkml:trace contextRef="#ctx0" brushRef="#br0" timeOffset="1566">2441 1220 9305,'12'10'906,"0"2"1,-7 9-824,2 1 0,7 0 0,-4 0 0,0 2-357,-1 5 1,6-5 273,-8 5 0,10 5 0,-5 0 0</inkml:trace>
  <inkml:trace contextRef="#ctx0" brushRef="#br0" timeOffset="1767">2767 1416 8393,'22'-15'345,"0"1"1,-8 7 0,1-6 0,2 4-126,2 4 1,-2-5 0,2 3-1,6 0-149,-1-3 0,0 8 1,-5-8-1,-2 3 215,-2-1-286,-1 1 0,8-2 0,0-4 0</inkml:trace>
  <inkml:trace contextRef="#ctx0" brushRef="#br0" timeOffset="1932">2898 1024 8207,'0'31'0,"-3"3"178,-4 0 0,5 7 0,-5-7 1,4 2 113,3 1 0,7-1 0,1 5 1,-4-2-364,-1-3 0,4-7 1,3 5 70,2-3 0,-7 8 0,4-5 0</inkml:trace>
  <inkml:trace contextRef="#ctx0" brushRef="#br0" timeOffset="2566">3399 501 8164,'0'-14'-298,"2"2"405,5 2 0,-4 12 0,4 13 1,-2 7 828,2 7 1,-2 5 0,7 9 0,0 3-414,0 5 0,0-3 0,5 8 0,-5 0-311,-2-1 0,0 3 0,-5 5 0,2-2-289,-2-3 1,-3-10 0,-2 1 0,0-11-554,0-9 1,0-4 0,-2-6 249,-5-5 0,4-14 1,-4-14-1,2-8 33,-2-7 0,4 2 0,-4-9 1,5 0 193,2 2 1,7 0 0,0 8-1,0-4 459,3 4 0,-5 9 0,9 2 304,3-2 0,-4 8 0,1 2 0,3 7-260,2 7 1,-4 5-1,-1 10 1,3-1-542,3 1 0,-6 0 0,-2 0 0,0 2-278,0 5 0,-4-5 0,4 5 469,-3-5 0,-1 8 0,-8 2 0</inkml:trace>
  <inkml:trace contextRef="#ctx0" brushRef="#br0" timeOffset="2917">3921 1198 8078,'8'-24'0,"1"0"162,3 2 0,3-5 0,7 13 0,0-6 315,-1-1 1,3-1 0,3 3 0,2 2-110,-2 2 1,4 8 0,1-5 0,-1 0-68,1 0 0,-3 7 0,-8-3-333,1 6 0,-10 12 1,-4 4-43,-6 6 0,-14 9 1,-8 2-1,-6 3 17,-1 5 1,-4 2 0,-1 0-1,1-2 123,-1-3 1,6-9 0,9 2 0,5-5 399,2-2 1,-4-1-86,6 1 0,3-10 0,13-5 0,6-4-195,6-3 1,9 0 0,2-3-1,3-1-265,5-4 0,-5-1 0,2 1 0,3-4-1032,2 0 1,-7 0 0,-5 7-1,-5-2 1111,-2 2 0,9-7 0,3 0 0</inkml:trace>
  <inkml:trace contextRef="#ctx0" brushRef="#br0" timeOffset="3150">5097 654 8765,'-12'9'565,"5"6"1,-3-1-1,1 6 1,-3 6-191,-5 6 1,4 4 0,-1 10 0,-5 2-289,-8 3 1,0 15-1,-6-6 1,1 1-753,5 2 0,-4-10 0,2-2 1,2-10 664,3-12 0,2 0 0,1-17 0</inkml:trace>
  <inkml:trace contextRef="#ctx0" brushRef="#br0" timeOffset="3333">4727 763 8074,'12'9'-67,"-5"6"1,-2 4 0,0 3 0,5 2 453,2 5 0,2-2 1,8 9-1,0 0 187,0-2 1,2 7-1,3-7 1,4 3-452,3-1 0,0 0 0,2 5 0,-4-4-2450,-1-8 2327,-7 4 0,17 1 0,-7 10 0</inkml:trace>
  <inkml:trace contextRef="#ctx0" brushRef="#br0" timeOffset="3634">5293 1024 8057,'0'-22'0,"8"8"0,1-1 397,3-2 1,3-2-1,7-3 1,-1 3 136,1 4 0,0-2 1,0 8-259,0-4 1,-1 9 0,1-4-153,0 6 0,-8 2 0,-2 2 0,-2 6 116,-5 6 0,-3 5 0,-4 6 0,-5 4-84,-8 7 1,-4-2-1,-3 2 1,0 0 7,1-2 0,1 5 1,6-10-1,4-2 24,0-3 0,8-10 0,-5 1 0,7-1-29,7-1 0,5-4 1,12-9-1,5 0-371,8 0 0,13-9 0,8-6 0,5-4-1076,3-3 0,-8 0 0,0 0 1288,2 1 0,-7-11 0,1-2 0</inkml:trace>
  <inkml:trace contextRef="#ctx0" brushRef="#br0" timeOffset="3951">5816 0 7971,'22'0'240,"-8"0"0,1 0 174,2 0 0,9 10 0,3 7 0,-2 12-8,-3 15 0,5 9 0,0 12 1,-2 5 201,-3 10 1,-2 7 0,-12-35 0,-1 0 0,-1 0 0,-1 0-285,-3 4 1,-1 0 0,-1 2 0,-2 2 0,-1 6 0,-2 1 0,-2 0 0,-3-1-338,-1 0 0,-3-1 0,-5-2 0,-3-3 0,2-8 0,-2-2 0,-2-3 0,-2-2 41,-27 37 0,2-9 0,11-17 1,1-11-537,-1-6 0,6-22 0,3-2-1527,5-10 0,5-15 1,4-7 2034,8-10 0,5 3 0,2-7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4:20.5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502 1 8071,'-20'2'0,"3"5"453,3 8 0,6 4 1,-4 3-1,0 2-183,0 5 1,5 5 0,-5 10 0,0 2-86,0 4 0,4-1 1,-4 6-1,0-1-539,0-6 0,5-2 0,-5-2 0,0-3-834,0-5 0,-3-5 1188,-7-9 0,0 0 0,1 0 0</inkml:trace>
  <inkml:trace contextRef="#ctx0" brushRef="#br0" timeOffset="218">1 218 8121,'0'22'233,"2"0"1,3 0-1,5 2 489,2 5 1,5-2 0,9 9 0,6 0-272,2-2 1,-1 5-1,6-8 1,-3 1-632,3-1 1,2-2-1,3-7 1,-3-3-611,-5-4 1,-2-3 0,-7-7 789,2 2 0,0-9 0,-7-11 0</inkml:trace>
  <inkml:trace contextRef="#ctx0" brushRef="#br0" timeOffset="418">763 393 8071,'0'14'194,"0"1"0,0 2 264,0 2 0,0 5 1,0 5-1,2 7 568,6 6 1,-4 1-1,11 1 1,2-1-485,2 1 0,1-1 1,-4 1-1,-3-1-1122,-4 1 1,6-8 0,-8-2-2868,-2-2 3447,-3-13 0,-2 0 0,0-7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6:11.1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23 8045,'15'0'448,"-1"0"1,1 0-1,6 0 1,1-3-366,0-4 0,2 5 0,3-6 0,4 6-230,3 2 1,-5 0-1,7 0 1,1 0-209,-3 0 1,-3 0 0,-9 0 0,0 0 354,-1 0 0,11 10 0,2 2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6:11.5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44 7803,'10'-12'520,"-3"2"1,12 10-1,8 0-211,5 0 0,-3-7 0,7 0 1,0 2-380,-2 2 1,7 3-1,-7 0 1,0 0-624,-5 0 693,-5 0 0,8 0 0,1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6:15.6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0 523 8385,'0'-31'-29,"0"7"0,0-5-66,0 5 1,3 4 468,4 6 1,5 4-1,10 12 1,0 8 112,-1 12 1,1 0-1,0 9 1,2 1-110,5 4 1,-5 5-1,5 3 1,-4-1-237,-4 1 0,1 6 0,-2 1 0,-4 0-124,-1 2 1,-10 1 0,2 4 0,-4-10-525,-3-9 1,0-1-1,0-9-79,0-2 0,-10-12 408,-5-8 0,-2-7 0,0-7 0,5-8 28,3-4 1,1 4 0,8 1 0,0-3 22,0-3 0,0-1 0,0-1 78,0 0 0,10 8 1,5 1-1,4 4 100,3 4 0,7 2 0,2 3 0,1 0 43,-1 0 1,5 10-1,-7 7 1,1 7-328,1 5 0,-7 10 1,5-3-1,-7 3-1286,-8-3 1518,6 5 0,-8-7 0,10 10 0</inkml:trace>
  <inkml:trace contextRef="#ctx0" brushRef="#br0" timeOffset="316">850 1090 8289,'-8'21'-366,"-1"-1"520,-3-6 1,7 6 0,-5-6 211,0 5 0,8-4 0,-5 0-32,4 1 0,3-3 0,3-1 83,4-3 1,5-1-1,10-11 1,0-4-23,-1-8 1,-6-4-1,-1-3 1,1 0-200,-3 1 0,5-3 0,-10-3 1,-2-2-345,-3 2 0,-2 10 1,0 3-1,0-3-309,0-3 0,0 6 0,-2 2 0,-3 0-883,-2 0 1,-3 7 0,3-2 1339,-7 4 0,-6 3 0,-2 0 0</inkml:trace>
  <inkml:trace contextRef="#ctx0" brushRef="#br0" timeOffset="700">1067 981 8260,'-14'0'1009,"-1"0"1,10 2-1,-4 5-728,-1 8 1,8-3 0,-6 3 0,6 1-186,2 4 0,2-6 0,3 1 0,5-1-244,2-2 1,0 1 0,5-9-1,-2 4-224,2-3 0,4-3 1,6-2-1,2 0-84,-2 0 1,-3-7-1,-2-3 1,-1 0 146,1 1 1,-7-8 0,-1 2 0,3-4 175,2-3 0,-4 0 0,-3 0 0,-2 1 287,-5-1 0,-1 0 2192,4 0-1708,-6 1 0,8 11 1,-13 12-366,-4 18 1,5 1 0,-6 9 0,6-6-417,2-3 1,0 1 0,0 0 0,0 0-1115,0 0 0,0-1-911,0 1 2168,10-10 0,2-2 0,10-10 0</inkml:trace>
  <inkml:trace contextRef="#ctx0" brushRef="#br0" timeOffset="899">1612 284 8018,'0'34'0,"0"-5"91,0-5 1,0 7 0,0 6 0,0 1 510,0-1 0,7 11 0,0-4 0,-2 4-643,-2 5 0,-1-4 0,3 6 0,2-1-335,-2-6 0,-3-12 0,1-7 376,4-5 0,-5-2 0,8 0 0</inkml:trace>
  <inkml:trace contextRef="#ctx0" brushRef="#br0" timeOffset="1083">1307 698 8250,'22'-15'0,"-1"3"225,1 2 0,7-4 0,3 4 1,2 0 28,4 1 0,3-1 0,3 5 1,-3-2-98,-5 2 0,6 3 0,-6 2 0,5 0-1521,3 0 1364,-11 0 0,-1 9 0,-10 4 0</inkml:trace>
  <inkml:trace contextRef="#ctx0" brushRef="#br0" timeOffset="1400">2309 1 8250,'-22'22'68,"0"-1"1,-2 1 0,-3 2 200,-2 5 0,-2 8 0,4 13 0,-4 11 160,-3 9 0,7 10 0,-2 12 0,7 5-66,14-48 1,2 1 0,0 0 0,2 2 0,3 1 0,2 0 0,4 46 81,10-12 1,9-12 0,19-17 0,1-4-403,-1-1 1,8-17 0,2 0 0,1-9-2318,-1-5 2274,-2 0 0,2-1 0,3 1 0</inkml:trace>
  <inkml:trace contextRef="#ctx0" brushRef="#br0" timeOffset="2084">2701 523 9202,'0'22'615,"0"7"0,0 0 0,0 0-344,0 3 0,0 2 1,0 12-1,0 2-429,0 3 0,0 0 0,0-8 1,2-2-416,5-4 1,-2 1-1,7-9-302,-2-2 1,0-10 874,-3-3 0,5-9 0,10 5 0</inkml:trace>
  <inkml:trace contextRef="#ctx0" brushRef="#br0" timeOffset="2316">2962 872 9282,'-10'0'958,"10"0"1,12 0-564,8 0 0,11-3 0,5-1 0,8-4-424,7 3 1,-3-4 0,10-1 0,3 0-473,2 1 1,-5-1-1,-3 5 501,-1-2 0,-4-10 0,-6 5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6:21.3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0 174 7418,'3'22'989,"4"0"1,-2 9 0,9 6 0,3 6-455,3 8 0,-1 7 1,-2 15-1,-2 6-298,2 6 1,-5 2 0,0-2 0,0-3-1050,0-2 0,-7-29 0,2-8-872,-5-14 1419,-2-17 0,0-12 1,0-14-1,0-8 115,0-7 1,0 3 0,0-8 0,0 0 44,0 0 0,8 7 1,1-4-1,3 4 132,5 5 0,-5-4 1,3 14 196,2 0 1,2 2 0,3 12 0,0 6 76,0 6 1,-8 8 0,1 7-1,-1 7-191,-2 5 1,5 3 0,-7 0-1,0-1-520,-1 1 1,6-1 0,-6-2 409,4-4 0,1 4 0,8-7 0</inkml:trace>
  <inkml:trace contextRef="#ctx0" brushRef="#br0" timeOffset="300">697 871 8344,'-22'2'0,"1"6"403,-1 6 0,7 6 0,3 1 0,3 1 117,4 0 0,2 0 1,3 0-1,0 2-84,0 5 0,3-12 0,4 2-166,8-7 1,4-5-1,5-9 1,3-5-112,2-8 1,-3-4 0,-9-5 0,-2-3-272,2-2 0,-8-7 0,1 7 0,-3 2-455,1 3 0,-1 9 0,-7 1-3037,0-3 3604,0-2 0,-10-3 0,-2 0 0</inkml:trace>
  <inkml:trace contextRef="#ctx0" brushRef="#br0" timeOffset="652">893 871 8344,'0'-14'988,"0"-1"0,-2 10-350,-5-2 0,4 7 0,-4 7 0,4 8-397,3 4 1,0 3 0,0 0-1,0-1-63,0 1 1,3 0-1,4 0-260,8 0 1,4-3 0,3-5-216,0-6 0,-1-6 0,1-2-31,0 0 0,0-7 1,-3-3-1,-2-2-11,-2-5 0,-11-2 0,6-3 0,-3 0 202,1 0 1,-1 1 0,-7-1 356,0 0 1,0 8 551,0-1 0,0 13-398,0 2 1,0 9 0,0 13-616,0 0 0,0 0 1,0-1-565,0 1 1,7-7-1,3-3-1494,2-3 2299,2 8 0,8-14 0,0 7 0</inkml:trace>
  <inkml:trace contextRef="#ctx0" brushRef="#br0" timeOffset="852">1459 240 8191,'0'29'0,"-2"2"-119,-5 3 1,4-5-1,-6 10 1,1 4 1047,1 6 0,0 4 0,7-2 0,0 4-405,0 1 0,0 9 0,0-4 0,0 4-941,0-2 1,2-12 0,3-3 0,2-7-1966,-2-4 2382,-2-20 0,-3 12 0,0-17 0</inkml:trace>
  <inkml:trace contextRef="#ctx0" brushRef="#br0" timeOffset="1035">1024 610 8314,'12'0'719,"7"0"1,-4 0 0,7 0-150,7 0 0,5-8 0,9 1 0,1 0-1327,-1-3 0,6 8 1,-3-8 756,-5 1 0,-3-4 0,6-8 0</inkml:trace>
  <inkml:trace contextRef="#ctx0" brushRef="#br0" timeOffset="1268">1699 0 8314,'10'24'102,"4"5"1,6-2 0,1 9 0,1 3 1003,0 2 1,7 12-1,0 5 1,-5 8-201,-7 6 1,0 15 0,-13-36 0,-3 2 0,-1 3 0,-3 0-692,-1 1 0,-4 2 0,-8 4 1,-4 0-1,-2-3 0,-2 1 1,-1-1-1,-1 1-352,0-3 0,-1 0 1,-2-4-1,0-2 1,3-3-1,1-1 0,-23 34-189,2-12 1,12-4 186,5-23 0,-5 15 0,0-12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5:32.333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88 218 8397,'0'-22'-407,"0"1"1,0 6 2107,0 1-883,0-1 1,0 5-655,0 10 0,-7 10 1,-1 12-1,4 2-102,1 5 0,1-2 1,-3 9-1,-2 3-134,2 2 0,-5 2 1,3 1-1,2 0-88,3-1 0,-6 1 0,1-1 0,2-2 34,3-4 1,2-6 0,0-9 0,2 0 245,6-1 0,-4-8 0,11-6 0,2-5 118,2-2 0,10-2 0,3-5 0,-1-6-121,1 1 1,6-7 0,-1 4 0,1-1-214,-1 1 1,4-2 0,-7 7 0,0 1-611,-5-1 0,2 3 0,-2 7-617,-2 0 1,-3 0 1322,-2 0 0,-1 0 0,1 0 0</inkml:trace>
  <inkml:trace contextRef="#ctx0" brushRef="#br0" timeOffset="434">1155 0 8387,'-22'0'-153,"0"0"24,1 0 0,6 0 1,1 0-1,-1 3 540,3 4 1,-7 5-1,7 10 1,-3 2-20,1 5 1,6 5 0,-4 10 0,3 2-137,4 4 0,2-1 0,3 9 0,3 5-76,4 7 0,3-2 1,7 4-1,0-4-119,7-3 0,-3 1 1,9-6-1,-6-7-449,-3-9 1,9-17 0,-1-6 0,0-8-277,2-4 1,-7-6-1,5 4 1,-5-7-1683,-2-7 2346,-10 4 0,17-26 0,-4 5 0</inkml:trace>
  <inkml:trace contextRef="#ctx0" brushRef="#br0" timeOffset="700">1438 218 10611,'0'22'236,"0"0"1,10 0-1,2-1 1,2 1-316,1 0 1,-1 0-1,6-1 1,-3 1-346,-3 0 0,3-7 1,10-1-1780,2 3 2203,10-7 0,-6-1 0,11-9 0</inkml:trace>
  <inkml:trace contextRef="#ctx0" brushRef="#br0" timeOffset="900">1743 196 8335,'-2'15'-362,"-3"-1"0,-5 3 677,-2 3 1,7 11 0,-2 6-1,2 4 181,-2 2 1,4 10 0,-4 6-1,5 3-254,2 4 0,0 2 1,0 2-1,-3 5-96,-4 2 1,5-7-1,-6 0 1,6-7-602,2-5 1,0-16-1,0-1 1,0-7-612,0-8 1,0-2 1065,0-2 0,0 0 0,0 0 0</inkml:trace>
  <inkml:trace contextRef="#ctx0" brushRef="#br0" timeOffset="1167">1961 763 10440,'0'21'322,"0"1"1,0 0 0,2-3 0,3-2-382,2-2 0,8-1 1,-6 6-1,1-3-549,0-3 0,7-9 0,-5 5 0,2-3-1866,1 0 2474,-1 0 0,-1-7 0,-4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5:35.41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109 958 6447,'0'-22'1435,"-2"3"-511,-6 5-528,6-6 1,-15 15 123,10-9-401,-10 9 1,7 5-1,-4 17-30,6 10 1,-1-3 0,1 5 0,4-3 36,1 3 1,3-2-1,0 7 1,0-3 68,0-4 1,3-3 0,1-2 153,4 0 1,9-3-149,-3-4 0,5-6 1,1-11-171,-6-5 0,3-5 0,-9-10 0,-1-2-221,2-6 0,-6 6 1,4-7-1,-4 2-79,-3 0 0,0 0 1,0 7-1,-3 0-537,-4 0 1,4 1-1829,-4-1 2634,-5 0 0,10 0 0,-8 1 0</inkml:trace>
  <inkml:trace contextRef="#ctx0" brushRef="#br0" timeOffset="400">196 893 8186,'0'-12'682,"0"2"0,0 13 0,0 4-445,0 7 0,0 6 0,0 1 0,0 1-78,0 0 0,7 0 0,1 0 0,-1-3-182,3-5 0,-6 3 1,11-7-186,2 2 0,2-7 0,3 2 1,0-4-220,0-3 0,-3-10 0,-2-5 0,-3-4 47,3-3 0,0 1 0,0-1 1,-5 0 200,-2 0 0,-3-7 0,-4 0 0,1 3 81,4 1 0,-1 4 1,-7-1 452,0 0 634,0 0-472,0 10 0,0 12 0,0 15-242,0 4 1,0 3 0,0 0-1,0-1-120,0 1 1,0 0 0,2 0-1,3-1-418,2 1 0,1 0 0,-8 0 0,0 0-435,0-1 1,0-6 0,2-3-932,5-2 1629,-4 7 0,7-15 0,-10 8 0</inkml:trace>
  <inkml:trace contextRef="#ctx0" brushRef="#br0" timeOffset="601">610 544 8248,'0'22'42,"0"7"1,0 3 0,0-1 273,0 1 0,0 4 0,2-7 0,3 0-114,2 2 0,3-6 0,-5 6 0,2-2-715,-2 0 0,5 0 1,-3-7-1,-2 0-757,-3 0 1270,-2-10 0,0 7 0,0-7 0</inkml:trace>
  <inkml:trace contextRef="#ctx0" brushRef="#br0" timeOffset="802">436 762 8248,'9'-12'696,"-4"2"1,7 8-343,-2-5 0,7 4 1,-3-4-1,6 2-207,2-2 0,2 5 0,2-6 0,6 6-375,2 2 1,-5 0-1,5 0 1,-1 0-1978,1 0 2205,-7 0 0,14-10 0,-7-2 0</inkml:trace>
  <inkml:trace contextRef="#ctx0" brushRef="#br0" timeOffset="1135">1328 0 8248,'-14'0'-252,"-1"0"468,-2 0 1,-2 10 0,-3 4 0,1 8 210,-1 7 0,0 5 0,3 9 0,2 3-32,2 5 1,8 5 0,-5 12 0,2 2-28,5 2 0,3 3 0,4-4 1,6 1-225,6-2 0,13-4 0,2-8 0,-3-7-284,-1-5 1,4-10 0,0-2 0,0-3-351,2-4 0,-7-5 0,5-6 0,-4-3 490,-4-4 0,1 8 0,0-5 0</inkml:trace>
  <inkml:trace contextRef="#ctx0" brushRef="#br0" timeOffset="1519">1568 436 8172,'0'-15'2,"0"1"1,0-3 425,0-3 1,-7 6 1617,-1-1-1737,1 10 1,10-4 0,1 11 0,4 5-136,-3 8 1,4 4-1,1 3 1,0 0-258,-1 0 0,8-1 1,-5 1-1,3-3-687,-1-4 0,-2 4 1,5-4-461,-2 4 1,-1-7-1,6-2 1230,-6 0 0,6-8 0,-8 8 0</inkml:trace>
  <inkml:trace contextRef="#ctx0" brushRef="#br0" timeOffset="1719">1786 305 7527,'-15'19'109,"3"-2"0,2-2 398,6 2 1,-6 12 0,0 7-1,1 5 86,-1 3 0,3 9 0,4 5 0,-2 5-358,-2 2 0,0 1 0,4-1 1,-1 0-349,-4 1 0,1 4 1,7-5-1,0-9-226,0-8 0,0-7 0,0-2 0,0-5-2452,0-3 2791,0-2 0,10-17 0,2-2 0</inkml:trace>
  <inkml:trace contextRef="#ctx0" brushRef="#br0" timeOffset="1985">1982 958 8172,'0'-22'1330,"-10"10"1,8 12 0,-3 15-1361,10 4 1,-3-4 0,8-1-529,-1 3 1,4 3-884,8 1 0,-6-9-551,-1-4 1992,-9-6 0,15-2 0,-8 0 0</inkml:trace>
  <inkml:trace contextRef="#ctx0" brushRef="#br0" timeOffset="2100">2047 871 7156,'-7'-22'-280,"0"1"1,-8-9 0,5 1-1,1 3 527,-1 2 0,-7 9 1,5 1-1,-3-1 321,1 3 1,9 0 0,-5 7-320,1-2-1762,6 0 1513,-6 7 0,18 9 0,3 3 0</inkml:trace>
  <inkml:trace contextRef="#ctx0" brushRef="#br0" timeOffset="2418">2178 871 8172,'7'15'-197,"0"-1"0,8 1 1241,-8 6 1,0 1 20,-7 0-638,0 0 0,0-8-300,0 1 0,0-13 0,0-2-300,0-12 0,0-7 0,0-3 0,0 0 18,0 0 1,10 1-1,2-1 220,0 0 1,8 8 54,-6-1 0,5 10-146,3-2 0,0 14 1,-3 8-1,-2 7-532,-2 7 0,-10-5 0,4 7 0,-1-2 558,-1 0 0,10 10 0,-5-5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5:39.31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262 349 8405,'-10'-22'-740,"-2"0"753,-10 0 1,3 8 0,2 2 366,2 2 1,8 5-234,-7 12-1,6 5 1,-4 13 0,0 1 8,0 3 0,5 8 1,-5-4-1,0 6 87,-1 7 0,1 10 1,-2-3-1,4 5-75,0 10 0,8 7 1,-5 10-1,4-3-62,3-2 1,3-8-1,4 3 1,8-5-215,4-7 0,5-19 0,3-3 1,2-10-213,-3-11 0,1 2 1,0-10-1,2 0-985,-3-5 0,-2-4 1306,-2-3 0,0 0 0,0 0 0</inkml:trace>
  <inkml:trace contextRef="#ctx0" brushRef="#br0" timeOffset="433">436 523 8326,'0'22'159,"7"-1"1,0 1 0,1 0 391,1 0 1,-4 2 0,7 5 0,0 7-267,0 5 1,-4 10 0,4 2-1,-2 1-316,-6-1 0,6 5 0,-3-5 0,1 0-264,1 1 0,-6-11 1,4-9-718,-5-3 747,-2-11 1,3-20 0,2-15-1,2-6 117,-2-8 1,0 4 0,-1-4-1,6 3 121,2-3 0,-5 4 0,8-4 95,2 5 1,2 5 0,1 2 0,-3 5 41,-3 2 1,1 3 0,6 7 57,1 0 0,-3 10 0,-2 4 1,-4 5-230,-4 3 1,6 7 0,-6 0 0,1 0-393,0 3 1,-1-8 0,-4 5-1,3-5 453,-4-2 0,8 0 0,1 0 0</inkml:trace>
  <inkml:trace contextRef="#ctx0" brushRef="#br0" timeOffset="736">1046 1024 8332,'-15'7'10,"1"3"239,-3 2 0,5 2 0,-1 8 0,4 0 96,4 0 0,3-1 1,2 1-1,0 0 2,0 0 1,0-1 0,2-1-115,5-6 0,5-4 1,10-10-1,0 0-19,0 0 0,-3-2 0,-2-6 0,-3-6-337,3-6 0,-5-1 0,1-1-108,-4 0 1,-1 0 0,-6 1-1,3-1-314,2 0 0,0 0 1,-7 0-1080,0 1 0,0-1 1624,0 0 0,0 10 0,0-7 0,0 7 0</inkml:trace>
  <inkml:trace contextRef="#ctx0" brushRef="#br0" timeOffset="1118">1155 1024 10058,'12'9'1061,"-5"6"1,-5-3 0,-2 2-886,0 3 0,3 3 1,2 2-1,4-1-104,3 1 1,-4-3-1,6-2-432,3-2 1,2-3-1,3 3-151,0-8 1,0-5-1,0-4 208,-1-5 0,-1-6 0,-3-8 0,-5-1 168,-3 0 1,1 0-1,-5 1 1,2-1 181,-2 0 0,-3 0 0,-2 0 424,0 1 613,0-1-716,0 10 1,0 5 0,0 14 0,0 7-90,0 6 0,0 1 0,0 1 0,0 0-131,0 0 0,0 0 0,0-1-408,0 1 0,3 0-597,4 0 1,-2-3 0,9-4-365,3-8 0,-5-5 1,3-2 1220,2 0 0,2-19 0,3-5 0</inkml:trace>
  <inkml:trace contextRef="#ctx0" brushRef="#br0" timeOffset="1301">1742 523 9407,'0'22'513,"0"-1"0,0 4 0,0 1 0,0 6-356,0 1 0,0 4 1,0 6-1,0 1-332,0-1 0,0 8 0,0 2 0,0 1-255,0-1 1,0-5 0,0-11 429,0-8 0,10 5 0,2-1 0</inkml:trace>
  <inkml:trace contextRef="#ctx0" brushRef="#br0" timeOffset="1502">1503 915 8814,'22'-10'874,"-8"8"0,1-6-528,2 6 1,9 2 0,3 0-1,0 0-348,3 0 0,-8 0 0,7 0 1,-1 2-1545,-1 6 1,0-6 1545,-8 5 0,11 5 0,2 1 0</inkml:trace>
  <inkml:trace contextRef="#ctx0" brushRef="#br0" timeOffset="1937">2439 153 8244,'0'-22'0,"0"0"44,0 0 1,0 0-1,0 1 1089,0-1-848,0 10 0,-2 2 0,-3 13 0,-5 6-126,-2 13 0,0 2 1,-5 15-1,3 4 47,-3 6 0,0 11 1,0-2-1,5 8 104,2 6 0,-4-1 0,6 6 0,4 0 57,1 1 1,3 2 0,3 4 0,4-4-175,7-7 0,8-5 0,5-6 0,4-3-188,3-9 0,-5-16 0,5-10 0,-3-9-946,-4-5 1,-3 4 0,-2-7-970,0-2 1910,-10-2 0,7-13 0,-7-2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5:42.897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1 566 8393,'2'-12'707,"5"5"0,-4 7 0,7 7-224,-1 8 1,-4 11-1,10 6 1,-1 2-231,-2 4 0,8 3 0,-6 5 0,3 3-173,-2 2 0,1-1 0,-6-6 0,0 0-178,0-1 0,4 5 1,-7-2-1,-2-7-344,-2-5 1,-3-12-66,0-8 0,0-11 325,0-3 1,0-10 0,0-12 0,0-2 65,0-5 0,7 5 1,2-5-1,1 5 32,0 2 0,4 0 0,-4 3 0,2 2 108,5 2 0,-5 8 1,3-5 189,2 2 1,2 3-1,0 9 1,-2 6-12,-2 6 0,-8 13 1,5 4-1,0 3-436,0 5 1,-4-5 0,4 2 0,-3 0-271,-4-2 1,-2 5 0,-1-10 502,5-2 0,-4 6 0,6 1 0</inkml:trace>
  <inkml:trace contextRef="#ctx0" brushRef="#br0" timeOffset="216">589 980 8244,'0'22'1496,"0"0"-878,0-1 0,0 1 1,0 0-1,0 0-290,0-1 1,2-1-1,3-3 1,5-3-713,2 3 1,2 3 0,8 1-2546,0 1 2929,0-10 0,-1 8 0,1-8 0</inkml:trace>
  <inkml:trace contextRef="#ctx0" brushRef="#br0" timeOffset="383">676 762 8287,'-10'-22'-1290,"5"1"1481,-9-1 1,9 7-82,-2 1 0,7 9-110,7-2 0,-5 14 0,8 5 0</inkml:trace>
  <inkml:trace contextRef="#ctx0" brushRef="#br0" timeOffset="702">850 1132 8070,'2'22'-253,"6"0"0,-6-7 0,5-1 1680,-4 3 1,-3-5 415,0 3-1564,0-11 1,0 4-390,0-16 0,0-4 0,0-9 23,0-1 0,2 0 0,3 0 0,5 0-74,2 1 1,2-1 0,8 3 334,0 4 1,-8 3 0,1 7 52,2-2 0,2 7 0,1 9 0,-3 6-381,-3 9 1,-7 0-1,5 10 1,-2 0-290,-5 0 0,0 2 1,0 8-1,2-3 443,-2-5 0,-3 5 0,-2-7 0</inkml:trace>
  <inkml:trace contextRef="#ctx0" brushRef="#br0" timeOffset="1299">1678 0 8377,'-13'10'-109,"-3"-5"1,6 7 0,-2 0 117,-5 0 0,5 5 0,-3 12 0,1 7 546,2 5 1,-5 15-1,9 7 1,1 9-38,-3 6 1,8 2 0,-5 7 0,4 0-103,3 0 0,3-2 1,2-5-1,4-10-40,3-10 1,-4 1-1,6-10 1,3-6-350,2-6 1,3 0-1,0-10 1,0-2-893,0-3 0,-1-5 0,1-2-644,0-2 1,-8-11 0,1 4 1508,2-6 0,2-12 0,3-2 0</inkml:trace>
  <inkml:trace contextRef="#ctx0" brushRef="#br0" timeOffset="1783">1874 936 8271,'0'-21'0,"0"-1"125,0 0 0,0 0 0,0 1 603,0-1 1,0 7 976,0 1-1299,0 9 0,0 5 0,0 14-108,0 6 1,0 9 0,0 0-1,0-3-169,0-1 0,7-4 0,2 4 0,1 1-265,0 3 0,0-2 1,-6-10-1,6-3-426,2 3 0,-5-5 0,8 0 214,2-2 1,2-3-1,3-9 90,0-5 0,-8-5 0,-2-10 0,0 0 261,1 0 1,-6 3-1,5 2 1,-2 3-88,-6-3 99,9 7 1,-11 3 0,5 14 0,-4 10 207,-3 9 0,0 1 1,0 7-1,0 0 24,0 0 0,0-5 0,0 5 0,0-3 219,0-4 0,2-10 1,5-5-3,8-3 1,4-11 0,3-15 0,0-10-273,0-9 0,-8-5 0,-2-3 0,0-2-21,0-4 0,-7 4 1,2-3-1,-4 8-392,-3 5 0,0 0 0,0-6 1,0 6-752,0 7 0,-7 5 0,-3 2-3147,-2 0 2848,7 10 1,-5 5 1270,10 14 0,-9 5 0,-3 10 0</inkml:trace>
  <inkml:trace contextRef="#ctx0" brushRef="#br0" timeOffset="2016">2462 958 8275,'7'22'428,"0"0"-67,-2 0 1,-3-1-1,1 1 1,2 2 45,2 5 1,0-4-1,-7 6 1,0-2-203,0 0 1,0 7-1,0-7 1,0 0-800,0 3 1,0-8 593,0 5 0,-10-5 0,-2-2 0</inkml:trace>
  <inkml:trace contextRef="#ctx0" brushRef="#br0" timeOffset="2683">2701 131 8214,'15'-8'0,"-3"-1"-12,-3-3 1,1 4 339,-3-6 1,5 9-30,10-2 1,-10 16 0,-2 13 0,0 12 91,4 7 1,5 5-1,1 3 1,-3 4-45,-3 3 0,-6 4 0,4 10 0,0 8-306,0 6 1,-7-1-1,-3 11 1,-12-5-255,-11-1 0,-8 6 0,0 0 0,-5-4-68,0-8 1,-7-7-1,7-12 1,-2-5-335,-1-7 1,13-15-1,0-9-556,7-10 0,12-10 1171,-2-14 0,24-5 0,7-10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6:00.065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175 110 8073,'-2'-22'-43,"-3"0"142,-2 0 0,-1 8 446,8-1-189,0 10 0,3-4 639,4 9-627,-5 0 1,18 2-175,-6 5 1,-2 5 0,1 10-73,-4 0 1,6 2 0,-6 3-1,1 4-24,0 3 1,-1-2-1,-4 9 1,3 5-89,-4 0 1,1 2 0,0 1 0,2 4-199,-2 2 1,-2-6-1,-3 2 1,0-5 20,0-3 0,0 1 0,0-1 0,0 1 31,0-1 0,-3 1 1,-2-3-1,-4-2 45,-3-3 1,4 0 0,-4 5 0,0-2-5,0-3 0,5-7 0,-8 8 0,1-1-9,2-2 1,-5 5 0,7-10 0,-2 0 141,-5 2 1,5-14 0,0 5 0,0-5 280,0-5 1,4 5 598,-6-10-645,-1 0 1,1-7-494,-1 0-688,10 0 1,-4-2-1121,9-5 2028,0 4 0,-10-16 0,-2 7 0</inkml:trace>
  <inkml:trace contextRef="#ctx0" brushRef="#br0" timeOffset="1483">632 66 7677,'3'-12'255,"4"5"1,-4 2 217,4-2 1,-2 4-146,2-4 1,-2 4-1,7 6-81,-2 4 0,4-2 0,-4 10 0,-1 1-90,1 4 1,5 4 0,-6 5 0,1 7-147,0 5 0,7 3 0,-5 0 1,2 2-111,1 4 0,-8-1 0,5 6 0,-2-1-118,-5-6 0,-1-2 0,1-2 1,2-1 48,-2 1 0,-2-8 1,-3-2-1,-3 0 127,-4 0 1,2-8 0,-7 6 0,0-3 17,0 0 0,5 2 0,-8-4 1,1 2 103,2-3 0,-5 1 1,7 0-1,0 2-40,1-3 1,-6 1 0,5 0 0,-2 2-36,-5-3 1,5 6 0,0-1 0,0 1 6,0-1 1,0 5-1,-5-7 1,2-2 74,-2-3 1,5-2-1,-2 0 90,-3 0 1,-2-3 38,-3-5 1,7-4-389,1-10-659,-1 0-344,-7 0 229,10-10 1,3 6 944,9-11 0,0 10 0,0-4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05:16:02.96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216 0 7664,'-12'3'1267,"5"4"0,7 5-1139,7 10 0,-2 0 0,10-1 1,-1 1-49,-2 0 1,5 2 0,-7 3 0,2 4-59,5 3 0,-5-5 0,0 10 0,0 4-22,0 6 0,-5 2 0,6-5 0,-4 2 18,-4 3 0,-2 7 0,-3-5 0,0 0 146,0 1 0,-10-4 1,-2-6-1,-3 0-71,1-1 0,2-7 0,-5-2 0,5 0-83,2 0 1,-5-5-1,6 5 1,-1-3-13,0-4 0,-4-3 1,4-2-1,0 0-125,1 0 1,-6-1-1,6 1 1,-1 0 125,0 0 0,-4 7 0,6 0 0,1-5-35,-2-7 0,4 9 0,-7-4 1,-1 2 42,1 1 0,5-11 0,-5 1 145,2 2-301,-7-8-672,5 1 1,0-20-745,5-4 1565,14-6 0,5-1 0,10-1 0</inkml:trace>
  <inkml:trace contextRef="#ctx0" brushRef="#br0" timeOffset="1535">499 109 8187,'0'-14'-303,"0"-1"0,8 8 416,-1-8 0,0 8 0,-4-5 10,4 2 1,-5 1 0,8 4 75,0-2 0,-6-1-84,11 8 0,-1 3 1,8 4 37,0 8 0,-3-1 0,-2 5 0,-2 8-28,2 5 0,0 4 0,0 7 1,-3 3-51,3 5 0,-5-2 1,0 9-1,-2 2-79,-5 3 1,5 0 0,-3-3-1,-2-2-61,-3 3 1,-2-5 0,-2-3 0,-3-5 15,-2-7 1,-10-2 0,2 2 0,-4-2 237,-3-3 1,0-2-1,0 5 1,1-5 46,-1-3 0,0 1 0,0-3 0,0 5-59,1-1 0,1 1 0,3-7 0,5 4-184,3 3 0,-8-7 0,5 2 1,-3-5-175,1-2 0,9 0 1,-3-1-1478,6 1 100,2-10 1558,0-2 0,10-10 0,2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4:37.4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652 370 8176,'-13'-21'160,"1"6"0,5 1 472,-7-3 1,1 7 0,-1 3 0,-3 4-214,-2 3 0,-6 3 0,-1 6 0,-3 11-259,2 6 1,-4 16 0,2-1 0,2 7-182,3 0 0,5-2 0,4-2 0,8 0-40,4-1 1,3-9-1,3-7 1,4-11 160,8-8 0,6-8 0,8-8 0,5-6 87,0-5 1,5-13 0,-10-4-1,0-8-168,2-6 1,-9 11 0,2-7-1,-9 0-216,-5-3 0,-3-1 1,-7 6-1,0 1-98,0-1 0,-12 0 0,-10 3 0,-12 5 24,-7 7 0,-3 5 0,-2 4 0,-2 6 88,-3 7 1,0 4 0,8 6 0,2 6-224,4 13 1,-1 2 0,11 13 0,5 1-1337,5 3 1742,12-7 0,-4 7 0,9-7 0</inkml:trace>
  <inkml:trace contextRef="#ctx0" brushRef="#br0" timeOffset="767">1044 174 8096,'0'-21'-187,"0"-1"397,0 0 1539,0 10-1260,0 2 0,0 27 0,0 5-281,0 2 1,0 0-1,0-2 1,0 2-171,0 5 0,7-2 1,0 7-1,-2 0-302,-3 0 1,-2 2 0,0 5-1,0-2-84,0-3 1,0 0 0,0 8 0,3-3 181,4-5 0,-2 3 0,9-10 0,3-5 406,3-7 0,4 0 0,2-10 0,6-2 79,2-2 1,9-13-1,11-7 1,-1-7-292,0-5 0,5 0 0,-7 7 0,-5 0-806,-7 1 1,-6 6 777,-4 0 0,-4 11 0,6-6 0</inkml:trace>
  <inkml:trace contextRef="#ctx0" brushRef="#br0" timeOffset="1050">172 1176 8096,'-12'0'936,"8"0"1,18 0 0,17 0-491,15 0 1,25 0 0,23-2-1,-38 0 1,2-1-193,4 0 0,2-1 0,5-1 0,2 0 0,1 2 0,1 1 0,1-2 0,0 1-227,-2 0 0,1 1 0,0 0 1,-1 2-1,-7-1 0,-2 2 1,-5-1-1,-2 0-58,43 0 1,-21 0 0,-13 0 0,-17 2-547,-16 5 1,-13-2 0,-19 10-881,0 2 0,-10 2 1483,-4 3 1,-15-1 0,-5 1 0</inkml:trace>
  <inkml:trace contextRef="#ctx0" brushRef="#br0" timeOffset="1433">652 1851 8070,'-25'12'148,"-4"-4"0,3 1 0,-8 1 0,2 0 499,6-1 0,2 8 0,2-2 0,2 4 188,6 3 1,-3 0-1,10-1-524,2 1 1,2 0-1,6-3 1,4-2-129,8-2 1,6-10 0,6 2 0,4-5 91,3-2 1,-5-9-1,5-6 1,0-7-245,0-7 1,-7 5 0,2-7 0,-5 2-156,-2 0 1,-10-10-1,-5 5 1,-5-2-51,-2-1 0,0 8 1,-4-5-1,-11 1-292,-14-1 1,-12 7-1,-10-2 1,-7 5 195,-5 2 1,-2 8 0,-1 2-1,4 2 159,3 5 0,-1 12 1,12 10-1,6 7-239,11 5 1,7 8-1,4-6 1,6 1-349,7-1 1,7 1-1,7-6 698,7 3 0,15 10 0,5-5 0</inkml:trace>
  <inkml:trace contextRef="#ctx0" brushRef="#br0" timeOffset="1867">848 1786 8070,'12'-10'990,"-5"-4"0,-5 2 33,-2-3 0,0 13-481,0 2 0,0 4 0,0 16 0,0 4-149,0 0 0,0 8 0,3-3 0,4 0-263,7 2 0,-1-7 0,1 5 0,3-4-52,2-4 0,3-6 0,0-3 0,0-2-58,0-5 1,-1-3 0,3-4-1,1-6-409,-4-6 0,6-6 1,-12-1-1,2-4-103,-3-4 0,3 5 0,-10-5-495,-2 5 1076,-2 2 1,-6 20 0,-2 11-1,-2 13 102,2 7 0,3 3 1,2-6-1,0 3 693,0-2 0,2-3 1,5-4-178,8-6 0,4-4 1,5-10-1,3-3-304,2-4 0,0-7 0,-9-13 0,-4-5-239,-1-1 0,-10 4 0,2-5 0,-5 0-303,-2 0 0,0 5 0,0-5 0,-2 3-1168,-5 4 0,2 3 0,-7 2 0,0 3-3722,0 4 5029,-3 5 0,-7 1 0,1-3 0</inkml:trace>
  <inkml:trace contextRef="#ctx0" brushRef="#br0" timeOffset="2067">1610 1895 8061,'0'22'2606,"0"-1"-1878,0 1 0,0 0 1,2 0-1,3-1-512,2 1 1,0 7 0,-4 0 0,2-2-615,2-3 0,3-2 0,-5 0 398,2-1 0,10 11 0,-5 2 0</inkml:trace>
  <inkml:trace contextRef="#ctx0" brushRef="#br0" timeOffset="2383">2437 1350 11814,'22'0'252,"0"0"1,0 0-577,-1 0 1,4 0 323,4 0 0,4 0 0,11 0 0</inkml:trace>
  <inkml:trace contextRef="#ctx0" brushRef="#br0" timeOffset="2500">2699 1133 7995,'-44'0'0,"0"0"320,1 0 1,7-8 0,-1 1-1,-1 2-268,-4 3 0,-1 4 0,2 3-52,4 2 0,-4 10 0,7-5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4:34.54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44 663 7831,'-22'0'-39,"10"10"1,5 7 0,5 7 581,2 5 1,0 10-1,0-3 1,0 5 63,0 3 0,2-3 1,5-2-1,5-3-587,0 3 1,8-8-1,-6-2 42,6-5 1,1-12-1,1-7-22,0-10 1,0-9 0,-3-15 0,-2-8-214,-2-4 1,-3-2-1,5-1 1,-5 3 201,-3 5 1,-1-3 0,-8 10-1,0 2 174,0 3-174,9 12 1,-6 15 0,4 18-1,-5 11 32,-2 2 0,0 7 0,3-7 0,2 2 25,2 0 1,7-9-1,-4 0 1,2-11 362,5-8 1,-5-6 0,3-2-1,2-2-308,2-6 1,0-6 0,-2-15-1,-2-7-81,2-6 1,-7-1 0,-1-1 0,-2-2-290,1-4 1,-1 4 0,-5-5 0,3 5-1202,3 2 1,-1 3-1,-7 5 1430,0 7 0,9-5 0,4 0 0</inkml:trace>
  <inkml:trace contextRef="#ctx0" brushRef="#br0" timeOffset="284">676 968 8071,'21'0'-140,"1"0"1,0 0 741,0 0 0,0-2 0,-1-3 0,-1-5-111,-6-2 0,6-3 0,-6-6 0,3-1-245,-2 0 0,4-2 0,-7-3 0,0-2-157,-5 3 1,-2 9-1,0 2 1,2-2-161,-2-2 0,-5 7 1,-7 5-169,-8 4 0,-4 3 0,-3 3 0,0 4 170,1 7 0,-1 15 0,0 8 0,0 4 505,1 2 0,1 1 0,3-1 1,5 1-29,2 0 0,3-3 1,10-5-1,4-7-1094,7-5 0,18-12 1,11-4 685,13-6 0,17-12 0,4-2 0</inkml:trace>
  <inkml:trace contextRef="#ctx0" brushRef="#br0" timeOffset="816">1568 10 8280,'0'-10'743,"0"10"1,3 12 0,4 15-1,5 4-373,0 3 1,8 3 0,-6 6 0,3 3-138,-2 5 0,4-3 0,-7 8 0,3 0-327,-1-1 1,-9 3 0,2 5 0,-4-5-191,-3-7 1,-3-5 0,-2-2 0,-2-3-195,2-5 0,-4-12 1,-1-12 513,-2-2 1,5-10 0,-5-10 0,2-2 178,5-5 0,3-2 0,2-3 100,0 0 0,7 1 0,3 1 0,2 6-122,5 6 1,4 6 0,6 2 0,2 0-243,-2 0 0,-1 2 0,1 6 1,2 6-576,-3 6 1,6 4 0,-3 2 0,-2 3 623,-3-2 0,7 7 0,3 0 0</inkml:trace>
  <inkml:trace contextRef="#ctx0" brushRef="#br0" timeOffset="1133">2440 707 8294,'0'-29'0,"0"0"588,0 2 0,-8 3 0,-1 4 0,-3 6-87,-5 7 1,-5 4 0,-5 3 0,-2 3 17,3 4 1,-6 5-1,3 12 1,2 3-131,3 2 0,5 10 1,2-3-1,5 3-695,2-3 0,3 3 0,7-10 0,0 0-575,0 2 1,7-14 0,3 5 0,2-5 293,5-5 1,9-2 0,4-10 0,-1-3 344,2-4 1,-7-5 0,5-10-1,-5 0 307,-2 0 0,0 8 0,0 2 0,-3 0 1605,-4 0 0,4 7-20,-4-2 0,4 7-1388,3 7 1,-10 5-1,-5 10 1,-2-3-1039,2-4 0,-4 4 0,6-5-700,1 6 1,-8-6 1475,6 1 0,4-10 0,0 4 0</inkml:trace>
  <inkml:trace contextRef="#ctx0" brushRef="#br0" timeOffset="1383">2679 576 8020,'7'15'277,"1"-1"0,-1-7 0,-7 8 1,0 2 285,0 2 0,0 3 1,0 0-1,2 2-311,6 5 0,-4-2 0,8 6 0,1 1-18,-1 0 1,0-7 0,5-1 0,-5-6 732,-3-6 0,8-9-516,-2 2 0,-3-14 0,0-7 0,-2-6-214,-5-2 0,-3-9 1,-2-5-1,2-5-249,6-3 0,-6 0 1,5 1-1,-4-1-1247,-3 1 0,0-1 0,0 3 1,0 2-981,0 3 1,7 10 2238,0-4 0,10 6 0,-5 3 0</inkml:trace>
  <inkml:trace contextRef="#ctx0" brushRef="#br0" timeOffset="1683">3027 946 7996,'22'0'-424,"-7"0"1,-1-2 0,3-3 704,3-2 0,1-3 0,1 3 0,-2-8-51,-6-4 1,5 2 0,-7-2-1,3-6-85,0 1 0,-11 0 0,4 2 1,-6-2-158,-2-5 0,0 5 0,0-5 0,0 5-210,0 2 0,-2-2 0,-6-3 0,-6 0 56,-6 8 0,-1-3 0,-1 10 616,0 0 0,3 5 1,2 12-1,5 4 464,2 3 1,-4 10 0,6 7 0,3 0-37,3 3 0,2-6 0,0 8 0,0 0-646,0 0 0,10-7 1,4 4-1,6-2-802,1 0 1,4 0-1,1-7 1,6 0-2548,2-1 3117,2-8 0,17 6 0,3-7 0</inkml:trace>
  <inkml:trace contextRef="#ctx0" brushRef="#br0" timeOffset="1800">3790 1012 9281,'2'-13'127,"5"6"-127,5 5 0,10 2 0,0 0 0</inkml:trace>
  <inkml:trace contextRef="#ctx0" brushRef="#br0" timeOffset="1904">3942 707 7967,'-22'-22'717,"1"0"0,1 8-717,6-1 0,-6 1 0,8-8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4:33.67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828 523 8023,'0'-51'461,"0"1"1,0-1 0,0 5 0,0-2 224,0-3 1,-10 7 0,-5 10-1,-6 0 17,-8 1 0,-8 6 0,-11 0 1,-5 10-317,-3 10 1,-2 5-1,-7 4 1,2 8-353,5 12 0,-3 9 0,10 13 1,3-1-128,2 1 0,12 6 1,7 1-1,10 0-182,10 2 0,10-7 0,9 5 0,12-5-21,7-2 0,13-1 1,9 1-1,3-1 249,4 1 1,10-1-1,1 1 1,-6 0 144,-5-1 0,-11 1 0,2 2 0,-8 2 107,-6 3 0,-16 7 1,-16-5-1,-12 0 120,-15 1 1,-12-4-1,-17-8 1,-7-4-226,-5-1 1,-2-11 0,-3 1 0,1-10-313,1-10 0,-1-5 1,16-2-1,5 0-831,7 0 0,3-9 1,14-6-2315,10-4 3356,7-3 0,24-9 0,6-3 0</inkml:trace>
  <inkml:trace contextRef="#ctx0" brushRef="#br0" timeOffset="250">871 1089 8023,'12'3'872,"-5"4"1,-4 5 0,-3 12-1,0 6-595,0 6 0,0 3 0,0-1 0,0-1-135,0 1 0,2-6 0,6-3 1,6-8 62,5-6 0,13 2 0,2-12 0,2-8-2,0-9 1,-7-10 0,5-7 0,-5-4-78,-9-1 0,-8-5 0,-12 10 0,-3 2-472,-4 3 1,-12 2 0,-13 3 0,-2 2-447,-4 3 0,-3 9 0,-3 0 792,0 10 0,1 7 0,-1 10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4:56.7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1329 7940,'-21'-22'0,"9"8"-403,4-1 633,6 11-230,2-16 0,10 8 0,2-10 0</inkml:trace>
  <inkml:trace contextRef="#ctx0" brushRef="#br0" timeOffset="434">1395 458 8209,'-3'-22'0,"-4"1"113,-8-1 0,-2 0 0,-2 0 0,0 1 3,-6-1 1,-4 10-1,0 4 1,-4 6-97,-1 2 0,-7 10 0,4 7 0,-1 9-34,1 11 1,-1 6 0,8 5 0,4 6-27,2 1 0,4-6 0,6 2 0,7-8 15,4-7 0,6 3 0,4-12 0,10-8 292,9-9 0,8-10 1,10-7-1,-1-8 42,1-4 0,-1-13 0,1-4 0,-3-5-165,-5-3 0,3-7 0,-10 1 0,-2-1-141,-3-2 0,-12 4 0,-5-7 0,-7 3-186,-7 5 1,-7 2 0,-18 2 0,-9 3-165,-7 5 1,-20 4-1,2 13 1,-1 5 95,-1 6 0,3 6 0,-1 4 0,3 6 2,5 6 1,8 8 0,13 4 0,8 6-326,5 2 1,12 2 573,5 8 0,-5-1 0,-1 1 0</inkml:trace>
  <inkml:trace contextRef="#ctx0" brushRef="#br0" timeOffset="716">1612 153 9536,'0'32'963,"8"-6"0,1 8 0,3 0-897,5 0 0,3 2 0,1 8 0,4-3-987,4-5 0,-5 3 0,7-10 0,1-2 921,4-3 0,5-12 0,3-2 0</inkml:trace>
  <inkml:trace contextRef="#ctx0" brushRef="#br0" timeOffset="900">2070 240 8063,'-15'-12'-561,"1"8"432,-3 8 0,5 11 0,-3 11 0,0 8 1040,3 7 0,-5 1 1,8 18-1,-3 5-356,-5 6 1,5 11 0,-3-2-1,-2 7-646,-2 7 1,-3-4 0,0 2-1,0-10-209,1-9 1,6-15 0,3-10-1978,2-9 2277,3-18 0,7-11 0,0-10 0</inkml:trace>
  <inkml:trace contextRef="#ctx0" brushRef="#br0" timeOffset="1083">2070 698 8011,'0'12'2091,"0"7"-1850,0-4 1,2 4 0,3 3-1,2 0-392,-2-1 0,5 1 1,-1 0 150,3 0 0,3 0 0,7-1 0</inkml:trace>
  <inkml:trace contextRef="#ctx0" brushRef="#br0" timeOffset="1200">2157 393 8011,'0'-15'-132,"0"1"1,0 9 0,0-5 0</inkml:trace>
  <inkml:trace contextRef="#ctx0" brushRef="#br0" timeOffset="1499">2374 720 8011,'10'21'-74,"-7"1"0,4 0 250,-5 0 0,-2-1 1,0 1 383,0 0 0,0-8 306,0 1-703,0-10 1,-7 2-1,0-14-257,2-8 0,2-4 0,3-5 0,3-3-112,4-2 0,-2 0 1,9 10-1,3 2 123,3 2 1,-6 3 0,1-2 0,2 6 53,2 6 1,3 2 0,0 0 0,2 5 105,5 9 0,-5 1 0,3 16 0,-8-2-233,-4 0 1,-3 10 0,2-3 0,-7 6 155,-4 1 0,-3 1 0,0-1 0</inkml:trace>
  <inkml:trace contextRef="#ctx0" brushRef="#br0" timeOffset="1833">611 1395 7907,'-22'0'176,"12"-8"1,13 1-1,18 2 200,20 3 0,18 2 1,20-3-1,21-1-216,-43 1 0,4-2 0,11-3 0,4-1 1,14 3-1,4 0 0,-26 2 0,3-1 0,0 0 1,6 0 1,2 0 0,0 0 0,-2 1 0,-1-1 0,1 0 0,0-2 0,0 1 0,-1-1 0,-5 2 0,0 0 0,-1 1-141,29 0 0,-2 1 0,-4 0 1,-2 1-1,-8 0 0,-4-1 0,-5-1 1,-2 1 281,-8 0 1,-3 1 0,34-1-1,-18 3 1,-14 0-692,-12 0-565,-15 0 1,-24 8 952,-19-1 0,-20 10 0,-6-5 0</inkml:trace>
  <inkml:trace contextRef="#ctx0" brushRef="#br0" timeOffset="2850">1678 2200 7977,'-29'-7'0,"-3"0"0,1 0 509,-1-3 0,-4 7 1,4-4-1,1 5-21,0 2 1,-6 2 0,6 3 0,-1 5-191,1 2 1,2 2 0,10 8 0,4 0-272,8 0 1,-3-1-65,3 1 1,9-10-1,13-4 1,7-8-51,7-8 0,-3-6 1,8-15-1,0-8 66,0-4 1,-8-9-1,3-4 1,-4 1 61,-4 0 1,-9-5-1,-4 5 1,-6-1-16,-2 1 0,-12 5 0,-12 11 0,-17 11-119,-15 9 1,-9 0 0,-8 12 0,-4 7-17,-1 11 1,6 6 0,14 5 0,9 5-1531,11 7 1639,6-4 0,20 9 0,2-7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4:48.72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63 1237 8034,'-14'0'296,"-1"-2"593,-2-5-513,7 4 0,3-6 0,14 9-8,8 0 1,14 0 0,10 0-1,11 0-178,16 0 1,11 0-1,18 0 1,-44 0-1,2 0-112,3 0 0,1 0 1,4 0-1,2 0 0,5 0 1,2 0-1,2 0 0,1 0-120,2 0 0,0 0 0,0 0 0,0 0 1,-2 0-1,-1 0 0,-4 0 0,0 0 104,-5 0 0,-1 0 1,-4 0-1,-2 0 1,36 0-1,-19 0 29,-18 0 1,-14 2 0,-9 3-299,-10 2-402,-15 10 1,-10-5-1,-16 7-944,-8-4 0,-4-5 1553,2-10 0,-5 9 0,-9 3 0</inkml:trace>
  <inkml:trace contextRef="#ctx0" brushRef="#br0" timeOffset="416">1043 541 8193,'-22'-22'402,"0"0"1,8 3 0,-1 2 0,-2 5-238,-2 2 1,-10 3-1,0 7 1,0 0-3,-2 0 0,-1 9 0,-7 6 0,5 7-13,3 7 1,2 5-1,5 11 1,0 4-170,2 2 0,-2 0 0,16-8 1,4-2-43,1-5 0,3 3 0,3-12 0,4-8 265,7-9 1,13-8 0,4-7 0,3-7-27,5-9 0,0-16 0,-1-1 1,-4-8-73,-2-5 0,4-7 0,-9 7 1,-6 2-135,-4 4 0,-12 1 1,2-2-1,-7 0-273,-7 2 0,-15-4 1,-14 14-1,-5-2-73,-3 0 0,-6 9 0,-4-2 0,1 5 20,0 2 0,2 3 0,8 4 0,1 8-58,6 4 0,12 3 0,12 3 412,2 4 0,3 5 0,7 10 0</inkml:trace>
  <inkml:trace contextRef="#ctx0" brushRef="#br0" timeOffset="716">1108 61 8534,'22'-12'1412,"-7"3"-725,-1 9 1,-7 0-1,5 2-334,-2 5 0,-3 5 1,-7 13-1,0 1-263,0 3 0,0 10 1,0-3-1,0 5-291,0 3 0,0 2 0,0 2 0,0 3-371,0-2 1,3-3 0,2-5-1,4-5 317,3-7 1,3-7 0,9-5 0,3-5 390,2-3 1,12-1-1,0-11 1,7-2 211,1-2 0,4-10 0,-2 5 1,-5-2-532,-7-1 1,-1 10 0,-6-2-1572,2 5 1754,-8 2 0,-4 0 0,-12 0 0</inkml:trace>
  <inkml:trace contextRef="#ctx0" brushRef="#br0" timeOffset="1149">869 1891 8070,'-10'-12'285,"-4"4"1,-6-1 0,-2 1 0,1 6 59,-1 7 1,-7 9-1,0 13 1,0 4-119,-3 3 1,8 3 0,-2 6 0,6 1-64,6-1 1,9 1 0,-2-3 0,4-5-164,3-7 1,3-7 0,4-7-1,10-8 152,9-5 0,1-11 0,7-8 0,0-10-30,0-9 1,-8-8 0,6-4-1,-3-6-111,0-1 1,-7 4-1,-10-5 1,-3 1-24,-4-1 0,-2 5 0,-6-4 0,-7 4-129,-11 10 0,-4-3 0,-11 10 0,-3 3 68,-2 9 0,-2 3 0,-1 11 1,1 4-171,-1 1 1,3 3 0,5 3 0,7 4-433,4 7 1,6 6 0,5 1-1,6 4 674,6 4 0,2-5 0,0 7 0</inkml:trace>
  <inkml:trace contextRef="#ctx0" brushRef="#br0" timeOffset="1383">956 1564 10801,'12'22'462,"7"0"1,-4 2-1,4 2-694,3 3 1,2 3-1,3-6 1,4 4-411,3-4 1,-5-4-1,5-5 642,-3-3 0,8-9 0,-5 5 0</inkml:trace>
  <inkml:trace contextRef="#ctx0" brushRef="#br0" timeOffset="1566">1348 1542 8072,'-3'12'-72,"-4"-4"1,-3-4 0,-4 4 0,7 9 545,4 9 0,-4 8 1,0 12-1,2 5 0,3 7 1,2 12-1,-3 8 1,-2 4-210,-2 7 0,0 11 0,4-6 0,-2-2-458,-2-3 1,-2-4 0,4-5-1,-3-7-2056,4-6 2249,-8-11 0,9-13 0,-7-11 0</inkml:trace>
  <inkml:trace contextRef="#ctx0" brushRef="#br0" timeOffset="1833">1457 2239 8072,'-15'3'579,"1"4"0,2 5 79,-3 10 0,5-1-267,10 1 1,3-10 0,2-2 0,4-3 39,3 0 0,3-2 1,7-12-1,0-7-91,-1-6 0,-1-2 1,-3-2-1,-3-2-258,3-3 0,-7 0 0,-1 7 1,-1 0-727,-1 0 0,0 0 0,-7 1-4158,0-1 4802,0 0 0,0 10 0,0 2 0</inkml:trace>
  <inkml:trace contextRef="#ctx0" brushRef="#br0" timeOffset="2183">1718 2087 8072,'0'-12'2040,"0"2"0,0 12-1715,0 6 1,0 4 0,2 9-370,6 1 0,-6 0 0,8 0 0,-3 0-238,0-1 1,10-6 0,-2-1 19,4 3 1,3-7 0,0-3 12,-1-4 0,-6-11 0,0-1 0,-1-3-50,-2-5 0,5-5 0,-10-5 0,1-2 70,1 3 0,-6 1 0,4 4 859,-5-1-390,-2 10 0,-2 2 0,-3 13 238,-2 4 0,0-2 0,4 9 0,-2 3-121,-2 2 0,0 3 0,7 0 0,2 0-399,5 0 0,-2-3 0,10-2 1,2-3-586,2 3 0,3-7 1,0-3-1,-1-4-1455,1-3 2082,0 0 0,0 0 0,0 0 0</inkml:trace>
  <inkml:trace contextRef="#ctx0" brushRef="#br0" timeOffset="2383">2219 1499 8051,'0'21'-199,"0"11"1,0 2-1,0 2 758,0 0 0,7 3 0,0 9 0,1 3 59,1-2 0,-4 6 0,7 1 0,-2 2-499,-5 0 1,0-9-1,-1 1 1,4-1-525,-3 2 1,-3-15-1175,-2 0 1579,0-9 0,-10-25 0,-2-4 0</inkml:trace>
  <inkml:trace contextRef="#ctx0" brushRef="#br0" timeOffset="2599">1892 1912 8056,'22'-7'427,"0"0"1,2 2 269,5 3 1,5-6 0,9 1 0,3 2-723,5 3 1,-2 2 0,6 0-1,-1 0-163,-6 0 1,-2 2 0,-3 3 0,-1 2 187,-6-2 0,-5 7 0,-9 0 0</inkml:trace>
  <inkml:trace contextRef="#ctx0" brushRef="#br0" timeOffset="2849">3046 1303 9978,'0'-22'1700,"0"10"-1700,0 2 0,-9 10 0,-3 0 0</inkml:trace>
  <inkml:trace contextRef="#ctx0" brushRef="#br0" timeOffset="3433">4201 410 8076,'-25'-3'0,"-1"-1"0,-6-4 415,-2 4 1,5 1 0,-7 3-1,-3 3-167,-2 4 1,-2 7 0,2 13 0,2 4-210,3 3 1,9 3 0,-2 6-1,5 3-37,2 5 0,10-5 0,5 5 0,9-5-105,13-3 0,-1-9 1,17-7-1,1-10 226,4-10 0,8-7 1,4-10-1,3-9 119,-3-8 0,-2-12 0,-2 3 0,-3-5-38,-5-2 1,3-3 0,-12-3 0,-6-2-160,-4 3 1,-12 0 0,2-1 0,-7-4-202,-7-3 0,-5 8 0,-12-3 1,-5 5-21,-7 3 1,-6 6 0,-1 3 0,-1 5 34,1 10 0,-1 0 0,1 11 1,-1 6-194,1 7 1,9 0-1,5 12 1,4 4-290,4 6 1,6 4 0,3-4 622,2 2 0,3 10 0,7-5 0</inkml:trace>
  <inkml:trace contextRef="#ctx0" brushRef="#br0" timeOffset="3666">4266 105 8005,'10'-22'331,"-8"8"429,5-1 1,5 10-314,3-2 0,2 10 1,2 9-1,1 9-322,4 4 0,2 8 0,-1 4 0,1 1-527,3-1 0,3 4 1,-6-7-1,6 0-541,2-5 1,-5-5 0,4-2 942,-1-1 0,-3-8 0,-7-4 0</inkml:trace>
  <inkml:trace contextRef="#ctx0" brushRef="#br0" timeOffset="3832">4789 257 8005,'-22'-7'33,"0"0"0,7 0 0,1 7 0,-1 2 222,3 5 0,-5 5 1,8 10-1,-1 2 54,0 5 1,1 5 0,4 12 0,-2 5-133,2 7 0,-5 5 0,3 5 0,2 4-631,3 8 0,-1-5 1,-2-5-1,-2-7-2003,2-5 2457,3-19 0,-8 22 0,-2-15 0</inkml:trace>
  <inkml:trace contextRef="#ctx0" brushRef="#br0" timeOffset="4099">4854 693 8005,'-22'10'61,"0"2"0,1 10 198,-1-1 1,7 1 0,3 0-1,2 0 115,6-1 0,1 1 0,3 0-20,0 0 1,3-10 0,4-5-57,7-5 1,6-11-1,2-6 1,-1-4-86,1-3 1,-3 0 0,-2 1 0,-5-1-263,-2 0 1,5-2-1,-6-3-855,3-2 0,-7 0 0,5 7 0,-3 1 904,0-1 0,10 0 0,-4 0 0</inkml:trace>
  <inkml:trace contextRef="#ctx0" brushRef="#br0" timeOffset="4399">5050 584 7059,'0'15'83,"0"-1"700,0 3 0,0-5 0,0 3 0,0 2-348,0 2 0,0-5 1,0 1-1,0 2-205,0 2 0,0 3 0,2 0-344,6 0 1,-4-3 0,11-2 0,2-5-215,2-2 0,3-3 0,0-7 13,-1 0 0,1-10 0,0-4 1,0-6 21,0-1 1,-8-1 0,-2 0-1,0 0 298,0 1 0,-7-1 1,5 0 475,0 0 1,-8 0 316,5 1 1,-7 11-483,-7 10 0,5 10 0,-6 11 1,4 1-254,-4 0 1,6 0 0,-5 0 0,4-1-1107,3 1 0,10 0-1276,4 0 2319,6-10 0,1-3 0,1-9 0</inkml:trace>
  <inkml:trace contextRef="#ctx0" brushRef="#br0" timeOffset="4582">5572 170 8005,'0'37'15,"0"-1"0,8 0 0,1 8 1,1-1 234,0 1 0,7 2 0,-5 2 1,2 3-270,1-3 0,-3-2 0,5-4 0,-5-4-146,-2-1 1,-1-11-1,-4 3 165,2-5 0,1-12 0,-8-2 0</inkml:trace>
  <inkml:trace contextRef="#ctx0" brushRef="#br0" timeOffset="4749">5442 453 7982,'24'0'0,"5"0"24,7 0 0,5 8 0,3-1 1,2-2 308,5-3 1,-3-2-1,10 0 1,3 0-264,2 0-70,-8 0 0,8 0 0,-7 0 0</inkml:trace>
  <inkml:trace contextRef="#ctx0" brushRef="#br0" timeOffset="5549">3417 1194 8075,'-22'0'361,"7"0"148,1 0 0,11 0-178,3 0 1,15 0 0,21 0 0,17 0-210,15 0 1,22 0 0,-37 0 0,3 0 0,5 0 0,3 0-89,6 0 0,3 0 1,11 0-1,4 0 1,9 0-1,2 0 1,0 0-1,0 0-223,1 0 1,-1 0-1,-2 0 1,-1 0 0,0 0-1,-1 0 1,-3 0 0,-2 0 310,-4 0 1,-3 0 0,-7 0 0,-4 0 0,-14 0 0,-2 0-1,-5 0 1,-1 0 59,37 0 0,-14 0 0,-22 0 1,-15 0-477,-9 0 1,-15 2-844,-5 5 1,-14 13 1136,-5-6 0,-10 8 0</inkml:trace>
  <inkml:trace contextRef="#ctx0" brushRef="#br0" timeOffset="5963">4571 1782 8154,'-44'0'0,"1"2"-25,-1 5 1,8-2 0,0 10 0,-1 2 401,3 2 1,-4 10 0,9 3-1,2-1 110,3 1 1,2 6-1,3-1 1,4 1-287,8-1 0,12 1 0,7-9 0,5-5-118,7-7 0,5 0 1,-2-9-1,4-4-15,3-1 1,2-15-1,5-8 1,-2-9-135,-3-5 0,-9 5 0,2-7 0,-5-3-240,-2-2 0,-3-2 0,-4-1 0,-8 1 52,-4-1 1,-3 1 0,-5-1 0,-7 0 108,-10 1 0,-17 2 1,-4 2-1,-13 5 152,-7 3 1,-2 9-1,-1 10 1,1 2 156,0 5 0,-5 3 0,4 4 0,13 6-366,12 6 0,5 8 0,11 4 0,8 4-173,5-4 1,5 1 0,9-1 0,6 3 374,6-2 0,6-3 0,1-2 0</inkml:trace>
  <inkml:trace contextRef="#ctx0" brushRef="#br0" timeOffset="6215">4680 1629 8504,'2'15'1509,"3"-1"-1060,2 3 1,10 3 0,-2 4 0,4 2-306,3 4 1,7 6-1,2-5 1,1 1-612,-1-1 1,8-2 0,-5-7 0,2 0-1668,0 0 2134,-9-10 0,14 7 0,-7-7 0</inkml:trace>
  <inkml:trace contextRef="#ctx0" brushRef="#br0" timeOffset="6382">5115 1651 8145,'-14'3'267,"2"4"-125,2 7 0,-5 6 0,8 4 0,0 5 31,-3 7 0,8 8 1,-6 7-1,6 7 74,2 5 1,0 2 0,0 0 0,0 3-252,0 5 0,0-6 1,-2 6-1,-3-8-572,-2-7 1,-10-4 0,5-11 575,-1 1 0,-16-11 0,5-1 0</inkml:trace>
  <inkml:trace contextRef="#ctx0" brushRef="#br0" timeOffset="6599">5268 2087 8040,'-13'9'731,"6"6"-129,5 4 0,2 3 0,2-3 0,5-2-722,8-2 0,-3-1 1,3 8-1,2-3-161,2-4 0,3-3 0,-1-7 281,1 2 0,0 0 0,0-7 0</inkml:trace>
  <inkml:trace contextRef="#ctx0" brushRef="#br0" timeOffset="6849">5616 2021 7960,'10'12'-233,"-8"8"-526,5-6 0,-4-2 759,-3 3 0,9-1 0,4 8 0</inkml:trace>
  <inkml:trace contextRef="#ctx0" brushRef="#br0" timeOffset="7115">5289 1760 8100,'-14'-2'3475,"-1"-6"-2377,1-4-2801,-8 0 1703,10-7 0,12 16 0,12-6 0</inkml:trace>
  <inkml:trace contextRef="#ctx0" brushRef="#br0" timeOffset="7565">5529 2021 8798,'0'15'1386,"0"-1"-1008,0 3 1,0 3 0,0 1 0,0 1 93,0 0 0,0 0 0,0 0 47,0-1 0,0-6 276,0-1-794,0-9 1,0-5 0,0-14 0,2-6-170,6-1 1,-4-1 0,11 0 0,-1 0 197,-1 0 1,6 3 0,-5 5 99,6 6 1,2 6 0,-1 4-137,1 6 0,-3 4 0,-2 12 1,-4 2-1132,-4 3 1,1 8 1136,-3-8 0,-4 10 0,6-6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5:00.8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153 2483 8061,'-14'0'390,"-1"0"1,8 0 274,-7 0 1,6 0-115,-6 0 0,7-2-211,-8-5 1,8 4 0,-5-6 131,2-1 1,-5 5-300,8-9 0,0-1 1,7-7-179,0 1 1,2 1-1,3 3 1,5 3-159,2-3 1,3-10-1,6-2 1,1 3-172,0 1 1,0 11 0,-1-1-805,1-2 1,0 8 1137,0 1 0,0 6 0,-1 2 0</inkml:trace>
  <inkml:trace contextRef="#ctx0" brushRef="#br0" timeOffset="2367">850 1874 8207,'0'21'188,"0"1"1,0 2 191,0 5 1,0-2 0,0 7 0,0 0 30,0 0 1,3 2-1,2 8 1,2-1-233,-2 1 0,4-8 0,-1 0 0,-4 3-108,-1 2 0,-3-7 0,0-5 0,0-5-146,0-2 1,0-8-59,0 1 0,-3-10 0,-1 0 0,-4-10-88,3-10 1,3 3-1,2-2 1,0-6-13,0-6 0,0 2 0,2-5 0,6 7 179,6 7 0,-2-4 0,3 4 215,2-4 0,-5 7 0,2 5 176,3 4 1,3 10 0,1 3 0,-1 2-200,-6 5 1,3 5 0,-7 5 0,0 2-493,-1-3 0,6 1 0,-8-1 0,-2 3-716,-3-2 0,-2-10 1070,0-2 0,10 9 0,2 10 0</inkml:trace>
  <inkml:trace contextRef="#ctx0" brushRef="#br0" timeOffset="2667">1220 2375 8074,'13'2'919,"-6"5"0,-5 5 1,1 8-524,4-6 0,-5 6 0,8-6 0,0 3-194,4-2 1,-2 4 0,3-7-1,2 2-582,2 1 0,3-8 0,0 5-3215,-1-2 3595,1-3 0,0-7 0,0 0 0</inkml:trace>
  <inkml:trace contextRef="#ctx0" brushRef="#br0" timeOffset="2801">1395 2200 8126,'-22'-21'23,"3"-1"1,2 2 0,4 3 455,4 3 1,-6 7 646,8-8-910,0 10-216,7-4 0,0 18 0,0 3 0</inkml:trace>
  <inkml:trace contextRef="#ctx0" brushRef="#br0" timeOffset="3533">1351 2135 8038,'-10'-12'-986,"6"-5"1693,-11 10-117,10-10 1,-12 17-336,10 0 0,-7 9 0,6 13 0,3 2 60,3 5 0,2-4 0,0 6 1,0-2-78,0 0 1,0 10 0,0-5 0,0 2-213,0 0 0,2-7 0,6 5 0,4-2-77,0-6 0,7-1 0,-4-6 80,4-5 1,3-4 0,0-10 148,-1 0 0,-1-10 1,-3-7-1,-5-7 17,-2-5 0,-3-9 0,-5 4 0,3-3-159,2 1 1,1 2 0,-8-5 0,-3 3-224,-4-3 1,2 8 0,-7 0 0,0 2-208,0-1 1,4 4 0,-6 9-376,-3 2 1,5 11 0,-3-4-187,-2 6 1,8 12 0,2 4 954,4 5 0,3 3 0,0 0 0</inkml:trace>
  <inkml:trace contextRef="#ctx0" brushRef="#br0" timeOffset="3949">1634 2200 8046,'0'-14'-279,"0"-1"1282,0 1 0,-2 2 0,-3 7-543,-2 10 1,-3 7 0,5 10 0,-2-1-278,2 1 1,3 7 0,2 3 0,2-1-83,5 1 1,-2-3-1,7-8 1,0 1-306,0 0 1,1 0 0,4-3 0,-3-4-411,3-8 0,2-5 1,3-2 51,0 0 1,-3-2 0,-2-5 0,-5-8 181,-2-4 1,4-3 0,-4 0 0,0-2 288,-1-5 0,-1 2 0,-6-7 0,3 0 58,2 1 1,1 4 0,-8-5-1,0 2 458,0 6 0,0-6 269,0 3 1,0 12-1,0 17-177,0 12 1,-3 15-1,-2 4 1,-2 3-183,2 5 0,3 2 0,2 3 0,0-3-584,0-5 0,0 3 0,0-8 0,0 1-737,0-1 0,0-2 1,0-7 985,0 0 0,9 0 0,4-1 0</inkml:trace>
  <inkml:trace contextRef="#ctx0" brushRef="#br0" timeOffset="4130">2070 1678 8046,'0'21'53,"-3"1"0,-2 2 0,-2 3 372,2 2 0,3 10 0,2-3 0,0 5-55,0 3 1,2-1 0,3 3 0,5 3-505,2 2 1,-7 7 0,2-5 0,-2 0-1201,2 0 1334,-4-2 0,-3-7 0,-12-1 0</inkml:trace>
  <inkml:trace contextRef="#ctx0" brushRef="#br0" timeOffset="4330">1656 2004 9677,'0'-21'1400,"12"8"1,10 6-1,12 5-1042,7 2 0,5 0 0,5 0 0,7 0-600,5 0 1,-5 0-1,0 0 1,2 0-1542,3 0 0,-7 0 1783,-5 0 0,-5 0 0,-3 0 0</inkml:trace>
  <inkml:trace contextRef="#ctx0" brushRef="#br0" timeOffset="4515">3028 1525 8054,'0'-22'1040,"0"8"1,0-1-2062,0-1-775,0 6 1796,0 0 0,0 0 0,0-2 0</inkml:trace>
  <inkml:trace contextRef="#ctx0" brushRef="#br0" timeOffset="5016">4073 676 8158,'0'-22'0,"0"0"196,0 1 0,0-1 0,-2 3 0,-6 2 20,-6 2 1,-1 10 0,-4-2 0,-8 7-44,-4 7 0,-8 15 0,-9 14 0,-5 8-156,-3 7 1,15-3-1,-3 10 1,6 3 73,4 2 1,5-5 0,14-3 0,8-4 149,5-10 0,11-7 0,8-15 0,7-4 145,5-8 1,10-7-1,-5-7 1,2-10 39,1-10 1,-4-6 0,4-11 0,-11 0-340,-9 1 1,3-1 0,-8 1 0,0-1-357,-5 1 0,-4-1 1,-3 1-1,-5 1-425,-10 6 1,-2-3 0,-22 10-1,-6 5-223,-11 7 0,-9 0 1,-8 10 916,-7 2 0,-5 22 0,-2 7 0</inkml:trace>
  <inkml:trace contextRef="#ctx0" brushRef="#br0" timeOffset="5650">3899 197 8689,'7'22'0,"0"2"502,-2 5 0,5 5 0,0 12 0,2 5-205,5 7 0,2 5 0,3 2 0,0-2-193,-1-5 0,-6 2 0,-3-9 1,0-2-1,0-3 1,-7-5 0,2-5-301,-4-7 1,-6-7-1,-4-8 33,-7-6 0,1-6 1,1-4-1,0-6 100,0-6 0,7 2 1,-2-3-1,5-2-7,2-2 0,0-3 143,0 0 1,9 10 63,6 5 1,4 5-1,3 4 1,-3 5-179,-4 8 0,4 6 0,-4 6 0,4 5-638,3 1 1,-8-4 0,1 5 0,-1-2 678,-2-6 0,8 8 0,-8 0 0</inkml:trace>
  <inkml:trace contextRef="#ctx0" brushRef="#br0" timeOffset="5916">4552 894 7729,'-19'2'223,"4"5"0,-4-2 112,4 10 1,6-1-1,2 8 1,4 0-202,3 0 1,0-1 0,0 1 0,3-2 134,4-6 1,5 3 0,10-10-1,-1-2 45,1-2 1,0-3 0,0 0 0,0-3-315,-1-4 0,-6-3 1,-3-7-1,-2 3-243,-6-3 1,-1 5-1,-3-3-401,0-2 1,0-2 0,-3-3-782,-4 0 1,5 8 1424,-5-1 0,-6 1 0,1-8 0</inkml:trace>
  <inkml:trace contextRef="#ctx0" brushRef="#br0" timeOffset="6248">4792 850 8985,'0'15'2486,"0"-1"-2039,0 3 1,0 3-1,0 1-415,0 1 1,9 0 0,4 0 0,1-3-106,1-4 0,-1 1 0,8-8 0,0-3-333,-1-3 1,1-2-1,0 0 1,0 0 46,0 0 1,-1-7-1,-1-3 1,-3-2 166,-3-5 1,-7-2 0,5-6 246,-2-4 0,-3 12 0,-4-4 224,4 1 0,-4 1 185,4-3 1,-7 10 0,-5 7-171,-2 10 0,-1 0 0,8 9 0,0 3-81,0 3 1,0 2 0,0-1 0,0 1-321,0 0 0,0 0 0,0-1 1,0 1-753,0 0 0,0-8 1,3-1 858,4-4 0,5 8 0,10-5 0</inkml:trace>
  <inkml:trace contextRef="#ctx0" brushRef="#br0" timeOffset="6433">5467 132 8084,'0'24'-35,"0"5"0,2 7 115,6 5 1,-6 3 0,8-1 0,-1 1 155,6-1 1,-3 11-1,0 1 1,-2 3-251,-5 0 1,4-7-1,-2 5 1,-2-3-682,-2-4 1,-3-6 0,0-7 694,0-7 0,0-4 0,0-4 0</inkml:trace>
  <inkml:trace contextRef="#ctx0" brushRef="#br0" timeOffset="6632">5075 676 8084,'12'-10'-126,"0"8"0,-5-5 0,8 4 613,4 3 1,13 0 0,6-2 0,11-3-331,9-2 1,7-1-1,5 8 1,5 0-324,3 0 0,-6-2 0,6-3 0,-1-2-521,1 2 687,-18 3 0,13-8 0,-18-2 0</inkml:trace>
  <inkml:trace contextRef="#ctx0" brushRef="#br0" timeOffset="7099">3463 1765 9789,'44'0'563,"4"0"0,13-3 1,24-1-367,-31 0 1,3 0-1,8-3 1,3 0-1,12 2 1,2 3-1,3-1 1,2 1-134,2 1 1,1-1-1,5-1 1,1-1 0,-3 0-1,0 1 1,0 0-1,-2 1-170,-3 1 1,-2-1-1,-4-1 1,-1-1-1,-8 0 1,-1 1-1,-4 0 1,-1 1 186,-3 1 1,-2 0 0,-8 1-1,-1 0 1,34 0 0,-15 0 155,-11 0 1,-1 2-1,-14 5 1,-10 5-525,-11 1 0,-18 6 0,-2-7-899,-10 0 0,-10 5 0,-14-7 0,-7-1 1186,-5 1 0,7-3 0,3-7 0</inkml:trace>
  <inkml:trace contextRef="#ctx0" brushRef="#br0" timeOffset="7516">4770 2179 8182,'-22'0'27,"0"0"1,-7 2-1,0 3 1,0 4 242,-2 4 0,4-1 1,-7 5-1,3 0 210,4 7 1,3-2-1,2 7 1,3-3-232,4 3 0,-1-2 0,8 7 1,3-3-190,3-4 0,4-5 1,6-6-1,6-3 132,6-4 1,1-1-1,1-11 1,0-4 66,0-8 0,7-6 0,0-6 1,-3-5-136,-1-1 0,-11-4 1,1-6-1,-1-3-194,-2-5 1,-2 7-1,-10-2 1,0 8-194,0-1 1,-10 5 0,-7-2 0,-9 0 57,-11 2 1,-6 2 0,-8 10 0,-7 3 99,-5 5 1,-2-3-1,-1 9 1,1 4-158,0 1 1,9 6 0,8 4 0,9 10-626,10 9 1,7 1-1,8 7 887,6-3 0,-4 8 0,0-5 0</inkml:trace>
  <inkml:trace contextRef="#ctx0" brushRef="#br0" timeOffset="7933">4748 1917 8792,'12'22'321,"0"-5"0,-7 2 0,5 8 246,2 4 0,3 6 0,4 6 0,-2 3-271,-3 5 1,1-5 0,4 5 0,-4-5-204,-8-3 1,3 1 0,-3-3 0,-2-5-167,-3-7 1,-2-12-66,0-2 1,-2-13 0,-3-2 58,-2-12 1,-1-7 0,8-3 0,0 0-12,0 0 1,3-2 0,2-2 0,4-1 238,3 8 1,-4-3 0,6 10 71,3 0 1,-5 2 0,3 10-184,2 0 0,2 2 0,3 6 0,-3 6-203,-4 6 0,4 1 0,-7 4 0,3 1-249,-1 3 0,-2 3 1,3-6-1,-5 1-783,-1-8 1,-6 3 0,6-10-399,1 0 1595,-8-2 0,18 0 0,-8 2 0</inkml:trace>
  <inkml:trace contextRef="#ctx0" brushRef="#br0" timeOffset="8082">5314 2440 8084,'0'-32'91,"0"8"0,3-5 1636,4 5-1016,-4 2 1,13 13-393,-8 9 1,-1 9 0,-5 13 0,3 0-257,2 0 1,8 7-1,-5 0 1,-1 0-305,1 2 0,5-7 0,-6 5 1,3-4-2159,5-4 2399,-7-9 0,9 8 0,-7-8 0</inkml:trace>
  <inkml:trace contextRef="#ctx0" brushRef="#br0" timeOffset="8215">5293 2048 8084,'-22'-22'406,"7"3"-987,1 4 581,9 6 0,5 9 0,12 0 0</inkml:trace>
  <inkml:trace contextRef="#ctx0" brushRef="#br0" timeOffset="8482">5598 2375 8084,'0'21'52,"0"1"1,0 0 0,2-3 0,3-2 193,2-2 0,0-1 0,-7 8 266,0 0 0,0-8 353,0 1-877,0-10 0,0 2 1,3-14-117,4-8 0,-2-4 0,7-3 0,0 3 201,0 4 0,0-4 1,5 7-1,-2 0 91,2 4 0,4 6 0,6 2 1,4 0-109,3 0 0,-7 10 0,4 4 0,-2 8-322,0 7 1,-2-3 0,-10 8 265,-2-2 0,-11 7 0,6-6 0</inkml:trace>
  <inkml:trace contextRef="#ctx0" brushRef="#br0" timeOffset="9132">6904 1525 8172,'-29'-7'674,"0"0"249,-10-10-487,25 14 0,-3-6 0,24 9-1120,8 0 1,4 0 683,3 0 0,0 0 0,-1 0 0</inkml:trace>
  <inkml:trace contextRef="#ctx0" brushRef="#br0" timeOffset="9566">8102 720 8368,'0'-22'0,"0"0"27,0 0 1,-10 0 0,-4 3 0,-8 5 201,-7 6 1,0 8-1,-12 8 1,-5 6-217,0 5 0,0 13 0,2 4 0,3 5-106,5 3 1,-1-1 0,13-1 0,7-4 76,5-1 0,5-11 0,7 6 0,2-6 114,6-4 0,4-5 1,12-17-1,5 0 209,7 0 1,3-17 0,0-7 0,-3-8 1,3-6 1,2-11 0,2-4-1,-2 0-128,-4 0 1,-6-6 0,-9 6 0,-3-2-171,-4-6 0,-5-2 0,-13 0 0,-7 5-220,-11 7 0,-3 5 0,-15 3 1,-5 2-11,-4 4 0,-10 6 0,5 9 0,-1 3-82,1 4 1,2-2-1,8 10 1,2 2-163,4 3 0,-1 14 1,9 7-1,2 10-1184,3 5 1647,12-7 0,-8 14 0,8-7 0</inkml:trace>
  <inkml:trace contextRef="#ctx0" brushRef="#br0" timeOffset="10199">8276 175 8133,'0'22'-38,"0"0"0,0-1 0,0 1 36,0 0 0,7 9 0,3 3 1,0 5 119,-1 5 1,1-6 0,-5 13 0,2-5 88,-2-2 0,-3 2 0,-2 0 0,0 0-70,0-5 1,-9-3-1,-6 4 1,-2-6-11,3-7 0,-13-5 1,5-2-120,-2 0 0,0-3 1,5-7-93,4-12 1,5-10 0,10-11 0,0-1-77,0 0 1,3-2-1,4-3 1,8-2 112,4 3 0,5 1 0,3 4 0,2 1 135,-3 6 0,-1-3 0,-4 10 0,1 2 51,0 2 1,0 3-1,-1 3 1,1 6-11,0 13 1,-3 2 0,-4 13 0,-5 1-431,-1 4 1,-6 1 0,4 1 0,-5-1-700,-2 1 0,0-8 1000,0 0 0,10-9 0,2 4 0</inkml:trace>
  <inkml:trace contextRef="#ctx0" brushRef="#br0" timeOffset="10399">8777 654 8133,'-10'-12'347,"-2"5"262,-10 14 1,10 5 0,5 12 0,5 3-241,2 2 1,0 7 0,0-7 0,2 0-513,5 3 1,-2-8 0,10 5 0,2-5-270,2-2 1,10-7 411,0-1 0,10 1 0,-5 6 0</inkml:trace>
  <inkml:trace contextRef="#ctx0" brushRef="#br0" timeOffset="10548">8842 458 8180,'-34'-24'0,"5"0"90,5 2 1,12-5-718,5 13 0,7 4 627,7 3 0,5 5 0,10 2 0</inkml:trace>
  <inkml:trace contextRef="#ctx0" brushRef="#br0" timeOffset="10865">8995 1003 8062,'-22'21'-87,"0"1"1,8-7 0,-1-1 0,1 3 165,1 3 1,-4-6-1,8-2 980,-3-2 0,7-5-837,-2-13 1,4-4 0,3-9 0,0-1-334,0 0 0,3-2 1,4-5-1,7-5-158,6 0 1,4-5-1,3 10 1,2 3 152,-3 1 0,-9 6 0,-2 2 0,2 5 38,2 2 1,3 3 0,0 10 61,-1 4 1,-1 5 0,-3 12-1,-5 5-234,-3 7 1,6 6 0,-5 1 0,-1-2 249,1-4 0,7 4 0,-5-7 0</inkml:trace>
  <inkml:trace contextRef="#ctx0" brushRef="#br0" timeOffset="11232">7536 1591 8160,'-22'0'-107,"-7"0"0,0 0 672,2 0-285,13 0 1,14 0-1,19 0 1,15 0 198,17 0 0,29 0 0,16 0 0,-40 0 0,2 0-324,6 0 0,3 0 0,3 0 1,2 0-1,7 0 0,2 0 1,4-1-1,2-1-183,6-1 1,0-1 0,-8 2-1,0-1 1,2-3 0,0 0 0,-8 1-1,-1 0 130,-4 2 1,-3 1 0,-5 1 0,-3 0-1,-9 1 1,-2 0 0,35 0-329,-19 0 0,-22 0-570,-17 0 1,-15 10 0,-9 2 795,-10 0 0,-7 17 0,-10-5 0</inkml:trace>
  <inkml:trace contextRef="#ctx0" brushRef="#br0" timeOffset="11632">8232 2200 8235,'-21'12'61,"-1"-2"1,0-3 225,0 1 1,1 9-1,-1-3 1,0 5-207,0 3 0,8 0 1,-1 0-1,1 2 257,2 5 1,2-5-1,10 5-207,0-5 1,10-4 0,4-3 0,5-5 31,3-3 0,2-4 0,3-14 0,5-11-36,1-6 1,1-13 0,3 0-1,-8-7-188,-5-5 0,-5-2 1,-4 5-1,-8-3 67,-5 3 1,-2 2 0,-2 2 0,-8 1 234,-12-1 1,-11 3-1,-18 5 1,-7 7 202,-5 4 0,-3 13 1,4 5-1,3 5-545,9 2 1,6 2-1,8 5 1,7 8-712,5 4 0,4 10 0,6 0 0,9-2 812,10-3 0,7 7 0,10 3 0</inkml:trace>
  <inkml:trace contextRef="#ctx0" brushRef="#br0" timeOffset="12066">8472 2070 8249,'0'-22'278,"0"10"0,0 5 1,0 14-1,0 7 494,0 6 1,0 9 0,2 2 0,3 3-349,3 5 1,8-5-1,-1-1 1,2-1-342,-3-5 1,6-3 0,-6-2-1,8-1-151,7 1 0,-5-10 1,8-5-1,-3-4-283,0-3 0,7-10 1,-7-7-1,-2-7-5,-3-5 1,-10-2-1,-1 4 1,-4-2 390,-4 2 0,-2-4 0,-3 2 0,0 2 154,0 3 0,-10 12 68,-5 5 0,-2 7 1,3 7-165,7 7 1,-3 6 0,3 2 0,2-1 113,2 1 1,3 0 0,3 0 129,4-1 1,5-1 0,10-6 0,2-6 49,5-6 0,-2-4 1,7-8-1,0-9 23,-1-8 1,-8-12 0,-1 5 0,-10-2-345,-4 0 0,5-1 0,-8-4 0,-5 3-746,-7 1 0,1 11 0,-11-1 0,-2 8-721,-2 4 1,-3 10 0,0-2 1400,0 5 0,1 11 0,-1 3 0</inkml:trace>
  <inkml:trace contextRef="#ctx0" brushRef="#br0" timeOffset="12282">9365 2200 9035,'0'22'0,"0"0"440,0 0 0,2 2 0,3 2 1,2 6 204,-2 2 1,5-5 0,-3 7 0,-2 3-289,-3 2 1,-2-5 0,3-2 0,2 0-1760,2 0 1,0-5 1401,-7 7 0,0-9 0,0 4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5:16.0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753 436 8178,'-22'-20'-13,"0"3"0,0 5 283,1 3 0,-1 1 0,-2 8 0,-3 3 670,-2 4 0,-2 15 0,4 14 0,-2 5-620,2 3 1,3 2 0,2 2 0,3 3-480,5-3 1,4-4 0,10-8-1,2-7 90,6-5 1,6-11-1,13-9 1,4-8 34,3-11 1,2-14-1,5-7 1,-4-5 1,-8-3 1,2-9 0,-2-3 0,-5 0 12,-7 6 0,-7-4 0,-10 4 0,0 1-209,0 3 1,-5 3 0,-7 2 0,-12 4-151,-8 8 0,-4 5 0,-10 5 0,-2 4 10,-3 8 1,0 4-1,10 6 1,2 4-9,3 8 0,9 6 0,1 6 1,6 5 375,6 1 0,9 4 0,-5 6 0</inkml:trace>
  <inkml:trace contextRef="#ctx0" brushRef="#br0" timeOffset="284">840 0 10712,'12'10'348,"5"2"1,-10 10 138,-2-1 0,0 4 0,0 1 1,2 6-222,-2 2 0,0 2 0,0 7 0,2 1-355,-2 0 0,4-1 0,1 1 0,2-3-42,5-5 1,-5-4 0,3-11 0,4-1-15,8-6 1,-3-4 0,7-10-1,-2 0 350,0 0 1,10 0 0,-5-3-1,2-1-22,0-4 1,1 1 0,6 7 0,-2 0-485,-4 0 1,4 0-1,-7 3 1,2 4-897,0 7 1,-4-2 1196,-3 3 0,10-1 0,-15 8 0</inkml:trace>
  <inkml:trace contextRef="#ctx0" brushRef="#br0" timeOffset="534">78 1372 7994,'-34'0'1658,"5"0"-1210,14 0 0,25 0 0,24 0 0,19 0-42,20 0 1,11 0-1,8-2 1,8-6-331,-47 2 0,0-2 1,0-1-1,0-1 1,10-1-1,0 0 1,1 0-1,1 0-213,-1 0 1,0 0 0,-2 3 0,-1 2 0,-9-1-1,-2 2 1,42-5-621,-10 5 1,-19 3 756,-20 2 0,-9 9 0,-12 3 0</inkml:trace>
  <inkml:trace contextRef="#ctx0" brushRef="#br0" timeOffset="851">753 1873 8081,'-51'36'275,"0"1"1,3 1 0,11 11-1,6 1-68,0-1 0,6 6 0,-1 1 0,9 0-4,10-5 0,4-15 1,8-7-1,7-7 33,10-8 1,7-4 0,0-13 0,5-4 27,0-7 1,4-13 0,-6-4 0,-1-3-116,1-5 1,-3-9-1,-10-3 1,-2 2-76,-2 3 1,-11-4-1,4-1 1,-6 5-56,-2 7 0,-10-7 0,-4 7 1,-8 3-193,-7 2 1,-7 5 0,-17 7 0,-10 3-22,-7 5 1,-5 4 0,4 12 0,1 6-67,7 6 0,0 5 0,15 6 0,9 1-557,15 3 1,12 3 816,12-3 0,0 5 0,0 9 0</inkml:trace>
  <inkml:trace contextRef="#ctx0" brushRef="#br0" timeOffset="1284">949 1938 8004,'-22'0'1115,"0"0"0,10 3 0,5 6-462,4 13 1,3 0 0,0 9 0,0-2-190,0 0 1,10 3 0,5-6 0,4 4-428,3-4 0,0 3 0,-1-5 0,4-4-357,4-1 1,-5-9-1,5-3 1,-3-5-105,3-2 1,-4-9 0,4-6 0,-5-4-26,-2-3 1,-8 0 0,-2-2 0,0-2 45,0-4 1,-7 1 655,3 8 0,-6 11 1,-2 10 454,0 12 1,-7 10-1,-3 7 1,0 7-168,1 5 0,1-4 1,8-3-1,0-3-47,0-4 1,8-3 0,1-5 0,6-4-74,9-8 0,-2-7 0,9-7 0,-2-10-179,0-10 1,-2-7-1,-10-9 1,-5-1-427,-2 1 0,-3-1 1,-7 0-1,0 1-125,0-1 1,-2 3 0,-6 5 0,-6 4-1426,-6 1 1,-1 9-1,-1-2 1734,0 7 0,-9 12 0,-3-4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5:18.4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8040,'0'22'6,"0"-1"206,0 1 0,0 0 1,0 2-1,0 3 414,0 2 1,0 2 0,0-4 0,0 4-509,0 3 1,0 0-1,0 2 1,2-7-1350,5-4 0,-2-4 1231,10 1 0,-1-10 0,8-2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5:18.8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1656 8030,'0'12'1318,"0"-2"0,2-8 1,6 3-1,8 2-1165,11-2 0,0-3 1,9-2-1,3 0-856,2 0 0,2 0 0,3 0 703,5 0 0,-5-9 0,7-3 0</inkml:trace>
  <inkml:trace contextRef="#ctx0" brushRef="#br0" timeOffset="133">436 1460 8023,'-63'0'0,"5"0"0,-5 0 0,5 0 0,5 10 0,0 2 0</inkml:trace>
  <inkml:trace contextRef="#ctx0" brushRef="#br0" timeOffset="20199">1438 654 8591,'0'-22'748,"0"1"0,0 6 1,-2 3 133,-6 2 0,8 5-398,0 13 0,3 4 0,11 10 1,3 2-88,3 5 0,1-5 0,4 7 0,1-2-600,3 1 0,0 6 0,-5-7 0,3 0-1356,2 2 1,3-6-1,-6 1 1559,3-9 0,10 12 0,-5-5 0</inkml:trace>
  <inkml:trace contextRef="#ctx0" brushRef="#br0" timeOffset="20414">1852 589 8196,'-15'24'0,"3"5"0,0 7 433,0 5 1,7 5 0,-2 5 0,5 7 365,2 5 0,-8 5 1,1 2-1,2 5-616,3 3 1,-6 4 0,1 10 0,2 2-213,3-2 0,-5-14 1,-1-13-1,4-10-597,1-1 1,3-18 0,0 0 0,0-9-2527,0-5 3152,0-10 0,0-3 0,0-9 0</inkml:trace>
  <inkml:trace contextRef="#ctx0" brushRef="#br0" timeOffset="20997">1982 1307 8151,'-21'10'153,"-1"5"1,10 4-1,2 3 1,3 0 460,0-1 0,-1 8 1,8 0-1,0-2-194,0-3 0,3-4 0,4-4 0,8-3-108,4-4 1,5-1 0,3-11 0,2-4-95,-3-8 1,6-6 0,-3-6 0,-5-2-226,-7 2 0,0-4 0,-7-1 0,-1 1-401,1-1 1,-3-4 0,-7 7-1,0 3-519,0 1 0,0 11 1,-2-1-137,-5-2 1,2 5-1,-10 0 355,-2 2 1,5 6 707,-2 11 0,9-2 0,-2 9 29,4 3 1,3-5-1,0 3 265,0 2 1,0-5 0,3 0-1,1 0 799,4 0 1,-1 3 0,-5 6-440,6 1 1,-6 0 0,8-3 0,-3-2-268,0-2 1,10-1-349,-2 8 0,4-7 1,3-3-291,0-3 1,-1-1 0,-1-11 0,-3-4-119,-3-8 1,-2-4-1,5 0 1,-5-1 82,-2-1 1,0 4 0,-5-12 0,2 4-4,-2 4 1,4-1 0,-1 0 765,-4 0 185,-1 10 0,-3 5 0,0 14-213,0 8 0,0 7 1,0 4-1,0 6-164,0 1 1,7-4-1,0 5 1,1-2-455,1-6 1,-4-1 0,7-4-1,0-1-755,0-6 0,-4-4 0,6-10 0,3 0 924,2 0 0,3-19 0,0-6 0</inkml:trace>
  <inkml:trace contextRef="#ctx0" brushRef="#br0" timeOffset="21180">2723 589 8151,'0'22'0,"0"-1"0,0 1-105,0 0 0,0 9 1,0 3-1,0 3 948,0-1 0,7 7 1,3 8-1,0 0-382,-1 2 0,6 0 0,-8 8 0,0-3-970,3 3 1,-8-6-1,8 1 1,-3-5 508,1-10 0,-1-7 0,-7-13 0</inkml:trace>
  <inkml:trace contextRef="#ctx0" brushRef="#br0" timeOffset="21364">2505 1090 10289,'22'0'1010,"9"0"0,6 0 1,4 0-1007,2 0 1,8 0 0,2 0 0,3 0-1343,5 0 1338,1 0 0,4-10 0,-1-2 0</inkml:trace>
  <inkml:trace contextRef="#ctx0" brushRef="#br0" timeOffset="21531">3333 1220 8243,'2'-12'522,"5"5"0,5-3 0,10 3 0,2 2-928,5 3 1,-2 2-1,7 0 406,-3 0 0,8-10 0,-5-2 0</inkml:trace>
  <inkml:trace contextRef="#ctx0" brushRef="#br0" timeOffset="21947">3833 523 8348,'0'-21'1186,"-2"1"-715,-5 6 0,4 7 0,-4 14 0,5 7 80,2 6 0,-8 9 0,1 2 1,2 1-132,3-1 1,2 8-1,-2-3 1,-3 8-331,-3 6 1,1 4 0,7 6 0,0-4-195,0-3 1,3-2 0,4-8 0,7-1-85,6-6 0,4-5 1,3-11-1,4-6-151,3-7 1,2-4-1,8-3 1,-3-3-55,-5-4 0,5-5 0,-7-10 0,0 1-169,-5-1 1,-5-7 0,-4 0-1,-6 2 562,-7 3 0,5-8 0,1-1 0</inkml:trace>
  <inkml:trace contextRef="#ctx0" brushRef="#br0" timeOffset="22114">3616 1003 9320,'2'-20'339,"5"6"1,5-3 0,13 7-1,4-2-141,7-5 1,8-2 0,6-3 0,8 3-245,5 4 1,3-4-1,-3 7 1,-5-3 45,-8 1 0,-4-1 0,-2-7 0</inkml:trace>
  <inkml:trace contextRef="#ctx0" brushRef="#br0" timeOffset="22531">1351 284 8217,'-34'0'2,"3"0"0,9 2 0,0 6 58,0 6 0,1 8 0,-4 7 0,-1 10 67,-3 9 0,-8 8 1,8 11-1,3 4 157,2 1 1,11 8 0,6-5-1,5 5 39,2 9 1,17-1-1,9 6 1,13-5-423,-14-45 0,3 0 1,3-2-1,1 0 0,3 0 1,3-2-1,2-1 0,2-3-1788,4-1 1,0-2 1886,-2 4 0,2-4 0,10-8 0,4-4 0,-5 6 0,1 0 0</inkml:trace>
  <inkml:trace contextRef="#ctx0" brushRef="#br0" timeOffset="22848">4661 1 8199,'22'29'0,"2"5"0,3 4 320,2 8 0,2 12 1,-4 3-1,4 9-97,3 10 0,-7 14 0,-13-44 0,-2 0 0,-2 0 0,-3 1-252,-2 0 0,-3 0 0,0 3 0,-1 1 1,-2 5-1,-1 1 0,-1 0 0,-3 1-110,-4 1 0,-2 0 0,-2-2 1,-3-1-1,-4-8 0,-2-3 0,1-2 1,0-2-159,-21 38 0,2-20 297,4-20 0,6 1 0,9-10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6:46.7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23 8372,'-15'-12'6992,"1"4"-5871,9 6 0,-5 12-1357,10 4 1,0-2 235,0 3 0,10-1 0,2 8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6:55.6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44 458 8035,'-2'-22'0,"-3"0"334,-2 0 1,-3 3 0,5 2 1366,-2 3-1483,0 9 1,7-3 0,0 16 0,2 6 77,6 6 1,-4 9 0,11 2-1,-1 3-156,-1 5 0,6 9 0,-7 5 0,3 1-252,-1-1 0,1-2 0,4-10 0,-2-5 79,-3-7 0,-6-5 0,6-4 201,3-6 1,0-7 0,0-16 0,-2-16-41,1-16 1,-3-12 0,1-15 0,1-2-170,-3-2 1,7-1-1,-4 8 1,2-1-308,-3 1 0,3 2 1,-7 5-1,-1 7-532,1 5 0,-3 12 0,-7 5-1504,0 5 2384,0 12 0,-9 2 0,-4 10 0</inkml:trace>
  <inkml:trace contextRef="#ctx0" brushRef="#br0" timeOffset="283">284 218 8035,'0'15'0,"0"-1"0,0 3 276,0 2 0,0 3 1,0 2-1,2 5 278,6 8 1,-3-3 0,9 4 0,3 6-240,2 4 0,1 3 0,-3-7 0,-3-1-242,3 1 0,2-3 0,1-5 97,-6-7 0,6-17 122,-6-12 0,-4-19 1,0-17-1,-3-5-129,0-3 0,3-9 0,-5-5 0,2-3-41,-2 3 0,4-5 1,-1 5-1,-1-2-606,3 2 0,-8 7 1,8 12-1,-3 5-2810,0 3 269,0 2 3025,-7 17 0,10 21 0,2 15 0</inkml:trace>
  <inkml:trace contextRef="#ctx0" brushRef="#br0" timeOffset="783">741 828 8148,'0'-22'681,"3"0"0,4 1-454,8-1 0,-3 0 0,2 0 1,6 0-92,6 1 1,-2 1 0,5 6 0,-4 4-104,-4 0 1,1 8-1,0-3 1,-3 12-120,-4 15 0,-3 2 0,-7 13 0,2 1 81,-2 4 0,-12-1 0,-8-3 1,-4-1-38,-3 1 1,0-6 0,3-3 0,2-5-227,2-2 1,8-8 81,-7 1 1,11-10 0,3 0 170,12-10 0,8-5 0,1-7 0,1 5 192,0 2 0,7 3 0,0 7 0,-2 0 339,-3 0 1,-10 3 0,-2 4-38,-2 7 1,-3 8 0,-9 5 0,-5 4-287,-8 3 1,-7-5 0,-7 7 0,-7 3-351,-5 2 1,0-7 0,2-5 0,3-5-210,-3-2 1,-2-3 0,0-4 0,4-8-377,8-4 0,5-6 0,5-4 1,4-8-1213,8-4 1954,5-3 0,2-9 0,0-3 0</inkml:trace>
  <inkml:trace contextRef="#ctx0" brushRef="#br0" timeOffset="1033">1569 741 7980,'-3'-20'2693,"-1"3"2170,-4 3-3056,1 9-3997,7-5 2190,0 10 0,0 0 0,0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7:18.1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23 915 8245,'-3'-22'0,"-2"1"0,-2-1 212,2 0 0,3 8 0,2-1 0,0-2 1039,0-2 0,0 4 711,0 1-1727,0 9 1,10 7-1,2 18 1,2 6 4,1 1 1,-1 7 0,10 0 0,3 2-601,2 0 0,0 1 0,-7 6 0,0-2-597,-1-4 1,9-4 0,-1-6 0,-3 2 956,-2-2 0,-2-13 0,0-4 0</inkml:trace>
  <inkml:trace contextRef="#ctx0" brushRef="#br0" timeOffset="199">371 785 8245,'-22'31'153,"10"-4"0,3 9 0,1 3 370,1 2 0,0 12 0,7 5 0,0 7 203,0 8 1,0 4 0,0 11 0,0 1-745,0 5 0,0-11 0,0 1 0,0-9-434,0-12 0,0-7 0,2-15 0,3-5-1183,2-7 1635,1-14 0,1-5 0,3-10 0</inkml:trace>
  <inkml:trace contextRef="#ctx0" brushRef="#br0" timeOffset="750">524 1329 8186,'-13'10'-80,"-3"2"0,6 10 1,0-1 253,0 1 0,-4 2 0,7 5 0,2 5 315,2 0 1,3 5-1,0-10 1,3-3-126,4-1 0,5-11 1,10-2-1,0-2-83,0-5 0,-1-12 0,1-8 0,0-7-101,0-7 0,-3-2 0,-2-8 1,-5 3-204,-2-3 1,-3 5 0,-7 0 0,0 0-366,0 1 1,0 6 0,0-2 0,0 5-661,0 2 0,-2 3 0,-3 2-1493,-3 2 2541,-8 10 0,13 5 0,-4 15 0,4 4-61,3 3 1,0 7-1,0 0 1,3 0 165,4 2 0,-4-6 0,6 4 0,-2-5 527,1-2 1,9 7 0,-5 0 557,0-3 0,7-1-863,-4-4 1,4-9 0,3-4 0,0-6-217,-1-2 0,-6 0 0,-3-2 0,0-6-137,0-6 1,0-1 0,3-4-1,-5-5-91,-1 0 0,-4-3 1,7 0-1,-2-4-92,-5-3 1,0 5-1,-1-5 1,4 3 39,-4 4 0,6 3 1,-3 2 52,-2 0 142,-2 10 0,-3 12 0,0 15 0,0 7 80,0 7 1,2-5 0,3 7 0,2-2-263,-2 0 0,5 0 1,-3-7-1,0 0-542,3 0 1,-5-10-1,9-5-1192,3-5 1890,3-11 0,1-13 0,1-12 0</inkml:trace>
  <inkml:trace contextRef="#ctx0" brushRef="#br0" timeOffset="933">1220 371 8185,'0'22'-69,"0"-1"0,0 1 1,0 5 210,0 9 1,3 3-1,2 19 1,2 5 362,-2 7 0,0 7 0,-1 13 0,4 4-571,-6-43 0,1 0 0,6 46 0,-2-5 1,1-13-1189,1-13 1,-6-20 1253,4-17 0,5-24 0,0-8 0</inkml:trace>
  <inkml:trace contextRef="#ctx0" brushRef="#br0" timeOffset="1100">959 1024 8866,'0'-22'-50,"10"8"0,4 2 0,6 0 694,1 0 0,11 4 0,7-4 0,7 2-493,4 6 1,8-6 0,-4 3 0,1 2-1813,6 2 1661,-8 3 0,0-9 0,-9-3 0</inkml:trace>
  <inkml:trace contextRef="#ctx0" brushRef="#br0" timeOffset="1533">2135 240 8031,'-22'-2'-58,"0"-3"0,1-2-92,-1 2 1,0 2-1,0 6 1,1 6 313,-1 13 1,0 12 0,3 15-1,2 6 166,2 8 0,10 7 0,-2 17 0,5 0-42,2 1 0,2 1 0,5 1 0,10-3-52,10-10 1,-3-7-1,8-7 1,-3-5-489,0-7 0,0-15 0,-8-9 0,-1-8-316,-6-4 0,6-10 0,-6 2 568,6-5 0,1-21 0,1-5 0</inkml:trace>
  <inkml:trace contextRef="#ctx0" brushRef="#br0" timeOffset="1733">2418 719 6971,'12'10'1429,"-5"4"1,-2 8-949,3 7 1,-6 5 0,5 10 0,-2-1-667,2 1 1,-4 7 0,4-1 0,-2-1-531,2-3 0,-4-12 0,6-5 715,1-5 0,2-2 0,10-1 0</inkml:trace>
  <inkml:trace contextRef="#ctx0" brushRef="#br0" timeOffset="1900">2723 1002 8078,'0'-14'616,"0"-1"0,10 10 0,4-2 1,8 5-428,7 2 0,-2 0 0,9 0 0,3 0-348,2 0 0,0 0 0,-2 0 159,-3 0 0,-10 0 0,6 0 0</inkml:trace>
  <inkml:trace contextRef="#ctx0" brushRef="#br0" timeOffset="2384">3202 632 8648,'0'15'845,"0"-1"0,0 6-612,0 6 0,7-2 1,5 8-1,5-3-228,8 0 0,1 0 1,-2-7-1,3-1-942,2 1 937,10 0 0,-5-10 0,9-2 0</inkml:trace>
  <inkml:trace contextRef="#ctx0" brushRef="#br0" timeOffset="2550">3550 676 8461,'-9'14'0,"-3"1"338,0 2 1,-5 12 0,7 7 0,0 5 42,1 3 1,1 16 0,8 6 0,0 4-185,0 5 0,0 2 0,0 15 0,0 5-521,0-47 1,0 1 0,0 4 0,0-1-1,0 41 1,3-6-860,4-7 0,-2-11 1183,9-21 0,-9 1 0,5-17 0</inkml:trace>
  <inkml:trace contextRef="#ctx0" brushRef="#br0" timeOffset="2849">3768 1242 8105,'-14'12'-534,"-1"-5"693,-2-4 1,0 6 0,3 6 0,4 7 188,0 7 0,8-3 1,-5 8-1,4-2-130,3-6 1,10 3-1,2-5 1,3-7 174,-1-5 0,1-4 1,6-8-1,1-3 19,0-4 0,0-12 0,0-13 0,-3-2-294,-5-4 0,3-1 0,-9 0 1,-4 5-165,-1 3 0,-3-1 0,-3 6 0,-1-3-514,-4 2 0,-9 5 1,3 5-1,-5 5 560,-3 3 0,0-8 0,0 5 0</inkml:trace>
  <inkml:trace contextRef="#ctx0" brushRef="#br0" timeOffset="3200">4008 1111 11214,'-12'10'439,"2"-5"0,12 9 1,3 3-354,3 3 1,8-1 0,-3-2-1,1-3-158,1 3 1,-1-7 0,8 0-1,0-3-109,-1 0 0,1 0 0,0-9 0,0-3-8,0-2 0,-8-10 0,1 2 0,-1-4 27,-2-3 1,0 1-1,-7-1 1,2 0 165,-2 0 0,-2 8 716,-3-1-390,0 1 1,0 11 0,0 11 25,0 8 1,0 6-1,0 0 1,0 0-461,0 0 0,0-1 0,2 1-926,5 0 1,5-3-1675,10-4 2704,0-6 0,9-28 0,3-5 0</inkml:trace>
  <inkml:trace contextRef="#ctx0" brushRef="#br0" timeOffset="3400">4552 305 8071,'-2'22'-19,"-5"0"0,4 2 1,-4 5-1,4 8 569,3 4 0,0 5 0,3 4 1,2 9-162,2 3 1,3 11-1,-3 2 1,5 0-423,0 0 0,5-5 0,-7-12 0,-1-9-457,1-11 1,-3 1-1,-4-12 490,4-8 0,-5-7 0,8-12 0</inkml:trace>
  <inkml:trace contextRef="#ctx0" brushRef="#br0" timeOffset="3567">4269 828 8634,'10'-12'875,"4"5"1,6 4-671,1 3 1,11 0-1,4 0 1,5-2-128,3-5-78,-1 4 0,11-16 0,1 7 0</inkml:trace>
  <inkml:trace contextRef="#ctx0" brushRef="#br0" timeOffset="3783">5010 1 8071,'33'43'130,"9"8"0,-6 2 1,5 3 341,2 4 0,1 6 0,0 6 0,-1 8 309,1 5 0,-20 4 0,-10 6 0,-11 4-462,-10 0 0,-2-46 0,-4-2 0,-26 41 1,-7-7-574,-5-10 0,-2-10 1,5-4-1,-3-6-869,2-2 1123,4-11 0,1-1 0,0-7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7:23.4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719 1416 8010,'-22'0'0,"1"0"98,-1 0 0,7 9 1,1 6-1,-1 4 386,3 3 1,-5 7 0,10 3 0,2-1-226,3 0 0,2 8 0,0-5 0,2-3-78,5-9 0,6-2 0,11-13 0,2-2 212,3-3 0,8-14 0,-8-7 1,-3-8-235,-1 0 0,-4-6 0,-1-1 1,-6 0-112,-7 5 1,-4-3-1,-3 3 1,0 3-486,0 1 1,-10 4 0,-4 1 0,-6 3-417,-1 3 1,-1 2-1,0-3 1,0 8 852,0 5 0,1 2 0,-1 0 0</inkml:trace>
  <inkml:trace contextRef="#ctx0" brushRef="#br0" timeOffset="317">806 1416 8151,'20'2'1797,"-6"5"1,3-2-1620,-10 10 1,8-1-1,-5 6 1,-1-3-269,1-3 1,7-2 0,-3 5-128,6-2 0,2-11 0,-1 4 1,1-6-250,0-2 0,0-2 0,-1-3 209,1-2 1,-2-10 0,-4 2 0,-3-4 177,-4-3 0,1 0 0,-5 0 0,2-2 51,-2-5 0,-3 5 0,-2-5 1021,0 5-635,0 12 0,-2 4 1,-3 16-1,-5 6 52,-2 6 0,7 9 1,-2 2-1,5 1-169,2-1 0,0 5 1,0-7-1,0 0-557,0 3 1,2-15-1,5 5 1,8-3-1124,4 0 1,3-7 1438,0-4 0,9-16 0,3-4 0</inkml:trace>
  <inkml:trace contextRef="#ctx0" brushRef="#br0" timeOffset="516">1503 762 8344,'-7'22'192,"0"0"0,-1 2 0,8 3 0,0 7 300,0 7 1,8-3-1,1 13 1,1-2-268,0 2 0,4 7 0,-7 12 0,1 2-560,1-1 0,-6 4 1,4-5-1,-5-7 335,-2-10 0,0-7 0,0-3 0</inkml:trace>
  <inkml:trace contextRef="#ctx0" brushRef="#br0" timeOffset="684">1220 1220 8120,'15'-15'433,"-1"3"1,5 0-140,8 0 1,0 7-1,9-2 1,3 4-62,2 3 1,10-7-1,2 0 1,0 2-253,0 3 1,5 2 18,-7 0 0,0 0 0,-7 0 0</inkml:trace>
  <inkml:trace contextRef="#ctx0" brushRef="#br0" timeOffset="984">2331 370 8030,'-34'-14'-121,"5"2"0,5 2 123,2 5 1,-2 13 0,-3 11-1,-2 12 729,2 13 1,-4 16 0,2 6 0,5 11-369,7 8 0,7-36 0,0 1 0,4 2 0,0 0 0,0 2 0,0 1-205,1-2 0,3 0 0,4-1 1,3-2-1,2 0 0,3-1 0,17 41-461,9-8 0,-2-24 0,5-5 0,4-14-996,6-7 1299,1-3 0,4-8 0,1 1 0</inkml:trace>
  <inkml:trace contextRef="#ctx0" brushRef="#br0" timeOffset="1367">2832 806 8144,'-22'10'-43,"10"-6"1,4 11-1,4 4 621,-4 8 0,6 0 0,-5 11 0,7 6-218,7 4 1,-2 10 0,9-4 0,1-1-511,-3 0 0,7-5 1,-4-9-1,4-5-1058,3-3 1,0-11 1207,-1-13 0,1 5 0,0 0 0</inkml:trace>
  <inkml:trace contextRef="#ctx0" brushRef="#br0" timeOffset="1517">3115 1176 8465,'21'0'445,"1"-7"1,0 0 0,2 2 5,5 2 1,-2 1 0,9-3-1,3-2-730,2 2 0,10 3 0,0-1 279,-3-4 0,-2-5 0,-3-10 0</inkml:trace>
  <inkml:trace contextRef="#ctx0" brushRef="#br0" timeOffset="2050">3833 414 8057,'15'24'1077,"-1"8"0,1 11-654,-3 13 0,7 7 0,-4 4 0,4 6-334,3 7 1,-8-3 0,-1 6 0,-4 1-243,-4 1 0,-3 5 0,-4-18 1,-3-4-714,-2-8 0,-8-16 612,8-15 1,-7-27 0,6-14 0,4-14 193,1-8 0,3-10 0,0-7 1,0 3 116,0 2 1,3-5 0,4 0 0,7 5 282,6 8 1,-1 6 0,0 10-1,1 1 129,4-1 1,3 10-1,-3 7 1,2 10-224,3 9 1,8 15 0,-8 8-1,-3 4-328,-1 2 1,-4 8 0,1 2 0,-3 1-667,-4-1 1,2-2 0,-10-8 747,-2 1 0,7 9 0,0 3 0</inkml:trace>
  <inkml:trace contextRef="#ctx0" brushRef="#br0" timeOffset="2316">4639 1220 8097,'-22'0'-303,"0"2"1,3 5 801,5 8 1,-6 7-1,8 4 1,0 6-132,5 2 0,4-8 1,3 3-1,0-5-108,0-2 1,3-2 0,4-6 196,7-7 0,6-7 1,2-7-1,-1-10-146,1-9 1,-2-1 0,-4-9 0,-3-1-184,-4 3 0,-1-7 0,-8 7 1,0 1-358,0 4 0,0-3 0,0 3 0,0 2-2151,0 3 1,0 10 2379,0-1 0,0 1 0,0-8 0</inkml:trace>
  <inkml:trace contextRef="#ctx0" brushRef="#br0" timeOffset="2633">4813 1154 8097,'0'15'510,"0"-1"-63,0 3 0,0-5 1,0 3-1,0 2-173,0 2 1,3-4 0,1-1 0,4 3-81,-3 3 1,-1-1-1,4-2-229,6-3 1,5-1-1,3 1 1,0-7-232,0-4 1,-3-6-1,1-4 1,-4-7 25,1-6 0,8-9 0,-11-2 0,5-3 132,3-5 0,-7 5 1,-3 0-1,-2 3 188,-6 4 0,6-4 335,-3 2 1,1 12 0,-11 17-63,-4 12 1,2 7-1,-7 5 1,2 3 24,5 2 0,-4 3 0,2-6 0,2 3-167,2-2 0,3-3 0,3-2 0,4 0-607,7-1 0,-1-1 1,1-3-1,3-5-519,2-3 0,3-1 0,0-8 1,0-3 914,-1-4 0,11-15 0,2-12 0</inkml:trace>
  <inkml:trace contextRef="#ctx0" brushRef="#br0" timeOffset="2833">5445 501 7779,'0'-10'343,"0"10"304,0 13 0,0 16 0,0 7 0,2 7-192,5 8 1,-4 7-1,6 15 1,-1 7-573,-1 4 1,0 11-1,-4-1 1,1-2-507,4-2 1,-1-15-1,-7-12 1,0-18 622,0-13 0,-10-8 0,-2-2 0</inkml:trace>
  <inkml:trace contextRef="#ctx0" brushRef="#br0" timeOffset="2998">5053 1002 8030,'21'-7'52,"4"-1"0,4 4 432,7 1 1,5 3 0,5 0 0,5 0-499,7 0 0,2 0 0,1 0 0,-3 0-397,3 0 411,-18 0 0,8-10 0,-17-2 0</inkml:trace>
  <inkml:trace contextRef="#ctx0" brushRef="#br0" timeOffset="3231">5902 0 8043,'15'37'0,"-1"1"208,3 8 0,2 7 0,3 18 0,0 6 140,0 10 0,-12-37 0,-1 2 0,0-1 1,-1 2-1,-2 2 0,0 1-79,-1 2 1,0 0 0,-1 0 0,-1 0-1,-3-2 1,-2 0 0,-2 0 0,-2 1-247,-4 1 1,-2 1-1,-2 2 1,-3-1-1,-4-6 1,-2-2 0,2-5-1,-1-2 6,-22 32 1,0-19-1,1-7-29,-1-5 0,1-12 0,-1-2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7:27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22 8028,'-10'-12'564,"5"3"911,-9 9-2065,-1 0 590,3 9 0,2 3 0,10 10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7:31.5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479 1 8297,'-9'12'243,"6"0"0,-7-5 0,3 8 141,0 4 0,-8 5 0,6 5 0,-3 8-95,-5 4 0,0 12 0,0 5 0,2 5-392,-2 2 0,-2 1 1,-3-1-1,0-2-392,1-5 1,6-7 0,3-15 0,0-9-1070,0-10 1564,7 2 0,-14-17 0,7 8 0</inkml:trace>
  <inkml:trace contextRef="#ctx0" brushRef="#br0" timeOffset="216">0 327 8328,'0'-14'133,"0"-1"145,0-2 0,3 8 201,4 1 1,-2 6-1,9 4-105,3 6 0,0 4 0,0 10 1,-3 2-72,3 5 1,10 2 0,2 8-1,0-3-380,3 3 1,-1 7 0,8 0 0,-5-5-530,-3 0 0,8-2 1,-3 0 605,5-3 0,3-9 0,-1 4 0</inkml:trace>
  <inkml:trace contextRef="#ctx0" brushRef="#br0" timeOffset="450">806 414 8294,'12'10'217,"-5"5"224,-4 4 0,-1 3 1,3 0-1,5 2 131,2 5 1,-5 5-1,5 9 1,0 1-142,0-1 0,-5 8 1,8 0-1,0-3-648,-3-2 0,5-5 1,-10-2-1,0-5-2201,3-2 2418,-8-3 0,18-8 0,-8 1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8:16.58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654 501 8121,'-22'-2'0,"1"-3"0,-1-2 106,0 2 1,0 2-1,0 3 1,1 3 590,-1 4 1,-7 8 0,0 14 0,0 7-427,-3 5 1,8 5-1,-2 2 1,9 3-241,9-2 1,6-3 0,4-5 0,6-5 68,6-7 0,13-15 0,4-6 0,5-11 13,10-11 1,-2-10-1,7-20 1,-8 1-169,-6-1 0,-6 0 0,-9 1 0,-3-1-47,-4 1 1,-6 2-1,-9 2 1,-2 5 38,-5 3 1,-15-1-1,-14 6 1,-8-1 55,-7 8 1,3-3 0,-8 10-1,1 0-125,-1 4 0,8 6 1,-1 2-1,10 0-1055,10 0 1,5 2 1186,2 6 0,10 4 0,3 9 0</inkml:trace>
  <inkml:trace contextRef="#ctx0" brushRef="#br0" timeOffset="300">850 0 8121,'22'0'171,"-8"0"1,1 0 659,2 0 1,2 0-1,3 3-459,0 4 1,-8 5 0,-2 12-1,-2 5-105,-5 8 1,-3 4-1,-2 5 1,0 7-316,0 12 0,0 3 0,-2 12 1,-5 2-305,-8 3 0,5 2 0,3-2 1,5-10-33,2-17 1,0-15 0,2-23 0,5-6 639,8-7 0,12-7 0,4-7 0,3-7 145,5-6 0,9-2 0,5 1 0,0-1-124,1 0 1,4 3 0,-7 2-1,-1 5-422,4 2 1,-18 0 0,0 5 0,-9-2-1150,-5 2 0,-10 5 1294,-5 8 0,-14-6 0,-5 8 0</inkml:trace>
  <inkml:trace contextRef="#ctx0" brushRef="#br0" timeOffset="550">66 1416 8048,'-22'0'211,"5"0"0,13 0 234,18 0 1,25 0 0,21 0-1,13 0 166,14 0 1,12 0-1,-41-1 1,3-1-1,3-1 1,2-1-217,5-3 1,1 0 0,7-3 0,2 0 0,2 0 0,1 1 0,0 0 0,-1 1-350,-2 0 0,-3 1 1,-7 2-1,-4-2 1,-12 0-1,-3 0 0,33-1-1126,-25 6 0,-14 4-226,-31 6 1,-11 4 0,-25 10 1305,-1-1 0,-10 1 0,-2 0 0</inkml:trace>
  <inkml:trace contextRef="#ctx0" brushRef="#br0" timeOffset="899">959 1895 8048,'-44'9'0,"1"-4"0,-1 7 0,3 0 796,5 1 0,-5 8 0,4 13 0,-4 3-136,-2 1 0,9 8 0,5-9 0,7 4-158,8 2 1,4-2-1,10-4 1,2-8-234,6-5 1,4-10-1,12-2 1,5-2 47,7-5 0,3-12 0,0-10 1,-3-10-65,3-9 0,2-8 0,0-4 0,-5-3-597,-7 3 1,-14-5 0,-6 2 0,-1 2-336,-1 3 0,-5 3 0,-16-1 0,-15 1 181,-10-1 1,-14 10-1,-8 5 1,-9 7 57,-10 8 0,-4 4 0,-6 10 1,3 0 272,7 0 0,3 10 0,28 7 0,8 7-498,10 5 0,9 10 0,8-3 0,6 3 665,6-3 0,2 5 0,0-7 0</inkml:trace>
  <inkml:trace contextRef="#ctx0" brushRef="#br0" timeOffset="1250">828 1895 8048,'12'-3'669,"-2"-1"79,0-4 0,2 1 0,10 9-342,-1 6 0,1 1 0,0 8 0,0-2-260,0 2 1,9 2 0,3 0 0,2-4-329,0-8 1,-7 3 0,5-3-1,-2-2-69,-6-3 0,-1-4 0,-6-5 1,-2-8-324,-3-4 1,-9-3-1,3 0-65,-6 1 605,-2 8 0,-2 9 0,-3 16 1,-5 12 612,-2 7 1,5 8-1,-5 12 1,2 7 266,5 5 0,0 5 0,0 7 1,-2 9-426,2 8 0,3 5 0,2-3 0,0 6-706,0-1 1,0-5 0,0-16 0,0-13-1904,0-12 2188,0-17 0,0-14 0,0-12 0</inkml:trace>
  <inkml:trace contextRef="#ctx0" brushRef="#br0" timeOffset="1780">1569 2417 8025,'0'-14'468,"-3"2"1,-4 2 197,-7 5 0,1 3 0,-1 2 0,-3 0-148,-2 0 0,-3 2 0,2 6 0,4 8-97,1 11 0,8-3 0,-5 8 1,2-3-350,5 0 0,3 0 0,4-7-96,5-1 0,-2-8 0,12-6 1,5-5-210,5-2 0,2-9 0,-5-6 1,2-7-225,3-7 1,-2 3 0,-10-8 0,-2 2 49,1 6 1,-3-6 0,-1 3 0,-3 3 81,-4 1 1,0 4 0,0-1 209,2 0 272,0 10 0,-7 5 0,-2 14 0,-3 7 346,-2 6 1,0 2 0,7-1 0,0 1-58,0 0 0,0 0 0,2-1 0,3 1-98,2 0 0,10-3 0,-2-2 1,2-2-223,-3 2 0,5-8 0,-4-1 0,4-6-215,3-2 1,0 0 0,0-2 0,-1-3-424,1-2 0,-7-10 0,-3 2 0,0-7 17,0-7 1,-7 5-1,4-7 1,-1 2 4,-1 0 1,3 0 0,-5 7 0,2 0 15,-2 0 1367,-3 0 1,-2 13-327,0 9 0,0 9 0,0 13 0,2 0-169,6 0 1,-3 0 0,7-1 0,0 1-354,0 0 1,0 0-1,5-1 1,-3-1-1104,3-6 0,3-4 0,1-10-237,1 0 1,-2-10 0,-3-4 1294,-3-6 0,-9-11 0,5-3 0</inkml:trace>
  <inkml:trace contextRef="#ctx0" brushRef="#br0" timeOffset="1964">2266 1568 8014,'0'24'0,"0"3"0,0 4 783,0 3 1,0 3-1,2 9 1,5 4 197,8 8 0,-3 5 0,2 5 0,1 2-1058,-3 3 0,5 16 0,-7-4 0,-1-3-706,1-7 0,-3-12 1,-7-10 63,0-9 719,0-25 0,0-9 0,0-22 0</inkml:trace>
  <inkml:trace contextRef="#ctx0" brushRef="#br0" timeOffset="2183">1939 2047 8615,'0'-22'284,"0"8"0,2 2 0,6 0 5,6 0 0,5 4 1,6-4-1,4 3 465,7 4 0,8-5 1,6 0-1,8 1-794,5-1 1,-5 3 0,-2 7-1,-3 0-2710,-4 0 2750,-3 0 0,-3 0 0,1 0 0</inkml:trace>
  <inkml:trace contextRef="#ctx0" brushRef="#br0" timeOffset="2348">2788 1568 8088,'12'-10'3905,"-2"-2"-1768,-10-9-2137,0 8 0,0-6 0,0 7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8:12.75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872 436 8155,'-22'0'126,"0"0"0,0 0 0,-2 2 320,-5 6 1,2 11-1,-6 12 1,1 3-129,5 5 0,-4 9 0,2 6 0,5-1-152,7 0 1,7-5 0,10-11-69,0-8 0,10-15 0,7-9 0,9-12 136,11-15 1,1-9 0,1-15 0,-3-3-258,3-2 1,-7-9 0,-3 4 0,-8 1 53,-6 4 1,-5 5 0,-10 2 0,-3 1 80,-4-1 1,-12 3 0,-13 5 0,-4 7 15,-10 5 1,0-3 0,-10 0 0,3 6-101,5 1 0,4-2 0,5 15 0,5 2-2978,3 3 810,12 2 0,11 7 2140,16 0 0,13 10 0,13-5 0</inkml:trace>
  <inkml:trace contextRef="#ctx0" brushRef="#br0" timeOffset="300">937 0 8181,'22'0'238,"-1"0"0,1 0 190,0 0 1,-7 0 0,-1 0 0,1 3 7,-3 4 0,5 5 0,-8 7 0,1 1-24,0 2 1,-3-3-1,-7 20 1,0 4-330,0 6 0,0 11 0,-3 1 0,-4 9-204,-7 10 0,-3 2 0,0 0 0,5-4-198,2-3 1,-4-5 0,6-15 132,3-11 1,5-20 0,8-17 704,6-4 0,13-13 0,4-4 1,3-8-27,5-7 0,9 5 0,3-5 0,0 7-103,2 7 1,-4-2-1,6 8 1,-2-1-268,-4 0 1,-3 3 0,-5 7 0,-2 2-982,-3 6 0,-12-3 1,0 7-1,-9 0-1418,-6 0 0,-1 2 2276,-8 8 0,-10 0 0,-2 0 0</inkml:trace>
  <inkml:trace contextRef="#ctx0" brushRef="#br0" timeOffset="566">240 1459 8109,'-22'0'447,"1"0"1,13 8-1,16-1 1,21-2 162,17-3 1,12-2 0,14 0 0,8 0-202,5 0 0,11 0 1,-44-1-1,1 0 1,2-1-1,1-1-304,2-1 1,0 1 0,1-1 0,1 0 0,-5 4 0,1 0 0,-1 0 0,-1 0-582,45 0 0,-14 0 0,-20 0 0,-22 0-784,-13 0 1,-18 10-1,-8 5 1260,-8 4 0,-18 3 0,-12-1 0</inkml:trace>
  <inkml:trace contextRef="#ctx0" brushRef="#br0" timeOffset="883">654 2287 8109,'-44'36'189,"1"0"0,9 1 1,5 6-1,7 1 334,8-1 1,4 1 0,12 0 0,3-3-216,2-5 1,10-7 0,-2-15-1,7-9 224,7-10 1,-3-9 0,11-15-1,1-10-107,3-9 1,0-5 0,-2-8 0,-5 3-316,-2-2 0,-6-3 1,-9-3-1,-5 3-214,-2 5 1,-5-2-1,-15 9 1,-12 5-235,-12 7 0,-9 3 0,-10 12 1,-13 7 119,-11 5 1,-1 5-1,1 9 1,2 8 152,5 11 1,4 6-1,6 14 1,7 5-92,7 0 0,9 0 0,21-2 0,3-1-1314,4 1 0,2 7 1470,7-1 0,19 1 0,5-7 0</inkml:trace>
  <inkml:trace contextRef="#ctx0" brushRef="#br0" timeOffset="1282">893 2265 9057,'0'-12'6091,"3"19"-5779,4 15 0,-2 7 0,7-2 0,0 2-206,0-3 1,3-1 0,6-4 0,-1 1-183,-6 0 0,6-3 1,-6-4-1,6-8-273,1-5 0,1-2 0,0 0 0,0-4-9,-1-11 0,1 1 1,-2-16-1,-3 4 177,-3-3 1,-7 7 0,5-2 175,-2 7 1,0 12-1,-5 0 208,2 10 0,0 7 0,-7 10 0,0 2 297,0 5 0,7-5 0,3 5 0,2-7 361,5-7 0,2 2 0,3-10-409,0-2 0,0-12 1,0-10-1,-3-8-287,-5-4 1,3-9 0,-9 1 0,-4-1-547,-1 1 1,-6-4-1,-4 7 1,-7 0-1769,-6 5 1,-1 5 0,-1 2 2148,0 1 0,-9 9 0,-3 2 0</inkml:trace>
  <inkml:trace contextRef="#ctx0" brushRef="#br0" timeOffset="1582">1634 2309 8163,'7'-15'0,"3"3"305,2 2 0,-5-7 0,8 5 1,-1-2 526,-2-1 1,8 3 0,-6-5-70,5 3 1,3 2-1,0-3-372,0 8 1,-8 4 0,-2 6-229,-2 4 0,-3 8 1,-7 14-1,-2 7-218,-5 5 0,-5 5 0,-8 2 1,3 6-107,3 1 0,6-9 0,-4 0 1,3-9 544,4-6 0,2-2-141,3-7 1,17-12 0,8-10-1,6-15-394,8-12 1,4 1-1,6-11 1,1 1-834,-1 2 0,-3 0 1,-5 8-1,-5-3 984,-7 2 0,-5 3 0,-2 2 0</inkml:trace>
  <inkml:trace contextRef="#ctx0" brushRef="#br0" timeOffset="2116">2396 1459 8063,'-15'0'3315,"1"0"0,7 0 667,-8 0-1971,10 0-1350,-4 0 0,11 0-542,5 0 1,-2 0-3316,10 0 564,-11 0 0,9 0 2632,-6 0 0,-5 0 0,8 0 0</inkml:trace>
  <inkml:trace contextRef="#ctx0" brushRef="#br0" timeOffset="2681">2374 1546 8055,'-14'0'3313,"-1"0"-2212,10 0 0,-2 0 1,14 0-442,8 0 1,7 0 0,7 0 0,7 0-339,5 0 1,3 0 0,-1-2-1,1-3-321,-1-2 0,1 0 0,-1 7 1,1 0-207,-1 0 0,-1 0 0,-6 0-1536,-7 0 1,-7-3 1740,-8-4 0,6 5 0,-8-8 0</inkml:trace>
  <inkml:trace contextRef="#ctx0" brushRef="#br0" timeOffset="2933">2418 1263 9481,'21'10'1157,"4"-8"1,1 6 0,8-6-548,7-2 0,0 0 0,15 0 0,0 0-495,-1 0 0,-6 0 1,-1 0-1,-7 0-458,-4 0 0,-11-2 343,3-6 0,-5 6 0,-2-8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8:08.0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905 770 8401,'0'-31'0,"0"-5"0,0-3 18,0 3 0,0 4 0,0 8 0,-2 0 948,-5 2 1,-8-2 0,-14 16 0,-7 4-198,-5 1 1,-5 3 0,-3 5 0,-4 7-469,-3 10 1,6 14 0,-6 1 0,3 4-175,4 2 0,6 3 0,9 3 0,10 1-163,7-1 1,12-3 0,0-3-1,12-2-319,15-4 1,10-3 0,14-8 0,4 3 197,9-2 1,3-10 0,1-5 0,-2 0 214,-3 0 1,-10 0 0,1 5-1,-11-5 164,-9-2 1,-14 7 0,-10-3-1,-10 6 98,-10 1 0,-21 1 1,-12 0-1,-10 0-239,-10 0 0,-2-3 0,4-2 1,1-5-312,0-2 1,-1-1 0,1-4 0,2 5-346,5 2 1,12-5 0,15 8-1,4-1-3448,8-2 4023,11 8 0,18-18 0,14 8 0</inkml:trace>
  <inkml:trace contextRef="#ctx0" brushRef="#br0" timeOffset="184">971 1206 9620,'0'14'3430,"2"1"-2632,5 2 0,-4 2-1117,4 3 1,3 0 0,-3-1 318,-2 1 0,7 0 0,0 0 0</inkml:trace>
  <inkml:trace contextRef="#ctx0" brushRef="#br0" timeOffset="299">949 770 8002,'-12'0'-157,"-7"0"1,6 0-1</inkml:trace>
  <inkml:trace contextRef="#ctx0" brushRef="#br0" timeOffset="951">1297 1336 8216,'0'22'214,"0"0"1,0 0 289,0 0 0,0-1 0,0 1 235,0 0 0,0-8-262,0 1 0,0-13-435,0-2 1,0-2-1,0-13 1,0-4-172,0-8 0,0 1 0,3-8 0,2 0-251,2 0 0,3-2 1,-6-8-1,6 3 202,2 5 1,-5-3-1,6 10 1,-1 3 270,0 1 0,0 11 0,5 2 1,-3 2 397,3 5 1,3 13 0,1 6-1,-1 8-32,-6 7 0,6 2 0,-8 8 0,2-3-298,1 3 0,-10 2 1,4 0-1,-1-4-316,-1-8 0,0-5 0,-7-2-249,0-1 394,0-9 0,0-12 0,0-14 0,0-8 41,0-7 1,0 3-1,0-11 1,0-1 16,0-4 0,0 6 0,2 2 0,3 3 223,3 4 0,8 5 0,-1 8-94,4 7 1,-4 4-1,-1 6 1,1 4 34,-3 7 0,7 8 0,-7 7 0,3 5-193,-1 0 1,-9 5 0,5-8 0,-3 1-256,1-1 1,-1-2-1,-5-7-1109,5 0 241,-4-1 851,7-9 0,-10-12 1,0-16-1,0-9 163,0-4 0,0 0 0,0 7 0,0 1 39,0-1 0,0 0 0,2 0 112,5 1 1,-2 9 0,10 4 189,2 6 0,2 4 0,3 6-89,-1 6 1,-6 5 0,-1 3 0,3 0-467,3 0 0,-6 7 1,-2 0-1,0-3-642,1-1 1,-6-4-1,5 1-1825,-2 0 2771,-3-10 0,3-2 0,2-10 0</inkml:trace>
  <inkml:trace contextRef="#ctx0" brushRef="#br0" timeOffset="1101">2147 1141 8162,'0'21'66,"0"1"1,0 0 0,2 2 289,5 5 1,-4-2-1,6 7 1,-1-1 184,-1 1 0,7-5 1,-4 5-1,2-2-1008,5-6 1,-5 1 466,3 2 0,-1-5 0,8 8 0</inkml:trace>
  <inkml:trace contextRef="#ctx0" brushRef="#br0" timeOffset="1233">2125 814 8162,'-10'-15'144,"-4"1"-95,-6-3-49,8 7 0,-7-9 0,7 7 0</inkml:trace>
  <inkml:trace contextRef="#ctx0" brushRef="#br0" timeOffset="1667">2430 269 8230,'-10'-21'555,"8"9"0,-8 4 0,12 18 0,3 12-58,2 12 1,10 16 0,-2 9-1,4 3-43,3 4 0,0 4 1,0 7-1,-1 13-512,1 7 1,-14-47 0,-1 1 0,-1 4-1,0-1 1,0 0 0,0-1-517,0-2 0,0-1 0,-1 45 0,5-16 0,-3-8 574,0-11 0,10-16 0,-5-13 0</inkml:trace>
  <inkml:trace contextRef="#ctx0" brushRef="#br0" timeOffset="1985">3127 879 8185,'-37'-9'365,"1"-6"1,9 5-1,-2 3 1,5 7 701,2 7 1,-2 5-1,-2 10 1,-3 2-353,2 5 0,3 5 0,2 10 0,3-1-537,4 1 1,-2 0 0,10-3 0,2-3-526,3-1 0,2-1 1,2 5-1,5-5-377,8-7 1,4-14 0,3-10 0,0-10 298,0-10 1,7-6 0,0-6 0,-3-2 424,-2 2 1,-2-4-1,0 2 1,0 2 360,-1 3 1,-1 10 0,-3 1-1,-3 1 726,3 0 0,-5 7 1,3 1-472,2 8 1,-8 9 0,1 11 0,-3 5-942,1 7 1,-1-2-1,-5 2 1,3 0-916,2-2 1,1-2 0,-8-10 1239,0-1 0,9 1 0,3 0 0</inkml:trace>
  <inkml:trace contextRef="#ctx0" brushRef="#br0" timeOffset="2217">3323 1249 8153,'12'12'2418,"-3"8"1,-9-8-2800,0 10 1,0-8-517,0 1 472,0-10 1,0 2 0,0-14 362,0-8 1,0-7 0,0-7 0,0-5-18,0 1 1,8-16-1,1 6 1,3-1-324,5 5 1,3 1 0,-1 9 401,-4 2 0,14-7 0,-5 0 0</inkml:trace>
  <inkml:trace contextRef="#ctx0" brushRef="#br0" timeOffset="2517">3780 30 8054,'-7'-15'696,"-1"1"0,1 19 1,7 4-1,0 18-56,0 17 1,3 4-1,4 15 1,5 7-216,0 5 1,7-2-1,-4 6 1,4 4-366,3 1 1,-7-6 0,-1-6 0,1-6-814,-3-8 1,-3-5 0,-6-12 0,2-5 752,2-6 0,0-6 0,-7-2 0</inkml:trace>
  <inkml:trace contextRef="#ctx0" brushRef="#br0" timeOffset="3116">4281 705 9642,'-12'2'173,"4"6"1,8-6-982,8 5 1,4-4 273,10-3 0,-3-3 0,-2-2 276,-3-2 1,-9-2 0,5 4 1056,0-3-13,-8-8 1,8 3 844,-10-8-719,0 9-649,0 2 0,0 12 0,0 6 1,0 8 218,0 11 0,0 0 0,2 9 0,3 3-245,2 2 1,8 10 0,-6 2 0,1 3-190,0 4 1,7-7 0,-5-2 0,2-7-698,1-8 0,-3-2 0,5-10 649,-3-2 0,1 4 0,7-14 0</inkml:trace>
  <inkml:trace contextRef="#ctx0" brushRef="#br0" timeOffset="3434">4760 683 8149,'-7'15'456,"-3"-3"0,0 0 35,1 0 0,-1 5 1,5 12-1,-5 10 78,-2 9 1,-2 17 0,-8 15 0,0 7-166,0 8 0,10-45 0,0 1 1,-1 6-1,0 0 0,-3 3 1,0 1-225,-1 3 0,0 0 1,1-5-1,-2-2 1,-1 4-1,0-1 0,2-6 1,0-1-395,-15 41 0,1-21 0,7-10 0,-1-10-2293,6-12 859,12-17 1,-3-31 1647,10-15 0,10-14 0,2 2 0</inkml:trace>
  <inkml:trace contextRef="#ctx0" brushRef="#br0" timeOffset="3617">4956 1380 8569,'0'-22'1447,"0"10"0,2 2-1447,5 10 0,6 0 0,8 0 0</inkml:trace>
  <inkml:trace contextRef="#ctx0" brushRef="#br0" timeOffset="3715">5065 1010 7950,'-34'-22'-92,"5"3"0,7 2-937,7 2 1029,6 1 0,-1-8 0,-2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8:19.8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1491 458 7996,'-21'-12'217,"-1"5"0,-2 4 1,-3 3-1,-2 0 591,2 0 1,1 0 0,-1 3 0,-4 4-231,-3 7 1,7 8-1,-2 5 1,5 4-334,2 3 0,8-5 0,2 5 1,-1 0-242,1 0 0,7-8 1,1 1-1,8-8-66,11-4 1,7-10-1,4 0 1,6-10-96,2-10 0,-5-14 0,7-7 0,0-5-39,-2-3 0,-2-2 1,-11-2-1,-1-5 23,-6-3 0,3 5 1,-9-4-1,-6 1-51,-7 6 0,-17-1 1,-14 4-1,-8 1 224,-6 10 0,-6 10 0,-9 9 0,-1 8 226,1 5 1,2 2 0,5 5 0,10 7-464,9 9 0,0 16 0,13-3 1,6 2-266,11 0 0,6-2 0,3 5 502,0-3 0,10 0 0,2 8 0</inkml:trace>
  <inkml:trace contextRef="#ctx0" brushRef="#br0" timeOffset="216">1448 197 7996,'12'-10'1404,"0"5"-453,-5-9 1,5 11-552,10 3 1,-7 10-1,-1 12 1,3-1-234,2 1 1,-4 0-1,2 2 1,5 3-652,4 2 1,6 0 0,-3-7 0,5-3-321,0-4 0,4-3 1,-6-8-1,-1 4-380,1-3 0,-3-5 1184,-8-8 0,1-4 0,0-10 0</inkml:trace>
  <inkml:trace contextRef="#ctx0" brushRef="#br0" timeOffset="382">1992 262 7996,'-22'0'361,"8"0"1,2 2 0,0 3 339,0 3 1,0 16 0,-5 0 0,2 7 160,-2 8 1,-2 7-1,-3 10 1,0 11-304,0 8 1,8 13-1,-1 8 1,7-46-1,-1 0-404,0 1 1,-1 2 0,2 3 0,2 1 0,-1 0 0,1 0 0,1-4-1,1-2-832,-1 39 1,3-25 0,2-21-1461,0-13 0,0-19 2137,0-12 0,9-10 0,3-11 0</inkml:trace>
  <inkml:trace contextRef="#ctx0" brushRef="#br0" timeOffset="981">2079 806 7996,'-21'0'900,"-1"0"0,0 3 0,3 4 0,2 8-340,2 4 0,10 10 0,-2 2 1,5 3-337,2 5 1,0-5-1,0 0 1,2-3-72,5-4 1,5-10 0,10-5 0,0-2 110,0-6 0,7-4 0,0-7 1,-3-5-369,-1 0 1,-11-15 0,-2 6 0,0-6-326,0-4 1,-7 4 0,3-7-1,-6 3-173,-2 4 0,0 0 0,-2 1 0,-3-3-629,-3 2 0,-6 10 0,4 5 176,-2 2 0,5 3 1055,-8 7 0,11 3 0,-4 4 0,6 7 0,4 6 0,3 1 523,2 1 1,3-7 0,-5-1 0,5 3 577,2 3 1,-5 1 0,5 1-1,0 0-350,0 0 0,3-1 0,7-1 0,-1-3-455,1-3 0,0-7 1,0 6-1,-1-4-313,1-4 0,7-2 1,0-6-1,-2-2-385,-3-2 0,-2-10 1,0 3-1,-3-8-475,-5-7 1,6 5 0,-8-5-1,0 4 275,-5 4 1,-4-1 0,-1 2 0,3 3 536,2 3 525,0 9 0,-16-2 390,-6 14 0,3 5 0,0 10 0,2 0-67,6 0 1,1-1 0,3 1 0,0 0-505,0 0 0,0-1 1,0 1-1,3-2-525,4-6 1,-2 3 0,9-7-866,3 2 1,2-7 0,3 2-2361,0-5 3471,0-11 0,0-13 0,-1-12 0</inkml:trace>
  <inkml:trace contextRef="#ctx0" brushRef="#br0" timeOffset="1165">2863 284 7996,'0'22'199,"3"-8"0,2 3 0,2 5 434,-2 4 0,4 11 1,1-6-1,2 5 39,5 10 0,0-2 0,0 9 0,-3 0-513,3 6 0,3 3 0,-1 4 1,-2-3-1156,-3-5 0,-9-7 0,3-15 996,-6-7 0,-2-15 0,0-4 0</inkml:trace>
  <inkml:trace contextRef="#ctx0" brushRef="#br0" timeOffset="1366">2711 719 7552,'22'0'989,"-1"0"1,11 0 0,4 0 0,8-2-765,6-5 1,6-3-1,9-5 1,1 6-264,-1-1 0,-7 8 1,-5-6-1,-4 6-836,-8 2 0,-14 2-741,-6 6 1615,-9 4 0,-31 10 0,-5-1 0</inkml:trace>
  <inkml:trace contextRef="#ctx0" brushRef="#br0" timeOffset="1750">228 1590 8039,'-41'8'277,"2"-1"0,6 0 716,1 3 1,-4-8-296,7 6 1,12-6-1,17-2-166,12 0 0,17-2 1,12-3-1,17-5-209,22-2 1,-28 5 0,3-1 0,9-3 0,2-2 0,6 0 0,1 0-196,5-2 1,2 1-1,11-3 1,4 2-1,-26 6 1,2 0-1,2 0 1,5-1-1,2 0 1,1-1-159,7-1 1,1 1 0,1 0-1,-3 2 1,1 2 0,0-1-1,3-1 1,1 1 0,-1 1-1,-5 1 1,0 1 0,-2 1 128,-3 1 0,-1 0 0,-1 0 0,-4-2 0,-1 0 0,-1 0 0,-4 2 1,-1 1-1,-1 0 0,27-1 0,-2 1 129,-12 0 0,-3 2 0,-8 3 0,-5 1 0,-12-1 0,-2 1 0,42 3 207,-10 3 0,-19-8-2302,-19 6 1,-15-6-1110,-22-2 2976,-41-10 0,0-2 0</inkml:trace>
  <inkml:trace contextRef="#ctx0" brushRef="#br0" timeOffset="2566">1557 2004 8555,'-22'-7'0,"3"-3"349,4-2 1,-4 7-1,4-2 1,-4 7 112,-3 7 0,0 5 1,0 13-1,-2 1 66,-5 3 1,5 17 0,-5-2 0,7 4-309,8 5 1,-3-4 0,9 6 0,4-1-72,1-6 1,3-4 0,3-11 0,4-11 66,7-12 0,15-13 0,8-9 0,4-14-178,2-13 0,1-2 0,-3-17 0,-2-3-92,-3-2 1,-9-2 0,2 2-1,-7 3-40,-8 2 0,-4 7 0,-10-5 0,-5 3-116,-10 5 1,-11 11 0,-23 11 0,-4 6 65,-2 6 0,-8 9 0,-5-2 1,5 4 81,0 3 1,10 3-1,2 4 1,7 10-463,8 9 0,7-1 0,15 6 0,6-2-226,6 0 0,2 0 0,2-7 750,6 0 0,13 0 0,13-1 0</inkml:trace>
  <inkml:trace contextRef="#ctx0" brushRef="#br0" timeOffset="2916">1709 1917 8118,'3'-12'1079,"4"5"0,5 12 0,7 4 0,-2 3-735,-2 5 1,-1 3-1,10 1 1,3-1-521,2-6 0,10 3 0,-5-10 0,2 1-354,0 1 0,-2-6 1,5 4-1,-5-5-638,-3-2 0,-2-7 0,-7-2 1168,0-4 0,-3-1 0,-4-8 0,-8 12-154,-14 10 1,-5 13-1,-10 16 1,2 7 1158,6 5 1,-6 3 0,8 2 0,-2 4-8,-1 8 0,11 13 0,-4 1 0,6-2-617,2-2 0,0-3 0,0 1 0,0-1-878,0 0 1,0-16 0,0-8 0,-3-10-2377,-4-11 2873,5 2 0,-8-30 0,10 6 0</inkml:trace>
  <inkml:trace contextRef="#ctx0" brushRef="#br0" timeOffset="3099">2428 2287 8615,'-12'3'1878,"2"1"1,3 6-1298,-1 2 1,1 3 0,7 7 0,0-1-276,0 1 0,0 0 0,3 2-1277,4 5 0,5-5 1,7 5 970,-4-4 0,14-13 0,-5-3 0</inkml:trace>
  <inkml:trace contextRef="#ctx0" brushRef="#br0" timeOffset="3231">2406 2004 8113,'0'0'0</inkml:trace>
  <inkml:trace contextRef="#ctx0" brushRef="#br0" timeOffset="3482">2558 2200 8113,'22'36'0,"0"1"57,0 1 0,-1-4 0,1 0 0,-2-2 303,-6-6 1,5 6 0,-6-3 330,-1-3-244,7-1-291,-17-13 0,6-3 0,-13-11 0,-2-5-42,2-8 1,0 3 0,0-2 0,-2-3 278,2-3 0,3-2 306,2 1 1,2-1-306,5 0 0,5 10 1,10 5-1,0 4-302,0 3 0,-1 3 1,4 4-1,1 5-332,3 0 1,0 8-1,-4-4 1,-1 9-2936,-2 4 3175,4 0 0,-14-7 0,10-1 0</inkml:trace>
  <inkml:trace contextRef="#ctx0" brushRef="#br0" timeOffset="3949">4736 1286 8028,'-2'-13'2590,"-3"4"261,-3-1-2536,1 8-315,-2-8 0,6 20 0,-7 2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8:24.80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757 894 8001,'0'-22'141,"0"-7"1,0 0-1,0 2 268,0 3 0,-7 2 1,0 1-1,0-1-19,-3 0 0,5 10 0,-9 5 1,-3 4-156,-3 3 1,-4 3-1,-2 4 1,-6 12-177,-2 15 0,8 2 0,-3 18 0,4-1 52,4 5 0,1 2 0,6-1 1,6-9-96,6-4 0,2-9 1,2-6-1,6-7 142,6-12 0,15-7 1,8-10-1,4-9-77,2-15 1,1-12-1,-1-10 1,1-7-335,-1-5 0,-9-2 0,-7-1 0,-8 1-110,-4 0 1,-10-1-1,0 1 1,-13 0 28,-14-1 0,-2 11 0,-14 6 0,-6 8 61,-4 5 1,-10 9 0,4-2 0,-1 7 230,-6 8 1,8 4 0,2 10 0,5 0-248,3 0 1,9 10-1,7 7 1,10 7-691,10 5 979,5 0 0,2 2 0,0 3 0</inkml:trace>
  <inkml:trace contextRef="#ctx0" brushRef="#br0" timeOffset="265">997 393 13409,'0'22'0,"0"-1"-29,0 1 1,10 2 0,2 3 0,2 2-335,1-2 1,-1-3-1,8-2 1,0-3-484,0-4 1,7-3-1,0-8 1,-3 4 845,-1-3 0,6-13 0,3-4 0</inkml:trace>
  <inkml:trace contextRef="#ctx0" brushRef="#br0" timeOffset="399">1367 415 8603,'-19'9'703,"2"6"0,2 7-236,-2 7 0,5 5 0,-2 12 0,-1 4-18,3 8 0,-5 8 0,8 4 0,-1 5-431,0 2 1,-4 1 0,6 2-1,1-8-669,-2-4 1,6-3 0,-7-2 650,1-5 0,6-14 0,-6-13 0</inkml:trace>
  <inkml:trace contextRef="#ctx0" brushRef="#br0" timeOffset="600">1476 959 9982,'0'-10'1337,"0"10"0,3 10 0,1 12-1342,4 0 0,6-1 0,-4 1 0,-1 0-738,1 0 0,5 0 0,-6-3 743,3-5 0,3 6 0,7-8 0</inkml:trace>
  <inkml:trace contextRef="#ctx0" brushRef="#br0" timeOffset="732">1563 654 8127,'-14'-9'-91,"-1"-6"1,10 3-1,-4-3-628,-1-2 1,8 5 718,-6-2 0,6 9 0,2-5 0</inkml:trace>
  <inkml:trace contextRef="#ctx0" brushRef="#br0" timeOffset="1018">1803 916 8127,'0'21'-230,"2"1"1,3 0 375,2 0 0,1-1 1,-8 1 754,0 0 1,0 0-513,0 0 1,-3-10-332,-4-5 0,-3-14 1,-4-8-1,6-4-58,6-3 0,2 0 0,0 0 0,0 1 59,0-1 1,0 0 0,2 0 192,6 1 0,4 1 0,10 3 1,-1 5-18,1 2 0,2 3 1,3 10-1,4 4-173,3 7 0,-7 6 0,2 2 1,-7 2-655,-8 5 0,3-3 1,-10 8-1,-2 0-2102,-2 0 2694,-3-7 0,-10 4 0,-2-9 0</inkml:trace>
  <inkml:trace contextRef="#ctx0" brushRef="#br0" timeOffset="1351">39 1700 8134,'-19'-3'419,"4"-4"0,10 4 0,22-4 0,22 5 4,21 2 0,20 0 1,-30 0-1,2 0 0,6-1 1,2-1-219,6-1 1,1-1-1,10 3 1,1 0-1,8-3 1,2 0 0,6 3-1,1 0-286,-28 1 0,0 0 0,0 0 0,28-3 1,-1-1-1,1 0 0,-2 0 0,-5 2 0,-1 0 266,-7 0 0,-1 1 1,-3 1-1,-4 0 0,-11 0 1,-3 0-1,41 0 147,-24 0 1,-27 0 0,-19 0 0,-7 3-765,-8 4 1,-4-2-1059,-10 9 1,-2-9 0,-6 5 1489,-6-1 0,-5 4 0,-3 8 0</inkml:trace>
  <inkml:trace contextRef="#ctx0" brushRef="#br0" timeOffset="1734">910 2375 8155,'-53'12'104,"7"7"0,-5-4 1,5 4 193,2 3 0,8 9 0,2 3 0,3 2 323,4 1 1,3-4 0,5 6-1,4-3-190,8 3 0,4-7 0,3-3 0,3-8-277,4-6 0,5 2 0,10-10 1,2-2-119,5-3 0,-5-19 0,8-7 0,-3-7-194,0-8 0,7-2 0,-7-3 0,-2 1-408,-3-1 1,-9 1-1,-3-1 1,-3 1 14,-4-1 0,-5 3 0,-7 2 0,-10 5 296,-10 3 0,-9 2 0,-15 7 0,-7 3 188,-5 4 1,-2 6 0,0 9 0,-1 2 272,1 5 0,9 5 0,8 10 1,7 2-504,4 5 0,21-4 297,1 4 0,10-5 0,5-2 0</inkml:trace>
  <inkml:trace contextRef="#ctx0" brushRef="#br0" timeOffset="2067">975 2070 8145,'15'2'1176,"-3"5"-329,-2 8 0,4 4 0,-4 3 1,2 0-279,5 0 1,-5 7 0,0 2 0,-2 3-182,-6 5 0,-1 2 0,-3 2 0,0 1-382,0-1 0,-3 1 0,-1-3 0,-6-5-556,-2-7 1,0-4 0,-5-6 102,2-4 1,8-6 0,-5-11 0,2-5 185,5-8 1,3-4-1,4-3 261,6 0 0,4 8 0,10 1 354,-1 4 0,4 2 0,1 7 0,3 0-167,-2 0 1,4 7 0,-2 2 0,-2 1-793,-3 0 0,-2 7 1,0-5-1,-3 2 605,-4 1 0,4-1 0,-7 8 0</inkml:trace>
  <inkml:trace contextRef="#ctx0" brushRef="#br0" timeOffset="2586">1563 2418 8056,'-22'3'17,"1"1"0,-1 6 563,0 2 0,0 3 1,1 6-1,1 1 187,6 0 0,-3 0 0,9 0 1,4-1-349,1 1 1,6 0 0,4 0 0,7-1-224,6 1 1,4-10-1,3-4 1,4-6 26,3-2 0,-5-2 1,5-3-1,-3-7-236,-4-8 0,-3 3 1,-2-12-1,-3 5-712,-4 2 1,2 1-1,-10-1 1,-2 0-188,-3 0 1,-2 0 0,0 1 0,0-1-414,0 0 0,0 8 912,0-1 0,0 13 782,0 2 1,0 9 0,0 13 750,0 0 0,0 0 0,0-1 1,3 1-287,4 0 1,-5 0-1,8 0 1,-3-1-486,0 1 1,10 0 0,-2 0-327,4-1 0,3-8 1,0-6-1,0-5-230,-1-2 1,-6 0 0,-1 0 0,3-2-619,3-5 0,-1-6 1,-2-8-1,-5-1-21,-2 0 0,4 0 1,-4 1 449,2-1 0,-7 0 0,2 0 636,-4 0 2476,-3 10-1790,0 3 1,0 26 0,0 4-790,0 4 1,0-8 0,2-3 0,3 3-768,2 2 0,10 1 1,-2-6-2115,4-7 2744,3-4 0,9-3 0,3 0 0</inkml:trace>
  <inkml:trace contextRef="#ctx0" brushRef="#br0" timeOffset="2783">2521 1808 8056,'-12'22'577,"5"0"0,5 2 1,2 5-1,0 7 83,0 6 1,7 1 0,3 1 0,-1 2-235,1 4 0,4-1 0,-6 7 0,-3-3-600,-3-5 1,-2 3 0,0-5 0,0-7-533,0-5 0,-2-8 0,-6-11 0,-6-8 706,-6-5 0,-11-11 0,-3-3 0</inkml:trace>
  <inkml:trace contextRef="#ctx0" brushRef="#br0" timeOffset="2950">2108 2222 8364,'14'-19'689,"1"4"0,6-2 0,13 10 0,5 2 7,7 3 0,12-5 0,3-1 0,6 3-311,6 3 1,-3-5 0,-9 0 0,-6 2-1130,-2 2 1,-4 3 0,-13 0 743,-7 0 0,-5-9 0,-2-4 0</inkml:trace>
  <inkml:trace contextRef="#ctx0" brushRef="#br0" timeOffset="3134">3305 1612 7982,'-2'-29'761,"-5"0"0,4 8 375,-4 6-1189,5 10 53,2-4 0,-10 18 0,-2 3 0</inkml:trace>
  <inkml:trace contextRef="#ctx0" brushRef="#br0" timeOffset="3900">4655 698 8439,'-24'-22'0,"-2"0"-57,-3 0 0,-10 3 1,3 5-1,-6 6 318,-1 6 0,-1 4 0,-2 8 0,-2 12 794,-3 12 1,8 0-797,6 2 0,11 0-177,-3 8 0,4-1 1,6 1-1,5-1-33,6 1 1,6-8-1,4-2 1,6-5 55,6-10 0,8-6 1,5-13-1,2-3 139,-3-4 1,6-12-1,-3-13 1,-3-2-232,-2-5 0,-2-9 1,0-5-1,-3-3-303,-4-4 0,-3 4-1,-7-2 1,2-3-2,-2-1 1,-12-4-1,-8 3 1,-7 3-16,-7 2 1,-7 9 0,-12-1 0,-3 6 62,2 8 0,-4 14 0,2 15 1,5 4-211,8 3 0,-1 5 1,12 10-1,8 11-903,9 6 1357,-2 9 0,10-7 0,-8 9 0</inkml:trace>
  <inkml:trace contextRef="#ctx0" brushRef="#br0" timeOffset="4281">4743 197 8547,'0'-22'1330,"2"8"-1037,5-1 0,-4 13 0,4 2 0,-5 12 330,-2 7 1,0 13-1,0 4 1,3 5-157,4 3 0,-2 6 1,7 4-1,-2 1-462,-6 6 1,1 2 0,0 2-1,2 0-309,-2 1 1,-2-11 0,-3-4 0,-3-7-308,-4-8 0,2-7 365,-9-14 0,9-8 1,-2-17-1,4-9 240,3-8 0,0-12 0,0 6 0,0-4 97,0 1 0,0 9 0,0-2 0,3 5 35,4 2 0,2 8 0,8 2 0,-2 2-111,2 5 1,2 5 0,3 10-115,0 12 0,0 2 0,-1 12 1,-1 3-793,-6 2 1,3 3 0,-7-1 890,2 1 0,-7-1 0,4 1 0</inkml:trace>
  <inkml:trace contextRef="#ctx0" brushRef="#br0" timeOffset="4550">5309 828 8172,'-10'-21'226,"5"-1"0,-7 0 0,0 3 277,0 4 1,5 6 0,-8 9 0,-2 2-176,-2 5 0,4 5 1,1 13-1,-1 1-34,3 3 0,-5 3 0,10-6 0,2 3-144,3-2 0,2-3 1,0-2-1,0 0-52,0-1 1,9-8-1,6-4 1,4-2-47,3 1 0,0-3 0,0-13 0,-1-6-314,1-6 1,-2-1-1,-4-1 1,-3 0-338,-4 0 0,1 1 0,-5-1 0,2 0 599,-2 0 0,-3 0 0,-2 1 0</inkml:trace>
  <inkml:trace contextRef="#ctx0" brushRef="#br0" timeOffset="4850">5418 828 8172,'7'15'630,"0"-1"0,0 1 1,-7 7 4,0 0 1,3-1 0,2 1-276,2 0 0,10-3 0,-3-2-115,6-2 1,-6-10-1,1 2-417,2-5 0,2-9 0,0-3 0,-2-2-158,-2-5 0,-8-2 1,5-3-1,-2 0 16,-5 1 0,4-8 0,-1-1 0,-3 4 112,-3 2 0,5 2 0,0 0 0,-2 0 607,-2 1 0,-3 6 113,0 1 0,0 11 0,2 3-196,5 12 0,-4 8 0,4 1 0,-4 1-161,-3 0 1,2 0-1,3-1 1,2 1-883,-2 0 1,-3-7 0,1-3 0,2 0-2120,2 0 2840,0-7 0,3 4 0,2-9 0</inkml:trace>
  <inkml:trace contextRef="#ctx0" brushRef="#br0" timeOffset="5033">6027 1 8188,'8'24'79,"-1"5"0,0-5 1,-7 8-1,3-1 470,4 6 0,-2 11 0,7 5 1,0 3-459,0 4 0,-5 13 1,5 4-1,-2 3-662,-5 0 1,5-12-1,-3-5 1,0-17-1439,3-15 2009,-8-7 0,8-2 0,-10 0 0</inkml:trace>
  <inkml:trace contextRef="#ctx0" brushRef="#br0" timeOffset="5200">5592 611 9109,'17'-10'0,"2"-2"675,5 0 0,22-5 0,8 7 1,16 1-426,17-1 0,-35 2 0,2-1 0,8 2 0,2-1 0,4-1 1,2-1-100,6-1 0,0 0 0,-3 0 1,0 0-1,1 0 0,-1 1 1,-6 0-1,-3 0-244,-10 3 0,-2 0 1,35-3-1,-31 10 93,-12 0 0,-10 0 0,-13 0 0</inkml:trace>
  <inkml:trace contextRef="#ctx0" brushRef="#br0" timeOffset="5651">3937 1569 8357,'-22'0'322,"0"0"913,1 0 1,13 2-584,16 6 1,23-6-1,29 5 1,15-2-237,20 2 0,-40-5 0,4-1 0,11 2 0,5 1 0,6-2 0,2-2-323,8 1 1,2-2 0,3 2 0,2-2 0,-27 1 0,1-1 0,0 0 0,1 0 0,1-1 0,-1 0-177,1 0 0,0 0 0,-2-1 1,28-5-1,-4-1 0,-7 3 1,-3 0-1,-12-1 0,-3-1-242,-9 1 1,-3 0 0,38 0 0,-30-6-791,-13 4 0,-25 2 0,-42 7 1115,4 0 0,-1 0 0</inkml:trace>
  <inkml:trace contextRef="#ctx0" brushRef="#br0" timeOffset="6084">5004 2244 8324,'-22'-22'21,"0"8"0,1 2 0,-1 2 123,0 5 0,-2 3 0,-5 4 0,-8 5 311,-4 8 0,3 14 0,-1 7 0,-2 5-89,2 3 0,3-1 1,2 1-1,10-3-224,7-5 0,12 5 0,-2-7 91,4 0 1,15-5-1,10-14 1,12-10 86,7-10 0,3-10 0,-1-14 0,1-7-229,-1-5 0,-2-5 0,-2-3 0,-5-1-228,-2 1 1,-6-4 0,-11 2 0,-8 3-466,-5 2 0,-4 2 0,-8 3 0,-12 5 13,-11 7 1,-18 5 0,-10 2-1,-6 2 421,-6 6 0,0 4 1,8 13-1,0 4 97,-1 7 0,13 8 0,10 7 0,11 5-647,8 0 0,5 5 718,4-10 0,-4 9 0,7-4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8:32.6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1479 8255,'12'-2'169,"-4"-6"1,-3-4 338,2 0 0,-5 0-2664,5 5 2156,-4 4 0,-13-6 0,-2 9 0</inkml:trace>
  <inkml:trace contextRef="#ctx0" brushRef="#br0" timeOffset="751">1198 543 8207,'-44'0'63,"1"0"0,9 0 0,3 2 0,2 5 137,0 8 1,-10 7-1,5 7 1,-2 7 9,-1 5 1,11 3 0,-3 2 0,4 2-179,4 3 0,9-3 1,7-9-1,10-8-11,9-6 0,5-1 0,6-19 0,4-8 121,7-9 0,5-10 1,3-7-1,-1-7-65,1-5 0,-8-10 1,-2 0-1,-3 0-55,-4-2 0,-3 0 0,-4-5 0,-6 5-74,-7-1 1,-4 8-1,-6-7 1,-6 2-106,-13 1 0,-10-1 0,-14 7 0,-2 1 58,-3-1 0,-14 10 0,4 5 0,1 7-10,-3 8 0,10 7 1,0 14-1,4 10-127,6 9 1,4 8 0,17 10-1,0-1-253,1 1 0,9-1 489,4 1 0,6 0 0,2-1 0</inkml:trace>
  <inkml:trace contextRef="#ctx0" brushRef="#br0" timeOffset="1034">1329 194 8741,'14'7'290,"1"1"1,-3 9 0,5-3-1,-3 5-131,3 3 1,3 0 0,-1 0-1,-2 2-598,-3 5 0,-2 3 0,3 6 0,-8-1 67,-4 1 0,-3 1 0,0 0 0,-3-3 224,-4 3 1,-3-8-1,-7-4 1085,3-10-552,9 2 0,-5-26 0,10 0-275,0-10-110,0-5 0,10 0 0,2 0 0</inkml:trace>
  <inkml:trace contextRef="#ctx0" brushRef="#br0" timeOffset="1517">1416 281 8332,'0'-22'-95,"-3"1"0,-1-1-2,-4 0 0,1 8 0,7-1 2693,0-2-1872,0-2 0,-2 9 0,-3 10-79,-3 12 0,1 10 0,7 9 0,0 11 12,0 6 1,0 12-1,3-1 1,1 3-150,4 4 1,6-1 0,-4 0-1,0 1-156,-1-1 1,8 0 0,-5 1-1,3-3-446,-1-5 0,-9-5 0,5-12 0,-3-5-737,0-7 1,1-12 41,-8-2 0,0-13 0,0-2 390,0-12 1,-8-7-1,1-5 1,0-3 178,-3-2 0,8-2 0,-5 2 0,4-8-9,3-4 0,0-2 1,0-1-1,3 0-81,4 1 0,2-1 1,8 1-1,-2 2 224,2 4 1,5 6 0,4 12 0,3 4 457,-2 8 0,-3 4 0,-2 6 0,0 4 143,-1 8 1,1 14-1,-2 7 1,-3 5-179,-3 3 1,-2-1 0,3 3 0,-8 0-780,-5-2 0,6 4 1,-1-12-1,-2 3-654,-3-3 0,-4 3 0,-3-10 1096,-2-2 0,-10-3 0,5-2 0</inkml:trace>
  <inkml:trace contextRef="#ctx0" brushRef="#br0" timeOffset="1701">1982 760 8240,'-2'-21'4081,"-6"-1"-3156,6 10 1,-8 12 0,10 14-596,0 6 0,0 1 0,3 4 0,1 1-572,4 3 0,9 0-1,-3-9 1,3-3-485,-2-3 727,4 1 0,-7 6 0,10 1 0</inkml:trace>
  <inkml:trace contextRef="#ctx0" brushRef="#br0" timeOffset="1832">2069 368 8240,'-29'-29'333,"0"0"397,2 3-1296,13 1 566,4 13 0,20-7 0,2 7 0</inkml:trace>
  <inkml:trace contextRef="#ctx0" brushRef="#br0" timeOffset="2200">2178 869 8240,'0'22'-105,"0"2"0,0 3 0,0 2 812,0-3 1,0-1 0,0-4 0,0 1 738,0 0 0,0 0 109,0 0-1277,0-10 0,-2-3-406,-6-9 0,6-9 1,-5-6-270,4-4 0,3-3 0,0 0 0,3 0-84,4 1 0,-2-1 1,9 0-1,3 0 349,3 1 0,1-1 0,1 2 1,0 6 332,0 7 1,-1 4 0,1 3 0,0 0 222,0 0 1,0 3 0,-1 4-1,-1 7-827,-6 6 1,-2 9 0,-7 2 0,2 1-1248,-2-1 1,-10 5 1649,-2-6 0,-20 8 0,3-4 0</inkml:trace>
  <inkml:trace contextRef="#ctx0" brushRef="#br0" timeOffset="2567">392 1566 8239,'-53'12'267,"7"0"1,-2-7-1,9 2 180,10-2 1,17-2 0,12-3 54,12 0 1,19 0 0,15 0 0,17-3-237,15-4 1,18 2 0,-41-2 0,2 0 0,7-1-1,2 1-27,8 1 1,2 0 0,6-4 0,1 1-1,8 1 1,2 1 0,4-2 0,2-1-308,-30 3 1,0-1 0,1 1 0,2 0 0,-1-1 0,1 1-1,0 0 1,-1 1 0,-1 0 0,-2 0 0,-1 0 0,-1 1 241,27-3 0,-4 1 1,-14 5-1,-3 0 0,-11-2 1,-3 0-1,41 2 343,-19 2 1,-22 0 0,-15 0-935,-11 0 0,-18 2 0,-6 6 417,-6 6 0,-12-4 0,-2-1 0</inkml:trace>
  <inkml:trace contextRef="#ctx0" brushRef="#br0" timeOffset="3300">1372 2045 8228,'0'-22'0,"0"1"-151,0-1 1,0 0 0,-2 3 714,-5 4 1,4 3 0,-7 7 0,1-2-82,-6 2 1,-4 12 0,-3 10 0,0 8-422,1 4 1,-1 9 0,2-1 0,4 4-4,1 2 1,10 1-1,-5-3 1,3-2-70,0-3 0,0-9 0,9 2-4,5-5 0,5-12 0,13-7 0,1-10-47,3-10 0,8-14 0,-8-7 1,-3-5-61,-2-3 0,-2-2 0,-2-2 0,-6-5 43,-7-3 0,-4 0 0,-6-4 0,-6 4 26,-13 3 1,-10-5-1,-14 7 1,-4 5 22,-8 8 0,-5 6 1,0 10-1,2 1-46,3-1 1,10 10 0,-3 7 0,7 10-411,8 9 1,12 13-1,12 4 485,2 3 0,3-7 0,7 4 0</inkml:trace>
  <inkml:trace contextRef="#ctx0" brushRef="#br0" timeOffset="3767">1612 2002 8135,'0'-22'944,"0"0"401,0 0 0,0 13-644,0 9 0,0 9 0,0 13 0,0 2-130,0 5 1,2-2 0,3 7-1,2 0-390,-2 0 0,7-5 1,0 4-1,3-1-269,-1-6 0,1-4 0,7-7 0,2-8 58,5-5 0,-2-2 0,6-2 0,1-5-1097,0-8 1,-7-4 0,2-5 0,-5-5 666,-2-8 0,-3 6 0,-4-1 0,-6 3 444,1 0 1,-8 0 0,6 8 0,-8 1 577,-8 6 0,4 4 0,-11 12-27,-2 6 0,5 6 0,0 13 1,2 2-62,5-2 1,3 4 0,2-2 0,0-2-215,0-3 0,2-2 0,6-3 0,9-5 147,9-6 0,1-6 1,7-2-1,0-2-139,-1-6 1,-6-4 0,2-12-1,-5-5-231,-2-7 1,-10 2 0,-2-2 0,-3-3-240,0-2 0,1 5 1,-11 2-1,-4 2-412,-8 6 0,3 1 0,0 4 0,0 1-1769,0 6 0,-2 4 2383,-8 10 0,0 19 0,0 6 0</inkml:trace>
  <inkml:trace contextRef="#ctx0" brushRef="#br0" timeOffset="4034">2461 2110 8135,'19'-2'1236,"-2"-3"-121,-2-2 0,-3-3 0,5 5 42,-3-2 1,-9 2-600,3 13 0,-6 6 0,-2 13 0,-2 2-172,-6-3 1,-1 8-1,-8 0 1,5 2-146,2 1 0,3-8 1,7 5-1,0-3-98,0-4 0,12-10 1,9-5-1,13-3-590,7-4 0,5-5 1,5-7-1,7-10-1273,5-10 0,3-6 1720,-1-11 0,0 0 0,1 1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8:31.90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 53 8267,'-2'-12'444,"-6"5"0,6 7 0,-5 10 91,4 11 1,3 4 0,0 11 0,0 3-88,0 2 0,0 2 1,0 1-1,0-1-242,0 1 1,0-1 0,0 1-1,0 0-284,0-1 0,0-2 0,0-4 1,-2-8-203,-5-5 0,2-12 6,-10-5 0,10-14 0,-2-8 0,5-6 8,2-8 0,7-3 0,3-7 1,2 3 200,5-3 0,2 8 0,3 2 0,0 7 409,-1 8 0,1-3 0,0 9 0,0 4 3,-1 1 0,1 3 0,0 5 0,0 7 49,0 10 1,-8 12 0,-2-3-1,0 3-609,0 5 1,0-5 0,3 2 0,-5 0-1121,-1-2 1,-6-2 0,6-13 1332,1-5 0,-7 6 0,6-8 0</inkml:trace>
  <inkml:trace contextRef="#ctx0" brushRef="#br0" timeOffset="185">502 402 12005,'-13'2'1404,"6"5"1,5 8-1376,2 4 0,9 3 1,6 0-542,4 0 0,3-3 0,-3-2 1,-2-5-1092,-2-2 0,-1 4 1603,8-7 0,0 1 0,0-8 0</inkml:trace>
  <inkml:trace contextRef="#ctx0" brushRef="#br0" timeOffset="317">567 119 8161,'-15'-22'0,"3"0"83,3 0 1,-6 0 82,8 1 1,0 11-728,7 10 1,7 2 0,2 11 560,4-4 0,1 18 0,8-3 0</inkml:trace>
  <inkml:trace contextRef="#ctx0" brushRef="#br0" timeOffset="569">719 336 8227,'10'22'134,"4"0"1,-1 2 0,1 3-1,3 2 128,2-3 0,-7-1 1,-2-6-1,-3-2 505,1-3 1,-1 1-227,-7 7 0,-2-10-419,-6-5 1,-4-5 0,-7-4-1,2-3-83,2-2 0,8-10 1,-5 2-1,2-4-182,5-3 1,3 1 0,2-1 0,0 0 76,0 0 1,10 0 0,4 1 393,6-1 1,4 10-1,2 5 136,3 4 0,0 3 0,-4 3 0,1 4-516,3 7 1,0 13 0,-7 4 0,-2 1-2564,-6-1 2615,5-2 0,-16 3 0,6 2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8:57.8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654 480 8195,'-7'-24'-140,"-1"-5"0,-6 5 0,4-5 674,-2 4 0,5 6 0,-8 2 0,-2 5 397,-2 2 0,-3 5 0,-2 13 0,-3 6-700,-2 6 0,-7 11 0,5 5 0,-3 8-109,-5 7 1,8 2 0,1 5-1,9-5-156,6 0 1,3-7 0,7 5 0,-2-7-208,2-8 0,20-7 1,9-14-1,7-10 55,8-10 1,2-10 0,3-16 0,2-13 63,4-12 1,-4 1-1,3-3 1,-8-3 45,-5-2 0,-12 0 0,-2 3 0,-12 2 12,-8-3 1,-6 8 0,-11 5-1,-14 7-21,-10 4 0,-7 11 0,-2-3 1,-5 7-64,-3 7 0,8-2 1,-6 10-1,4 2 27,-1 3 1,2 12 0,13 4 0,5 6-244,-1 1 1,15 8 0,-2 3 0,7-1-411,7 1 0,3 4 774,2-7 0,9 10 0,3-5 0</inkml:trace>
  <inkml:trace contextRef="#ctx0" brushRef="#br0" timeOffset="350">980 88 11018,'0'22'754,"0"2"0,0 3 0,0 2-434,0-3 0,-2 8 0,-3 2 0,-2 8-309,2 7 1,3-5-1,-1 7 1,-2 0-183,-2 5 1,0-2 0,9 0 0,3-3-150,2-5 0,10-9 0,-2-5 0,4-5 195,3-10 1,2 1 0,5-13-1,8-2 208,4-3 0,2-2 0,1 0 0,-1-2-176,1-6 1,-1 4 0,1-11 0,-3 1-768,-5 1 0,-4-3 860,-10 8 0,-1-9 0,1 5 0</inkml:trace>
  <inkml:trace contextRef="#ctx0" brushRef="#br0" timeOffset="632">153 1264 8303,'-22'-2'118,"0"-6"1,13 6 493,9-5 0,19 4 1,20 3-1,9 0 16,10 0 1,8 0 0,6 0 0,13 0-312,14 0 1,-49-3 0,2-1 0,6 0 0,2 1 0,-1-1 0,1 0-302,1-1 0,1 1 0,-2 2 0,-1 1 0,-2-2 0,-1-1 0,-4 2 0,-2 2-208,37 0 1,-19 0-1,-20 0-570,-9 0 0,-17 9 1,-15 6 761,-4 4 0,-23 3 0,-4 0 0</inkml:trace>
  <inkml:trace contextRef="#ctx0" brushRef="#br0" timeOffset="2883">2069 1373 8118,'-12'-15'0,"2"3"0,3 0 991,0 0 0,0 5 0,9-5-160,5 2 1,5 3 0,10 7 0,2 0-513,6 0 1,-4 0 0,10 0 0,1 0-372,-3 0 0,4 0 1,-9 0-1,-2 0-598,-3 0 0,-2 0 0,0 0 650,-1 0 0,1 0 0,0 0 0</inkml:trace>
  <inkml:trace contextRef="#ctx0" brushRef="#br0" timeOffset="3083">2461 1090 8217,'-41'0'101,"5"0"0,-5 0 1,4 0-1,-4 0 537,-2 0 0,-1 0 1,-2 0-1,-2 0-282,-3 0 1,0 2 0,10 3 0,2 2-1898,3-2 0,9-2 1541,-2-3 0,5-10 0,2-2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8:58.8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819 175 8053,'-44'14'0,"1"1"185,-1 2 0,8 9 0,0 6 0,-1 2 307,3 4 0,3 4 1,9 1-1,3-2-167,4-5 1,6 6-1,9-9 1,2 1-204,5-5 0,5-12 0,10-5 1,2-2 76,5-5 1,-2-5 0,9-10 0,1-9-171,-4-8 0,6-11 0,-10 1 1,-2-4-153,-3-2 1,-5-1 0,-2-2 0,-5-2-50,-2-3 0,-3 7 1,-9 8-1,-5 0-13,-8 2 1,-14-5 0,-10 10 0,-11 3 26,-16 1 1,-1 13 0,-13 5 0,0 5 139,2 2 1,6 2-1,11 8 1,8 9-122,7 8 1,0 9 0,20-5 0,4 1-283,5-1 0,14 1 0,1-6 0,12 3 421,9-2 0,8 7 0,16 0 0</inkml:trace>
  <inkml:trace contextRef="#ctx0" brushRef="#br0" timeOffset="416">1058 284 8175,'-14'2'347,"2"5"710,2 8 0,3 4 0,7 3 0,0 0-311,0 0 0,2-1 0,5 1 1,6 0-565,-1 0 1,14-1-1,-4 1 1,2-2-318,0-6 1,-2-4-1,0-10 1,0 0-200,0 0 0,-1-3 0,1-4 1,0-7-289,0-6 1,-8-4 0,-2-3 0,0-2-337,0 3 1,-7 2 644,3 2 0,-6 12 757,-2 10 0,0 12 0,0 17 0,0 5 81,0 0 1,0 5 0,0-10 0,2-3 294,6-2 0,4-2 1,10-2-324,-1-6 1,1-7-1,0-16 1,0-11-256,-1-6 0,-6-13 1,-3 3-1,-2-5-270,-5-3 1,-3-7 0,-2 0 0,0 3-454,0 2 0,-10 10 0,-2 2 0,-2 2-1434,-1 6 1,3 2 0,-5 4 1914,3 6 0,-1 4 0,-7 10 0</inkml:trace>
  <inkml:trace contextRef="#ctx0" brushRef="#br0" timeOffset="734">1733 327 7993,'13'-10'1337,"-1"8"-340,-5-5 1,-2 4-652,9 3 1,-7 3 0,6 4-1,-4 8-108,-4 4 1,-2 3 0,-3 2-1,0 3-144,0 2 0,0 0 0,-3-8 0,-2 1-89,-2 0 1,0 0 0,7-1 57,0 1 0,2-10 0,3-2 0,5-3-292,2 1 0,2-1 1,8-7-1,0 0-319,0 0 1,-1-3 0,1-1 0,0-6-1951,0-2 2498,0-3 0,9-7 0,3 1 0</inkml:trace>
  <inkml:trace contextRef="#ctx0" brushRef="#br0" timeOffset="1382">1646 414 9262,'0'-21'1186,"0"6"0,0 0-951,0-1 0,3 3-858,4-1 0,-5 7 0,8-5 623,0 2 0,-8 3 0,8 7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9:01.6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392 436 8156,'-14'0'663,"-1"0"1,10 3-468,-2 4 0,5 5 0,4 12 1,5 3-292,8 2 1,4 0-1,5-7 1,5-1-667,8 1 0,4-7 761,2-1 0,11 1 0,1 7 0</inkml:trace>
  <inkml:trace contextRef="#ctx0" brushRef="#br0" timeOffset="201">828 502 8170,'-22'21'264,"0"1"1,0 2 0,3 5 335,4 8 1,-1 6 0,6 6 0,0 6-59,1 8 0,-6-2 1,5 11-1,1-4-90,-1-3 0,3 3 0,7 2 0,0 3-652,0-3 1,0 5 0,0-2 0,2-3-644,5-2 0,-4-13 0,6-6 0,-1-11 843,-1-9 0,10-4 0,-5-4 0</inkml:trace>
  <inkml:trace contextRef="#ctx0" brushRef="#br0" timeOffset="469">1024 1111 8170,'-34'8'0,"5"1"0,2 6-128,-2 9 1,7-2 0,-2 9 0,10 1 774,4 4 1,-5-2 0,8 0 0,2-3-103,3-4 1,12-13 0,4-6 0,5-6-163,3-2 0,2-2 1,3-6-1,2-6-123,-2-6 1,4-4 0,-2-2 0,-2-6-132,-3-2 1,-9 8 0,-3-6 0,0 3-453,0 0 1,-7 0-1,2 7-638,-5 1 1,-2 6 0,-2 3-3262,-5 2 4222,-5 3 0,-10 7 0,0 0 0</inkml:trace>
  <inkml:trace contextRef="#ctx0" brushRef="#br0" timeOffset="785">1176 1220 8277,'0'22'673,"0"0"0,0 0 208,0-1 1,3-1-1,4-6-648,7-7 0,-2-4 0,3-3 0,2 0-317,2 0 1,10-10 0,0-4-1,0-6-1,3-1 0,-8-4 1,5-1-1,-5-3-285,-2 2 1,-7 3 0,-3 2 0,-3 0-101,-4 1 1,5 6 0,-3 1 225,-2-3 1,-3 9 403,-2 8 1,-7 3 0,0 11 0,2 6 252,3 6 0,2-2 1,0 8-1,0-3 36,0 0 1,0 2 0,0-4 0,0 2-195,0-2 1,0-3 0,2-2 0,3-1-1033,2 1 0,8-7 1,-6-3-792,3-2 1,3-3 1567,7-7 0,-1-20 0,1-4 0</inkml:trace>
  <inkml:trace contextRef="#ctx0" brushRef="#br0" timeOffset="967">1808 763 8170,'0'22'69,"0"2"1,0 3 0,0 4 469,0 3 1,0-5 0,2 7 0,3 3-128,2 2 1,3-5 0,-5 1-1,4 1-796,3 3 1,-7 3 0,3 0-1,-4-1 384,4 1 0,-6-10 0,8-3 0</inkml:trace>
  <inkml:trace contextRef="#ctx0" brushRef="#br0" timeOffset="1168">1590 1024 8433,'-10'-7'1387,"10"0"0,12 2-926,8 2 1,4 3 0,5 0-1,7 0-392,5 0 0,3-7 0,-1 0 0,1 2-499,0 3 1,-1 2 429,1 0 0,-1 0 0,1 0 0</inkml:trace>
  <inkml:trace contextRef="#ctx0" brushRef="#br0" timeOffset="1317">2439 1133 8080,'22'0'166,"0"0"-16,-1 0 0,1 0 0,0 0 0,0 0-150,0 0 0,9 0 0,3 0 0</inkml:trace>
  <inkml:trace contextRef="#ctx0" brushRef="#br0" timeOffset="1736">3114 436 8235,'-12'-9'376,"5"-6"1,2 5 118,-2 3 1,4 7 0,-4 7 0,5 8 112,2 4 0,0 10 1,0 3-1,0 2-122,0 4 0,0-1 0,0 4 0,0 5-251,0 0 1,2 0-1,5-3 1,8-2-215,4-4 1,3 1-1,2-9 1,3-4-359,2-8 1,10-8 0,-3-9 0,5 0-1046,3 0 0,-3-9 0,-3-6 1382,-1-4 0,-11-3 0,6 0 0</inkml:trace>
  <inkml:trace contextRef="#ctx0" brushRef="#br0" timeOffset="1918">2962 915 7938,'2'-21'-271,"5"-1"281,8 0 1,14 8 0,7-1 0,5-2 42,3-2 0,9-3 1,5 0-1,5 0-124,3 1 0,-11 1 71,-4 6 0,5-15 0,-1 4 0</inkml:trace>
  <inkml:trace contextRef="#ctx0" brushRef="#br0" timeOffset="2302">501 153 8177,'-41'0'-105,"2"0"0,5 0 109,3 0 0,2 10 1,5 4-1,-3 8 397,-2 7 0,-2 5 1,4 10-1,-5 2-66,-1 4 1,6 6 0,-2 12-1,5 2-182,2 3 1,10 9 0,5 0 0,4 8-74,3 4 0,12 3 0,10-5 0,-5-45 0,2 0-187,4-1 1,3 0-1,4 3 1,3-1-1,3-1 1,3-2-1,-1-2 1,1-2-650,1-2 0,2-3 1,5-1-1,1-2 756,2 1 0,1-2 0,1-4 0,0-1 0,1-1 0,1-1 0,0-2 0,1 0 0,2-1 0,-1 0 0</inkml:trace>
  <inkml:trace contextRef="#ctx0" brushRef="#br0" timeOffset="2619">4181 1 8024,'8'43'0,"1"1"296,3-1 1,-7 8 0,5 5-1,-3 4 383,0 8 1,1 12 0,-8 0 0,-5 7-459,-10 7 0,8-44 0,-3-1 0,-7 5 1,-4-1-1,0-3 0,-2-1-265,-25 38 1,-3-2-1,7-12 1,1-3 331,-1-3-288,1-11 0,-1-3 0,1-9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9:04.9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1 392 8740,'0'24'977,"2"3"0,3 2-742,2-2 0,10 4 0,-2 0 0,4 1-337,3-1 0,7-2 1,2-7-1,3 0-723,5 0 0,-5-3 825,2-4 0,0-6 0,8-9 0</inkml:trace>
  <inkml:trace contextRef="#ctx0" brushRef="#br0" timeOffset="201">306 392 8157,'-20'24'132,"3"5"1,5 8 206,2 4 1,3 12 0,7 5 0,0 5 228,0 2 0,0 8 1,0 2-1,0 0-232,0 0 0,0 7 1,0-4-1,0 1-379,0 1 1,-7-12 0,0 0-1,2-10-895,2-5 0,3-19 1,3-15-1694,4-7 2631,-4-4 0,16-8 0,-7 0 0</inkml:trace>
  <inkml:trace contextRef="#ctx0" brushRef="#br0" timeOffset="452">523 1002 8157,'-21'22'75,"-1"-1"1,0 1-1,0 0 418,0 0 0,10 2 0,5 2 1,5 4-129,2-4 1,2-4 0,5-8 0,8-6-6,4-6 0,10-4 0,3-6 0,2-6-106,4-5 0,-4-10 0,0-3 0,-3-2-113,-4-5 1,-5 1 0,-5 1 0,-5 6-185,-2 0 0,-3 6 0,-7-4 0,0 5-492,0 2 1,-3 1 0,-4 1-1465,-7 6 1,-6 4 1998,-1 10 0,-1 0 0,0 0 0</inkml:trace>
  <inkml:trace contextRef="#ctx0" brushRef="#br0" timeOffset="768">763 936 8387,'0'22'1584,"0"0"1,0 0-1329,0 0 0,10-3 0,4-5-362,5-6 1,3 1-1,0-1 1,0-4-115,0-1 0,-1-10 0,1-3 1,0-2-166,0-5 1,-3-2-1,-2-3 26,-3 0 0,-1-7 0,3 0 340,-1 2 1,-10 10 0,2 3 534,-5-3 1,-2 10 382,0 7 0,-2 12 0,-3 14-459,-2 3 1,0 0 0,7-7 0,0 0-364,0 0 1,0 0-1,0-1 1,2-1-751,5-6 1,-2 3 0,10-10 0,2-2-1051,2-2 1723,3-13 0,0-2 0,-1-10 0</inkml:trace>
  <inkml:trace contextRef="#ctx0" brushRef="#br0" timeOffset="934">1416 305 8149,'0'31'108,"0"-4"1,0 9 0,0 3 242,0 2 1,0 3-1,3-1 1,1 1-170,4-1 1,-1 1 0,-7 2 0,0 2-2005,0 3 1822,0 10 0,0-15 0,0 7 0</inkml:trace>
  <inkml:trace contextRef="#ctx0" brushRef="#br0" timeOffset="1101">1133 762 8144,'22'-22'-131,"2"10"1,5 3 0,7 1 86,5 1 1,3 0-1,0 7 1,-1 0 14,1 0 0,4 0 0,-2 0 29,-5 0 0,-2 0 0,4 0 0</inkml:trace>
  <inkml:trace contextRef="#ctx0" brushRef="#br0" timeOffset="1386">2113 0 8084,'-41'22'0,"5"2"163,7 5 1,4 7-1,4 13 1,1 6 405,6 8 0,-3-2 0,9 14 0,4 0-55,1 5 1,13 4-1,4 1 1,8-5-442,7-8 0,5-13 0,10-11 0,-1-7-889,1-5 0,-1-19 0,-2-2 816,-4-10 0,4-5 0,-7 0 0</inkml:trace>
  <inkml:trace contextRef="#ctx0" brushRef="#br0" timeOffset="1635">2657 218 10242,'8'29'688,"-1"0"1,0 10 0,-4-3 0,1 5-369,4 3 1,1 9 0,-4 2 0,5 1-525,2-5 1,-7-5 0,2-3 0,-5 3-1264,-2 5 1467,0-14 0,10 13 0,2-16 0</inkml:trace>
  <inkml:trace contextRef="#ctx0" brushRef="#br0" timeOffset="1818">2897 675 8037,'10'-12'665,"4"2"-76,5 1 0,6 6 0,1-4 1,6 5-67,2 2 0,4 0 0,11 0 0,2 0-465,-3 0 0,-2 0 1,-3 2-1,-1 3-362,-6 2 304,-5 0 0,1 3 0,2 2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9:11.8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88 9849,'-19'-3'2210,"4"-4"0,3 5 2576,5-6-3140,-5-4 0,0 7-793,5-9-1935,-6 9 1,11-7-5393,-5 5 1875,4 4 4599,3-7 0,0 20 0,0 2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9:07.6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283 676 8258,'0'29'-17,"0"0"0,0 2 0,0-4 0,0 5 505,0 1 0,0-4 0,0 5 0,0-2-35,0-6 1,0 6 0,0-3-839,0-2 1,7-3-1,1-3 385,-3 1 0,7 0 0,0 0 0</inkml:trace>
  <inkml:trace contextRef="#ctx0" brushRef="#br0" timeOffset="583">0 567 7868,'0'22'520,"7"-8"0,1 1 0,-1 2-80,3 2 1,2 3 0,9 0-1,1 2-239,0 5 0,7-2 1,0 6-1,-2-1-312,-3-5 0,-2-3 0,-1-3 0,1 1-593,0 0 0,-7-3 1,-3-2 703,-3-2 0,8-10 0,-5 4 0</inkml:trace>
  <inkml:trace contextRef="#ctx0" brushRef="#br0" timeOffset="884">261 567 8173,'0'22'37,"0"2"0,0 3 337,0 2 0,0 2 0,0-2 0,0 7 379,0 6 1,0 4-1,3 4 1,2 11-185,2 9 1,3 5 0,-6 7 0,4-2-461,-3 2 0,4 3 1,-1 0-1,-4-5-302,-1-8 1,-3-6 0,0-8-1,0-10-2906,0-9-6,0-8 3105,0-19 0,-10-12 0,-2-12 0</inkml:trace>
  <inkml:trace contextRef="#ctx0" brushRef="#br0" timeOffset="1201">545 1068 7835,'-22'22'62,"0"-1"1,7 1 0,3 0 0,3 0 457,4 0 1,0 7 0,0 2 0,-2 1-61,2-1 1,12-2 0,8-10-219,4-4 0,3 2 1,0-10-1,0-4-49,-1-8 1,1-10-1,0-11 1,0-3-179,-1 2 0,-6-5 1,-3 3-1,-2 0-150,-5-2 1,-3 4-1,-2-7 1,0 3-430,0 4 1,-2 3 0,-3 2 0,-5 1-1433,-2-1 1996,7 0 0,-14-9 0,7-3 0</inkml:trace>
  <inkml:trace contextRef="#ctx0" brushRef="#br0" timeOffset="1534">719 1046 8022,'0'22'999,"0"-8"1,0 1-398,0 2 0,0-5 0,2 0 0,3 0-162,2 0 1,10 3 0,-2 4-272,4-4 1,3-6-1,0-9 1,-1 0-220,1 0 0,7 0 1,0-2-1,-2-5-350,-3-8 1,-2-4 0,0-3 0,-1 0-19,1 0 0,-7 1 0,-3-1 0,-3 0-196,-4 0 0,-2 1 0,-3-1 192,0 0 1,0 8 667,0-1 0,0 13 0,0 2 300,0 12 1,0 7 0,0 3-1,0 2-177,0 5 0,0-5 0,0 5 1,0-5-275,0-2 1,7 0-1,0 0 1,0-3-1117,3-4 0,-5 2 0,10-10-690,1-2 1711,4-13 0,2-4 0,-1-9 0</inkml:trace>
  <inkml:trace contextRef="#ctx0" brushRef="#br0" timeOffset="1717">1372 240 8022,'0'34'0,"0"-2"188,0-1 1,0 3-1,0 12 1,2 2 442,6 3 1,-3 7-1,7-4 1,0 1-308,0 6 1,-5 2-1,5 2 1,0 0-702,0 1 1,-7-11 0,2-4 0,-4-7 376,-3-8 0,0-5 0,0-9 0</inkml:trace>
  <inkml:trace contextRef="#ctx0" brushRef="#br0" timeOffset="1901">958 937 8148,'22'-7'114,"2"0"0,5-1 412,8-1 1,6-1 0,6-7 0,4 3-256,2-3 0,3-3 1,10 1-1,0 2-868,-3 3 1,3 1 596,-17-1 0,0-5 0,-8 7 0</inkml:trace>
  <inkml:trace contextRef="#ctx0" brushRef="#br0" timeOffset="2201">1873 1 8129,'10'22'0,"4"2"320,5 5 0,6 5 0,1 9 0,6 3 213,2 5 0,-8 5 0,3 12 0,-5 4 153,-2 8 0,-2 5 0,-6 2 0,-7 0-194,-4 0 0,-8 7 1,-7 3-1,-12 0-371,9-48 0,-2-1 0,-19 36 0,-8-13 1,1-11-480,-1-9 1,3-10 0,2-10 0,3-11-646,-3-8 0,8-5 1,2-9-1,5-3-1607,2-2 2610,10-10 0,-8-5 0,8-12 0</inkml:trace>
  <inkml:trace contextRef="#ctx0" brushRef="#br0" timeOffset="2367">2461 1286 10018,'0'-22'-1222,"7"7"587,0 1 635,1 9 0,-8-14 0,0 7 0</inkml:trace>
  <inkml:trace contextRef="#ctx0" brushRef="#br0" timeOffset="3101">2896 698 8104,'0'-12'1194,"0"19"1,3 15-874,4 2 0,-2 7 0,9 1 1,3-1-207,3 1 1,-1 4 0,-2-7 0,-2-2-86,1-3 0,4-2 0,2-3-186,-1-5 0,1-4 1,0-10-1,-3-2 34,-4-6 0,2-6 1,-8-13-1,1-4-8,0-3 0,4-2 1,-6-5-1,-1 2-104,2 3 1,-6 7 0,7-5 0,-3 0-691,0 0 0,0 7 924,-7-2 0,0 5 0,0 2 0</inkml:trace>
  <inkml:trace contextRef="#ctx0" brushRef="#br0" timeOffset="3385">3136 567 8104,'0'22'306,"0"2"1,0 3 0,0 4 34,0 3 1,0-5 0,0 7-1,2 3-9,6 2 0,-4-5 0,11-2 1,2-2-31,2-6 1,10-1 0,0-6-1,-2-2-92,-3-3 0,-2-9 0,0 0 4,-1-10 1,-6-7-1,-1-12 1,1-5-181,-3-7 0,0-3 0,-7 0 0,2 3-75,-2-3 0,-2-9 1,-3-3-1,0 3-296,0 2 0,0 2 0,0 3 1,0 2-1021,0 3 0,0 2 0,0-2-1096,0 7 2453,0 14 0,0 6 0,0 9 0</inkml:trace>
  <inkml:trace contextRef="#ctx0" brushRef="#br0" timeOffset="3835">3702 937 8104,'-12'-9'605,"2"4"-39,10-10 0,3 1 1,4-8-539,8 0 1,4 0 0,3 1 0,2-1-26,5 0 1,-5 3 0,8 2 0,-3 5 97,0 2 1,0 3-1,-8 9-81,1 5 1,-10 1 0,-4 11 0,-6 5 31,-2 0 1,-2 8 0,-6-3 0,-6-2-109,-6-3 0,-1 2 1,1-1-1,3-6-641,3 0 0,7-7 276,-8 3 0,10-8 0,0 5 386,10-2 1,7-3 0,10-7 0,0 0 301,0 0 1,-1 0 0,1 3 0,0 1 377,0 4 1,-10 9 0,-2-3 0,-3 5 52,0 3 0,-2 7 0,-12 0 1,-10-2-373,-10-3 0,0-2 0,-9 0 0,-3-3-344,-2-4 1,-2 2-1,-1-10 1,1-2-440,-1-3 0,3-2 0,2 0 0,5-2-693,3-6 0,2-1 1,7-8 1149,0 2 0,1 1 0,-1-8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9:14.7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8133,'0'34'60,"0"7"0,0-7 0,0 9 362,0 1 1,0 16 0,2 6-1,3 2 64,2-1 1,10 6-1,-5 2 1,3 0-241,-1 0 1,-1-12 0,1-12 0,-4-8-474,-1-7-55,-6 6 0,4-30 0,-14-5 0,4-22 0,-4-16 0,5-3 92,2-5 0,0-2 0,2-2 0,5-1 57,8 1 1,4 9 0,3 2 298,0 1 1,2 16 0,3 1 0,2 9 136,-3 5 1,-2 10 0,-2 4 0,0 8-130,0 7 0,0 5 1,-1 12-1,1 2-310,0 3 0,-8-7 0,-1-8 0,-4 0-457,-4-2 593,7-3 0,-9-9 0,6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9:20.5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1 458 8331,'0'-22'-211,"0"0"634,0 0 4,0 10 1,0 12 0,0 17 0,2 10 205,5 9 0,-2 13 1,10 4-1,-1 2-135,-2 6 1,8-5-1,-8 2 1,2 2-261,1 3 0,-3 10 0,5-1 1,-5-2-241,-2-2 0,-3 2 1,-7-2-1,0-7-548,0-6 1,0-14 41,0-12 1,-2-14 0,-3-10 277,-2-10 0,-3-10 0,5-14 0,-2-4-7,2-1 1,2-5-1,3 7 1,3 1 85,4 0 0,-2 2 0,10 7 0,1 2 183,4 6 1,2 4 0,-1 10-1,1 0 157,0 0 0,7 10 0,0 7 1,-2 7-162,-3 5 1,-2 10-1,-1-3 1,1 5-491,0 3 1,0-1 0,-1 1 0,-1-3-311,-6-5 1,3 3 0,-7-10 771,2-2 0,3 7 0,6-1 0</inkml:trace>
  <inkml:trace contextRef="#ctx0" brushRef="#br0" timeOffset="598">828 1372 8204,'-21'0'91,"6"8"1,1 1 0,-1 3 611,3 5 1,-5 5 0,7 5 0,1 4-242,-1 3 1,3-5 0,7 5 0,0-3-163,0-4 0,2-5 0,5-8 0,8-6 106,4-6 0,3-4 0,2-6 1,3-9-151,2-9 0,7-8 0,-9-10 0,-5 1-296,-6-1 1,-3 3 0,1 2 0,-7 6-347,-4 1 1,-3-4-1,-3 7 1,-2 2-215,-2 3 1,-10 9 0,3 3-1,-6 3-786,-1 4 1,-1 2 0,0 3 645,0 0 1,3 10 0,4 5 739,8 4 0,5 3 0,4-3 0,5-4 0,-2 2 0,10-8 51,2 3 0,-5-7 0,2 5 1025,3 0 1,3-1-1,-1 8-366,-4-2 1,-3-3-1,-8 5 1,6-5-76,2-3 0,-5 8-245,8-2 1,0 2-445,6-3 1,1 3-1,0-12-109,0-7 1,-3-1 0,-2-11 0,-3-3 0,3-2 0,-5-6 0,1-1 0,-1-3 18,0 2 1,-7 3 0,2 2-1,-5 0-9,-2 1 1,8-1 274,-1 0 249,0 10 0,-7 12 1,0 14-1,0 6-121,0 2 0,0-1 1,0 3-1,0 3-349,0 2 1,7 0 0,1-5-1,-1 3-433,3 2 0,-6-7 1,11-8-492,2 3 1,2-7 0,3-5 0,0-12-307,-1-15 0,1-2 1329,0-13 0,10-9 0,1-9 0</inkml:trace>
  <inkml:trace contextRef="#ctx0" brushRef="#br0" timeOffset="799">1547 458 7986,'0'24'-155,"0"3"0,0 4 735,0 3 1,2 9 0,3 11 0,5 1-72,2 6 1,-5 2-1,5 5 1,0 2-154,1 2 1,-6 1 0,5-5 0,-2 2-525,-6 2 1,1-1 0,0-13 0,2-8-702,-2-4 1,-2-12 0,-3-5 0,-3-7 868,-4-7 0,-5-6 0,-10-9 0</inkml:trace>
  <inkml:trace contextRef="#ctx0" brushRef="#br0" timeOffset="966">1329 1285 9419,'10'-12'0,"4"5"810,6 5 1,9-6 0,2 1 0,3 0-672,5-3 0,2 8 1,5-6-1,2 6-806,3 2 0,0-7 667,-8-1 0,-9 1 0,-2 7 0</inkml:trace>
  <inkml:trace contextRef="#ctx0" brushRef="#br0" timeOffset="1485">2483 501 8207,'-21'0'0,"-1"0"14,0 0 0,-2 17 0,-3 10 1,-4 12 344,-3 14 1,7 10-1,-2 12 1,5 9 131,2 8 0,15-40 0,2 0 0,-2 48 0,7-1 59,7-5 1,5-14 0,12-10 0,5-7-389,8-5 1,-3-17-1,2-2 1,3-10-456,2-10 0,-5-2 0,0 3 1,1-6-1156,-3-6 1,-3-6 1447,-9-2 0,0 0 0,-1 0 0</inkml:trace>
  <inkml:trace contextRef="#ctx0" brushRef="#br0" timeOffset="1731">2832 1133 8680,'-10'22'592,"8"-5"0,-6 2 0,6 8 24,2 4 0,0 8 1,0 9-1,2 5-194,6 3 1,-6-8 0,5 6-1,-2-4-557,2 1 0,-4-2 0,4-13 0,-2-7-1841,2-5 1,-2-4 1975,10-6 0,-1-4 0,8-10 0</inkml:trace>
  <inkml:trace contextRef="#ctx0" brushRef="#br0" timeOffset="1898">3158 1372 8183,'15'0'126,"-1"0"502,3 0 1,-5 0-1,5 0 1,5 0-355,5 0 1,9 0-1,-4 0 1,1 0-1039,6 0 0,0 0 764,-3 0 0,5-9 0,-7-3 0</inkml:trace>
  <inkml:trace contextRef="#ctx0" brushRef="#br0" timeOffset="2498">3637 523 8060,'3'22'0,"2"2"339,2 5 1,10 12-1,0 12 1,7 6 223,5 8 0,7 1 0,-7 9 1,-2-2-315,-3-4 1,-2-4 0,-3-1 0,-4-3-291,-8-5 1,-4-5 0,-3-9 0,0-3-675,0-5 1,0-5 304,0-9 0,0-12 0,0-10 0,0-12 244,0-8 1,0-9 0,0-2-1,0-1 41,0 1 1,0 0 0,2 4 0,5 0 357,8 8 1,-3 0 0,2 11 0,3 1 144,3-3 1,1 8 0,1-3 0,0 10-241,0 9 1,0 6 0,-1 2-1,-1-1-220,-6 1 1,6 0 0,-8 0 0,2 0-810,1-1 1,-10 1 890,2 0 0,5 0 0,0-1 0</inkml:trace>
  <inkml:trace contextRef="#ctx0" brushRef="#br0" timeOffset="2750">4443 1242 8173,'-29'14'0,"0"1"410,3 2 0,1 9 1,6 6-1,2-1-34,3 1 1,9 4 0,-3-7-1,6-2 11,2-3 1,2-5 0,6-4-105,6-8 0,13-9 0,4-11 1,1-11-38,-1-7 0,5 2 1,-7-8-1,-2 1-299,-3 2 1,-12-4 0,-4 9-1,-6 2-152,-2 3 1,0 2 0,0 0 0,-2 3-393,-6 4 0,4-2 1,-11 10-1,-2 2-1270,-2 3 1867,-3 2 0,0 0 0,0 0 0</inkml:trace>
  <inkml:trace contextRef="#ctx0" brushRef="#br0" timeOffset="3166">4661 1111 8995,'-12'10'598,"5"4"1,2 6 0,0 1-1,-2 1-366,2 0 0,2 7 0,3 2 0,3 3-173,4 5 0,-2-5 1,9 0-1,3-3 0,3-4 1,2-10 0,-1-5 0,1-2-310,0-6 0,-8-1 0,1-3 1,2-3-45,2-4 1,1-5-1,-4-12 1,-3-3 90,-4-2 0,1-2 1,-5 4-1,2-2 141,-2 2 0,-3 3 0,-2 3 0,0-1 372,0 0 0,0 0 602,0 0-448,0 10 0,0 12 1,0 15-1,0 7-269,0 7 0,0-5 0,0 7 0,3-2-473,4 0 0,-5 0 1,8-7-1,-3 0-270,1 0 1,1 0 0,-1-3-299,6-5 0,-2-4 0,0-12 0,0-6-781,0-6 1627,3-15 0,7-5 0,-1-10 0</inkml:trace>
  <inkml:trace contextRef="#ctx0" brushRef="#br0" timeOffset="3332">5205 327 6802,'0'15'2918,"0"16"-2450,0 18 0,0 9 1,0 9-1,3 6-83,4 7 1,-5-3 0,6 3 0,-3 0-510,2-3 1,-5 8 0,6-10 0,-6-2-904,-2-8 1,-2-24-1,-3-5 1027,-3-9 0,-9-15 0,5-2 0</inkml:trace>
  <inkml:trace contextRef="#ctx0" brushRef="#br0" timeOffset="3516">4792 893 8706,'21'3'962,"4"4"1,1 5-884,3 0 0,10 8 0,0-8 0,7 2-538,4 1 1,4-10-1,-8 2 1,0-5-324,-5-2 1,-5-9 0,0-8 781,-7-10 0,5 3 0,0-8 0</inkml:trace>
  <inkml:trace contextRef="#ctx0" brushRef="#br0" timeOffset="3766">5554 0 8173,'22'0'278,"-1"0"1,1 13 0,2 8-1,3 16 305,2 11 1,0 10-1,-5 15 1,3 7-30,2 4 0,2 6 0,-4 4 0,-13-44 1,-1-1-303,-3 1 0,-1 0 1,-1 4-1,-2 0 1,-3-1-1,-1 1 0,1 3 1,-1 2-170,-2 2 0,-2-1 0,-6-3 1,-4 0-1,-4 1 0,-4 0 1,0-2-1,-1-1-48,0 0 0,-2-1 1,1-3-1,-2 0 1,1-2-1,-2-2 0,0-1 1,-1-2-822,-22 33 1,2-16 0,5-13 0,2-11-482,3-16 0,11-11 0,4-17 1,11-10 9,8-10 0,2 1 1257,0-11 0,0 11 0,0-6 0</inkml:trace>
  <inkml:trace contextRef="#ctx0" brushRef="#br0" timeOffset="3931">6229 1655 8080,'14'-7'339,"1"0"0,-8-3 573,8 3 0,-8 5-1041,7-6 129,-9 6 0,5-8 0,-10-2 0</inkml:trace>
  <inkml:trace contextRef="#ctx0" brushRef="#br0" timeOffset="4716">7405 697 8337,'-20'10'602,"3"5"1,3 4-343,-3 3 1,5 9-1,-3 5 1,1 6 318,2 1 1,-8 8 0,8 2-1,-2 0-363,-1 1 1,8-4 0,-7-4 0,-1 3-923,3 2 0,-5-10 0,7-12-563,-2-5 0,5-5 0,-5-7-539,2-12 1808,-7-9 0,15-23 0,-8-2 0</inkml:trace>
  <inkml:trace contextRef="#ctx0" brushRef="#br0" timeOffset="4899">6839 784 7658,'0'22'542,"0"0"1,2 2 141,5 5 0,13 5 0,11 12 1,3 2-277,5 3 0,4 3 0,6-6 0,4 3-318,3-3 0,-8-2 0,3-2 0,-5-1-1147,-3 1 0,-2-10 1057,-4-5 0,-6-5 0,-9-2 0</inkml:trace>
  <inkml:trace contextRef="#ctx0" brushRef="#br0" timeOffset="5199">7579 1329 8244,'15'-10'0,"-3"-4"244,-3-6 0,8 6 0,-2 2 0,2 0 105,-3-1 0,6 9 0,-6-4 0,5 6 319,3 2 0,0 0 1,0 2-294,0 6 1,-10-4 0,-5 11-1,-5 2-179,-2 2 1,0 3 0,0 0 0,-2 2-79,-5 5 1,-5-2 0,-13 9-1,-1 3-131,-3 2 0,0-5 1,9-2-1,3 0-198,3 0 0,9-8 320,-2 3 1,14-7-1,10-7 1,10-10 9,9-10 0,5-7 1,5-10-1,2 0-346,3 0 1,7 3 0,-7 2 226,-3 2 0,8 1 0,0-8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9:57.1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218 370 8403,'-29'12'0,"0"-4"-6,3-6 1,1-2-1,6 3 1,2 1 215,3 4 0,6 6 0,-4-4 0,3 2 118,4 5 1,0-5 0,0 3 1178,-2 1-1286,-1-6 0,11 2 38,4-5 0,5-4-179,10 4 0,-7-4 1,-3-6-1,0-2-36,0-2 1,-5-3 0,8 6 87,2-4 0,2-6 0,3 7 68,-1 2 1,-6 2 0,0 3 0,1 0-20,4 0 0,2 0 1,-1 0-1,1 3-176,0 4 0,0-2 0,2 7 0,3 0-13,2 0 1,0-7 0,-5 5-1,2-3-95,3 0 1,0 0 0,-7-7 0,0 0-44,0 0 1,-8 0 0,1 0 0,-1-2 91,-2-5 0,5 2 1,-7-7-1,0 0-12,-1 0 0,1 4 1,-3-4 88,8 3 1,4-6 0,3 8 71,0 2 0,0 2 1,-1 3-1,1 0 13,0 0 1,2 3 0,3 2 0,2 2-105,-3-2 0,-1 5 0,-4-3 0,4 0-11,4 3 0,-13-8 1,6 5-1,-2-4-65,-1-3 0,3 0 0,0 0-36,-1 0 1,-6 0 0,-3-3 0,0-1-77,0-4 1,-5-9 56,8 3 0,-10 2 1,4 0 59,1 2 0,2 3 1,10 7 115,0 0 1,0 0-1,-1 0 1,1 0 10,0 0 1,0 0 0,2 0 0,2 0-152,3 0 0,3 7 1,-5 0-1,4-2-95,3-3 1,-8-2 0,6 0 0,-3 0 68,0 0 0,0-7 1,-7 0-1,0 0 58,-1-3 1,-6 5-1,-1-7 1,1 0 77,-3 0 1,7 7 101,-4-2 0,4-3 0,3 3 5,0 2 0,0 3 0,-1 2 0,1 2-68,0 5 1,0-4 0,-1 4 0,1-2-95,0 2 0,2-5 0,3 6 0,2-6-99,-3-2 0,-1 0 0,-4 0-84,1 0 0,0 0 116,0 0 1,-3-2 48,-4-6 1,-3 6 0,-7-8 26,2 1 0,3 6 0,-3-4 160,7 5 0,6 2 0,1 0-9,1 0 1,0 0-1,0 2 1,0 3-82,-1 2 1,8 8 0,0-8 0,0-2-87,3-3 1,-8 5-1,8 1 1,-3-3-62,0-3 0,0-2 0,-8 0 0,1 0 27,0 0 1,0-2-1,0-3 1,-1-5 34,1-2 1,-7 7 0,-1-5 0,3 3 22,2 0 1,-4-3 0,-1 5 72,3-2 0,3 0 1,2 9 73,-1 6 0,8 1 0,0 8 0,0-2-153,3 2 0,-6 0 0,8-1 0,0-3-159,0-4 1,2 6-1,8-8 1,-3-2 0,-5-3 1,5-2 0,-4 0-1,1 0 80,-1 0 0,-6-7 0,-9-3 0,0 1 112,0-1 1,-1-7 0,1 3 168,0-6 1,-8 6 0,1 2-32,2 2 1,2 3 0,3 7-55,0 0 0,0 0 1,-1 2-1,1 3 26,0 2 1,2 10 0,3-5 0,4 3-91,3-1 1,-5-7 0,5 6-1,-3-4-115,-4-4 1,4 5-1,1-3 1,-1-2-12,1-3 0,-1-2 1,-4-2-1,2-3 44,-2-2 0,-3-8 0,-2 6 0,-1-4 46,1-3 1,0-1 0,0 0-1,-1 5 16,1 2 1,0-7-1,0 5 25,0 0 0,-1 2 0,1 10 1,0 0 117,0 0 0,-1 2 0,4 6 0,1 6-100,3 6 1,3 1-1,-6 1 1,6-2-227,2-6 1,-5 5 0,7-7 0,0 3-23,-2 0 1,5-11 0,-10 4 0,-2-6 125,-3-2 1,5-2 0,0-3 0,-3-5 62,-1-2 1,-4-3 0,-1-6 0,-3-1 115,-3 0 1,1 3 0,6 2 0,1 2-84,0-2 0,0 0 0,0 1 0,-1 1-6,1-2 1,0 7-1,2 3 1,3 5 55,2 2 0,2 2 0,-4 5 0,2 8-25,-3 4 0,1-2 1,0 3-1,4 4-80,3 0 1,-5-7 0,5-3 0,-3 1-169,-4-3 1,4 5 0,-2-10 0,-2-2 102,-3-3 0,-2-2 1,0 0-1,0-2 116,-1-5 1,1 2-1,-2-10 1,-4-1 9,-1-4 0,-3-2 0,5 1 0,-2-1 61,1 0 0,-3 8 1,1-1-1,1-2-28,-3-2 0,7 4 0,-4 3 0,4 2-59,3 6 0,0 1 0,-1 3 1,3 0 29,6 0 0,-6 3 0,7 4 0,-2 5-62,0 0 0,3 5 0,-6-7 0,3-1-60,-2 1 0,4 5 0,-2-8 0,-2-2 47,-3-3 1,5-2-1,0-2 1,-2-3 36,-3-2 0,-2-10 0,0 2 1,-1-4 20,1-3 1,0 0-1,-3 0 1,-2 1 28,-2-1 1,-1 7 0,8 1 0,0-3-25,0-2 0,-1-1 1,1 6-14,0 6 1,0 6 0,0 2 0,-1 0 32,1 0 0,2 2 0,3 6 0,4 4 9,3 0 0,-7 7 0,4-4 0,1 2-86,4-3 0,-2 3 0,0-7 0,-3-1-35,-4 1 0,4-3 0,-2-7 0,0 0 73,3 0 0,-8-2 0,5-5 0,-5-5 63,-2 0 1,0-8-1,0 6 1,-1-3-63,1 2 1,7-4-1,0 7 1,-2-3 27,-3 1 0,-2 9 0,0-2 1,2 4 5,5 3 0,-5 0 1,5 0-1,-5 0-202,-2 0 1,0 7 0,2 3 0,3 0 24,2-1 1,0 6 0,-8-8 0,4-2 109,4-2 1,-5 4-1,7 0 1,-2-2 186,0-3 0,8 6 0,-6-1 0,1 0 40,-1 3 1,8-8-1,-5 8 1,2-3-194,0 0 0,1 8 1,4-5-1,-3-1-154,-1 1 1,-3-3 0,4-7 0,-4 0-7,-2 0 1,-3 0 0,-8 0-135,1 0 0,-2-2 287,-6-6 0,-4-4 0,-10-9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19:59.4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0 523 8306,'0'-21'0,"0"-1"-21,0 0 235,0 10 1,3 2 0,4 10 5,7 0 0,-2 0 1,3 0-124,2 0 1,-5 0 0,3 0-119,2 0 1,2 0 0,3 0 0,-1 0-141,1 0 0,-7 0 0,-1 0 0,3 0-23,3 0 1,-6 0 0,1 0 232,1 0 1,4 0 0,2 0 49,-1 0 0,1 0 1,0 0 43,0 0 0,0 0 1,-1 0-1,1 3-13,0 4 0,0-2 0,-1 7 1,1 0-130,0 0 0,0-7 1,-3 5-1,-2-3 57,-2 0 1,-1 3 0,8-5-22,0 2 1,-1 0 0,1-7-1,-2-2-55,-6-5 1,5-3-1,-7-7 1,3 2-54,0-2 1,-1-9-1,8-3 1,0 2 94,-1 3 0,1 5 0,-3 2 1,-2 5 53,-2 2 1,-1 3 0,8 7 0,2 0 79,5 0 1,-2 9 0,7 3 0,0 3-184,0 0 1,-5-1-1,7 8 1,0 0-125,-2-1 0,7-6 0,-7-3 0,0-2 66,-5-6 1,-5-1 0,1-3 0,1 0 49,3 0 1,-2-3-1,-10-4 1,-3-5 97,3 0 1,-5-7 0,3 4 0,2-4 15,2-3 0,-4 0 0,-1 3 0,3 2-97,2 2 1,3 3 0,0-2-1,0 7 0,0 4 1,-1 3 0,1 0 0,2 0 143,5 0 1,-2 10 0,7 4 0,0 3-113,0-2 0,-1 4 0,6-4 0,-3 2-114,3-3 1,2-2-1,3-7 1,-3 2 39,-5-2 0,3-2 0,-8-6 0,3-4 31,5-8 0,-5 3 0,0-2 0,-3-3 45,-4-3 1,-1-1 0,1-1 0,2 0 119,-2 0 1,-1 3 0,1 2 0,4 3-72,3-3 0,-5 7 0,5 3 0,0 4-47,0 3 1,-3 0 0,8 3 0,2 4-19,-2 7 0,0 3 0,7 0 0,2-2-90,3 2 0,0-5 1,-8 0-1,3-2 12,5-6 1,-10 6-1,8-3 1,-4-2 45,-6-2 1,2-3 0,-9 0 0,2-3 21,4-4 1,-6-3-1,-3-7 1,-5 5 41,-2 3 1,0-6-1,-1 5 1,1-2 55,0-5 1,0 5-1,-1 0 1,4 0-74,4 0 1,-5 7-1,7-2 1,1 4 50,4 3 1,-2 0 0,2 0-1,3 0-10,2 0 1,10 10 0,0 2-1,0 3-104,2-1 0,0 1 1,8 4-1,-6-2-147,-2-2 0,5-8 0,-4 5 0,-1-2 58,0-6 0,-9-1 0,-8-3 1,3-3 204,2-4 0,-7 2 0,-3-9 0,-2-3 93,0-2 0,3 2 1,-6 0-1,3-3-15,-2 3 1,-3 0-1,-2-2 1,0 2-54,0 3 0,7 6 0,0-4 0,-3 3-114,-2 4 0,1 2 1,1 3-1,6 3 140,2 4 1,-5 5 0,7 10 0,3 2-143,2 5 0,5-5 1,2 8-1,3-3-316,-3 0 1,1-3 0,-3-9 0,0-4 74,-5-4 1,-5-2-1,3-7 1,-5 0 330,-3 0 1,-2-7 0,-7-2 0,0-4 120,-1-4 0,1-2 1,0-3-1,0 3 17,0 4 1,-1-4 0,1 7-1,0-2-156,0-1 1,-1 10 0,4-2 0,1 4-14,3 3 0,3 0 1,-3 0-1,5 0-20,0 0 1,7 8 0,-5 1-1,5 4-105,3 3 1,-1-3 0,1 1 0,-1 1-50,1-3 1,-1 0-1,-1-7 1,-4 2 14,-1-2 0,-11-3 1,3-2-1,-5 0 186,-2 0 1,-7-10 0,-3-4 0,0-5 58,0-3 0,0 0 1,5 3-1,-2 2-28,1 2 1,-3 1 0,1-6 0,3 6 66,2 7 1,3-3-1,0 3-273,0 2 0,7 2 0,0 3 0,-3 0 92,-1 0 0,4 0 0,0 0 0,-3 0 24,-2 0 1,6 8-1,-1-1 1,-3-2-39,-2-3 1,5-2 0,3 0-1,-1 0 36,1 0 0,-3 0 1,-5 0-1,3 0 65,2 0 1,7-7 0,-7-3-1,-2 1-60,-3-1 0,5 0 1,2 5-1,1-2-80,-1 2 1,5 3 0,-6 2 0,-1 0 58,2 0 0,-4 0 0,6 0 1,-1 0-4,-5 0 0,4 2 1,-2 3-1,-2 2 55,-3-2 1,5 5 0,0 0-1,0-1 104,2 1 1,-6-3 0,6-7-1,-2 3 216,0 4 1,10-5 0,-3 6 0,3-4-200,-3 4 0,8-4 0,-3 9 0,7-4-761,1-4 1,-11 5 0,-4-1 0,-2 1 599,-6 0 0,-11-3 0,-6-7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0:19.529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240 610 8139,'-21'12'-308,"-1"-2"304,0 0 0,8-8 0,-1 5 0,0-2 536,3 2 0,-7-4 1,7 6-1,-3-1-38,1-1 0,9 3 0,-5-6-140,1 4 0,4 6 0,-7-4 253,2 2-399,3-7 0,7 7-144,0-5 1,2-4-1,5 4 72,8-5 0,4-9 1,3 0-1,0-1 7,0-1 0,-1 6 1,1-4-1,0 5 124,0 2 0,0 0 1,-1 0-66,1 0 1,0 7 0,-3 3 0,-2-1-21,-2 1 1,-1 7 0,8-5 0,-3 3-110,-4-1 0,4-2 1,-4 5-82,4-2 0,3-3 1,0 2-1,-1-6-5,1-6 0,-7-2 0,-1-2 0,3-6 27,3-6 0,-6 2 0,1-3 0,-1-2 98,-2-2 1,5-3-1,-7 3 1,-1 2-1,1 2 1,0 10-1,-5-4 1,4 1 5,3 1 0,-4 0 0,6 7-6,3 0 1,-5 7 0,3 3 0,2 0-164,2-1 1,3 8-1,2-5 1,3 3-128,2-1 1,2-6-1,-4 4 1,2-3-112,-3-4 1,-1 5 0,-4-3 0,1-2 53,0-3 1,0-2 0,0-2 0,-3-5 86,-5-8 1,6-4 0,-8-3 24,0 0 0,0 0 0,-7 1 184,2-1 0,0 7 0,-4 3-18,4 3 0,5 1 0,10 8 56,0 0 0,0 3 1,-1 4-1,1 8 2,0 4 1,7 3-1,2-1 1,3-1-248,5-6 1,-5 3-1,0-7 1,0 0-88,-1-1 1,-4-1-1,5-8 1,-2 0-117,-6 0 0,-1-3 1,-4-4 144,1-8 0,0-4 0,-3-3 0,-4 0 176,-8 1 1,5-1-1,0 0 173,0 0 0,5 8 0,-7 2 1,2 2-106,5 5 1,2-4-1,3 1 1,2 3-8,5 3 1,-2 9-1,7 3 1,0 0-95,0-1 0,2 1 0,7-5 0,1 2 40,0-2 1,-3 0 0,-3 0 0,-4 2 31,-2-2 0,4-5 1,-5-8-1,1-4-21,-1 0 0,-2-7 0,-7 4 0,0-4-28,0-3 1,-8 1 0,-2-1-1,0 0 109,1 0 0,1 0-1,8 1 1,-8 9 0,1 4 3,2 6 1,2 4 0,3 3 0,0 5-15,0 2 0,7-5 0,2 5 0,0 0-50,1 0 0,-1-7 0,-2 5 1,5-3-16,0 0 1,5 1 0,-8-8 0,1-3-136,-1-4 0,6 2 0,-6-9 1,0-3-25,1-3 1,-3-1 0,-7 1 0,-3 3 152,-4 3 0,2-1 0,-8-4 281,3 4 1,3-2-131,7 10 1,2 0 0,2 7-107,3 0 1,0 7 0,-4 0-1,1 1-89,3 1 0,8-6-1,-6 4 1,1-4-7,-1-3 1,5 0-1,-4 0 1,-1 0 8,1 0 1,-3-3 0,-8-2-1,1-4-46,0-4 0,-3 6 0,-2-7 179,-2-3 1,-3-3 824,2-1-853,-4-1 0,-7 10 0,1 7 6,4 10 0,9-3 0,-3 8 0,8 0 30,7 4 1,-3-4-1,11-1 1,2-1-99,2-1 1,2 0-1,1-4 1,-1 1 62,1 4 1,-1-1 0,3-9 0,3-6-21,2-6 1,-8 2-1,-9-3 1,-3-2-48,-4-2 0,-3 0 0,-4 2 0,-3 2 98,-3-2 1,-9 5 273,2-3-550,-4 11 134,-3-6 0,9 10 0,6 2 0,4 3 36,3 2 1,7 8 0,2-8 0,1-2 28,-1-2 1,8-3 0,-3 0 0,5 0 75,3 0 1,0 0 0,-1 0 0,1-3 79,-1-4 0,-2 2 1,-2-10-1,-3-1-82,3-4 0,-5-2 0,0 3 0,0 2-52,0 3 1,-8 6-1,3-4 1,-5 3-75,-2 4 1,0 2 0,0 3 0,0 3-139,-1 4 1,4 5 0,1 10-1,6 0 48,1-1 0,-4 1 0,5-2 0,0-4 136,0-1 0,2-8 0,8 5 0,-3-2 182,-5-5 1,8-3 0,-5-2 0,4 0 87,-2 0 0,-2-2 1,5-3-1,-1-5-1,1-2 0,-1 5 0,1-5 1,-1 2-497,1 5 1,-1 1-1,1-1 1,0-3-444,-1 4 1,-7-1 0,1 0 0,1-2-241,4 2 1,-9-5 0,-1 3-1,-3 0-1064,0-3 0,-7 8 1973,-8-6 0,1 16 0,7 4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0:21.662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1 393 7842,'0'21'568,"0"1"0,0 0-125,0 0 0,0-8-46,0 1-455,0-10 0,2 2 10,6-14 0,4-3 0,7-7 151,-4 2 1,4 11 0,-5-4 190,6 6 1,4 2-1,3 2-34,2 6 0,0 4 1,-5 10-1,2-3-83,4-5 0,1 6 1,-4-6-1,2 6-86,-3 1 0,-2-1 0,-2-3 39,0-3 0,0-2 41,0 3 1,-10-8-1,-5-14-270,-5-8 1,-2-4 0,0-3-1,0-2-77,0-5 1,3 5-1,2-5 60,2 5 1,3 4 146,-3 6 0,5 4 1,10 15 314,-1 9 1,4 1-1,1 16 1,3-2-144,-2 0 0,0 0 0,-1-7 0,6 0-294,1 0 0,-4-8 0,5-2 0,-2-2-159,-6-5 1,1-3 0,0-4 0,2-5-49,-3-8 0,-1-4 0,-4-5 0,-1-3-4,-6-2 1,3-3-1,-7 6 1,-1-3 395,1 2 0,-3 10 0,-7 3 0,3-1 288,4 3 1,-5 5-141,6 14 0,1-2 0,1 9 0,2 3-19,5 3 0,2-6 1,3 1-1,0 2-103,0 2 1,2-7-1,3-2 1,4-3-56,3 0 1,2 1 0,5-8-1,-2 0-39,-3 0 0,-7-10 1,5-5-1,0-4-39,0-3 1,-7 1-1,2-1 1,-5-2-72,-2-5 1,-8 4 0,1-4 300,2 5 0,-5 10-42,2-1 0,1 10 0,7-2-80,-1 5 1,1 9 0,0 2 0,0 4-66,-1 4 0,1-5 1,0 2-1,0 1-223,0-3 0,-1 0 0,1-7 0,0 2 63,0-2 0,-1 0 0,1-1 23,0 4 0,0-1 1,0-9-1,-3-6 64,-5-6 1,6 2 0,-8-3 0,2-2 101,1-2 1,-1-3-1,6 0 1,-3 1 126,-3-1 1,1 2 0,4 3 0,-2 5-48,-2 3 1,-1 1-1,8 8 1,0 0-172,-1 0 0,8 0 0,3 3 0,-1 4 34,1 8 1,7 4 0,-3 0 0,3-2 52,-3-2 1,5-10 0,-5 4-1,5-1 74,3-1 0,-8 0 0,1-7 0,-1-2 24,-2-6 1,0-1 0,-8-8-1,6 2-225,2-2 0,-8-2 0,3-3 0,-5 0-64,-2 1 1,0-1 0,-3 0 0,-2 3 91,-2 4 0,-3 3 0,5 7 0,-3-2 234,3 2 1,-5 3 0,3 4 0,4 5-119,8 8 1,-3-3 0,7 3 0,-2 4-138,1 8 0,1-3 0,-4 5 0,2-5-25,-3-2 1,-2-3-1,-2-2 1,2-5 63,5-2 1,-12 4-1,5-6 59,-2-4 0,-1-4 0,0-7-154,-4-7 0,2-8 1,-8-5-1,3-2 130,5 3 1,-5-6-1,3 3 1,2 3 396,2 1 1,3 4-1,2 1 1,3 6-341,2 6 0,10 6 0,-3 2 0,5 0-234,3 0 0,-1 10 1,1 4-1,2 8 348,5 7 1,-6-2 0,6 6 0,-5 1-214,-2 0 0,-10-7 0,-3 2 0,-2-5-67,0-2 0,0-3-96,-7-4 0,-7-6 0,-3-13 0,-3-9 3,-4-8 1,7-6 0,0 3 0,3-5 200,-1-7 1,1 4 0,7 1-1,-1 2 60,1 0 0,7-8 0,0 8 0,0 5 68,3 7 0,-8 0 0,7 10 0,-2 2-193,1 3 0,6 2 0,-5 0 0,1 0-57,-1 0 0,8 9 0,-5 3 1,2 3 276,0-1 0,-7-1 1,5 4-1,0-3-68,0 3 0,2 0 0,8 0 0,-3-3-4,-5 3 1,5-5-1,-4 0 1,4-2-86,2-5 0,-6-3 1,-1-2-1,3 0-147,2 0 0,-5-9 0,0-6 1,3-2 229,2 3 1,5-6 0,5 8-1,5-2 95,-1-1 1,1 10-1,-8-2 1,3 5-281,-2 2 1,-6 0 0,-7 2 0,-7 3-965,-4 2 0,-13 3-692,-5-3 0,-7-4 1047,-7 4 1,-5-5 0,-8-4 704,6-5 0,-6-5 0,8-10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0:54.00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45 719 8074,'-3'22'912,"-2"0"0,-2 0-501,2-1 1,-5 11 0,3 4 0,2 8-127,3 6 0,2-4 0,2 5 0,6-7-63,6-8 0,6-4 1,1-11-1,1-1-55,0-6 1,0-7 0,-1-14 0,1-10-191,0-9 0,7-3 0,-2-12 1,-6-5-207,-4 0 1,-9-3 0,4 1 0,-3-1 34,-4 8 0,0 0 1,0 12-1,2 2-525,-2 3 472,-3 3 0,-9 21 0,0 12 1,2 14 232,3 8 0,-6 0 0,1 5 0,2-3 122,3 3 0,4-1 1,3 1-1,2-5 49,-2-3 1,7-2-1,3-9 296,4-6 1,3-6 0,0-18-1,-1-9 181,1-8 1,0-14-1,-3 0 1,-2-8-476,-2 1 1,-3-5 0,5 2 0,-5 2-1051,-2 4 1,4 1 0,-7 3 0,1 2-696,1 3 0,-6 9 1586,4-2 0,5 15 0,0 4 0</inkml:trace>
  <inkml:trace contextRef="#ctx0" brushRef="#br0" timeOffset="300">589 1046 8074,'22'0'133,"-8"0"1,1 0 354,2 0 1,2-2 0,3-3 0,0-5-75,-1-2 1,1-3 0,0-6 0,0-4-217,-1-4 0,-6 5 0,0-5 1,-1 3-163,-2-4 0,-2 6 1,-10-5-1,0 5-286,0 2 0,-3 1 1,-4-1-1,-7 2-81,-6 6 0,-2 4 0,1 10 0,-1 0 36,0 0 0,0 12 0,1 8 0,-1 9 360,0 5 1,10-5 0,5 7 0,4 3 339,3 2 0,0 2 0,0 1 0,5-3-137,10-5 1,2 3 0,19-10-1,3-5-908,2-7 1,10 0 0,2-10 639,2-2 0,3-22 0,8-7 0</inkml:trace>
  <inkml:trace contextRef="#ctx0" brushRef="#br0" timeOffset="648">1591 1 8074,'0'21'535,"0"4"1,0 4-111,0 7 1,0 8 0,0 6-1,0 8-150,0 5 1,0 5 0,0 5 0,0 4-364,0 0 1,0 13 0,0-8-1,-3 1-356,-4 1 0,2-9 0,-9-5 0,-3-9-354,-3-10 0,6-25 0,2-14 476,2-14 0,3-20 0,9-14 0,3-5 365,2-3 1,10-7-1,-2 1 1,4 1 509,3 3 0,0 12 0,-1 5 0,1 5-54,0 2 0,0 10 0,0 5 1,-1 5-348,1 2 0,0 9 1,-3 8-1,-2 10-253,-2 9 1,-3 5 0,2 3 0,-6-1 100,-6 1 0,8 9 0,2 3 0</inkml:trace>
  <inkml:trace contextRef="#ctx0" brushRef="#br0" timeOffset="931">2222 785 8074,'-10'-22'0,"-2"0"0,-9 3 0,-1 4 1153,0 8 0,-2 5 1,-3 2-1,-2 4-326,3 11 1,-6 2 0,6 17 0,4 0-838,5-1 1,5-4 0,-3 5 0,8-2-198,5-6 1,2-1 0,0-1 0,2 0-184,5-2 0,5 2 0,12-14 0,3-1-45,2 1 1,3-3 0,-6-7 0,3 0 443,-2 0 1,-3 0-1,0 0 1,3 0 488,2 0 0,-7 0 0,-8 0 0,3 0-532,2 0 1,-4 0 0,0 0-1624,1 0 1,-3-2 1656,1-5 0,-9-6 0,5-8 0</inkml:trace>
  <inkml:trace contextRef="#ctx0" brushRef="#br0" timeOffset="1167">2331 654 8074,'12'-12'-495,"0"2"0,-7 15 1149,2 10 1,3 1-1,-3 21 1,8 1-116,4 4 0,5 1 1,3 3-1,4 0-172,3-2 0,-7 2 1,4-15-1,-2-2 497,0-5 1,0 1-571,-7-18 1,-7-10 0,-3-11 0,-2-8-388,-6-7 1,-1-5 0,-3-9 0,2-1-702,5 0 0,-4-1 0,4-4 0,-4-2-654,-3 3 1,2 2 0,3 2 1447,2 1 0,0-10 0,-7-3 0</inkml:trace>
  <inkml:trace contextRef="#ctx0" brushRef="#br0" timeOffset="1467">2767 893 8074,'9'22'-83,"1"0"1,7-3 0,-3-2 87,3-2 0,-5-10 1,3 2-1,2-5 343,2-2 1,3-9-1,0-6 1,0-4-100,-1-3 1,1 0-1,0-2 1,-3-3-63,-4-2 0,2-2 1,-8 4-1,1-2-111,0 3 0,-3-6 0,-7 3 0,0 3 2,0 1 0,-10 4 0,-4 1 360,-6 6 1,-1 4 0,-1 10 0,-2 2 305,-5 6 0,7 6 0,-2 15 0,7 8-96,0 4 1,7 2-1,3 3 1,4 3-236,3 1 1,10 1-1,7-5 1,10 3-606,9 1 1,8-6 0,6-13-1,11-4-280,9-8 1,-2-4 0,4-1-1,-6-6-1258,-8-6 1730,-5-12 0,-9-11 0,-1-13 0</inkml:trace>
  <inkml:trace contextRef="#ctx0" brushRef="#br0" timeOffset="1683">3834 1024 7931,'0'-14'3674,"0"-1"0,-3 10-3720,-4-2 1,5 2 45,-6-2 0,6 4 0,2-6 0</inkml:trace>
  <inkml:trace contextRef="#ctx0" brushRef="#br0" timeOffset="1783">3790 806 7931,'-10'-21'1968,"-2"-1"-932,-9 0-1036,-1 0 0,0 1 0,0-1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0:49.91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22 611 8321,'-12'0'1347,"5"-3"1,14-2-1095,8-2 1,4-10 0,5 0-1,3-7-135,2-5 0,7-2 1,-4 1-1,-1-6-164,1-5 0,-3 5 0,-8-1 0,-1 1-206,-6 2 0,-4 0 1,-10 8 49,0-3 0,-2 2 0,-6 13 0,-9 6 66,-9 6 0,-6 4 0,-6 6 1,4 9 162,2 9 0,-4 10 0,7 15 0,2 7 162,3 5 1,5 12 0,4 3 0,8 2-251,5-1 1,4-8 0,5-1-1,10-10-364,10-9 1,7-17 0,12-12 0,2-13-664,3-6 0,2-15 1088,-2-10 0,-5-19 0,7-15 0</inkml:trace>
  <inkml:trace contextRef="#ctx0" brushRef="#br0" timeOffset="166">741 197 8791,'-22'22'755,"3"2"0,2 5 0,2 7-495,-2 5 0,-2 5 0,0 5 1,2 5-331,2-1 0,1 8 1,-8-2-1,0 4-1204,0 0 1,10-14-1,3-24 1274,-1-10 0,-2-8 0,-10-9 0</inkml:trace>
  <inkml:trace contextRef="#ctx0" brushRef="#br0" timeOffset="316">349 436 7998,'0'-21'144,"0"-1"1,0 0 0,2 3 0,6 4-1,6 8 339,6 4 0,4 6 0,5 7 0,5 9 0,0 8 1,14 11 0,-5-1 0,3 4-461,0 2 0,-2 1 0,0-1 0,-1 1-23,1-1 0,-1 11 0,1 1 0</inkml:trace>
  <inkml:trace contextRef="#ctx0" brushRef="#br0" timeOffset="649">1155 415 7914,'-10'31'243,"8"-4"0,-6 9 1,6 5 183,2 7 1,2 20 0,6 22 0,-3-38 0,2 2-285,-2 6 1,2 1-1,2 8 1,1 3-1,-2 3 1,-1 2 0,2 5-1,1 1-276,1 2 1,0 1-1,-4 0 1,-2 0 0,0-1-1,0-1 1,-2-2-1,1-1-168,-1-3 0,1-2 1,0-2-1,-1-2 1,-2-13-1,-2-2-504,1 37 0,0-41 0,0-45 318,0-18 1,-7-22 486,0-11 0,-15-8 0,8-7 0,-1 5 0</inkml:trace>
  <inkml:trace contextRef="#ctx0" brushRef="#br0" timeOffset="1367">915 415 7914,'34'-22'0,"-5"2"0,-2 4 408,2 1 0,-3 10 0,11-2 0,1 7-172,4 7 1,-1 8-1,-3 11 1,-4 6-111,-2 2 1,-3-5-1,-10 7 1,-2 3-155,-2 2 0,-11-5 0,4 0 1,-6 3-223,-2 2 0,-10 0 0,-4-4 0,-6-8-248,-1-5 0,-3-12 1,-3-7 390,-2-10 1,2-10-1,10-14 1,5-4 230,3-1 0,1-7 0,8 7 0,0-3 129,0 1 0,8 2 1,1-2-1,3 7-126,5 5 0,3 2 0,4 3 0,2 2-81,3 2 0,8 10 0,-6 0 0,1 10 21,-1 10 1,8 4 0,-5 3 0,0 2 6,-5 5 1,-5-2 0,-5 7 0,-2 0-40,-2-1 1,-11 4 0,4 4 0,-6-2-111,-2-3 1,-2-10-1,-6 1 106,-6-10 0,-5-12 0,-1-17 126,6-10 1,-3-14 0,10-1-1,2-4 92,2-2 0,3-3 0,0-3 0,0-1-122,0 1 1,3 1 0,2 2 0,4 0-326,3 5 1,3 4-1,9 3 1,3 10-309,2 7 0,0 13 1,-8-4-1,-1 8-49,-6 8 1,3 4-1,-9 12 1,-4 5 138,-1 7 0,-3-2 1,0 0-1,0-3 425,0-4 0,0 4 0,0-2 0,0 0 331,0 3 1,0-15-1,0 5 1,0-3 632,0 0 0,9-4 0,6-3-431,4-2 1,3-3 0,0-7 0,2-3-191,5-4 1,-5-5 0,5-12 0,-4-3-229,-4-2 1,1-7 0,0 5 0,-3-3-163,-4-5 0,2 5 0,-10 0 0,-2 0-238,-3 0 0,-2 8 0,-2-3 345,-5 5 1,-1 12 0,-11 4 0,-5 11 361,0 11 1,-3 3-1,3 19 1,0 3-41,4 2 1,6 0 0,-1-2 0,8-3-686,4 3 0,3 0 1,3-3-1,7-7-1570,11-5 1,11-2 1863,11 0 0,11 0 0,1-1 0</inkml:trace>
  <inkml:trace contextRef="#ctx0" brushRef="#br0" timeOffset="1766">2875 349 8068,'-7'-34'227,"0"5"0,-3-2 0,5 2 0,-5 2 402,-2 3 0,-2 5 0,-10 2 1,-3 5-291,-2 2 1,-10 3 0,3 7 0,-5 0-233,-3 0 0,8 2 1,2 5-1,3 8-157,4 4 0,5 10 0,8 0 0,6 0-255,6 3 1,2-6-1,2 8 1,8-2 76,12-6 0,2 1 0,12 0 0,1 2 394,-3-3 0,4-2 0,-6-4 1,-1-3 112,1-3 1,-3-2 0,-8 3 0,-1-5 630,-6-1 1,1-6-631,-15 4 1,-7-5-1,-20-2 1,-5 0-817,-1 0 0,-4 0 0,-4 0 0,2 0-2674,3 0 3210,10 0 0,-16 10 0,9 2 0</inkml:trace>
  <inkml:trace contextRef="#ctx0" brushRef="#br0" timeOffset="2066">3136 262 8116,'12'-22'534,"-4"1"0,-6-1 0,-4 0 1414,-6 0 1,4 8-1144,-11-1 1,1 10-840,-8-2 1,2 7-1,4 7 1,3 8-193,4 4 1,-1 3 0,5 2 0,-2 3-88,2 2 1,3 7-1,4-7 1,3 0 271,2 3 0,3-8 0,-5 5 0,4-2 431,4 2 0,-9-5 0,4 5 0,-6-5 210,-2-2 1,0-8-1,0 1 1,-2 2-138,-6 2 0,-4 0 0,-10-2 1,-2-2-1299,-5 2 1,5-5 0,-7 0 0,2-2-851,0-5 0,7 4 0,10-4 1685,2-7 0,3-18 0,7-14 0</inkml:trace>
  <inkml:trace contextRef="#ctx0" brushRef="#br0" timeOffset="2216">3223 371 7942,'22'0'346,"0"0"0,0 0 1,0 0-1,-1 0 215,1 0 0,-2 10 0,-4 7 1,-3 9-109,-4 11 1,8-4 0,-5 4 0,0-1-431,-4-2 0,-6 5 1,-2-10-1,0-3-1422,0-2 1,-2-4-1094,-6-6 2492,6-14 0,-17-21 0,6-13 0</inkml:trace>
  <inkml:trace contextRef="#ctx0" brushRef="#br0" timeOffset="2298">3354 262 7942,'0'-43'0,"-2"1"0,-3 6 42,-2 7 0,-1 5 1,8 2-43,0 0 0,-9 1 0,-3-1 0</inkml:trace>
  <inkml:trace contextRef="#ctx0" brushRef="#br0" timeOffset="2832">3811 197 7908,'-21'-3'393,"-1"-4"0,7 5 0,1-6 0,-3 8 547,-2 8 0,-6 6 1,1 13-1,0 4-733,5 3 0,2 0 0,-3 5 0,6-5-389,7-3 1,4-2-1,3-7 1,3-3-16,4-4 0,5-6 0,10-9 1,2 0-301,5 0 1,-2-9 0,6-6-1,-1-2 338,-6 3 0,-1-6 1,-4 8-1,1 0 568,0 5 0,0 5 1,0 2-61,-1 0 0,-6 2 1,-3 5-1,-2 8-44,-6 4 0,-1 5 0,-3 3 0,0 2-144,0-2 1,-7 4-1,-3-2 1,-2-2-356,-5-3 1,5-10 0,-3-1-199,-2-4 0,8-4 0,1-12 102,6-8 1,2-7-1,2-7 1,6-7-16,6-5 0,6 5 1,1-1-1,4-1 275,4-3 0,-5 7 1,7 5-1,-2 7 262,0 7 1,3-2-1,-6 10 1,6 5 7,2 7 1,-8 7 0,3 9-1,-4 4-236,-4 4 0,-9 2 1,-4 8-1,-6-5-278,-2-3 1,0 6-1,0-6 1,-2 0-522,-6 1 1,4-3 794,-11-7 0,1-1 0,-8 1 0</inkml:trace>
  <inkml:trace contextRef="#ctx0" brushRef="#br0" timeOffset="3167">4878 219 7908,'0'-22'621,"0"0"1,-9 3-1,-6 4 460,-4 8 0,-5 5 0,-3 4 0,-4 5-594,-3 8 1,5 6 0,-5 9 0,2 3-536,6 1 0,9 7 0,5-7 0,2 0-95,5-5 0,3 3 1,4-1-1,6 1 138,6-1 0,5 0 0,6-4 0,1 2 244,3-2 0,0-3 0,-9-2 0,-6-1 754,-7 1 0,1 0 1,-6 0-584,-4 0 1,-20-10 0,-2-5 0,-8-5-1222,-6-2 0,-4-2 0,1-5 811,5-8 0,-5-14 0,7-5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0:48.86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259 0 9074,'-12'10'59,"3"9"1,9 15 0,0 7-66,0 12 0,0 10 0,0 10 0,0 7 250,0 5 1,0-34-1,0 2 1,0 0 0,0 0-1,0 0 1,0 0-634,0 0 1,0-1 0,0 37 0,0-4-1,0-20-789,0-19 1,0-24 1177,0-22 0,-10-20 0,-2-13 0</inkml:trace>
  <inkml:trace contextRef="#ctx0" brushRef="#br0" timeOffset="599">20 566 9239,'-10'-12'1292,"8"0"-1214,-6 5 1,8 5 0,8-8 0,6 3 161,6-1 0,1-1 0,1 1 0,0-4-93,0 0 1,7 0 0,2 7 0,1-2 53,-1 2 0,8 3 1,-3 2-1,3 2-18,-3 5 1,5 1-1,-7 11 1,2 5-291,1 0 0,-11 10 1,3 3-1,-4 1-144,-4-1 0,-9 11 1,-4-4-1,-6 4-67,-2 5 0,0-7 0,-2 5 0,-6-8-174,-6-6 1,2-1-1,-3-12 272,-2-4 1,0-16-1,1-4 1,3-12 183,4-7 1,1-12 0,8-6 0,0-4 49,0-2 1,0-1 0,0-2 0,3-2 34,4-3 0,5 7 0,10 10 1,0 3 102,0 4 1,-1 13 0,1 7 0,0 4 21,0 3 0,-1 12 0,1 10 0,0 12-99,0 7 1,-8 10-1,-2 2 1,0 0-10,1 1 1,-6-6 0,5-9-1,0-5 33,0-3 0,-5-2 0,8-7 44,2 0 1,2-10-1,5-5 1,3-7 149,2-7 1,0-5 0,-7-10 0,2-2-148,5-5 1,-5 2 0,5-7 0,-4 0-122,-4 0 1,-6 5 0,-3-7-1,-2 0-30,-6 2 0,-1-5 0,-3 10 0,-3 2-331,-4 3 0,-5 2 0,-12 3 0,-3 5 24,-2 6 0,-2 8 0,4 8 1,-2 9 410,3 9 1,1 8-1,6 10 1,4-1 49,8 1 1,5-3-1,2-2 1,0-6-149,0-1 1,17 4-1,9-4 1,13-3-89,14-5 87,17 2 0,8-23 0,9 7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0:44.44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240 284 8034,'-22'0'250,"3"2"1,4 6 0,8 6 141,5 6 1,-6 11 0,1 5-1,2 8 91,3 7 1,4 12 0,3 12-1,5 2-341,2 5 1,-5 10 0,5 3 0,0-6-170,0-7 0,1-9 0,1-15 0,-4-10-1233,-1-9 1,-6-15 1259,4-9 0,5-10 0,0 4 0</inkml:trace>
  <inkml:trace contextRef="#ctx0" brushRef="#br0" timeOffset="417">0 328 7843,'22'-29'0,"0"0"28,0 2 1,-1 3 0,4 2 0,1 0 503,3 0 1,3 10 0,-3 5 0,5 5-89,0 2 0,4 9 1,-6 8-1,-1 7-240,1 5 0,-3 13 0,-8-1 0,-1 10-154,-6 4 0,-4 3 0,-10 8 0,0-1-115,0 0 0,-10 8 1,-7-1-1,-7 1-253,-5 2 0,-10-7 0,3 4 0,-3-4 55,3-3 0,-5-19 0,7-9 0,0-13 423,5-10 1,5-4 0,2-12 0,3-6 197,4-6 0,6-8 1,9-4-1,0-4 30,0 4 1,9 2 0,8 2 0,8 0-43,4 0 1,17 3 0,-3 4-1,3 8-170,0 5 0,0 4 1,2 3-1,6 5-446,1 2 1,-6 2 0,1 8 0,-6 0-499,-8 0 0,3-1 1,-10 1-1,-2-2-917,-3-6 1,-2 5 1684,-1-4 0,1 4 0,0 3 0</inkml:trace>
  <inkml:trace contextRef="#ctx0" brushRef="#br0" timeOffset="1033">871 1373 8096,'-9'-12'600,"6"0"0,-1 7 1,6-5-141,5-2 0,10-2 1,0-8-1,7-2-333,5-5 0,0 2 0,-7-9 0,0-1-146,0 3 0,-3-7 0,-4 7 0,-6-2-167,1 0 1,-8 7 0,3-5 0,-10 5 4,-9 10 1,-6-1 0,-4 13-1,-2 2 271,-3 3 0,-10 2 0,5 0 0,0 2 316,5 5 1,5 8 0,2 14 0,0 7-157,1 5 1,8 5 0,6 3 0,5 2-191,2-3 1,9 5 0,8-4-1,8-6-426,4-4 0,9-13 0,-1 3 0,4-7-317,2-7 0,8-6 0,0-9 0,-5-2 3,-7-5 1,2-5 0,-7-13-1,0-1 394,-5-3 0,-5-7 0,-5 4 0,-2 1 286,-2-1 0,-11 1 0,4 4 0,-6-2 235,-2 2 1,0 3-1,0 2 1,-2 1 1188,-6-1 1,-4 10-295,-9 5 0,6 4 0,3 6-724,2 4 0,3 7 0,7 13 0,0 4-264,0 3 1,2 3 0,3 6 0,5 3-236,2 5 1,3-5 0,9 5 0,2-5-351,3-3 1,10-9 0,-5-7 0,0-10 227,-5-10 1,2-5-1,-2-7 1,-4-7 197,-9-9 0,4-16 0,-8 1 0,0-8 275,-5-6 0,-4 1 0,-3-6 1,0 1-6,0 6 1,0 2-1,-3 2 1,-4 1-190,-7-1 0,1 10 1,1 5-1,0 8-444,0 6 1,7 3-798,-2 5 1,5 14 0,2 0-1584,0 10 2760,0-5 0,9 8 0,3-8 0</inkml:trace>
  <inkml:trace contextRef="#ctx0" brushRef="#br0" timeOffset="1350">1743 872 7138,'12'10'38,"-3"-5"0,-6 7 793,4-3 0,-2 8 1,7-2-1,-2 4-304,-6 3 0,9 2 0,-1 3 0,0 4-196,-5 3 1,3 0 0,-1 5-1,1-5-174,0-3 1,-1-2 0,-4-7 202,2 0 0,3-10-306,-3-5 0,-4-14 0,4-8 0,-5-4-343,-2-3 1,0-7-1,0 0 1,-2 2-844,-5 3 1,4 2 0,-4 1 1131,5-1 0,-8 0 0,-2 0 0</inkml:trace>
  <inkml:trace contextRef="#ctx0" brushRef="#br0" timeOffset="1767">1743 1003 8177,'-22'0'1403,"7"0"-721,1 0 0,9 9 0,-2 6 0,4 4-199,3 3 1,3 2-1,4 5 1,5 5-225,0 0 0,7 7 1,-4-5-1,4 6-206,3 1 0,0-2 0,0-4 0,-1-11 322,1-9 1,0-7-1,0-10-13,-1 0 0,-6-12 0,0-10 1,-1-12-87,-2-7 0,5-10 1,-7-2-1,-1-3 57,1-4 1,5 4 0,-8 0 0,0 1-224,3-1 1,-8 8 0,6-3 0,-6 5-1225,-2 2 0,0 10 0,0 5-1367,0 5 1,0 15 517,0 9 1,0 17 1962,0 12 0,-10 9 0,-2-4 0</inkml:trace>
  <inkml:trace contextRef="#ctx0" brushRef="#br0" timeOffset="2100">2178 1199 8128,'0'21'111,"0"4"1,0 1-1,0 3 342,0-2 1,0-3 0,0-2 1397,0 0-1033,0-1 0,0-11 1,2-10-390,6-12 1,-6-10 0,5-7 0,-4-7-143,-3-5 0,7 0 1,0 2-1,-2 3-165,-2-3 0,4-2 1,0 0-1,-2 4-614,-3 8 1,6 5 0,-1 2 0,0 1-1138,3-1 0,-8 7 0,8 3-168,0 3 0,-8 4 1797,5 12 0,5 5 0,0 10 0</inkml:trace>
  <inkml:trace contextRef="#ctx0" brushRef="#br0" timeOffset="2249">2461 1024 8128,'0'15'1242,"0"0"-754,0 1 0,7 4 0,1 2 0,-1 2-78,3 5 1,-6 5-1,9 9 1,-4 1-996,-4-1 0,5 1 0,-3-1 0,-2-1 585,-3-6 0,8 5 0,2-7 0</inkml:trace>
  <inkml:trace contextRef="#ctx0" brushRef="#br0" timeOffset="2784">2526 545 8757,'-14'-12'1692,"-1"5"-3365,11 5 1673,-6 2 0,10 0 0,0 0 0</inkml:trace>
  <inkml:trace contextRef="#ctx0" brushRef="#br0" timeOffset="3333">2984 1 8281,'0'31'959,"0"6"0,2 6-396,5 8 0,-2 14 0,10 18 0,2 9-485,-7-42 1,-1 1-1,-1 6 1,-1 0 0,-1 2-1,0 1 1,-1-1 0,-1 0-302,-1 0 1,-1 1 0,0-2-1,-1 0 1,-1-5 0,0-2-1,0 41-1265,0-20 1,-3-33 974,-4-24 1,2-13-1,-9-12 1,-3-11 512,-3-13 0,-1-7 0,-1-3 0,0 0-102,0 1 0,0-1 1,1 1-1,-4-1 109,-4 1 1,3 2 0,-10 2 0,-1 5 147,3 3 0,-4-1 0,9 8 0,2 0 751,3 4 1,9 13 0,3 2-416,2 10 1,6 0 0,13 9 0,11 3-282,6 3 0,15-8 0,1-3 1,6-1-67,0-1 1,8 0-1,0-9 1,2-5-250,0-8 1,-3 3-1,6-3 1,-5-1-86,-3-4 0,-2-2 1,-10 3-1,-5 2 439,-7 3 1,-12 9 151,-2-3 1,-3 8 0,2 8 0,-7 6 387,-4 6 1,-3 11 0,0 5-1,2 5-177,6 3 1,-4 0 0,8-1-1,1 1-761,-1-1 1,2 1 0,6-3 0,-4-5-1950,-1-7 0,-8-2 549,8 2 1,-3-17-1,5-7 1549,-3-22 0,-9-15 0,5-11 0</inkml:trace>
  <inkml:trace contextRef="#ctx0" brushRef="#br0" timeOffset="3483">3463 545 8062,'-22'-21'940,"0"-1"-212,1 10-952,8 2 0,11 12 0,9 6 0,1 4-579,1 0 803,-6 7 0,16-7 0,-7 10 0</inkml:trace>
  <inkml:trace contextRef="#ctx0" brushRef="#br0" timeOffset="3766">3702 872 8062,'3'29'-275,"4"0"446,-5 10 1,8-13 0,-10 11 0,0 1-1,0 4 1,0 1 0,-2 1 503,-6-1 0,6-2 0,-8-4 0,3-8-78,0-5 1,-8-10-402,8 1 1,0-22 0,7-8-1,0-16-141,0-10 0,2-5 0,6-3 1,4-2-166,0 3 0,7 2 0,-4 5 1,4 2 150,3 3 1,-1 9-1,4 1 1,1 9 20,3 9 1,0 6 0,-4 2 0,1 5-108,3 9 0,-2 3 0,-10 20 0,-5 1-433,-2 3 1,4 10-1,-7 0 1,-2-3-709,-2-2 1,4-9-1,0-3-913,-2-3 2099,7-12 0,0-9 0,10-10 0</inkml:trace>
  <inkml:trace contextRef="#ctx0" brushRef="#br0" timeOffset="4066">4225 763 8062,'0'-34'0,"-2"5"0,-6 5 907,-6 2 0,2 3 0,-3 4-336,-2 8 1,-2 7 0,0 10 0,2 12-357,2 11 1,8 9 0,-5 1 0,2 1-280,5-1 1,3 3 0,2 3-1,0 1-130,0-1 1,7 4 0,3 0-1,2 3-122,5 4 0,-5 3 0,2 3 0,1-1 97,-3 0 1,-2 8-1,-10-1 1,0-4 356,0-7 0,0-8 0,-3-9 1,-4-3 430,-8-5 1,-11-12 0,-3-12 0,2-4-47,3-11 0,2-7 0,0-14 0,1-2-477,-1-3 1,10-10 0,5 3 0,4-3-456,3 3 0,10-6 1,4 9-1,8-1-159,7 5 0,12 4 1,13 4-1,-1 1-2113,0 6 2681,7-6 0,6 8 0,11-9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0:58.6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978 523 8033,'0'-22'259,"-17"-4"1,-4 2 0,-4 7 305,1 4 1,0 6-1,-5 7 1,-7 0-264,-6 0 0,-8 10 0,-1 7 0,0 7-213,-2 5 0,7 10 0,-5-1 0,5 8-80,2 5 0,11 3 1,6-6-1,10 3-204,10-3 1,4-4 0,6-10 0,6-13 70,13-11 0,12-8 0,17-6 1,7-11 240,5-14 1,2-12 0,1-10 0,-1-7-66,0-5 0,-2-2 0,-5-1 0,-7 4-89,-5 3 1,-15-3-1,-9 3 1,-12-1-156,-8 2 1,-14 5 0,-7 12 0,-13 4-9,-9 8 1,0 5 0,-15 5-1,1 4 3,-1 8 1,1 4-1,-6 3 1,5 3-220,3 4 1,2 5 0,10 12-1,5 5-308,7 8 0,7 1 724,8-1 0,-15 14 0,4-5 0</inkml:trace>
  <inkml:trace contextRef="#ctx0" brushRef="#br0" timeOffset="317">1240 131 8051,'14'-10'1137,"1"-4"-873,-11 4 1,6 3-1,-10 17 107,0 11 1,0 4-1,-2 11 1,-6 3-142,-6 2 0,2 2 1,-3 3-1,1 3-59,2 2 0,-5 9 0,7-4 1,0 2-62,1 0 0,1-12 0,11-3 0,4-11-172,8-8 1,6-5-1,8-4 1,10-8 203,10-4 1,-1-6 0,12-2 0,6-4-123,4-4 1,3-1-1,-8-8 1,0 0-392,0 1 1,-9 1 0,-5 6 0,-7 7-1550,-8 4 1920,-5 3 0,-19 0 0,-2 0 0</inkml:trace>
  <inkml:trace contextRef="#ctx0" brushRef="#br0" timeOffset="616">151 1307 8228,'-32'7'0,"-2"3"511,1 2 0,3-5 0,16 8 12,7 2 0,24-5 1,14 0-1,17-2-74,18-5 1,21-3 0,-33-2-1,3 0 1,6-1 0,2 0-138,6-3 1,1 0 0,8-1 0,2-2 0,6-3-1,1-2 1,8 1 0,2-2-296,-28 4 1,1-1-1,0 0 1,2 2-1,1 0 1,-1 0 0,1-2-1,-1 0 1,-1 1-1,-4 1 1,-2 0 0,-2 0 101,27-4 1,-5 2 0,-12 3 0,-4 2-1,-11 1 1,-2 1 0,39 0-202,-25 3 0,-26 10 1,-24 4-861,-12 6 0,-8 1 0,-4 1 0,-8 0 942,-12 0 0,-9 9 0,-13 3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01.3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502 611 8067,'0'-22'227,"0"-7"1,0 0 0,0 2 823,0 3 1,-3 2-674,-4 0 1,-5 10 0,-10 7-1,0 13-14,0 13 1,-2 4-1,-2 13 1,-3 6-264,2 4 0,3 15 1,2 0-1,0 7-334,0 0 1,10-4 0,5-8-1,5-10 10,2-9 0,9-8 1,6-11-1,7-6 151,7-6 0,-3-25 0,11-15 0,1-14 58,3-12 0,3-5 0,-3-5 0,-5-2 99,-7-2 0,-7-11 0,-7 6 0,-8 0-33,-5 4 1,-4 5-1,-8 5 1,-11 3-51,-13 2 1,-7 17 0,-3-1 0,0 9-56,1 6 1,-8 12-1,0 8 1,3 5-324,2 2 0,5 17 1,4 7-1,8 7-1133,5 8 0,12 0 1509,5-3 0,-5 5 0,0-7 0</inkml:trace>
  <inkml:trace contextRef="#ctx0" brushRef="#br0" timeOffset="450">698 589 8083,'-10'-12'1014,"-5"4"1,6 8-1,-1 5-245,0 2 1,8 18-1,-5-4 1,4 6-234,3 5 0,7 1 1,3 11-1,2 0-306,5-1 1,3-7 0,1-2 0,1-2-297,0-6 1,7-1 0,2-6 0,1-5-89,-1-6 0,-2-8 0,-4-8 0,1-6-237,3-5 1,0-13 0,-7-4 0,0-5 128,0-3 0,-8 1 0,-2-1 1,-2 0 163,-5 1 0,-3 9 0,-2 5 219,0 5 0,-2 12 1,-3 9-1,-5 15 74,-2 17 1,5 10 0,-5 5 0,2 2-31,5 4 0,3-4 0,2 5 0,2-5-69,5-2 0,6-10 1,8-5-1,1-8 238,0-6 1,9-8-1,3-14 1,0-10 65,-5-10 0,-5-2 1,-2-12-1,-3-5-136,-4 0 0,-3 0 0,-7 0 0,2-2-188,-2-3 1,-3 0-1,-2 8 1,-2 2-610,-5 4 1,4-1 0,-6 9 0,1 2-5051,1 3 5583,0 2 0,7 20 0,0 4 0</inkml:trace>
  <inkml:trace contextRef="#ctx0" brushRef="#br0" timeOffset="1017">1525 807 8083,'-14'0'848,"-1"0"1,8 0-9,-8 0 1,8 0-19,-8 0-657,11 0 0,4-10 1,14-2-147,5 0 0,3 0 1,0 7-1,0-3-158,0 4 1,-1 1-1,1 3 237,0 0 0,-3 10 1,-4 4-31,-8 6 0,3 2 0,-3-1 0,-5 3-43,-6 6 1,-1-6 0,-10 7 0,1-2-233,2 0 1,-8-7 0,8-7-2198,0 1 1970,-7-6 0,26 0 0,0-10 301,10 0 1,5-7-1,2-1 1,3 3 630,2 3 0,-3 4 0,-9 6 0,-5 6 578,-2 6 0,5 4 0,-8 2 0,-5 6-173,-7 2 0,1-5 1,-13 5-1,-5-3-686,-5-4 0,-11-3 1,4-2-1,-3-3-480,1-4 1,7 2-1,-5-10 1,3-2-882,4-3 0,3-12 0,5-4 1144,4-6 0,5-11 0,10-3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02.7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2045 8051,'2'-12'2871,"3"3"-2220,2-1 1,3 8 0,-3-6 0,10 6-202,10 2 0,0 0 0,9 0 0,3 0-393,2 0 1,2 0 0,1 0-1,-1 0-505,1 0 0,-8-7 1,1-1-1,-1 4-872,-2 1 0,-3 3 1320,-9 0 0,0-10 0,-1-2 0</inkml:trace>
  <inkml:trace contextRef="#ctx0" brushRef="#br0" timeOffset="283">697 1305 8119,'-44'-10'481,"1"6"1,-1-9-1,1 4 509,-1 4 0,-2-5 1,-2 3-1,-3 0-310,3-3 1,2 8 0,2-6 0,3 6-693,5 2 1,4 0 0,10 0 0,1 0-1164,-1 0 0,10 2 1175,5 6 0,4 4 0,3 10 0</inkml:trace>
  <inkml:trace contextRef="#ctx0" brushRef="#br0" timeOffset="3800">1895 695 8407,'0'-21'1198,"0"8"0,9 4 1,6 11-818,4 5 1,3 6 0,2 8 0,3 1-319,2 0 1,10 0 0,-6-3 0,4-2-481,-1-3 1,0-1-1,5 4 1,-2-5-1519,-3-3 1,-7-1 1934,8-8 0,-11 0 0,6 0 0</inkml:trace>
  <inkml:trace contextRef="#ctx0" brushRef="#br0" timeOffset="3982">2483 652 8165,'-22'9'223,"0"6"1,0 7 0,0 7 0,1 7 510,-1 5 1,0 15 0,0 7 0,1 12-127,-1 9 0,0-1 0,0 11 0,-2-2-441,-5 2 0,17-44 1,0 0-1,-3 2 0,1 0 1,-10 44-575,2-8 1,0-18 0,3-5-1,4-14-3154,8-12 3561,-5-8 0,9-19 0,-6-2 0</inkml:trace>
  <inkml:trace contextRef="#ctx0" brushRef="#br0" timeOffset="4533">2483 1370 8169,'-10'12'18,"0"8"0,-7-6 1,5 8 428,3 7 1,-6-5-1,8 8 1,2-3 34,2 0 1,3 2 0,3-6 0,2-1-88,2-5 1,10-12-1,-3 1 1,8-6-8,7-2 0,-5-10 0,6-4 1,-6-6-148,-3-1 1,1-3 0,-2-3 0,-6-5-173,-7-1 0,3 6 0,-3-2 0,-2 2-500,-2-2 0,-3 12 0,0-4 0,0 1-346,0 1 1,0 4 0,-3 3 0,-2 0-3103,-2 0 2318,0 7 1576,7-4 1,0 11-1,0 5 435,0 8 0,0 4 1,0 3-1,0 0 486,0-1 1,2 1-1,3 0 1,2 0-455,-2 0 1,0-1 0,0 1 0,5-3-318,2-4 0,-5 2 0,7-10 0,3 0-190,3 3 0,1-8 0,1 3 1,0-10-95,0-9 1,-3-5 0,-2-3 0,-2 0-84,2 0 0,-1 1 0,1-4 0,-4-1-34,-4-3 1,6 0-1,-8 7 450,-2 0 320,-3 0 1,-2 13-58,0 9 0,-7 12 0,0 14 1,2 6-231,2 2 0,3-5 0,0 5 1,0-3-345,0-4 0,0-1 1,3 1-1,4-1-658,8-6 0,4-1 0,3-12 0,0-2-4042,-1-2 4797,11-3 0,-8-20 0,7-4 0</inkml:trace>
  <inkml:trace contextRef="#ctx0" brushRef="#br0" timeOffset="4716">3310 761 8985,'0'24'677,"0"5"1,0 5 0,3 9 0,1 3-363,4 5 0,9-3 0,-5 11 0,2 1-570,1 3 0,-8 0 1,5-3-1,-2-4-1487,-5-3 1742,-3-2 0,8-7 0,2-1 0</inkml:trace>
  <inkml:trace contextRef="#ctx0" brushRef="#br0" timeOffset="4916">3005 1153 9716,'5'-12'1253,"7"4"0,12 6-769,8 2 0,-1-7 1,10-1-1,8 1-402,4-3 1,3 8 0,4-5-1,-2 4-990,3 3 1,-8-7 0,-5 0 907,-9 2 0,2 3 0,-7 2 0</inkml:trace>
  <inkml:trace contextRef="#ctx0" brushRef="#br0" timeOffset="5150">3942 1196 8054,'12'-2'643,"-3"-3"-27,1-2 0,2-1 0,10 8 1,2 0 19,5 0 0,-2 0 1,9 0-1,3 0-460,2 0 0,-5 8 0,1-1 0,-1-2-1429,-2-3 1,-3 5 1252,-9 1 0,9 9 0,3-5 0</inkml:trace>
  <inkml:trace contextRef="#ctx0" brushRef="#br0" timeOffset="5616">4878 586 8036,'0'-21'11,"0"-1"0,0 0 307,0 0 1,7 8 207,1-1 0,-1 13-160,-7 2 1,0 10-1,0 14 1,0 5 28,0 7 0,0 5 1,0 3-1,0 2-269,0 5 0,7 2 0,0 7 1,1-4-259,1-3 0,3 5 0,8-7 0,-1-3-168,3-2 0,-5-12 0,14-5 0,-2-7-454,0-7 0,8-6 0,-6-9 754,3 0 0,2-19 0,8-5 0</inkml:trace>
  <inkml:trace contextRef="#ctx0" brushRef="#br0" timeOffset="5799">4747 978 8044,'15'-9'-182,"-1"-6"0,3-4-36,3-3 1,4 8-1,5 1 1,7 1 372,5 0 0,5 5 1,5-5-1,5 2-489,-1 5 334,8 3 0,-7-8 0,9-2 0</inkml:trace>
  <inkml:trace contextRef="#ctx0" brushRef="#br0" timeOffset="6216">1960 173 8232,'-31'0'-33,"4"0"0,-7 2 0,0 5 145,0 8 1,-2 14 0,-8 10 0,1 11 186,-1 16 0,-6 11 0,24-31 0,1 3 0,-1 2 0,1 2-51,-2 3 1,1 1 0,3 7 0,2 1-1,-2 2 1,3 1 0,3-2 0,5-1-104,1-2 0,5 0 0,4-6 0,4-1 0,4 4 0,5-1 0,1-2 0,5 0-243,2-2 0,5-2 0,5 0 0,5-4 0,5-7 0,4-4 0,3-2 0,3-2-1277,4-3 1,3-1 1374,7 2 0,2-2 0,0-6 0,0-2 0,5 4 0,1-1 0,0-1 0,1-2 0</inkml:trace>
  <inkml:trace contextRef="#ctx0" brushRef="#br0" timeOffset="6650">5836 42 8201,'7'-14'0,"3"1"344,2 4 1,3 4 0,9 15 0,3 11 52,2 13 1,7 10 0,-5 9 0,1 10 82,-1 7 0,-9 12 0,-10 1 0,-2 6-173,-5 6 1,-4-44 0,-2 2 0,-9 46 0,1-48-1,-1-1-376,-2 2 0,-3-2 0,-24 40 1,5-6-1,-2-16-210,0-15 0,7-9 0,-5-6 1,2-6-3234,6-8 3512,2-7 0,2-17 0,0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17.6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45 170 8141,'-8'-14'0,"-1"-1"930,-4-2 0,9 5 241,-4-2 1,6 11-797,2 3 1,7 3-1,5 11 1,5 3-444,7 2 0,6 3 0,-4-3 0,6-2-257,1-2 0,4-3 1,4 5-1,-2-5-2708,-3-2 3033,-10-3 0,16 3 0,-8 2 0</inkml:trace>
  <inkml:trace contextRef="#ctx0" brushRef="#br0" timeOffset="183">480 18 8141,'-19'-3'130,"4"-4"0,-4 5 0,7-3 490,0 10 0,-5 16 0,7 16 0,0 6 69,1 8 1,-6 5-1,8 11 1,0 8-447,-3 13 1,8 3 0,-3-39 0,0 1 0,1 0 0,1 0-274,-1-1 0,0 0 1,-3-1-1,0 0 0,2 0 1,0-1-1,-5 45-719,1-6 1,2-11-1,4-8 1,-2-10-755,-2-9 1,0-12 1502,7-3 0,-10-9 0,-2 4 0</inkml:trace>
  <inkml:trace contextRef="#ctx0" brushRef="#br0" timeOffset="483">524 802 8320,'-22'9'391,"2"3"0,6 10 0,7 0 124,4 0 1,-4 7 0,0 0-1,2 0-243,3 2 1,11-9-1,6 2 1,4-9 67,3-6 0,2-1 1,3-11-1,2-4-84,-3-7 0,6-13 0,-3-5 0,-3 1-8,-1 0 0,-6-6 0,-2 6 0,-5-1-564,-2 1 1,-3 2 0,-7 7 0,-2 3-384,-6 4 1,-4-2 0,-10 10-1,-2 2-72,-5 3 1,12 4-1,-5 3 1,3 5 770,0 2 0,-3 2 0,0 8 0</inkml:trace>
  <inkml:trace contextRef="#ctx0" brushRef="#br0" timeOffset="850">807 802 8167,'0'-22'2550,"0"0"-1935,0 10 1,2 12 0,3 15-290,2 4 1,3 5 0,-5 3 0,4 2-182,4-3 0,-6-1 1,5-4-1,0 1-315,0 0 1,3-8-1,6-2-123,1-2 0,0-3 0,0-7 0,-1 0 65,1 0 1,0-2 0,-3-5 0,-2-8 40,-2-4 0,-3-3 0,5 0 0,-5 1 128,-2-1 1,-1-2-1,-4-3 229,2-2 1,1 0 703,-8 7-473,0 0 0,0 20 0,0 9-189,0 10 0,0 5 1,2 0-1,3-1-523,2 1 0,3 0 1,-5 0-1,4-3-567,3-4 0,-4 2 1,6-10-1521,3-2 2398,-7-3 0,9-2 0,-7 0 0</inkml:trace>
  <inkml:trace contextRef="#ctx0" brushRef="#br0" timeOffset="1017">1504 301 8434,'0'22'591,"0"-1"1,0 11-1,0 4 1,0 5-186,0 3 1,2 9 0,3 3 0,2 2-566,-2 0 1,-3-3-1,-2 6 1,0-5-482,0-3 0,0-2 640,0-8 0,0-9 0,0-2 0</inkml:trace>
  <inkml:trace contextRef="#ctx0" brushRef="#br0" timeOffset="1217">1220 671 8011,'-7'-15'1542,"0"1"1,2 2 0,15-5-1079,12 2 0,2 11 0,12-6 1,0 3-494,-2-1 0,7 1 0,-4 7 0,4 0-967,2 0 1,-6 0-1,-4 0 996,-1 0 0,7 10 0,-5 2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22.7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272 66 8217,'-22'33'0,"1"6"0,-4-5 282,-4 7 1,5 8-1,-5 18 1,5 8 122,2 12 1,0 10 0,12-42 0,1 2 0,0 0-1,1 2-123,0 2 1,2 1 0,3 2 0,3 0 0,-1 0 0,2-2 0,4-4 0,2-2-17,13 38 1,11-14-1,5-19 1,6-8-201,1-10 1,-7-14 0,1-2 0,-1-8-671,-2-4 1,5-10-1,-8 2 1,0-7-870,1-7 1,-3 2 1472,-7-10 0,-1-9 0,1-10 0</inkml:trace>
  <inkml:trace contextRef="#ctx0" brushRef="#br0" timeOffset="283">817 523 7541,'2'12'905,"5"-5"1,-4 5-1,4 3 1,-5 7-342,-2 7 0,0 14 1,0 15-1,0 5-422,0 3 1,0 1-1,0 3 1,0 3-445,0-3 1,8-12-1,1-7 1,1-7-324,0-8 0,4-5 0,-4-11 625,2-6 0,2 6 0,8-8 0</inkml:trace>
  <inkml:trace contextRef="#ctx0" brushRef="#br0" timeOffset="483">1100 1046 9867,'21'0'1276,"1"0"-985,0 0 0,0 0 0,2 0 0,5 0-414,7 0 0,5 0 0,3-3 1,0-2 122,-1-2 0,10-10 0,3 5 0</inkml:trace>
  <inkml:trace contextRef="#ctx0" brushRef="#br0" timeOffset="867">1818 588 8126,'0'15'303,"0"-1"0,0-6 0,0 6 0,0 3-167,0 2 1,10 3 0,7 0 0,7 0-459,5-1 0,7 1 0,-4-2 0,-1-6-489,1-7 0,-1 3 811,-2-3 0,-5-9 0,8-10 0</inkml:trace>
  <inkml:trace contextRef="#ctx0" brushRef="#br0" timeOffset="1049">2188 632 8126,'0'-22'-374,"0"0"0,-2 0 239,-5 1 0,2-1 607,-10 0 1,8 3 0,-7 7-145,-3 12 1,7 12 0,0 17 0,3 7 6,0 5 0,0 12 0,7 8 1,0 9-28,0 10 0,0 5 0,-3 2 1,-2 2-302,-2 6 1,0-3 0,7 4 0,0-4-693,0-7 0,0-20 0,0-2 1,2-10 684,6-11 0,4-9 0,9-11 0</inkml:trace>
  <inkml:trace contextRef="#ctx0" brushRef="#br0" timeOffset="1633">2341 1046 8126,'-22'0'295,"0"0"1,3 9 0,2 8 0,5 7 213,2 5 0,3 10 0,7-3 0,0 6-18,0 1 0,2-2 0,6-4-83,6-8 1,6-15 0,1-7 0,1-4-97,0-3 1,0-10-1,2-4 1,0-8-333,-2-7 0,4 2 0,-13-7 1,-1 0-254,-5 0 0,-2 5 1,0-4-1,2 1-465,-2 6 1,-3 1 0,-2 4 0,0-1-2365,0 0 743,0 0 2359,0 10 0,0 5 0,0 14 54,0 8 1,3 4 0,1 3 311,4 0 1,-1-1-1,-7 1 1,0 0 530,0 0 0,2-8 0,3 1 0,2 2-2,-2 2 1,5 3 0,0-3-765,2-4 1,-5 2-1,7-10-186,3-2 1,3-3 0,2-2-137,-1 0 1,1-7-1,0-3 1,-3-2-14,-4-5 1,4-5 0,-7-4-1,3-3 35,-1 2 0,-9 3 0,5 2 0,-3 0 116,0 1 1,1 6-1,-8 1 1162,0-3-762,0 7 0,0 3 0,0 14 1,0 7-45,0 6 1,0 9 0,0 0 0,0-3-520,0-1 1,0 4-1,0 0 1,2-5-766,5-7 1,-2 0 0,10-8 12,2 4 1,-5-9 0,2 1 0,3-10 967,2-9 0,3-15 0,0-5 0</inkml:trace>
  <inkml:trace contextRef="#ctx0" brushRef="#br0" timeOffset="1799">3081 327 8105,'0'22'-23,"0"-1"0,3 4 0,2 1 0,2 6 620,-2 2 0,-3 9 0,1 10 0,4 3-157,7 5 0,-4 9 0,0 5 1,-3 2-609,0 5 0,0-4 0,-7-1 0,3-7-1572,4-14 1740,-4-12 0,-3-13 0,-13 3 0</inkml:trace>
  <inkml:trace contextRef="#ctx0" brushRef="#br0" timeOffset="1966">2798 741 8320,'22'0'358,"0"0"0,2 0 0,3 0-119,2 0 1,9 0-1,-1 0 1,4 0-542,2 0 1,-2 0-1,-2 0 302,-3 0 0,1-20 0,6-4 0</inkml:trace>
  <inkml:trace contextRef="#ctx0" brushRef="#br0" timeOffset="2232">3256 0 8105,'21'58'15,"1"0"0,2 3 506,5 2 1,-2 12-1,9 5 1,1 4 260,-4 3 0,-13-39 0,-1 1 0,-4 2 1,-3 0-1,-1 2 0,-1 0-444,0 1 1,-3 1-1,-4 3 1,-3 0-1,1 2 1,-2-1-1,-5 0 1,-3 0-282,-2 1 1,-4-1-1,-4-1 1,-3-2 0,-3-5-1,-1-1 1,2-3-1,-1-2-706,-21 38 1,5-21-1,5-18 1,7-15 648,5-12 0,-3-7 0,5-10 0,5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28.9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1394 8136,'0'-14'817,"-3"2"6,-4 2 0,5 0 1032,-6 3 0,4 5 2291,-4-6-2675,6 6 0,-5 4-524,14 6 1,-2-4-525,9 11 0,-7-10-848,8 2 1,-8-4-1,5-6-1898,-2-4 0,0 2 0,-3-10-2344,7-1 4667,-4 6 0,9-9 0,-6 6 0</inkml:trace>
  <inkml:trace contextRef="#ctx0" brushRef="#br0" timeOffset="433">586 22 8420,'0'25'1913,"3"1"-1127,4 3 1,2 17 0,8 0 0,-2 10-204,2 12 0,0-1 1,0 13-1,-3 5-380,3 7 0,-7-3 1,-3 6-1,-4-6-495,-3-2 0,0-12 0,0-9-771,0-13 846,-10-26 1,0-18-1,-4-26 1,6-9 1,6-11 1,2-4-1,0-2 1,2-1 92,6 1 1,4 6 0,10 3-1,-1 3 129,1 4 1,0 6-1,0 6 1,-1 8 193,1 4 1,2 6-1,3 6 1,2 13-160,-2 12 0,-3 7 0,-2 3 0,-3-1-551,-4 1 0,1-1 1,-6 1-1,0 0-2011,-1-1 2520,-1-9 0,1 7 0,4-7 0</inkml:trace>
  <inkml:trace contextRef="#ctx0" brushRef="#br0" timeOffset="700">1435 981 8155,'-2'-15'144,"-5"1"322,-8-3 1,-4 7 0,-3 3 441,0 4 1,1 15 0,1 8 0,3 9-414,3 5 0,9 2 1,-2 5-1,4-2-328,3-3 0,0-9 0,0 2 1,3-5 71,4-2 0,5-10 0,10-5 0,0-5-28,-1-2 0,1-9 0,0-6 0,0-4-375,-1-3 0,-1-7 0,-3-2 0,-5-1-131,-3 1 1,-1-6 0,-8 8-1,0 0-223,0-2 0,0 7 0,-3-5 1,-2 4-1681,-2 4 1,-2 6 2197,1 1 0,-4 9 0,-10-5 0</inkml:trace>
  <inkml:trace contextRef="#ctx0" brushRef="#br0" timeOffset="1018">1653 872 8505,'0'14'1986,"0"1"1,-2-8 0,-3 7-1593,-2 3 1,-1 3 0,11 2-275,4-1 0,5 1 0,10-3-506,0-4 0,-1-5 1,1-10-225,0 0 1,0-3 0,0-4 0,-1-8 220,1-4 0,-2-3 1,-4 1-1,-3-1 93,-4 0 1,6-2-1,-8-3 573,-2-2 0,5 0 378,-3 7 0,0 13 0,-7 9-164,0 12 0,0 10 0,-2 4 0,-3 6-345,-2 1 0,-1-3 0,11 6 0,2 0-584,2-2 0,7-3 0,-4-9 1,2-2-737,5-6 1,2-4-1,3-10 1174,0 0 0,9-10 0,3-2 0</inkml:trace>
  <inkml:trace contextRef="#ctx0" brushRef="#br0" timeOffset="1216">2263 1 8117,'12'9'126,"-2"3"0,-10 10 0,0 0 224,0 0 0,0 9 1,0 5-1,0 8 121,0 7 1,7 4-1,0 13 1,-2 5-299,-3 7 1,-2-3 0,0 3 0,0 0-765,0-3 1,0-11 0,0-18-1,3-9-1344,4-10 1935,-4-15 0,6-4 0,-9-10 0</inkml:trace>
  <inkml:trace contextRef="#ctx0" brushRef="#br0" timeOffset="1400">1784 501 8100,'14'0'1520,"1"0"-710,2 0 0,14 0 0,13 0 1,14-2-392,12-5 1,15 4 0,12-4 0,-1 2-386,1-2 1,2 2 0,-9-7 0,-10 0-462,-10 0 0,-12 7 427,-22-2 0,-4-5 0,-11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31.5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843 478 8057,'-22'-12'55,"0"4"1,-7 6 0,0 2-1,2 2 650,3 6 1,-5 6 0,0 13-1,0 4-281,-2 3 0,9 2 0,-2 8 0,9 2-312,6 5 0,-6-5 0,8 4 0,4-6-93,8-8 0,7-7 1,10-14-1,2-8 88,5-5 0,-2-11 0,9-8 0,0-12 8,-2-15 1,5 1 0,-10-11 0,-5 4-116,-7-1 0,0-7 0,-10 5 0,-2-1-66,-2 1 1,-6 2-1,-4 8 1,-10-1-124,-10 1 1,-14 2-1,-12 4 1,-3 11-86,-4 9 1,-3 0 0,-2 9 0,-1 4-105,1 1 0,12 15 0,7 8 0,12 9-252,10 5 1,0 2 0,16 7-1,3 1 630,3 0 0,12-1 0,2 1 0</inkml:trace>
  <inkml:trace contextRef="#ctx0" brushRef="#br0" timeOffset="251">995 478 8057,'0'-22'1970,"0"12"0,0 13-1398,0 16 0,0 5 0,0 10 0,0 0-257,0 0 1,7 2 0,3 8 0,0-1-354,-1 1 0,8-1 0,-2-2 0,4-4-133,3-8 0,2-5 0,3-5 0,2-4-117,-3-8 0,6-7 1,-3-7-1,-2-8-100,-3-4 0,-2-10 0,-1-3 1,1 1-61,0 0 0,-10 1 0,-2 6 448,-1-5 0,-6 5 0,6-7 0</inkml:trace>
  <inkml:trace contextRef="#ctx0" brushRef="#br0" timeOffset="901">952 20 8284,'0'-12'805,"0"5"1,0 17-1,0 11-318,0 13 1,7 10 0,2 4 0,1 5 62,0 3 1,4 5 0,-4 9 0,0 5-175,-1 2 1,6-7-1,-8 3 1,0-8-76,3-7 0,-7-12 1,4-12-1,-5-2 854,-2-6-1050,10-11 1,-8-8 9,6-14 1,-6 2-167,-2-10 1,2 3 0,6-5 48,6 3 1,-2 9 0,3-5 0,2 3 89,2 0 1,5 0 0,5 7-1,8-3-78,4-4 1,2 5 0,1-6 0,2 3-19,5-2 1,-3 5 0,8-6 0,-6 6 52,-8 2 0,-1 0 0,-12 0 0,-3 0-47,-1 0 1,-11 0-605,1 0 1,-13 0-912,-2 0 1,-2 0 1516,-13 0 0,1 10 0,-8 2 0</inkml:trace>
  <inkml:trace contextRef="#ctx0" brushRef="#br0" timeOffset="1300">37 1501 8020,'-15'0'403,"3"-2"112,3-6 0,11 6 0,17-5 0,15 4-33,17 3 1,19-7 0,15-3 0,-35 5-1,2 1-133,8-1 0,3 0 0,5-3 0,2-1 0,7 2 0,1 0 0,1-3 0,1 0-173,4-1 1,-1 0 0,-1 0 0,-1 1-1,-3 0 1,-2 0 0,-4 2 0,-3-1 88,-6 1 0,-3 2 0,-8 3 0,-2 1 0,37-5 0,-12 4-652,-7 3 1,-22 0 0,-13 3-356,-13 4 1,-11-2 0,-11 7 0,-5 0 741,-8 0 0,6 3 0,-1 6 0</inkml:trace>
  <inkml:trace contextRef="#ctx0" brushRef="#br0" timeOffset="1650">864 2133 8189,'-31'21'-5,"4"1"0,-7 0 1,3 2 719,4 5 0,10-2 0,5 9 0,3 3-105,4 2 0,2-5 0,6 1 1,4-1-466,8-2 1,11-10 0,6-12 0,2-2-122,4-5 0,-4-5 0,0-10 1,0-12 89,0-12 0,0-9 0,2-6 0,-7-2-202,-5 3 1,-12-5-1,-4 2 1,-6 3 44,-2 2 1,-10 2-1,-4 1 1,-8 1-138,-7 6 0,-7-3 0,-15 10 1,-7 3 59,-5 2 1,-2 4 0,-1 6 0,1 6 81,0 6 1,9 4-1,8 8 1,9 9-84,10 8 1,5 5-1,4-3 1,6 4 120,6 1 0,16 7 0,4-7 0</inkml:trace>
  <inkml:trace contextRef="#ctx0" brushRef="#br0" timeOffset="2101">1191 2024 8089,'0'-10'1468,"0"10"0,0 10 1,0 12-1,0 2-969,0 5 0,0 2 0,0 8 0,3-3-143,4 3 0,5-5 0,10 0 0,-1 0-373,1-1 1,0-8 0,0-4-1,0-8-359,-1-4 0,3-6 1,3 1-1,2-11-63,-2-15 1,-5 1 0,-6-11-1,-1 1 128,2-6 0,-7 4 0,-1-1 0,-1 2 199,-1 6 0,0 1 576,-7 4 0,-2 13 0,-3 13 47,-2 15 0,-1 16 0,8 0 0,0 5-39,0 3 1,3-1 0,4-1 0,7-4-83,6-1 1,4-18 0,3 0 0,4-7 49,3-7 1,0-7 0,2-13-1,-7-11-150,-5-6 0,-4-11 0,-3 1 0,-5-6-377,-3 0 0,-4 2 0,-12 2 1,-7 1-672,-6-1 0,-2 8 0,1 2 0,-4 2-701,-4 6 1,5 4-1,-5 8-2858,5 6 4317,12 6 0,-8 2 0,8 0 0</inkml:trace>
  <inkml:trace contextRef="#ctx0" brushRef="#br0" timeOffset="2649">2127 2198 12173,'0'24'0,"0"3"715,0 2 1,0 10 0,0-3 0,0 5-303,0 3 0,8-1 0,-1-2 0,-2-2-681,-3-3 0,6-9 0,-1 2 268,-2-5 0,-3-2 0,-2 0 0</inkml:trace>
  <inkml:trace contextRef="#ctx0" brushRef="#br0" timeOffset="3051">2694 1501 7955,'-15'-2'5520,"1"-6"-5121,9 6 1,5-8 0,17 10 0,7 0-423,5 0 0,7 0 1,-4 0-1,2 0-220,4 0 1,-4 8 0,2-1 0,1-2-1695,-3-3 1937,-3-2 0,1 0 0,1 0 0</inkml:trace>
  <inkml:trace contextRef="#ctx0" brushRef="#br0" timeOffset="3251">3129 1174 7955,'-29'0'52,"-2"0"0,-1 0 371,1 0 0,-8 0 1,5 0-1,-2 0-29,0 0 0,-1 0 1,-6-2-1,2-3-983,4-2 0,-1 0 1,9 7 588,2 0 0,-7-10 0,0-2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37.2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35 8174,'0'-22'178,"-10"10"1,10 12 0,-2 17-1,9 7 557,5 5 1,0 2 0,5-4 0,-2 2-992,2-2 1,9 4-1,3-2 1,-2-2 247,-3-3 0,5-5 0,3-4 1,-1-6-2256,1 1 2263,-3-7 0,2-3 0,3-13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37.4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41 8174,'-10'-19'355,"-4"4"1,-3 8 0,0 17 0,2 14 257,-2 17 0,5 8 0,0 13 0,0 6 25,0 0 1,7 7-1,-2 2 1,4 6-468,3 6 1,0 6 0,0-6 0,0 1-202,0-6 1,0-11 0,0-3-1,0-7-933,0-5 0,0-19 0,0-3-3494,0-9 4457,10-15 0,2-22 0,10-14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37.9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88 207 8174,'-20'14'0,"3"1"270,3 2 1,7 2-1,-6 3 1,4-1 238,4 1 0,3 0 1,2 0-1,2 0 0,5-1 0,8-1 1,11-6-250,3-7 1,0-4-1,-7-3 1,0-5-120,0-9 0,-1-1 0,1-14 0,0 2-159,0-2 0,-8 5 0,-2-7 1,-2 2-237,-5 0 0,-3-3 0,-2 6 0,0-3-354,0 2 1,0 3-1,-2 2-895,-5 0 1,-5 0 465,-10 1 0,7 11 965,1 10 1,9 10 0,-2 14 0,4 2 313,3 3 1,0 3-1,0-5 1,0 2 374,0-3 0,3 6 1,2-3-1,4-3 62,3-2 1,-4-2-1,6 0 1,3-3-317,2-4 0,3-5 1,0-10-1,0 0-210,-1 0 1,4 0 0,1-3 0,3-4-132,-2-8 1,-3-11-1,-2-3 1,-3 2-131,-4 3 1,2 2-1,-8 0 1,1 1-62,0-1 1,-3 0 0,-7 0-71,0 0 1,0 8 56,0-1 1,0 13 195,0 2 1,0 10-1,0 11 1,0 1 280,0 0 0,0 2 0,0 3 0,0 2-170,0-3 1,7-1-1,3-4 1,0 1-660,-1 0 1,8-3-1,-2-4 1,4-8-1204,3-4 0,-5-3 1737,5 0 0,4-20 0,18-4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38.1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8412,'7'24'1085,"0"7"1,-2 10-639,-2 8 1,4 14 0,3 0 0,-1 9-361,1 6 0,4 1 1,-4 11-1,0 2-536,0 2 1,-1-9 0,-4-15 0,2-12-848,-2-14 0,-2-18 1296,-3-11 0,0-10 0,0 4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38.3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 65 8646,'-3'-19'1654,"11"5"1,11 6-1361,10 6 1,7-1-1,13-1 1,4-4-248,2 3 0,4 3 1,6 2-1,0 0-518,1 0 1,-1 0 470,0 0 0,1 10 0,-1 2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38.5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22 8839,'14'2'1172,"1"3"1,4 2-725,8-2 0,-1-2 0,10-3 0,3-3-660,2-4 1,3 5 0,-1-6 0,1 6-2600,0 2 2811,-11 0 0,9-10 0,-9-2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39.0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76 7970,'-3'-22'0,"-4"0"1,5 7 601,-6 1 0,6 12 1,2 2-136,0 12 0,0 9 1,0 8-1,0 8-79,0 4 0,2 2 0,3 3 0,2 3-138,-2 2 1,5 7-1,0-8 1,2-1-159,5-3 1,2-3-1,3-1 1,0-4-543,-1-1 0,8-11 0,0 1 1,0-10-476,3-10 1,-8-5 0,5-2 0,-5 0 924,-2 0 0,0-19 0,0-5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39.2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22 110 8030,'-12'-3'59,"5"-4"1,4 2 0,6-7 0,6 2 83,13 6 0,2-1 0,13 0 0,1-2-334,3 2 1,5 0-1,5 0 1,5-2 190,-1 2 0,8-7 0,-7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39.6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501 107 8265,'-43'-22'-137,"2"0"0,2 3 151,3 4 1,2 3-1,-5 7 1,3-2 477,-3 2 1,8 12 0,2 10-1,4 12-197,4 15 1,-1 9-1,0 15 1,3 4 30,4 8 1,5 5 0,10 2-1,0 3-175,0 4 1,20-5 0,9 6 0,12-6-169,-17-45 1,3-1 0,1 1 0,2 0-1,5-1 1,2-2 0,3 0 0,0-2-255,2-2 1,1-1-1,1-3 1,2-1 0,0-2-1,2-2 1,2-2 0,1-1-814,2-1 1,1-2 1083,0-4 0,1-2 0,4 1 0,0 0 0,3-4 0,0-2 0,2 0 0,0 0 0,1-3 0,1 1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40.0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8104,'24'0'-253,"5"0"0,-2 3 0,9 4 0,3 10 529,2 10 1,10 9 0,0 12 0,-3 5 319,-2 3 1,-12 2-1,-5 10 1,-7 2-75,-8 3 0,3 2 1,-12-5-1,-7 5-426,-10 2 1,-10-4-1,-7 7 1,-7 2-570,-6 3 1,6-10 0,2-8 0,0-8 472,0-6 0,-2-2 0,-7-8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40.5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8148,'9'12'133,"-6"0"1,4-5 181,-5 8 0,6 4 0,-1 3 1,0-1-121,3 1 1,0 7-1,9 3 1,0-1-455,5 1 0,3-1 1,-3-7-1,3 0-1476,2-4 1735,10-3 0,-15 5 0,7-1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40.7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0 8148,'-10'13'-264,"6"6"1,-11-2 749,-2 9 0,7 1 0,1 12 1,2 7 100,-1 9 0,1 8 0,7 5 0,0 5-150,0 6 1,0 13 0,0 3 0,0-3-440,0-3 0,0-9 0,0-2 0,0-6-529,0-9 1,0-7 0,0-15-1,0-5-1056,0-7 1587,0 5 0,0-10 0,0 8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41.3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109 119 8104,'-15'14'432,"1"1"-1,-3 2 0,0 9 0,0 3 0,5-2-129,2-3 0,3 5 1,7 0-1,0-2-164,0-3 0,10-12 0,4-5 0,8-4-2,7-3 1,-5 0-1,5-3 1,-5-1-76,-2-4 0,0-9 0,0 3 1,0-8-151,-1-7 0,-1 5 1,-6-5-1,-4 5-93,0 2 0,-8 0 1,5 0-1,-4 1-184,-3-1 1,0 0-65,0 0 0,-3 10 341,-4 5 0,5 14 0,-6 8 0,6 4 156,2 3 0,0 7 0,0 2 0,0 1 132,0-1 1,0 5-1,2-7 1,6-2-183,6-3 0,5 3 0,3-3 0,0-7-48,0-5 1,7-5-1,0-9 1,0-5-48,2-8 0,-6-4 0,4-3 1,-8 0-18,-6 0 1,4-7 0,-7 0 0,0 3 167,-4 2 0,-6-1 1,-2-1-1,0-3 38,0 2 0,0 3 0,0 2 1,-2 0 321,-6 1 1,4 6-116,-11 1 0,3 11 0,-3 3-141,8 12 0,5 8 1,2 1-1,0 4-65,0 4 0,0-5 0,0 7 1,0-2-328,0 0 1,9 0-1,4-7 1,1-2-374,1-6 1,-8 3-1,7-10 1,3 0-442,3 3 0,1-10 1029,1 0 0,10-19 0,2-15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41.4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8076,'0'21'149,"0"-4"1,0 5 0,0 10 307,0 6 1,0 8-1,0 5 1,0 7-92,0 5 1,7 10 0,3 2 0,2 0-452,5 0 0,-5-3 0,0-4 1,0 0-452,1-3 0,-9-7 1,4-22 535,-6-6 0,-2-6 0,0-3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41.7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88 8762,'-12'-22'768,"5"0"0,14 10 0,10 3 1,7 1-536,5 1 0,17 0 0,0 7 1,5 0-467,2 0 0,5 0 1,-4 0-1,-1 0-448,0 0 1,-2 10 680,-8 4 0,1 5 0,-1 3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45.4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304 1220 8063,'0'-34'-161,"0"3"0,0 6 1,-2-1 549,-5-3 1,-3 0-1,-5 7 1,6 3 188,-1 4 0,-2-2 0,-10 10-306,0 2 1,8 3-1,2 4 1,0 8-81,0 12 1,-3 11 0,-7 21 0,0 11 188,1 12 0,6 8 0,3 7 1,0 7-192,5-45 0,2 1 0,2 2 0,1 0 1,-2-1-1,1-1 0,2 2 0,2 0-84,1 1 1,3 0-1,3 0 1,3-2-1,4-6 1,2-1 0,17 36-156,4-18 0,4-13 0,1-16 0,1-6-751,-1-8 0,-6 3 1,-4-15-1,-4 2-1119,-9 1 1,-1-8 1918,-12 8 0,10-1 0,-5 8 0</inkml:trace>
  <inkml:trace contextRef="#ctx0" brushRef="#br0" timeOffset="533">740 1612 8905,'0'24'808,"0"5"0,0 8-400,0 4 0,0 9 0,0 4 0,0 1-413,0 6 1,2-1 0,3-2 0,2-7-227,-2-5 0,0-5 1,0-2-1,2-5-550,-2-3 781,-3-2 0,-2-7 0,0 0 0</inkml:trace>
  <inkml:trace contextRef="#ctx0" brushRef="#br0" timeOffset="733">1045 2091 8075,'9'-12'235,"-4"2"0,10 10 187,2 0 1,2 0 0,3 0 0,2 0-54,5 0 0,-2 0 1,9 0-1,3 0-366,2 0 1,2 0 0,1 0 0,-1 0-4,1 0 0,-1 0 0,1 0 0</inkml:trace>
  <inkml:trace contextRef="#ctx0" brushRef="#br0" timeOffset="1252">1981 1525 8123,'-2'12'938,"-6"-5"-505,6-4 1,-8 6 0,13 6-350,4 4 0,3 3 1,9 0-1,0-3-441,5-4 1,6 2-1,-4-8 1,3 1-202,-2 0 0,4-3 0,-2-7 0,-2 0 558,-3 0 0,8 0 0,1 0 0</inkml:trace>
  <inkml:trace contextRef="#ctx0" brushRef="#br0" timeOffset="1399">2308 1547 8436,'-12'9'449,"-5"-4"1,7 12 0,0 7-30,1 10 0,-6 10 1,5 7-1,1 7-39,-1 5 1,3 9-1,7 3 1,0 0-403,0 0 0,0 5 0,0-5 0,0-2-551,0-6 0,0-1 1,0-20-1,2-8 572,5-4 0,6 5 0,8-5 0</inkml:trace>
  <inkml:trace contextRef="#ctx0" brushRef="#br0" timeOffset="1983">2460 2069 8073,'-10'-14'355,"-4"-1"0,-5 10 1,-3-2 133,0 5 1,7 11 0,3 6-1,3 4-284,4 3 1,2 7-1,3 0 1,0-2-101,0-3 1,3-2 0,4-3 0,5-2-80,0-2 0,8-11 0,-6 4 0,6-6 122,1-2 1,8-2 0,-2-6-1,-5-9 9,-5-9 0,-3 2 1,6-5-1,-4 2-80,-1-2 0,-10 5 0,2-5 0,-4 5-487,-3 2 1,0 0 0,0 0-1389,0 0 0,0 8-1026,0-1 2694,9 11 1,-6 4-1,4 14 306,-5 5 1,-2 3 0,0 0 0,0 0 691,0 0 0,0-1 0,3 1-96,4 0 0,-2-3 0,7-2 0,0-5-436,0-2 1,-5-3 0,8-7-386,2 0 0,2 0 0,1-2 0,-4-3 1,-1-2 0,-8-8 1,5 5-1,0-2-221,1-5 0,-6-2 0,5-3-31,-2 1 0,-3-1 584,-7 0 1,2 3 57,6 4 1,-4 5-14,11 10 1,-1 3-1,8 4-133,0 8 0,-3-3 1,-2 2-1,-2 1-870,2-3 1,-5 5-1,2-8-344,3 4 1,3-9 0,1 1 262,1-10 1,-2-7 0,-4-9 0,-3-4 754,-4-4 0,6-7 0,-6-12 0,1-8 0,0-7 0,-3 3 0,3-25 0,2 7 0</inkml:trace>
  <inkml:trace contextRef="#ctx0" brushRef="#br0" timeOffset="2133">3157 1089 8073,'0'-14'215,"0"-1"0,0 15 0,0 8 0,0 18 196,0 13 0,0 7 0,2 5 0,3 9 112,2 10 1,8 1-1,-5 8 1,-1 4-517,1 1 1,5 11 0,-8-1 0,-2-4-466,-3-8 1,-2-10 0,-2-14 457,-6-7 0,-4-14 0,-10-6 0</inkml:trace>
  <inkml:trace contextRef="#ctx0" brushRef="#br0" timeOffset="2300">2743 1699 8073,'17'0'263,"2"0"0,8 0 387,5 0 1,14-2 0,14-3-1,10-2-371,10 2 1,2 2 0,1 1-1,-6-3-827,-2-2 1,-2 0 547,-8 7 0,-9-10 0,-3-2 0</inkml:trace>
  <inkml:trace contextRef="#ctx0" brushRef="#br0" timeOffset="2583">3592 850 7910,'15'43'0,"2"1"159,7-1 0,-2 11 0,7 4 0,-5 5 554,-2 2 1,2 10 0,3 2 0,-1 3 44,-6 0 1,-8-7-1,-12 9 1,0 8-284,0 9 1,-12-2 0,-10-1-1,6-48 1,-2-1-426,-2 0 0,-1 0 0,-23 38 0,3-15 0,2-12-752,3-14 0,2-13 0,-2-17 0,7-6-3642,5-6 4344,2-2 0,0-19 0,0-5 0</inkml:trace>
  <inkml:trace contextRef="#ctx0" brushRef="#br0" timeOffset="2834">4311 1873 7978,'0'-21'1796,"0"-1"-2738,0 10 942,0 2 0,0 0 0,0-2 0</inkml:trace>
  <inkml:trace contextRef="#ctx0" brushRef="#br0" timeOffset="3500">4747 1307 8074,'0'-14'-51,"0"-1"437,0-2 221,0 7 1,2 20-1,3 19 1,5 10-140,2 4 0,-5 11 1,7 1-1,3 3-265,3 0 0,1-7 1,1 5-1,0-3-228,0-4 0,0-13 0,-3-7 0,-2-5-153,-3-2 0,-1-12 1,3-10-38,-1-13 0,-10-13 1,2-6-1,-2-2 50,2-4 0,-4-11 1,4-1-1,-5 1 253,-2 3 0,0 5 0,0 2 1,0 5 67,0 3 0,0 2 1,3 10-79,4 4 0,-2 5 0,7 13 0,0 4 85,0 8 0,0 11 0,5 6 0,-2-1-16,2 1 0,2-1 1,3-4 101,-1 2 1,1-3-1,0-11 1,0-8 129,0-4 0,-8-6 1,-2-4-1,-2-8-201,-5-4 1,4-5 0,-1-5 0,-4-5-75,-1 0 0,-3-7 0,0 5 0,0-6-920,0-1 1,-7 7 0,-1 2 0,4 2-3565,1 6 4380,3 1 0,-10 4 0,-2-1 0</inkml:trace>
  <inkml:trace contextRef="#ctx0" brushRef="#br0" timeOffset="3966">5574 1699 8222,'-22'0'1435,"10"0"1,3-2-1113,9-6 0,0-4 0,2-7 1,5 2-205,8 3 1,4-1 0,5-7 0,3 0-70,2 1 1,7-1 0,-7 3 0,0 4-190,3 8 1,-8 4 0,5 3 0,-5 0-17,-2 0 1,-8 10 0,-1 5-1,-4 6 143,-4 8 1,-2 5 0,-6 7 0,-4-2 36,-8-3 1,3-2 0,-2 5 0,-3-5-89,-3-3 1,-1-2 0,-1-7-240,0 0 1,10-8-158,5 1 1,7-10 481,7 2 1,5-5 0,7 1 0,-2 2 562,-2 2 0,-3 3 0,3-3 283,-8 7 1,-5-2 0,-4 3-613,-5 2 1,-6-7-1,-8-1 1,-4-1-502,-4-1 1,5 0 0,-7-7 0,2-2 243,0-6 0,0-4 0,7-9 0</inkml:trace>
  <inkml:trace contextRef="#ctx0" brushRef="#br0" timeOffset="4649">6619 676 8046,'0'24'0,"0"2"268,0 3 0,3 13 1,4-1-1,8 7 261,4 1 1,3 4 0,-3 0 0,-2 0-156,-2 0 0,-3 5 0,5-7 0,-5-2-283,-3-3 0,-1-3 0,-8-2 0,0-4 2,0-8 0,-3-8-392,-4-6 1,-3-8-1,-7-16 0,3-13 1,9-2-1,-2-10 1,4 0 91,3 0 1,3 5 0,2-5 0,4 3 227,3 4 1,0 10 0,5 5-1,-2 2 161,2 5 1,2 5-1,3 8 1,2 6 67,5 6 1,-5 11 0,5 3 0,-4 2-433,-4 0 1,-1 1-1,-3 6 1,-5 1-897,-3-1 0,6-6 0,-5-3 1078,2-3 0,-7-2 0,4-7 0</inkml:trace>
  <inkml:trace contextRef="#ctx0" brushRef="#br0" timeOffset="4916">7360 1329 8046,'-22'0'597,"0"2"-145,0 6 0,3 4 0,2 9 0,5 1 94,2 0 0,3 0 0,7 0-401,0-1 0,3-1 1,4-6-1,7-7 107,6-4 0,9-3 1,0-3-1,-3-4-47,-1-7 1,-4-6 0,1-4 0,-3-2-227,-4-4 1,2 1-1,-10 8 1,-2-1-286,-3 0 1,-2 0 0,0-2 0,0-2-745,0-4 1,0 1 0,0 8 1049,0-1 0,0 0 0,0 0 0</inkml:trace>
  <inkml:trace contextRef="#ctx0" brushRef="#br0" timeOffset="5250">7556 1176 8046,'0'22'2076,"0"0"-1466,0 0 0,0 0 0,0-1 0,0 1 53,0 0 1,0 2-1,2 3-495,5 2 1,6 0 0,11-10 0,2-2-412,3-2 0,0-11 0,-4 4 1,1-6 72,3-2 1,0-2-1,-7-6 1,-3-6-426,-4-5 1,4-3-1,-7 0 1,1 0 146,-6 0 1,-2-2-1,-1-2 1,4-3 457,-3 2 1,-3 3 0,-2 2 0,0 0 665,0 0 0,0 8 40,0-1 0,0 13-257,0 2 1,0 12-1,0 15 1,0 4-195,0 3 0,0-5 1,2 5-1,3 0-426,2 0 1,10-5 0,-2 5-1,4-3-567,3-4 1,0 4 0,0-4-325,-1-8 1,1-7 0,0-14 1051,0-5 0,0-15 0,-1-12 0</inkml:trace>
  <inkml:trace contextRef="#ctx0" brushRef="#br0" timeOffset="5450">8209 480 8045,'0'21'255,"0"4"0,0 1 0,0 6 138,0 2 0,7 2 0,3 10 0,0 5 59,-1 7 0,8 5 0,-2 4 1,4 4-226,3 1 1,0 1 0,-3-8 0,-2 0-572,-2 1 0,-11-3 0,6-5 0,-3-10-2397,1-9 2741,-1-8 0,-17-19 0,-2-2 0</inkml:trace>
  <inkml:trace contextRef="#ctx0" brushRef="#br0" timeOffset="5650">7861 937 8045,'2'-19'19,"5"2"0,10 5 608,10 2 0,9 3 0,17 4 0,10-2-456,7-2 1,13-7 0,-3 6 0,4 1-215,3-3 1,-9 8 0,-8-5-1,-10 4-879,-9 3 922,-14 0 0,-6 0 0,-9 0 0</inkml:trace>
  <inkml:trace contextRef="#ctx0" brushRef="#br0" timeOffset="5968">6227 1917 8053,'-9'-12'975,"-6"5"-494,6 4-481,-1 3 0,10 0 0,0 0 0</inkml:trace>
  <inkml:trace contextRef="#ctx0" brushRef="#br0" timeOffset="6883">9494 872 8093,'0'-63'-191,"0"5"0,2-3 0,3 8 0,2 0 185,-2-1 1,-2 4 0,-6 6-1,-2 3 294,-2 5 0,-10-3 0,3 10 0,-6 5-92,-1 7 1,6 7-1,1 10 1,-3 2-113,-3 6 1,-2 6 0,1 15-1,-4 10 95,-4 9 1,5 8 0,-5 9 0,5 3 2,2 5 1,3-3 0,4 10 0,8 0 91,5-3 0,2 5 1,0-9-1,2-3-21,5-2 1,8-3 0,14-2-1,5-7-345,0-13 1,7-2 0,-5-12 0,5-4-899,3-8 0,-10-8 0,-3-9-1822,1 0 2812,-8 0 0,7-9 0,-9-4 0</inkml:trace>
  <inkml:trace contextRef="#ctx0" brushRef="#br0" timeOffset="7083">9712 806 8093,'0'22'30,"0"0"0,0 2 0,0 3 1,0 4 305,0 3 0,0 0 0,0 5 1,2-3 35,5 3 1,-4 2 0,6 2 0,1 1-241,5-1 0,-3-6 0,0-3 1,0-3-1249,0-4 1116,3-3 0,6-2 0,1-1 0</inkml:trace>
  <inkml:trace contextRef="#ctx0" brushRef="#br0" timeOffset="7265">9995 1220 8093,'14'0'708,"1"0"-344,2 0 0,9 0 0,6-2 1,2-3-261,4-3 0,6-1 1,7 4-1,4-5-104,1-2 0,7 7 0,-7-4 0</inkml:trace>
  <inkml:trace contextRef="#ctx0" brushRef="#br0" timeOffset="7831">10648 349 8326,'0'22'-247,"0"9"1,0 5-1,0 6 545,0 1 1,10 8 0,2 2 0,2 3 132,1 4 1,-8 1-1,5-1 1,0-4-342,0-3 1,-7-2 0,2-7-1,-4-1-77,-3 1 1,0-8 0,-3-2-447,-4-3 0,2-11 286,-9-13 0,2-14 0,-3-8 1,8-4 23,5-3 1,2-7-1,0-2 1,0-1 66,0 1 1,9 2 0,6 7 0,4 0 55,3 0 1,7 10-1,0 5 1,0 4-54,2 3 0,-4 3 0,7 4 1,0 8-146,0 4 1,-5 5 0,5 3 0,-3 4-733,-4 3 930,-3-7 0,-2 14 0,-1-7 0</inkml:trace>
  <inkml:trace contextRef="#ctx0" brushRef="#br0" timeOffset="8083">11388 980 8181,'-9'-21'0,"-6"-1"32,-4 0 1,4 8 0,1 2 0,-3 2 107,-2 5 0,-3 5 0,0 10 1,0 9 172,0 8 1,3 9 0,5-5 0,6 3 15,6 5 1,2-8-1,0 1 1,0-3-36,0 0 1,0-7 0,2-10 0,6-2 101,6-6 0,5-1 1,3-3-1,0-3-50,0-4 1,0-7 0,-1-13 0,-1-2-337,-6 2 0,3 1 0,-10-1 0,1-2-788,1 2 0,-6-4 0,4 2-714,-5 2 0,-2 3 1492,0 2 0,-9 1 0,-3-1 0</inkml:trace>
  <inkml:trace contextRef="#ctx0" brushRef="#br0" timeOffset="8416">11519 893 8181,'0'15'667,"0"-1"1,0 1 0,0 7 0,2-1-114,6 1 0,-6 0 0,5 0-488,-4 0 1,4-1 0,3 1 0,2-3-174,5-4 0,-5-5 0,2-10 0,3 0-79,3 0 0,2 0 0,-3-3 0,-2-4-194,-3-8 0,-2 3 0,5-2 0,-5-3 85,-2-2 1,-3-3-1,-7 0 1,0 0 296,0 0 1,0 1 461,0-1 1,0 7-148,0 1 0,0 19 0,-2 2 0,-3 10 224,-2 5 1,0-1 0,9 4 0,3 1-432,2 3 1,10 3-1,-2-6 1,4 3-1008,3-2 0,2-10 1,3-5-1,2-2-411,-3-5 0,6-5 1308,-3-8 0,9-4 0,-4-10 0</inkml:trace>
  <inkml:trace contextRef="#ctx0" brushRef="#br0" timeOffset="8599">12238 197 8181,'-15'33'27,"1"-4"0,9 5 0,-2 3 0,4 6 334,3 8 0,0-3 0,0 8 0,0 2-211,0 5 0,0-3 0,3 13 1,1-5-293,4-3 1,-1 8 0,-7-1-1,0-6-2316,0-13 2458,0-12 0,0-10 0,0 3 0</inkml:trace>
  <inkml:trace contextRef="#ctx0" brushRef="#br0" timeOffset="8766">11672 632 8181,'14'-7'248,"1"0"0,1-1 1,14 8-1,6 0-196,5 0 1,12 0 0,8 0-1,9 3-200,10 4 1,-8-5 0,-4 8 147,-7 0 0,-3 2 0,7 10 0</inkml:trace>
  <inkml:trace contextRef="#ctx0" brushRef="#br0" timeOffset="9049">12804 1 8254,'31'65'43,"-4"0"1,7 3 0,-3 5 252,-4 6 0,-3 16 1,-13-46-1,0 1 0,-1 1 1,-1 0 69,-1-1 0,-1 1 0,2 0 1,-1 0-1,-4 3 0,-1 1 1,-2-1-1,-2 1-136,-4-1 0,-2 0 0,-3 0 0,-4-1 0,-8 0 0,-2-2 0,-1-2 0,-1-1-324,-3-3 1,0-1-1,1 2 1,0-2-1,-28 26 1,3-10-1093,5-14 0,4-21 1186,8-18 0,-5-5 0,7-2 0</inkml:trace>
  <inkml:trace contextRef="#ctx0" brushRef="#br0" timeOffset="9316">13435 1242 8046,'-9'-32'580,"6"15"0,-6-2 1324,-1 7-1148,8 5 0,-6 9-2466,16 5 1710,-6-4 0,8 16 0,-10-7 0</inkml:trace>
  <inkml:trace contextRef="#ctx0" brushRef="#br0" timeOffset="9915">14350 414 8222,'-10'-12'455,"1"12"0,-8 17 0,5 10-85,2 9 0,-7 5 0,2 3 0,-1 2-211,1 5 1,-4 2-1,7 7 1,-3-4-491,1-3 1,1 3 0,-3-10 0,3-5-1472,4 0 1802,-8-10 0,5 1 0,-10-10 0</inkml:trace>
  <inkml:trace contextRef="#ctx0" brushRef="#br0" timeOffset="10116">13914 458 8151,'15'0'652,"0"2"1,-1 6-354,-2 6 1,10 5 0,-3 6 0,10 4-138,5 7 0,2-2 0,6 2 0,-1 3-471,2 2 1,-4-5 0,12-2 308,-5-2 0,-3-3 0,1-8 0</inkml:trace>
  <inkml:trace contextRef="#ctx0" brushRef="#br0" timeOffset="10282">14611 697 8192,'3'-9'561,"4"9"0,-2 12 0,9 17 1,3 5-244,3 0 1,-1 7 0,-2-3-1,-3 8-415,3 5 1,0 0 0,0-5 0,-5 2-1250,-2 3 1346,-3 0 0,-7-7 0,0-1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1:56.8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632 411 8078,'-3'-21'314,"-4"-1"0,-5 2 0,-10 6 337,0 7 1,1 4 0,-1 6 0,-2 6-254,-5 13 0,4 2 0,-4 13 0,5 1-327,2 3 1,1 10 0,1 0-1,6 0-275,7 2 1,4-14-1,3 2 1,3-10-173,4-11 0,12-8 1,13-15-1,1-6 232,6-13 1,2-5-1,0-16 1,-2-8 256,-3-2 1,-11-8-1,-4 8 1,-8 0 129,-4 0 0,-6-5 0,1 7 0,-11 2-179,-15 3 1,-9 3-1,-13 2 1,-2 4-203,-4 8 0,4 5 0,-5 5 0,5 4-174,2 8 1,3 7 0,5 5 0,7 7-2148,5 7 2459,12-2 0,-8 24 0,8-7 0</inkml:trace>
  <inkml:trace contextRef="#ctx0" brushRef="#br0" timeOffset="299">937 41 10682,'0'15'1564,"0"-1"1,-3 3-856,-4 3 1,5 1-1,-6 1 1,6 0-329,2 0 0,0 7 0,2 0 0,3 0-553,2 2 0,8 3 0,-5 10 0,2-1-277,5 1 0,2-3 0,5-2 0,3-6 46,2-1 0,10-5 1,-3-11-1,5-3 175,2-4 1,8-2-1,3-7 1,-1 0 130,0 0 0,5 0 1,-7-2-1,-3-3-846,-2-2 1,-2-8 0,-3 8 942,-5 2 0,-4-7 0,-11 0 0</inkml:trace>
  <inkml:trace contextRef="#ctx0" brushRef="#br0" timeOffset="549">131 1326 7997,'-5'-12'890,"20"5"1,21 4 0,39 3 0,12-2-494,12-5 1,-37 4 0,2 1-1,5-5 1,2-1 0,6 0-1,1-1-189,5 0 1,1-1-1,-3 0 1,0 1-1,1 0 1,-2 1-1,-2 0 1,-1 1-393,-3-2 0,-3 1 0,-2 3 0,-5 0 0,36-2 0,-16 5-495,-16 2 1,-15 2 0,-19 5-1,-12 8 679,-12 4 0,-8 13 0,-2 2 0</inkml:trace>
  <inkml:trace contextRef="#ctx0" brushRef="#br0" timeOffset="900">784 1870 8561,'-43'22'0,"-1"0"0,8 9 1,-1 6-1,4 4-15,6 2 0,-2 1 0,17 0 0,0-1 1097,5 1 1,4-3 0,6-5 0,4-7-830,7-5 1,13-9 0,4-3 0,3-2-121,5-6 0,-5-4 1,0-9-1,0-11 41,-1-6 1,-6-13 0,2 3 0,-5-8-203,-2-7 1,-7 5 0,-3-7 0,-3 2 31,-4 1 0,-5-1 1,-7 7-1,-8-2-132,-4-5 0,-12 5 0,-8-4 0,-9 6-218,-11 8 1,-13 4 0,-8 11-1,-5 1 99,-2 6 1,10 6 0,4 18-1,8 9-279,7 8 1,7 12 0,17-3 0,12 5-2196,13 3 2721,6-1 0,13 1 0,2-1 0</inkml:trace>
  <inkml:trace contextRef="#ctx0" brushRef="#br0" timeOffset="1566">1067 1783 8129,'0'-21'-185,"3"-1"1,2 0-280,2 0 1,0 8 0,-7-1-50,0-2 513,0 8 0,0 1 0,0 16 0,-2 4 0,-3 9 123,-2 1 1,-1-7 459,8-1 0,-7 1 380,0 7 0,-3-10 1181,3-5-223,4-5-960,-16-2 1,14 0 768,-9 0-1067,9 0-111,-5 0 0,10 3 0,0 4-121,0 7 0,10 6 0,4 4 0,6 5-178,2 7 1,-1-2 0,3 3-1,3 1-315,2 3 1,7 3-1,-7-3 1,-2-5-549,-3-7 0,-2-4 1,0-6 140,0-5 1,-8-4 0,-2-12-1,-2-8 15,-5-12 0,-3-2-1,-2-10 1,0 0 257,0 0 0,-7-4 0,-3-11 0,1-1 100,-1 1 0,-5 3 0,8 3 0,0 1 185,-3 6 0,8 5 0,-6 9 59,6 0 0,2 13 0,0 11 144,0 17 0,10 13 1,4 11-1,6 1 262,1-1 1,8 8-1,3 0 1,2-5-10,4-7 0,-1-1 1,1-11-1,4-5-200,-4-5 0,-1-12 0,-1-1 0,-7-6-126,-5-5 1,-12-17 0,-2-1 0,-3-6-196,0-8 1,-2 5 0,-12 0-1,-8 1-737,-4-1 0,-5 5 0,-3-5 0,-2 2-1482,3 6 1,-6 2 0,3 4 2195,3 6 0,1-6 0,4 8 0</inkml:trace>
  <inkml:trace contextRef="#ctx0" brushRef="#br0" timeOffset="1899">1808 2001 8047,'21'0'211,"1"-7"1,0 0 0,-3-1 346,-4-1 0,4 6 1,-4-4-1,4 2 12,3-2 0,-8 4 0,1-4 164,2 5 0,2 2-530,3 0 1,-10 2-1,-5 5 1,-4 8-63,-3 4 1,-3 13-1,-4 4 1,-7 5 63,-6 3 1,6-1 0,2-2 0,2-2-18,5-3 0,-5-7 1,3 5-313,2-2 0,13-13 1,9-12-1,7-4-256,5-3 1,9-10 0,-1-4 0,4-8-456,2-7 1,1 5 0,0-5 0,-3 2-1733,-5-2 2566,-5 14 0,1-23 0,2 14 0</inkml:trace>
  <inkml:trace contextRef="#ctx0" brushRef="#br0" timeOffset="2266">2918 1348 10070,'-12'-15'2129,"5"1"1,7 9 0,7-2 0,10 4-1537,10 3 0,4 0 0,10 0 0,0 0-762,5 0 1,5 0 0,-2 0 0,1 0-1142,-1 0 0,-10 0 1,-6-2-1,1-3-3452,0-2 4762,-7-1 0,4-1 0,-9-3 0</inkml:trace>
  <inkml:trace contextRef="#ctx0" brushRef="#br0" timeOffset="2416">3419 1021 7898,'-29'0'474,"-2"0"0,-3 0-2,-5 0 0,-4 7 0,-6 3 1,-4 0 111,-3-1 0,-2 1 0,-7-5 1,-3 5-1791,-5 2 1206,15-7 0,-14 4 0,16-9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2:00.0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653 589 8925,'-12'9'425,"3"-4"0,9 10 0,0 2-253,0 2 1,12 0 0,7-2-1,10-2-344,5 2 1,-2 0 0,6-3 0,3-4 171,-2 0 0,9-8 0,8 8 0</inkml:trace>
  <inkml:trace contextRef="#ctx0" brushRef="#br0" timeOffset="199">1111 523 8062,'-22'22'117,"0"0"1,3 9 0,2 8 0,5 9 873,2 10 0,-4 5 1,6 5-1,1 2-64,-3 3 1,6 9 0,-8-2-1,-1 2-590,1-2 1,7 5 0,-4-8 0,2 3-949,-1 0 1,1-10 0,5 0 0,-3-12-789,-2-14 1,-1-3 0,8-12 1398,0-2 0,0-13 0,0-4 0</inkml:trace>
  <inkml:trace contextRef="#ctx0" brushRef="#br0" timeOffset="735">1198 1264 8062,'-22'0'163,"0"0"1,1 0 224,-1 0 1,2 9 0,4 6 0,3 4 113,4 3 0,-6 7 1,8 3-1,2-1-317,3 0 1,11 1 0,6-8 0,7 0-213,7-4 0,2-6 1,8 1-1,-3-8-71,3-5 0,-5-4 0,0-5 1,0-8-64,-1-4 1,-6-3 0,2 0 0,-7-2-32,-8-5 0,3 5 0,-9-8 0,-4 3 168,-1 0 0,-3 0 1,0 7-1,0 1 176,0-1 0,0 7 0,-3 3 421,-4 3 0,-5 1-350,-10 8 0,8 10 0,2 7 0,2 7-101,5 5 0,3 3 0,2-6 0,0 6-96,0 2 1,0-5 0,2 5 0,5-3-289,8-4 1,4-3 0,3-5-1,0-2-13,0-2 1,2-11 0,2 4-1,3-6 60,-2-2 0,-3-10 1,-2-4-1,0-5 77,0-3 1,-3-2 0,-2-3 0,-5-2 64,-2 2 0,-3-4 0,-5 2 1,3 2 33,2 3 0,1-5 1,-8 0 278,0 2 0,0 3 218,0 2 0,-3 10 0,-2 7 77,-2 10 0,0 7 1,7 10-1,0 2-87,0 5 1,0-2-1,0 7 1,0 0-507,0 0 0,0-1 1,0 4-1,0-8-1026,0-5 0,7-2 0,3-3 1084,2-4 0,2 4 0,8-7 0</inkml:trace>
  <inkml:trace contextRef="#ctx0" brushRef="#br0" timeOffset="934">2221 893 7975,'0'22'425,"0"7"1,0 0-1,0 0 34,0 3 0,3 2 0,4 9 0,8 1 19,4-1 1,-5 1 0,1-1 0,2 1-633,2 0 0,1-1 1,-3 1-1,-5-1-802,-3 1 956,-1-10 0,-8-3 0,0-9 0</inkml:trace>
  <inkml:trace contextRef="#ctx0" brushRef="#br0" timeOffset="1118">1938 1177 8390,'-14'-8'683,"-1"1"1,13-3 0,2 6-278,12-4 1,10-1 0,9 4-1,10-2-586,8 2 0,11-5 1,-2 3-1,5 2-1524,3 2 1704,-1 3 0,10-9 0,2-3 0</inkml:trace>
  <inkml:trace contextRef="#ctx0" brushRef="#br0" timeOffset="1284">2918 1307 7830,'22'0'127,"0"0"0,0 0 1,2 0-1,2-2 343,3-5 0,8 4 0,-6-7 0,3 3-279,5 0 0,9 0 0,5 7 0,1 0-111,-1 0-80,-2-10 0,2-2 0,3-10 0</inkml:trace>
  <inkml:trace contextRef="#ctx0" brushRef="#br0" timeOffset="1833">3768 371 9220,'-10'22'1245,"7"-1"0,-6 4 0,1 1-589,1 3 0,-2 17 0,4 0 1,-3 5-235,4 2 1,4 5-1,4-7 1,6-2-434,2-4 1,5-3-1,12-4 1,5-4-462,0-2 0,7-13 1,-2-12-1,7-4-286,5-3 1,-1 0 0,-6-3-1,-3-4 758,-5-7 0,6-16 0,-9-3 0</inkml:trace>
  <inkml:trace contextRef="#ctx0" brushRef="#br0" timeOffset="2018">3615 828 7949,'5'-22'315,"9"1"1,3 9-1,22 2 1,7 3 226,10-1 1,7-6 0,4 4-1,4 0-673,1 1 1,10-1 0,-4 5 130,-1-2 0,-11-10 0,-13 5 0</inkml:trace>
  <inkml:trace contextRef="#ctx0" brushRef="#br0" timeOffset="2418">392 632 8066,'-31'29'-365,"-3"0"1,-2 0 362,-1 3 1,3-6-1,-4 11 1,4 4 513,2 7 1,3 8-1,8 9 1,-1 0-93,0 1 0,10 6 0,5 3 0,4 3-78,3 4 0,12-4 0,10 1 1,14-1-349,13-8 1,16 0 0,17-19-1,-36-27 1,3-2-316,4-2 1,3-1-1,6 0 1,4-2-26,6-5 1,1-2 0,2 4-1,0-2 1,1-6 0,0 0 0</inkml:trace>
  <inkml:trace contextRef="#ctx0" brushRef="#br0" timeOffset="2784">4900 1 7939,'36'24'0,"0"2"468,3 4 1,2 15 0,3 1 0,-1 8 27,1 6 1,4 6-1,-4 4 1,-10 2-161,-8-2 1,-13 5 0,-6 0 0,-10 3-97,-11 4 0,-10 0 0,-22 1 0,-5-3-286,22-40 1,0 2 0,-2 2-1,-1 1 1,-1 0 0,1 0-1,-1-4 1,0 0-230,1-2 0,-1 0 1,0 2-1,1 0 1,-1-2-1,0-1 1</inkml:trace>
  <inkml:trace contextRef="#ctx0" brushRef="#br0" timeOffset="3366">5531 327 8887,'15'10'421,"-1"5"0,1-3 0,7 2 0,0 3-544,-1 2 0,11 1 0,4-3 0,5-5-1276,3-3 1399,-1-1 0,11 1 0,1 4 0</inkml:trace>
  <inkml:trace contextRef="#ctx0" brushRef="#br0" timeOffset="3567">6054 371 8596,'-22'24'713,"0"5"0,-2 5 1,0 10-1,0 1-60,5 6 0,4 5 0,1 12 1,4 2-151,0 2 1,5 3 0,-7-4 0,0 1-21,0-2 1,5 1 0,-5-1 0,0 2-894,-1-2 0,9-2 0,-6-5 0,3-5-1633,-1-7 0,1-15 2043,7-7 0,10-4 0,2-4 0</inkml:trace>
  <inkml:trace contextRef="#ctx0" brushRef="#br0" timeOffset="4132">6228 959 8046,'-22'-12'600,"1"-5"0,-1 10-209,0 2 1,3 5 0,2 7-1,5 7 40,2 6 0,-4 4 1,6 3-1,3 4-162,3 3 1,2-5-1,2 5 1,6-3-385,6-4 1,8-3 0,5-5-1,4-4-65,3-8 1,-5-4 0,5-3 0,0 0-95,0 0 1,-8-10 0,3-5 0,-5-4-217,-2-3 1,-2 1 0,-3-1 0,-5 0 278,-3 0 1,-1 0-1,-8 1 1,0-1 959,0 0 1,0 8-41,0-1 1,-10 10 0,-2 0-291,0 10 1,-5 0-1,10 10 1,2 2-79,2 2 0,3-5 0,0 1-490,0 2 1,3 2-75,4 3 0,5-7 0,10-3 18,0-3 1,-1-1 0,1-11 0,0-2 75,0-2 0,-1-10 1,-1 3-1,-3-3 67,-3 2 1,1-4 0,4 4 0,-2-6 56,-2-9 0,-8 6 0,5-5 0,-2 5-52,-6 2 0,-1 8 1,-3-1 578,0-2-338,0 8 1,0 9-1,0 14 1,0 5-245,0 3 1,0-7-1,2-1 1,3 3-187,2 3 1,8-6 0,-5-2-720,2-2 1,2 4 0,8-6 964,0-3 0,0-13 0,-1-4 0</inkml:trace>
  <inkml:trace contextRef="#ctx0" brushRef="#br0" timeOffset="4318">7056 197 8031,'12'21'7,"-5"1"1,-4 2 266,-3 5 1,7 8-1,2 11 1,1 5 440,0 3 0,7 4 1,-3 11-1,3 1-247,-2-2 0,4-2 0,-7-3 1,3 1-751,-1-1 0,-9-2 0,2-7 1,-4-10-2049,-3-8 2330,0-11 0,-10 4 0,-2-9 0</inkml:trace>
  <inkml:trace contextRef="#ctx0" brushRef="#br0" timeOffset="4517">6729 741 8639,'32'0'6,"-6"0"0,13 0 0,7 0 558,10 0 1,16-7 0,8-3 0,7 0-319,7 1 0,-4-6 0,4 6 0,-7-1-874,-7 0 0,-7 1 0,-17 4 628,-13-3 0,-9-9 0,-12 5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2:09.7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1546 8101,'-19'-2'-28,"4"-5"28,6 4 0,9-16 0,0 7 0</inkml:trace>
  <inkml:trace contextRef="#ctx0" brushRef="#br0" timeOffset="915">523 458 8083,'-2'14'206,"-3"1"1,-2 2 198,2 2 0,3 12 1,2 6-1,2 6 50,5 8 1,-2 0 0,7 9 0,-2 3-176,-5-2 0,4-1 0,1 3 0,0-2-47,-1-3 1,-1-10-1,-8 3 1,0-8-454,0-6 1,0-6 0,-3-11-172,-4-6 0,5-7 0,-8-14 1,3-7 166,-1-6 0,1-4 1,7-3-1,0-4 41,0-3 1,0 0 0,3-2 0,4 7 144,7 5 0,-2 2 0,3 3 0,2 4 152,2 8 1,3 4 0,0 3 0,2 3-13,5 4 1,-5 12 0,5 13 0,-5 2-142,-2 4 0,0 4 0,-3 1 0,-2 3-705,-2 5 0,-3-12 0,2 4 744,-6-2 0,4-9 0,0-1 0</inkml:trace>
  <inkml:trace contextRef="#ctx0" brushRef="#br0" timeOffset="1195">1198 1154 8083,'-33'0'0,"4"0"0,2 0 328,-2 0 0,7 3 0,-2 4 0,7 8 166,0 4 0,7 3 0,1 0 1,1-1-290,1 1 1,2-3 0,10-2-1,5-5 30,2-2 0,2-3 1,8-7-1,0 0 17,0 0 0,0-9 0,-1-6 0,1-4-155,0-3 1,-3 0-1,-2 1 1,-5-1-317,-2 0 1,-3 0 0,-7 0 0,0 1-914,0-1 0,0 0 0,0 0 1132,0 1 0,10-1 0,2 0 0</inkml:trace>
  <inkml:trace contextRef="#ctx0" brushRef="#br0" timeOffset="1513">1307 1046 8083,'-12'21'462,"3"1"0,9 0 194,0 0 1,0-1 0,0 1-1,0 0-319,0 0 1,2 0 0,5-3 0,8-2-267,4-3 1,3-9 0,0 2 0,-1-4-35,1-3 0,2 0 0,3-3 0,2-4-330,-2-7 1,-6 2-1,-4-3 1,-2-2-17,2-2 1,-5-3 0,0 0 0,-2 0 164,-5 1 0,-3 6 0,-2 1 119,0-3 1,0-3 438,0-1 1,0 11-99,0 10 0,-7 10 1,-1 11-1,4 4 118,1 4 0,3-5 0,0 5 0,0-3-433,0 3 1,0-4 0,3 4 0,1-5-651,4-2 1,6-8 0,-4-2 0,2-2-2525,5-5 3173,2-3 0,13-21 0,2-5 0</inkml:trace>
  <inkml:trace contextRef="#ctx0" brushRef="#br0" timeOffset="1698">1917 392 8083,'0'37'-238,"0"-4"0,0 1 620,0 0 0,2 2 1,3 10-1,5 3 41,2 2 1,-5 9 0,5-4 0,1 2-275,-1 0 1,-5-2-1,5 4 1,-2-4-719,-5-3 0,-3-2 569,-2-8 0,10-9 0,2-2 0</inkml:trace>
  <inkml:trace contextRef="#ctx0" brushRef="#br0" timeOffset="1880">1612 958 8083,'12'-9'359,"8"6"0,-6-6 0,8 1-172,7 1 0,7-3 0,15 6 0,7-6-344,5-2 1,17 5-1,2-8 1,-2 1 156,-3 1 0,6 4 0,-6 9 0</inkml:trace>
  <inkml:trace contextRef="#ctx0" brushRef="#br0" timeOffset="2265">2832 240 8104,'-32'0'-23,"8"0"0,-5 2 0,5 6 194,2 6 0,-2 17 1,-3 15-1,-2 17 528,3 15 1,4 9 0,7 7 0,11-43 0,1 0-405,1 2 1,2 0 0,-1 2 0,2-1 0,-1 0 0,2-1 0,1-2-1,1-1-57,11 45 0,7-8 1,7-7-1,7-10-458,5-10 1,3-6 0,-1-13 0,1-7-1133,-1-13 1,-2-1 0,-4-13 1351,-8-2 0,5-3 0,-1-2 0</inkml:trace>
  <inkml:trace contextRef="#ctx0" brushRef="#br0" timeOffset="2515">3354 501 8091,'0'22'21,"0"-5"0,0 2 1,0 8 635,0 4 1,0 6-1,3 6 1,4 1-183,7-1 0,3 1 0,0 2 0,-2 2-354,2 3 0,0-7 0,0-8 0,-3 0-393,3-2 1,-5 5 271,3-10 0,-1 0 0,8-7 0</inkml:trace>
  <inkml:trace contextRef="#ctx0" brushRef="#br0" timeOffset="2681">3681 1067 8091,'22'-9'215,"-1"6"1,1-4 0,2 5 190,6 2 1,-4 0 0,8 0 0,0 0-648,0 0 1,0 0 0,2 0 0,-5 0 240,1 0 0,2 0 0,9 0 0</inkml:trace>
  <inkml:trace contextRef="#ctx0" brushRef="#br0" timeOffset="3330">4378 66 8130,'-3'21'0,"-1"4"-42,-4 4 1,1-3 0,7 11 0,2 1 341,6 3 0,-3 5 0,9 5 0,1 5 117,-3-1 1,5 1 0,-8-7 0,1 4-396,0 2 1,-3 1 0,-7 2 0,-3-9-200,-4-11 0,2 1 1,-7-8-1,0-2-257,0-4 1,5-8 161,-8-17-1,10-13 1,-2-6 0,7-10 125,7-5 1,6 5-1,8-5 1,1 0 181,0 1 0,0 8 1,-1 1-1,1 10 124,0 4 0,0 3 0,0 7 0,-3 2 9,-5 5 0,6 13 1,-8 11-1,2 5-121,1 10 0,-10-2 0,4 7 0,-1-3-461,-1 3 0,0-5 0,-4 2 0,1-9 414,4-10 0,9-5 0,-5-2 0</inkml:trace>
  <inkml:trace contextRef="#ctx0" brushRef="#br0" timeOffset="3564">5075 741 8130,'-22'0'48,"0"-8"1,0 1-1,3 5 236,4 7 1,-2 2-1,8 12 1,-1 8 216,0 4 1,3-2-1,7 5 1,0 0-295,0 0 0,0-7 1,3 2-1,1-5-31,4-2 1,9-8 0,-3-2 0,6-2 83,1-5 0,1-5-1,0-8 1,-3-6-326,-4-5 1,2-3-1,-8 0 1,1 0-498,0 0 1,-3 1-1,-7-1 1,2 3 562,6 4 0,-6-14 0,8 5 0</inkml:trace>
  <inkml:trace contextRef="#ctx0" brushRef="#br0" timeOffset="3914">5249 719 8057,'0'14'650,"0"1"-108,0 2 1,0 9 0,0 4 0,0-4-257,0-2 0,2-2 0,3 2 1,5 1-193,2-4 0,2 6 0,8-13 0,0 3-70,0-2 0,0-5 0,-1-10 1,1 0-393,0 0 1,0-8 0,-1-4 0,1-5 47,0-7 0,-8-5 0,1 2 0,-1-2 46,-1 3 1,-4-1 0,-9 1-1,0-4 110,0 4 0,0 2 1,0 2 242,0 0 1,0 12 2,0 10 0,-7 10 0,0 12 1,2 2 170,2 5 0,3-2 0,0 9 0,0 3 3,0 2 1,0-5 0,0 0 0,0 1-625,0-3 1,8-3 0,-1-9 0,0-3-873,3-4 1240,-8-6 0,18-9 0,-8 0 0</inkml:trace>
  <inkml:trace contextRef="#ctx0" brushRef="#br0" timeOffset="4098">5837 109 8081,'0'32'-71,"0"4"0,0 5 0,0 3 0,2-1 405,5 1 0,-4 7 1,7 2-1,-3 2-156,0 6 1,0-5 0,-7 2-1,0 2-528,0 3 1,0-7 0,0-6 349,0-4 0,-9-2 0,-3 0 0</inkml:trace>
  <inkml:trace contextRef="#ctx0" brushRef="#br0" timeOffset="4281">5358 479 8081,'22'0'0,"2"0"0,2 0 0,6 0 254,2 0 0,2 3 0,7 2 0,3 4 16,5 3 0,-2 1 0,6 3 0,-1-1-571,-6 2 1,3-5 300,-8 3 0,6-11 0,-15 6 0</inkml:trace>
  <inkml:trace contextRef="#ctx0" brushRef="#br0" timeOffset="4514">6229 0 8081,'22'58'239,"-1"0"0,1 1 0,0 8 0,0 6 505,-1 7 1,-1 4-1,-6 3 1,-6 3-158,-6 4 0,-2-2 0,-5 8 0,-7-4-302,-10-4 1,-14-2-1,0-3 1,-8 0-422,19-43 1,-1-1 0,0 0-1,-1-1 1,-31 35 0,7-11 135,5-13 0,-7-7 0,-3-3 0</inkml:trace>
  <inkml:trace contextRef="#ctx0" brushRef="#br0" timeOffset="5014">6795 1198 8056,'-22'-15'0,"0"3"671,1 3-422,9 1 1,2 11-718,10 4 1,2-2 467,6 9 0,4 1 0,9 7 0</inkml:trace>
  <inkml:trace contextRef="#ctx0" brushRef="#br0" timeOffset="5265">7361 501 8381,'-7'22'0,"-3"0"89,-2-1 1,0 11-1,-5 4 1,5 5 229,2 3 1,-7-1-1,5 1 1,-2 0-256,-1-1 1,1 1-1,-6-1 1,3 1-977,3-1 912,-1-9 0,-6 7 0,-1-7 0</inkml:trace>
  <inkml:trace contextRef="#ctx0" brushRef="#br0" timeOffset="5464">6926 675 8190,'14'29'-234,"1"0"1,-8 8-1,7-6 1,6 3 608,6 5 1,-1-5 0,6 2-1,-2 3-24,0 2 0,7 0 0,-7-2 1,-2-5-1170,-3-3 1,-2 0 817,0-2 0,0-4 0,-1 6 0</inkml:trace>
  <inkml:trace contextRef="#ctx0" brushRef="#br0" timeOffset="5764">7644 1067 8149,'44'-21'59,"-1"-1"0,-2 2 1,-2 3-1,-3 5 474,3 3 0,0 1 1,-3 8-1,-7 3 180,-5 4 1,-11 5 0,-6 12-1,-5 5-77,-2 8 0,-2-3 1,-5 2-1,-8 3-266,-4 2 0,-6-5 0,1-2 0,0 0-76,5 0 0,9-8 1,-2 3-57,2-4 0,5-6 0,13-5 0,9-6-178,9-6 1,8-2 0,10 0 0,-1-2-718,1-6 0,2-4 0,2-9 1,3-4-244,-3-4 1,-2 3 0,-2-11-1,-1 1 900,1 2 0,9-17 0,3 5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2:08.1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1046 7938,'0'-22'237,"0"7"-526,0 1 289,9 9 0,3-14 0,10 7 0</inkml:trace>
  <inkml:trace contextRef="#ctx0" brushRef="#br0" timeOffset="800">436 392 8002,'0'-21'-246,"-2"9"796,-6 4 1,6 8 0,-5 10-27,4 12 0,6 0 1,2 7-1,4-3-93,3 3 0,-4-2 1,6 7-1,3-3-340,2-4 0,3-3 0,-2-2 1,-4 0-231,-1-1 1,-1-9 0,6-2 0,-3-3-193,-3 1 0,1-4 1,4-11-88,-4-7 0,-3-6 0,-7-1 1,2-4 236,-2-4 0,-3 3 0,-2-8 0,0 2 248,0 6 0,0 2 1,0 2 142,0 0 0,0 7-43,0 1 0,0 12 1,0 2 380,0 12 0,3 7 0,4 3-47,7 0 0,-2-3 0,3-5 0,2-6 96,2-6 1,3-2-1,0-2-395,0-6 1,-1-11 0,-1-12-1,-3-1-284,-3 1 1,-2-10-1,3-1 1,-8-4-655,-5 5 1,-2-2 0,0 9 0,0 0-1198,0 5 1,0 5 1932,0 2 0,-9 0 0,-3 0 0</inkml:trace>
  <inkml:trace contextRef="#ctx0" brushRef="#br0" timeOffset="1349">1111 610 11690,'10'-22'436,"4"3"0,6 2-395,1 3 0,4 6 1,1-4-1,3 3 68,-2 4 1,-3 2 0,-2 6-32,0 4 1,-10 8 0,-5 11 0,-5 3 55,-2-2 1,0 7 0,-2 0 0,-5 2-197,-8 0 0,3-9 0,0 2 0,2-5-1276,6-2 1,1 0 757,3-1 1,10-9 0,4-4 0,6-6 323,1-2 1,4 0 0,1 0 0,3 0 449,-2 0 1,-3 2 0,-2 3 0,-3 5 898,-4 2 0,2 3 0,-10 6-273,-2 1 0,-12 7 1,-8 0-1,-4-2-479,-3-3 1,-2-9 0,-3-1 0,-4 1-428,-3-3 0,5-3 0,-5-9 0,2 0-675,6 0 0,-1 0 1,1 0-2760,-4 0 3520,1 0 0,8-9 0,-1-3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2:05.4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218 480 8020,'-29'36'-60,"0"0"1,0 3 81,-3 2 1,16 5-1,-6 5 1,2 7 612,1 5 1,7 12 0,5 5 0,4 4-96,3 4 1,3-4 0,4-2-1,7-4-24,6-3 1,9-5-1,2-9 1,1-8-651,-1-7 0,5 0 1,-4-17-1,-1-5-487,1-7 0,-3-7 0,-7-10 1,2-3-1009,5-4 1,-12-5 1628,5-10 0,-5-9 0,4-3 0</inkml:trace>
  <inkml:trace contextRef="#ctx0" brushRef="#br0" timeOffset="232">632 719 8020,'0'22'93,"0"0"1,0 0 0,0 2 0,0 5 658,0 7 0,0 12 0,2 6 0,5-1-264,8 0 1,-3 0-1,3-4 1,-1 2-507,-2-3 1,8-2-1,-6-5 1,3-5-780,-2-7 0,4-4 1,-5-6 796,6-5 0,-8-4 0,-2-10 0</inkml:trace>
  <inkml:trace contextRef="#ctx0" brushRef="#br0" timeOffset="383">980 1220 11413,'22'0'0,"2"0"411,5 0 0,5-2 0,12-3 0,5-2-843,7 2 1,-2-5 0,-1 3 431,-2 2 0,8-7 0,-5 0 0</inkml:trace>
  <inkml:trace contextRef="#ctx0" brushRef="#br0" timeOffset="800">1590 741 8141,'-2'-12'323,"-6"5"0,8 7 1,0 7 154,12 7 1,8 8-1,1 5 1,4 2-730,4-3 0,2-1 0,8-4 0,-3-1-674,3-6 0,9 3 925,3-10 0,0 10 0,-8-4 0</inkml:trace>
  <inkml:trace contextRef="#ctx0" brushRef="#br0" timeOffset="1033">2025 567 8165,'-9'24'0,"-3"3"315,0 2 1,-1 9-1,9-1 1,-4 6 302,4 8 0,1 5 0,3 9 0,0 0-4,0 1 1,-7 6 0,-3 3 0,1 3-325,-1 4 0,-7-7 0,2-2 1,-2-3-377,3 2 1,-5-6 0,6-1-1,1-14-1151,5-13 1,5-6 0,2-10-2182,0-1 3418,0-8 0,0-4 0,0-9 0</inkml:trace>
  <inkml:trace contextRef="#ctx0" brushRef="#br0" timeOffset="1551">2156 1372 8011,'-22'-7'329,"1"0"1,1-3-1,3 5 296,3-2 1,2 2 0,-3 13-340,8 6 0,4 5 0,3 3 1,0 0-156,0 0 1,3 0 0,4-3 0,8-5-231,4-6 1,3-3 0,0-1-1,-1 4 8,1-3 1,0-10 0,0-5-1,-1-2 18,1-5 1,-2-2 0,-3-3-1,-3 0 32,3 0 1,-7 0 0,-1 1 0,-1-1-44,-1 0 1,0 0-1,-7 1 110,0-1 0,0 0 248,0 0 1,0 13 0,0 9-42,0 12 1,0 7-1,0 3 1,0 0-106,0-1 0,0 1 0,3 0-404,4 0 0,5-1-53,10 1 1,-1-10 0,1-4 94,0-6 1,-3-4 0,-2-3-1,-2-5 49,2-2 1,-5-3 0,0-6-13,-2-1 0,-1 0 0,-4 0-41,2 1 1,1 6 562,-8 1 0,2 9 356,5-3 1,-2 8-463,10 8 0,-3 4 1,5 7-1,-3-2-221,3-2 1,3-3-1,1 5-847,1-3 0,0-2 0,0 3 849,-1-8 0,1-5 0,0-2 0</inkml:trace>
  <inkml:trace contextRef="#ctx0" brushRef="#br0" timeOffset="1767">3071 480 8011,'0'21'0,"0"4"209,0 4 0,0-3 1,0 11-1,0 1 515,0 3 0,7 10 1,3 2-1,2 1-176,5-1 0,0 5 1,0-5-1,-3 0-655,3 1 1,-7 4 0,-3-5 0,-5 0-538,-2 0 0,0-11 0,0-13 644,0-5 0,-9-2 0,-3-1 0</inkml:trace>
  <inkml:trace contextRef="#ctx0" brushRef="#br0" timeOffset="1949">2744 1046 8035,'12'-15'1106,"10"3"1,14 3-499,13 4 1,9-5-1,14 0 1,8 1-442,5-1 0,2-5 0,-2 8 0,-6 0-1849,-6-3 1682,-15 8 0,-5-17 0,-9 6 0</inkml:trace>
  <inkml:trace contextRef="#ctx0" brushRef="#br0" timeOffset="2515">3506 1 8071,'8'24'30,"1"5"0,6 7 205,9 5 1,0 15-1,10 9 1,0 13 668,0 6 1,-8 3 0,1 3-1,-8 2-470,-4 2 0,-12-43 1,-1 0-1,5 41 1,-7-5-269,-7-5 1,-8-4 0,-11 4-1,-6-7-184,-2-7 0,5-8 1,-5-19-1,3-4-1110,4-8 0,3-8-2889,2-6 4017,10-5 0,2-20 0,10-2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2:21.86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1 654 8363,'2'12'-224,"5"-5"0,-2-4 0,10-3 292,2 0 1,-5 0-1,2 0 1,3 0 12,2 0 1,-4 0-1,-1 0 1,3 0-7,3 0 1,4 7 0,3 0 0,4-2 0,3-2 1,-5-3-1,7 0 1,3 0-70,2 0 0,3 0 1,-1 0-1,-2-3-20,-4-4 1,4 2-1,-5-7 1,5 0-3,3 0 1,-10 0-1,-5-5 1,-3 5-9,3 2 0,-5-7 0,6 5 0,-6-3 27,-3 1 0,-6 7 0,0-5 91,1 2 0,-3 3 0,1 9-30,3 5 0,0-2 1,0 7-1,-3 0-6,3 0 0,10-7 0,2 5 0,0-3-159,2 0 1,-4 1 0,9-8 0,1-3-66,-3-4 1,7 2 0,-7-9 0,2-3 95,0-3 1,-7-1 0,5-1 0,0 0 169,0 0 0,-8 1 0,3-1 0,-4 2-21,-4 6 1,1-3 0,0 10 0,2 2 55,5 2 1,-5 3 0,5 0 0,-2 0-163,2 0 1,-2 3 0,9 4 0,3 5-91,2 0 0,-5 5 0,-2-7 0,0 2 16,0 5 1,-5-5 0,5 0 0,-3 0 74,-4 0 0,4-7 0,-2 2 0,0-4 27,3-3 1,-6 0 0,8 0 0,0 0-40,0 0 1,-7-7-1,4-3 1,-2 0 52,0 1 0,0-1 1,-5 5-1,3-5 96,2-2 0,2 7 0,-4-2 1,2 5-10,-2 2 1,7 0-1,-1 0 1,4 2-143,-1 5 1,0 3 0,10 7 0,3-5-190,2-2 1,7 4-1,-5-6 1,0-4 81,0-1 1,8-3-1,-3 0 1,2 0 112,-2 0 0,3-3 0,-10-4 1,0-5 173,2 0 1,-7-7-1,2 4 1,-7-4 52,-4-3 1,-1 0 0,7 0 0,-1 1-64,-6-1 1,3 3-1,-8 2 1,3 4-86,5 4 1,-8 2 0,0 7 0,-1 2 18,-1 5 1,9 5 0,-1 13-1,4 1-22,2 3 0,1 7 0,2-4 0,5-1-268,7 1 0,-3 4 1,3-7-1,3-5-84,2-7 1,-3 0-1,1-7 1,-1 0 157,-7-1 0,3-4 1,-5-10-1,-3-4 358,-2-4 1,-5-1 0,-2-5 0,-3 2 106,3 2 0,5 1 1,2-8-1,0 0-87,-5 0 0,-2 1 0,4-1 0,3 0-258,5 0 1,-5 10 0,5 2 0,-5 3-35,-3 0 0,8 0 1,2 7-1,0 0 13,1 0 1,4 9 0,-5 6 0,5 4 63,10 3 0,-5 0 1,7-3-1,-7-2-125,-3-2 1,10-3-1,-9 2 1,4-4 43,-2 0 0,-12-8 0,0 5 0,-3-4 96,3-3 1,-12-8 0,4-1 0,-2-3 169,1-5 1,-6-3 0,0-1 0,3-1-52,2 0 1,3 0 0,-1 0 0,1 1-228,-1-1 1,1 0 0,-1 0 0,3 3 24,5 4 0,-5-1 0,5 8 1,-5 3 9,-3 3 0,8 2 0,0 0 0,0 0-30,2 0 0,0 0 0,8 2 0,-6 3-69,-1 3 1,6-1 0,-4-5 0,2 3 23,0 2 1,-10 1 0,3-8 0,-5 0 67,-2 0 1,-3 0 0,-5 0 0,-4-3 236,-1-4 0,-4 2 0,6-9 0,-1-1 110,-5 3 0,-1-7 0,1 6 0,4-1-257,3-1 1,0 8-1,5-7 1,-3-1-147,3 3 1,2 0-1,2 7 1,1-2-6,-1 2 1,1-5 0,0 3-1,-1 2 42,1 3 1,9 2-1,3 0 1,2 2 211,0 5 1,-7 6-1,7 8 1,2-1 143,3-6 0,2 6 1,3-6-1,2 5-193,3 3 1,7 0 0,-8-3 0,-2-4-80,-2-8 1,5-4 0,2-3 0,0 0-252,0 0 0,-3-3 0,-6-2 0,-6-4-1381,-9-3 1620,0-3 0,-27-16 0,7-3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2:23.61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66 785 7165,'-12'22'1063,"-5"-1"-849,10 1 0,-3-10 1,5-2 13,-2 0 1,0 2-121,7 10 0,2-3 0,6-5 0,6-4 24,6 0 0,4-8 0,5 5 0,9-4-168,11-3 1,2 0-1,12-3 1,7-1-188,5-4 0,5-9 1,4 5-1,-1-2 82,-4-1 1,-8 3 0,4-5-1,-5 5 92,-5 2 1,-4 3 0,-18 5 0,-2-3 68,-4-2 0,4-1 0,-7 8 0,2 0 31,0 0 0,0 0 0,8 0 0,0 0-163,-1 0 0,8 0 0,0 0 1,-3 0-38,-2 0 1,-2 0-1,-1 0 1,1 0-23,-1 0 1,1 0 0,-1 0 0,-1 0 108,-6 0 1,3 0 0,-8 0 0,3 3 171,5 4 1,2-5 0,2 6 0,1-6-51,-1-2 1,1 0-1,2 0 1,5-2-27,7-6 0,-3 4 1,1-11-1,0 1 38,-1 2 1,1-5 0,2 9 0,-5 3 72,1 3 1,-6 2 0,10 0-1,0 0-59,-2 0 1,4 10 0,-7 2 0,1 2-116,-1 1 0,5-3 0,-5 2 1,0-6-18,1-6 1,-3-2-1,-8 0 1,1 0 12,-1 0 1,1-2-1,-3-3 1,-2-5 56,-3-2 0,0-2 0,8-8 1,-3 0 35,-5 0 0,5 1 1,-4-1-1,4 2 25,2 6 1,-2-3 0,-2 10 0,-3 2 45,3 2 0,9 3 0,3 0 0,-2 0 0,-3 0 1,7 10-1,5 5 1,5 4-84,2 3 1,1-8 0,-1-2 0,0-2-193,1-5 1,6 5 0,1-3 0,-3-2 8,-2-3 1,-13-12 0,-1-4-1,-4-5 69,1-3 0,-2 0 0,-11-2 1,-1-3 72,1-2 0,-4-2 0,0 4 0,0-2 157,0 2 0,-5 1 1,7-1-1,3-2-145,2 3 1,2 9 0,1 4 0,0 4 9,-1 4 1,8 3 0,0 2-1,-3 0-31,-2 0 1,0 7-1,5 2 1,5 4-28,-1 4 0,6-8 0,-8-2 1,0-2-70,0 3 1,5-6 0,-7 5 0,-2-4 76,-3-3 1,-3-3-1,1-2 1,-3-4 5,-5-3 0,3 4 0,-10-6 0,0-3 23,2-2 0,-4-3 1,7 0-1,-3 0-39,-4 0 0,4 1 0,1-1 0,2 0 19,4 0 1,-4 3-1,0 2 1,0 5 37,0 2 0,2-4 0,8 6 0,-1 4 45,1 1 0,2 3 1,5 3-1,7 1-106,5 4 1,-5 6-1,0-6 1,0-4-185,-2-1 1,4-3 0,-9 0-1,-3 0 183,-2 0 0,-2 0 1,-1 0-1,1-3 74,-1-4 0,-6 2 0,-1-9 0,3-1-41,2 3 1,2-5 0,1 8-1,2-1 86,5 0 1,-3 3-1,10 7 1,3 0-39,2 0 0,-5 2 0,0 6 0,5 4-11,7 0 0,0 7 0,7-7 1,-2 3 27,-4-1 1,-4-9 0,1 5-1,0-3 58,-3 0 0,3 1 0,-17-8 0,-5 2-572,-8 5 452,4-4 0,-18 6 0,7-9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2:25.56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1111 7767,'10'-12'-225,"2"-5"0,10 8 0,2-1 206,5 0 1,-2-4 0,6 7 0,1-1 283,0-1 0,-5 6 0,8-4 0,-1 4 7,-2 3 0,9 0 0,-2 0 1,8 0-215,-1 0 0,1 0 0,-1 0 1,5 0-132,3 0 0,-1-7 0,6-2 1,-3-4-40,3-3 0,1-4 0,1-2 0,-5 1-90,-7-1 0,-5 0 0,-2 3 0,-3 2 221,-5 2 1,-4 10 0,-11-2 360,1 5 0,0 4 1,0 5-1,0 6-76,-1-1 1,8 5-1,3-8 1,2 1-186,4 0 0,4-3 0,1-7 1,1 0-243,-1 0 0,3 0 0,3-3 0,1-1-174,-1-4 1,-6-6-1,-4 4 1,-3-2 83,3-5 1,-8 5 0,-1 0 0,-6 0 223,-3 0 0,4 7 0,1-2 0,1 2 135,-8-3 0,10 6 0,-7-5 0,2 4 84,0 3 0,6 0 1,-1 0-1,0 0-104,2 0 0,3 0 0,9 0 0,1 0-137,0 0 1,-1 3 0,1 2 0,2 2-4,4-2 0,-4 4 1,8-1-1,-4-3-5,1-3 1,3-2 0,-4 0 0,6-2 9,0-6 1,4 3 0,-7-9-1,3-3 19,4-2 1,-6-3 0,-1 2 0,-2 4 69,0 1 0,2 1 0,-2-6 0,4 3 77,1 3 1,4 6 0,-6-4-1,4 3-105,9 4 1,-8 2-1,6 3 1,-2 0-51,0 0 0,4 0 0,4 0 0,1 0-6,-2 0 0,5 8 0,-2 1 0,0 1 29,2 0 1,-15 4 0,5-7 0,-4 1-31,-5 1 1,-1-6 0,-9 4 0,0-4-90,-5-3 1,-4 0 0,-1 0 0,-5 0-111,1 0 0,-6 0 0,8 0 0,-2 0 158,-6 0 1,1-3-1,0-2 1,2-2 75,-3 2 0,6-5 1,-3 3-1,0 2 129,2 3 1,3 2-1,10 0 1,-1 0-45,1 0 0,-1 0 0,3 0 0,3 2-90,1 6 0,8-6 0,-4 8 0,1-3-67,6 0 1,-1 1-1,1-6 1,-3 3-163,2 2 1,-4 0 0,0-9 0,-3-3 77,-5-2 0,-9-10 1,-3 5-1,3-3 59,2 1 1,-7-1 0,-5-7-1,-5 3 49,-2 5 0,7-6 0,0 8 0,-2-2 41,-3-1 1,-2 3-1,-1-5 1,1 5 16,0 2 0,0 3 0,2 7 1,3 0-20,2 0 1,9 0-1,-4 0 1,3 0 31,-1 0 0,7 2 0,11 3 0,1 5-38,6 2 1,2-7-1,4 2 1,4-4-56,1-3 0,3 0 0,-5 0 0,3 0-112,-3 0 1,-9-8 0,-3-1 0,2-4-25,3-3 1,-7-11 0,-5-2-1,-5 2 196,-3 3 1,8-5 0,0 0 0,-3 2 26,-2 3 0,-2 2 1,-1 1-1,3 1 23,5 6 0,-12-3 0,4 10 0,-2-1-8,0-1 1,5 6 0,3-4 0,2 2-111,-3-2 1,-2 4 0,-2-4 0,2 5 50,4 2 0,-4 0 1,5 2-1,-5 3 32,-2 2 1,2 3-1,2-5 1,0 4 13,-6 4 1,1-1 0,-9 5 0,2-5 10,1-3 0,-11 6 0,6-8 0,-3 0 80,0 3 0,2-7 1,-4 6-1,2-2 18,-3 1 0,-1 1 1,-1-4-1,2 3-99,3-4 0,3 6 0,-5 0 1,2-1-100,-3 1 1,1 0 0,-1-5 0,3 4-34,-2 3 0,5-7 0,-3 2 0,0-2 59,2 3 1,1-6 0,6 5 0,-1-4 35,1-3 1,3 0 0,3 0 0,-1 0 47,1 0 0,-8 0 1,1 0-1,-1 0 55,-2 0 1,0 0 0,-8 0-1,3 0 74,-2 0 0,-3-8 0,-2 1 0,0 2 13,-1 3 1,-1-1 0,-3-1-1,-3-4-300,3 4 1,-5 1-1262,3 3 0,-13 0 1349,-2 0 0,-19 10 0,-15 2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2:36.350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175 697 8098,'-20'3'-124,"3"2"-81,3 2 0,7 10 0,-8-3 573,-2 6 1,5-1 0,0-2 0,0-5-35,0-2 0,5 4 0,-6-4 285,4 2-626,1-7 1,8 2 0,0-14 0,3-8-88,4-4 0,5 5 0,8-1 0,-3-2 130,-3-2 0,1 4 1,6 3-1,1 2 132,0 6 0,0 1 0,-1 3 0,1 0-69,0 0 1,7 0 0,0 0 0,-2 0-48,-3 0 1,0 3 0,3 1-1,2 6-148,-3 2 0,-1-7 0,-4 5 1,1-3 6,0 0 0,0 1 0,-1-8 0,1 0 31,0 0 1,0-3 0,0-4 49,-1-8 1,1-4 0,0-3 0,0 0 24,-1 1 0,-6 1 1,-1 3-1,3 3-54,3-3 0,-6 7 1,1 3-1,2 5 41,2 2 1,3 0-1,0 0 1,-1 0 61,1 0 1,2 9 0,3 3 0,4 3-86,3-1 1,-5-2 0,5 3 0,0-5 1,0-1 1,-5-6-1,5 4 1,0-5 14,0-2 1,-5 0-1,5-2 1,-1-3 9,1-2 0,-7-10 1,2 5-1,-5-3 63,-2 1 0,2-1 1,3-6-1,2 1 34,-3 6 1,-1-3 0,-4 7 0,1 0-106,0 1 0,2 1 0,3 8 0,2 0 19,-3 0 0,8 0 0,3 3 1,4 2 2,2 2 1,3 10 0,3-5 0,4 3-44,2-1 1,4-7-1,3 5 1,-1-2-76,-3-5 1,0-3-1,7-2 1,-2 0-72,-5 0 1,-4-9-1,-11-6 1,1-4 74,-1-3 1,-2 0 0,-4 0 0,-6 1 154,1-1 1,-8-2-1,5-3 1,-5 0 86,-2 8 0,-3-3 1,1 10-1,-1-2-74,5-1 0,3 10 1,-6-2-1,1 7-31,0 7 0,2 1 0,3 11 1,4 5-66,3 0 0,-5 1 1,5-4-1,0 1-176,0 0 0,0 0 1,4-3-1,-1-4 93,1-8 0,-4-5 0,3-2 1,-1 0 76,-2 0 1,0-2-1,-8-5 1,3-8 14,-2-4 1,-3-6 0,-2-1 0,0-3 64,-1 2 0,1 3 1,0 2-1,0 0 42,0 1 0,-1-1 0,4 0 0,1 3-95,3 4 0,3-2 0,-6 10 0,3 2 30,-2 3 0,7 2 0,0 0 0,2 2-34,0 6 1,-7 1 0,8 8 0,1-2-85,3 2 1,1-8 0,-4 1 0,-1-3-27,1 0 0,-4 1 1,2-8-1,1 0 83,-3 0 1,4-8 0,-9-1 0,0-3 54,3-5 0,-8-3 0,7-1 0,-1 1 77,-1 6 0,0-6 0,-5 6 1,2-3-65,3 2 0,0-2 0,-4 8 0,4-1-38,7 0 0,-2 3 0,0 7 0,0 0-139,-1 0 0,4 0 0,6 0 1,-2 0 29,-4 0 1,4 0-1,-5 0 1,5 0 62,3 0 1,-1 0-1,1 0 1,0 0 146,-1 0 1,1 3-1,-3 1 1,-3 4-20,-1-3 1,-3-3 0,4-2-1,-1 0-51,1 0 0,-4 0 0,0 0 1,0 0-8,0 0 0,-8-7 0,4-1 0,-4 4-34,3 1 1,-5-4 0,5 0-1,-4 2 5,-4 2 1,1-4-1,2 0 1,3 2 93,2 3 0,2 2 1,-1 0-1,3 0-59,1 0 1,7 7-1,-4 3 1,6-1-55,8 1 1,-3 4 0,8-4 0,0 0 31,-1-1 1,-4-1 0,7-8-1,3 0 194,2 0 1,-5 0-1,0 0 1,2 0 54,3 0 1,-7-8 0,-5 1 0,-8 0-498,-6-3 0,1 8 1,-9-5 239,-2 4 0,-3-7 0,-2-2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2:38.200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22 762 7534,'-12'15'-105,"4"-1"473,6-9 0,2-5 1,2-14-1,3-6-375,3-1 0,6-1 0,-4-2 0,-1-3 11,1-2 1,7 0 0,-5 7-37,0 0 1,5 8 0,-7 2-1,2 2 115,5 5 1,2 3 0,3 7-1,0 7 163,0 10 1,2 7-1,2-3 1,6 6-102,2 1 0,-5-3 0,7 3 0,0-1-104,-2-6 1,7-9-1,-7-5 1,3-2-104,-1-5 1,0-5-1,5-7 1,-2-8-34,-3-4 1,-7-5 0,5-3 0,-2-4 61,-6-3 0,-2 5 0,-2-5 0,0 2 80,0 6 0,-8 2 1,-2 2-1,0 2 116,1 6 1,1-3 0,8 10-155,0 2 1,-1 2-1,1 6 1,0 4 35,0 8 1,2 4-1,3 3 1,2 2-80,-3 5 1,6-12 0,-3 5 0,0-5-30,2-5 0,-4 0 0,7-7 0,-3 2 56,-4-2 0,4-10 0,-2-5 1,-2-2-4,-3-5 0,-2-2 0,-3-3 0,-2 0 57,-2 1 0,-3-1 0,2 0 0,-4 0 116,0 0 0,-6 1 0,11 1 0,-1 3-90,-1 3 0,6 9 0,-5-2 0,6 4-97,2 3 0,7 0 1,2 0-1,3 3-30,5 4 0,4-2 1,6 9-1,1 3 7,-1 3 1,4 1 0,3 1 0,2-2-48,2-6 0,6 3 0,-13-10 0,2-2-13,6-2 1,-8 4 0,-2 0 0,-5-5-32,-2-6 0,-3-1 0,-3-10 0,-4-2 158,-2-2 1,-3-3-1,-7 0 1,-1 1 267,1-1 0,0 0 1,0 3-1,-1 2-155,1 2 1,0 3 0,2-5-1,3 5-172,2 3 1,7 1 0,-4 8-1,1 0-96,6 0 1,0 10-1,0 2 1,-3 3 57,3-1 1,2 1-1,2 6 1,1 1 63,-1 0 0,1 0 1,-3-3-1,-2-2-26,-3-3 1,-2-9-1,2 5 1,-7-3 59,-5 1 1,-2-1-1,0-10 1,-3-4 31,-4-7 1,4-6 0,-7-2 0,3 1 82,-1-1 1,-2 0-1,5 0 1,-4 1-47,-4-1 0,6 0 0,-6 0 0,3 0-121,5 1 1,3 6 0,2 3-67,-1 2 0,8 3 0,0 7 1,-2 0-125,-3 0 1,5 0 0,3 0 0,2 0 126,4 0 0,1 0 0,0 0 0,-3 0 32,3 0 0,2 0 1,0-2-1,-2-3 43,-3-2 1,-9-8-1,4 5 1,-2 1 13,0-1 0,0-7 0,-7 3-44,0-6 1,7-2 0,0 1 2,-3-1 1,-1 10 0,-4 5 159,1 4 0,0 3 0,0 0 0,-1 3 0,1 4 1,7 5 0,0 10-1,0 2-101,3 5 1,-8-5 0,7 5-1,1-5-149,4-2 1,-4-3-1,-1-2 1,-2-4 108,0-4 1,3-2 0,-6-7 0,3 0 56,-2 0 0,-3-9 1,-2-6-1,0-4 102,-1-3 0,1 0 0,0 3 0,0 2 126,0 3 1,7 1 0,0-3 0,-3 3-317,-2 4 0,-2 1 0,2 8 0,3 0-159,2 0 0,0 0 0,-7 3 0,0 4 140,-1 8 1,4-3-1,1 0 1,3 0 140,-2 0 1,-3-5 0,-2 5 0,0 1 161,-1-1 1,1-8 0,2 4 0,3-3-203,2 2 1,2-5 0,-4 5 0,2-4-152,-2-3 1,4 0 0,1-3 0,-1-1 11,1-4 0,-3-1 1,-8 4-1,1-5 172,0-2 0,0 7 0,-1-2 0,1 5 277,0 2 0,7-8 0,3 1 0,1 2 84,6 3 0,-5 2 1,5 0-1,4 0-464,6 0 0,1 0 0,-6 0 0,-3 0-251,-5 0 1,-4 0 0,-13 2 296,-4 5 0,-6 6 0,-9 8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5:23.0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482 371 8263,'0'-22'-588,"0"0"1096,0 0 0,0 8 1,0-1 142,0-2 1,-2 8 0,-6 1-155,-6 6 1,-8 4-1,-5 8 1,-4 9-55,-3 8 1,5 19-1,-7-2 1,-1 4-173,4 5 1,-6-4 0,10 6 0,5 1-108,7 0 0,0-8 1,9 3-1,6-8-168,7-6 1,9-16 0,13-13 0,4-8-68,3-8 1,10-13 0,9-18-1,0-7 96,1-5 0,4-9 1,-10 2-1,-4-5-236,-6-3 1,-11 1 0,0 0 0,-10-1 42,-10 1 0,-14 12 0,-8 7 0,-7 9-50,-7 6 1,-12 2 0,-10 10-1,0 4-8,-2 8 1,7 4 0,-5 3 0,5 0 103,3 0 0,9 10 1,5 5-1,5 6-279,2 8 0,10-4 0,5 4 0,4-3-743,3 3 1144,0-4 0,0 25 0,0-4 0</inkml:trace>
  <inkml:trace contextRef="#ctx0" brushRef="#br0" timeOffset="416">983 131 8126,'2'-22'0,"3"1"2587,2-1-1953,10 0 1,-14 12 0,4 10-108,-5 12 1,-2 15 0,0 2 0,0 0-222,0 3 1,0 1-1,0 11 1,0 0-341,0-1 1,-7 10 0,0 3-1,0 2-231,-3 0 0,8 3 0,-6 6 1,6-1-98,2-11 1,2-9 0,6-9 0,6-8 508,5-5 0,3-12 0,2-5 1,3-4 133,2-3 1,12-10 0,0-5 0,8-4-42,-1-3 0,-2 8 0,-2-1 0,-3 1-703,-5 2 1,3-5 0,-10 9 0,-5 1-960,-7-2 0,-5 6-1931,-5-4 3353,-14 14 0,5-4 0,-20 6 0</inkml:trace>
  <inkml:trace contextRef="#ctx0" brushRef="#br0" timeOffset="683">90 1307 7954,'-22'12'166,"0"0"0,1-7 464,-1 2 0,19 8 1,13-5-1,17-1-13,16 1 1,11-3 0,16-7 0,7 0-204,10 0 0,-35-1 0,0 0 1,2-2-1,1-2 0,5-1 0,1-2-193,3-1 1,0-1 0,5-1-1,0 0 1,0 0 0,0 0 0,-1 0-1,0 0-181,-1 0 1,-1 0 0,-7 1 0,-2 1 0,-5 1 0,-2 2 0,29-2-669,-16 6 0,-12 4 0,-15 6 0,-9 6-424,-10 5 0,-7 11 1,-10 1-1,0 3 1052,0 5 0,-20 2 0,-4 2 0</inkml:trace>
  <inkml:trace contextRef="#ctx0" brushRef="#br0" timeOffset="3066">2616 1394 8610,'-7'-22'696,"0"1"0,2 8 0,12 6 80,7 5 1,8 2 0,5 0 0,2 0-481,-2 0 0,6 0 0,4 2 0,1 3-857,-1 2 1,1 1 0,-6-6 0,2 3-1263,4 2 1823,-6 0 0,9 3 0,-7 2 0</inkml:trace>
  <inkml:trace contextRef="#ctx0" brushRef="#br0" timeOffset="3250">3117 1067 7989,'-29'-2'148,"0"-5"1,-7 2-1,4-7 1,-2 2 412,-4 5 1,-4 3 0,-1 2 0,-1 0-321,1 0 1,2 0-1,2 0 1,5 0-1664,3 0 1422,2 0 0,-3-10 0,-2-2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5:24.1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545 436 8048,'-29'-7'41,"0"-1"0,-7 1 1,7 7-1,2 3 299,3 4 0,-5 5 1,-3 10-1,1 2 502,0 5 0,2 5 0,7 9 0,2 1-466,6 0 0,4-1 0,10 3 1,0 2-373,0 3 1,3-7 0,4-10 0,10-5 17,9-10 1,8-9 0,10-18 0,-1-8 84,1-11 0,0-9 0,-1-13 0,1-4 90,-1-3 0,-7 1 0,-2-8 0,-5 2-172,-9 1 0,-8-6 0,-12 13 0,-3 0-130,-4 0 0,-15-5 0,-14 9 0,-7 6-146,-8 4 0,2 12 1,-9-2-1,-2 8-350,-3 6 0,7 5 0,5 10 0,8 0 138,7 0 0,-1 10 0,13 5 0,7 6-242,5 8 0,5 5 1,7 10 704,0-1 0,0 11 0,0 1 0</inkml:trace>
  <inkml:trace contextRef="#ctx0" brushRef="#br0" timeOffset="499">719 240 8160,'3'-12'1009,"4"5"0,-2 14 0,9 7 0,3 6-751,3 2 1,1-1 0,4 1 0,1 0-432,3 0 0,10 4 0,-3-2 0,5-4-537,3-1 1,-8-9 0,-2-3 0,-2-4 66,-6-3 1,-2 0-1,-4-3 1,-6-4 364,-6-8 0,-6-4 0,-2-5 1,0-3 228,0-2 0,-2-7 0,-3 4 1,-5 1 269,-2-1 1,-3 11 0,-4 6 0,2 1 208,3 2 0,6 2 1,-4 12-1,0 6 93,0 6 1,5 18 0,-5 11 0,2 13-8,5 7 0,3 4 0,2 6 1,0 7-312,0 5 0,0-34 0,0 2 0,0 2 0,0 1 0,0 2 0,0 0-212,0 1 1,0 1 0,1-2-1,0 0 1,1-5 0,1 0-1,4 46-759,-2-12 1,-2-21-822,-3-23 1,0-21 1586,0-22 0,0-10 0,0-11 0</inkml:trace>
  <inkml:trace contextRef="#ctx0" brushRef="#br0" timeOffset="733">1329 872 8064,'-7'14'690,"0"1"0,-3-8 1,5 7-1,-2 3 77,2 3 0,3 1 0,2 1 0,0 2-438,0 5 0,7-4 1,3 4-1,2-5-274,5-2 1,2-8 0,3-2 0,-1 0-523,1 0 1,-7-7 0,-1 3 0,3-6-1356,3-2 1,-6-10 1821,1-4 0,-1-15 0,8-5 0</inkml:trace>
  <inkml:trace contextRef="#ctx0" brushRef="#br0" timeOffset="866">1286 567 8064,'-13'9'-158,"4"-4"0,9 10 158,0 2 0,0-8 0,0 1 0</inkml:trace>
  <inkml:trace contextRef="#ctx0" brushRef="#br0" timeOffset="1466">1590 763 8154,'0'21'233,"0"1"1,0 0 0,0 2 0,3 3 271,4 2 1,-2 7 0,7-4 0,0-1-261,0 0 0,-7 6 1,5-6-1,-3 1-124,0-1 1,1-2 0,-8-7 0,2-3-482,5-4-45,-4 4 1,6-29 0,-9-2 0,0-14 94,0-8 0,0-2 0,0-8 1,0-2 303,0-5 1,8 8-1,1-3 1,3 9 162,5 6 0,-5 2 1,3 10-1,2 4 274,2 8 0,3 4 0,0 6 0,0 6-81,-1 13 1,1 10 0,0 11 0,-3 3-519,-4 5 1,2-5 0,-10 7-1,0-4 168,3-6 0,-8 6 0,8-16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5:32.6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306 1002 7685,'-22'0'3029,"0"3"-2528,0 4 1,8 8-1,2 11 1,0 6-159,0 2 0,4 4 0,-4 11 0,3 4-201,4 3 0,2 9 0,3 7 0,0-1-102,0-4 1,8-11-1,1-8 1,3-9-25,5-10 1,3-7 0,1-8 0,1-9-3,0-10 1,-5-9-1,0-15 1,2-7-163,-2-6 0,0-4 1,2-4-1,-2-8-181,-2-5 1,-10 0 0,2 2 0,-5 6-177,-2 1 0,0 1 0,-2 5 0,-5-1 29,-8 8 1,-7 0 0,-7 10-1,-7-1 32,-5 1 1,-3-1 0,1 6 0,2-3 370,4 2 1,-1 3 0,9 4 0,4 4 316,9 1 1,6 8 0,10-8 174,0-2 1,17-2 0,9-3-1,11-2 218,9-5 1,12 0 0,2-12-1,8-5 43,5 0 1,6-3 0,-4 1 0,0-5-626,0-3 0,-2 8 0,-13-1 0,-6 8-787,-11 5 1,-14 19-1,0 3-2478,-4 9 3210,-13 14 0,-3 3 0,-9 10 0</inkml:trace>
  <inkml:trace contextRef="#ctx0" brushRef="#br0" timeOffset="597">763 1656 11354,'-22'9'336,"3"-4"1,2 10-1,2 2-135,-2 2 1,5 10 0,0 3-1,3 1-169,4 6 0,2-5 0,3 0 0,0-3 50,0-4 0,10-10 0,5-5 114,4-2 0,3-6 0,-1-11 0,1-10-4,0-9 0,-3-1 0,-4-9 0,-8-1-120,-4 4 1,4-9 0,0 9 0,-2-1-116,-3 5 0,-4-3 1,-3 3-1,-2 3-350,2 1 0,-5 4 0,1 1-2768,-3 6 3161,7 4 0,-5 10 0,10 0 0</inkml:trace>
  <inkml:trace contextRef="#ctx0" brushRef="#br0" timeOffset="997">915 1677 12307,'0'22'820,"0"2"0,0 3-585,0 2 1,0 7-1,3-4 1,2 2-363,2 4 0,10-4 0,-3 0-33,6-2 1,2-6 0,-1-11-12,1-8 1,0-14-1,-3-10 1,-2-7-47,-2-5 1,-3-10 0,2 3 0,-4-6-13,0-1 1,-8 2 0,5 2 0,-4 3 320,-3-3 0,0 8 0,0 2 566,0 4 1,0 11-417,0-1 0,-3 20 1,-2 2-1,-2 10 293,2 5 1,3 7 0,2 3-1,0 1-150,0 6 1,0-5 0,0 0 0,0 0-455,0 0 0,7-8 0,3 3 0,0-4-484,-1-4 0,6 1 0,-6-3-466,4-4 0,1-5 1,8-10-2088,0 0 3106,-1-10 0,1-12 0,0-12 0</inkml:trace>
  <inkml:trace contextRef="#ctx0" brushRef="#br0" timeOffset="1199">1460 1285 8145,'0'-21'198,"0"-1"0,0 0 1386,0 0-1098,0 10 0,2 15 0,3 16 0,5 10 130,2 5 0,-5 10 1,8 9-1,-1 2-357,-2 6 1,5 2 0,-7 5 0,0 2-777,-1 2 0,6 11 1,-8-6-1,0 0-1758,3-4 1,-8-17 2274,6-13 0,-6-9 0,-2-12 0</inkml:trace>
  <inkml:trace contextRef="#ctx0" brushRef="#br0" timeOffset="1399">1307 1525 8145,'-12'0'1466,"5"0"1,14 0 0,8 0-1191,4 0 1,13 0 0,4 0-1,5 0-475,3 0 0,-6 7 1,3 1-1,5-4 199,0-1 0,0 6 0,-2 4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5:40.28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 9635,'15'12'1023,"0"-5"1,-1-4 0,8-3 0,0 0-530,-1 0 0,1-7 0,2-1 0,3 3-375,2 3 1,7 2 0,-4 0 0,-1 0-569,1 0 0,-3 0 0,-8 0 0,1 0-1542,0 0 0,0 0 1991,0 0 0,-10-10 0,-3-2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5:40.5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44 9100,'-12'0'2432,"19"0"0,15 0-1909,2 0 1,10 0-1,0 0 1,2 0-734,1 0 0,-4 0 0,6-2 0,-5-3-3897,-3-2 4107,8 0 0,-5-3 0,10-2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5:53.9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823 479 8067,'-9'-22'149,"6"1"0,-4-1 1486,4 0-1134,3 10 0,10 12 0,2 14 0,3 6-299,-1 2 1,1 9 0,9 5 0,3 3-502,2-3 0,0 5 0,-8-7 0,4 0-158,4-5 0,-5-5 0,5-2 1,-2-2 456,2-6 0,-5 5 0,7-6 0</inkml:trace>
  <inkml:trace contextRef="#ctx0" brushRef="#br0" timeOffset="151">1302 588 8067,'-21'29'0,"-1"2"81,0 3 0,3 3 0,2 9 0,5 4 550,2 9 0,-5 11 0,8 5 0,0 2-344,-3 5 1,5 13 0,0-45 0,-2 1 0,1 1 0,0 0-655,0 0 0,0-2 1,1 37-1,-2-17 1,5-9-683,2-10 0,2-25 1049,5-11 0,5-10 0,10-5 0</inkml:trace>
  <inkml:trace contextRef="#ctx0" brushRef="#br0" timeOffset="415">1389 1241 8067,'-9'22'17,"-3"0"1,-3 2 98,1 5 1,9-5-1,-2 8 1,4-3 121,3 0 0,3-3 0,1-9 0,6-5 71,2-2 1,3-3 0,6-9-1,4-5 29,4-8 1,-5-4-1,2-5 1,-6-3-212,-6-2 1,-6-10 0,4 5 0,-3-2-29,-4 0 0,-2 9 0,-3-4 0,0 2-365,0 0 1,0 0 0,-3 7-1177,-4 0 1,5 0 1441,-6 1 0,-4 8 0,0 4 0</inkml:trace>
  <inkml:trace contextRef="#ctx0" brushRef="#br0" timeOffset="800">1607 1241 8291,'-7'15'1648,"0"-1"-1434,2 3 0,2 3 0,6 1 0,2 1-83,2 0 0,7 0 0,-4-1 0,2 1-26,5 0 1,3-7-1,1-3 1,1-3-17,0-4 0,0-2 1,-1-3-1,1-3-170,0-4 1,0-12-1,0-13 1,-3 1-186,-5-1 0,6-7 1,-8 6-1,0-4 32,-5 1 1,-4 9 0,-3-2 0,0 5 826,0 2-426,0 1 0,-3 9 0,-2 7 135,-2 10 0,0 7 0,7 12 1,0 2-235,0 3 0,0 3 1,0-5-1,0 4-383,0 3 0,7-8 1,0 4-1,1-6-282,1-3 1,-4-1 0,7-3-1,0-5 597,0-2 0,3-3 0,7-7 0</inkml:trace>
  <inkml:trace contextRef="#ctx0" brushRef="#br0" timeOffset="984">2152 523 8037,'0'21'137,"0"1"1,2 10-1,3 4 1,2 5 326,-2 3 1,5 9 0,-3 5 0,0 5-267,3 2 0,0 1 0,4-1 1,-4 0-734,-1 1 1,-4-11 0,7-6 0,-2-11-1247,-5-9 1781,-3-14 0,-2-6 0,0-9 0</inkml:trace>
  <inkml:trace contextRef="#ctx0" brushRef="#br0" timeOffset="1167">1956 1002 8105,'9'-12'141,"3"2"1,10 10 0,0 0-40,0 0 1,9-2 0,5-3 0,6-3-262,1 4 0,1 1 0,-3 6 0,-2 1 159,-3 4 0,0-1 0,8-7 0</inkml:trace>
  <inkml:trace contextRef="#ctx0" brushRef="#br0" timeOffset="1317">2609 1089 8067,'14'0'657,"1"0"1,-1 0 0,8 0-396,0 0 1,2 0 0,3 0 0,4-3-251,3-4 0,2-3 0,6-6 0,-4 3-12,-1 4 0,-1-8 0,7 5 0</inkml:trace>
  <inkml:trace contextRef="#ctx0" brushRef="#br0" timeOffset="1701">3567 348 8022,'0'-21'-253,"0"6"975,0 1 1,0 11-221,0 3 1,0 12 0,0 17-1,0 8-104,0 4 0,0 12 0,0 3 0,0 2-376,0 0 1,0 0 0,2 7 0,6-2-112,6-5 1,6-5 0,1-11 0,4-6-186,4-7 0,2-15 1,8-6-1,-3-6-485,3-2 1,0-5 0,-1-7 758,-1-10 0,-11-14 0,6 2 0</inkml:trace>
  <inkml:trace contextRef="#ctx0" brushRef="#br0" timeOffset="1883">3436 806 8022,'-21'0'870,"-1"0"-575,10 0 1,36-3 0,22-2-172,10-2 0,4-10 1,8 3-1,2-6-414,3-1 0,2 6 0,-3 1 0,6-3 290,-1-3 0,-2-11 0,-10-3 0</inkml:trace>
  <inkml:trace contextRef="#ctx0" brushRef="#br0" timeOffset="2284">584 327 8239,'-24'0'0,"-6"0"-341,-6 0 0,5 0 0,-1 2 0,3 5 588,0 8 0,-10 14 0,3 10 0,-5 9 122,-2 10 0,-1 15 1,0 9-1,23-37 1,1 2-129,1 3 1,2 2 0,1 0 0,3 2 0,4 1 0,3 1 0,3 2 0,2 0-208,1 4 1,4 0 0,5 1 0,4 0 0,5-1 0,3-1-1,3-3 1,5-2-165,6-3 0,3-2 0,0-2 1,4-4-1,9-3 0,4-4 0,1-2 1,2-4-852,1-3 0,3-5 981,4-5 0,1-7 0,-7-5 0,1-4 0,4-2 0,0-2 0,1 1 0,-1 0 0</inkml:trace>
  <inkml:trace contextRef="#ctx0" brushRef="#br0" timeOffset="2667">4765 65 8169,'22'12'0,"-1"-2"194,1 0 0,2 12 0,3 14 0,4 10 296,3 12 1,0 10 0,0 21 0,-10 8-397,-14-43 1,-3 1 0,-4-1-1,-1 1 1,0 5 0,-2 1 0,-4-1-1,-4 1-166,-5 0 1,-3 1-1,0 0 1,-2 0-1,-1-7 1,-3-2-1,-1 1 1,-2-1-82,-2-2 0,1-1 0,2-2 1,-1-4-1,-23 27 0,9-21-469,10-16 0,12-19 622,3-8 0,-1-14 0,-7-5 0</inkml:trace>
  <inkml:trace contextRef="#ctx0" brushRef="#br0" timeOffset="3000">5701 0 8085,'-41'22'2,"2"2"0,5 5 133,3 7 1,2 8 0,7 9-1,3 12 242,4 13 0,-2 9 0,10 7 0,4-43 0,1 0-231,1 2 0,0 0 0,1 1 0,0-1 0,2 46 0,8-12-56,12-12 1,-1-19 0,11-10-1,-3-12-542,0-10 0,0-7 0,-7-17 1,0 0-727,-1 0 0,8-10 1178,0-4 0,0-15 0,-7-5 0</inkml:trace>
  <inkml:trace contextRef="#ctx0" brushRef="#br0" timeOffset="3184">5984 348 8085,'12'10'-250,"-2"-5"0,-10 9 845,0 3 0,7 12 0,1 8 0,-1 6-135,2 8 1,-4 2 0,7 8 0,1-3-515,-1 2 0,-8-4 0,6 2 0,-3 0-510,1-2 0,-1-10 564,-7-10 0,0-9 0,0 4 0</inkml:trace>
  <inkml:trace contextRef="#ctx0" brushRef="#br0" timeOffset="3334">6376 784 8064,'22'0'47,"-7"0"0,-1 0 1,3 0 237,2 0 1,-2 0 0,3 0-1,4 0-274,0 0 0,0 0 1,-2 0-12,0 0 0,9 0 0,3 0 0</inkml:trace>
  <inkml:trace contextRef="#ctx0" brushRef="#br0" timeOffset="3750">6964 370 7993,'-12'0'892,"2"3"-719,10 4 1,3 3 0,4 7 0,8-3-154,4 3 0,5 2 0,3 1 0,4-3-264,3-3 1,-7-7 0,4 6 0,-2-4-680,0-4 1,10-3 922,-3-2 0,5-9 0,3-3 0</inkml:trace>
  <inkml:trace contextRef="#ctx0" brushRef="#br0" timeOffset="3900">7356 457 7993,'-22'10'0,"3"5"272,5 4 0,-6 5 1,6 3-1,-6 7 246,-1 7 1,6 0-1,0 17 1,1 2-217,2 3 1,0 12 0,7 5 0,-2 5-285,2 2 1,2 7 0,3 1 0,0-3-639,0-3 0,0-19 0,3-9 0,2-13-2033,2-14 2653,10-17 0,-5 2 0,10-7 0</inkml:trace>
  <inkml:trace contextRef="#ctx0" brushRef="#br0" timeOffset="4300">7487 936 7993,'-3'-14'0,"-4"2"770,-7 2 0,-6 5 0,1 15-413,4 12 1,-2 2 0,8 10 0,-1 0-461,0 0 1,3-5-1,7 4 1,0 1-93,0 0 1,7-7 0,3-1 0,2-9 102,5-9 1,5 1 0,5-1 0,2-4 107,-3-1 0,-2-13 1,-2-4-1,0-6 40,0-1 1,-1-9 0,-1-1 0,-3 0 93,-3-1 0,-6-4 0,4 4 1,-3 1 141,-4-1 0,-2 3 1,-3 8 36,0-1 0,-3 10-324,-4 5 0,4 7 1,-6 7-1,2 7 85,-1 6 0,1 1 1,7 4-1,0 1-83,0 3 1,0 3 0,0-6-1,2 3-221,6-2 1,-3-3 0,7-2-34,-3 0 0,8-10 0,-2-5 0,4-4-493,3-3 1,-8 0 0,1-3 0,2-4 739,2-8 0,3-14 0,0-5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00.2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1286 8087,'0'-15'-123,"0"1"241,0-3 1,0 5 0,2 0-60,6 2 1,-4 0 0,11 5 0,2-2-144,2 2 1,-4 3 0,-1-1-1,3-1-232,3-4 1,1 1-1,1 7 316,0 0 0,0 0 0,-1 0 0</inkml:trace>
  <inkml:trace contextRef="#ctx0" brushRef="#br0" timeOffset="650">436 1308 8080,'0'21'-55,"-7"-6"0,0-1 580,2 3 0,3 3 0,2 1-334,0 1 1,9-7 0,6-1-224,4 3 1,3-7 0,0-3 0,0-4-68,-1-3 1,1 0 0,0 0 0,0-3-137,-1-4 1,1-5 0,-2-12-1,-3-3 76,-3-2 1,-7-3 0,5 6 0,-2-3 132,-5 2 0,5-4 0,-3 2 0,-2 2 126,-3 3 1,-2 2 0,0 0 926,0 1-780,0 8 0,0 6 0,0 14 1,0 8 47,0 4 1,0 3 0,0 0 0,0 2-133,0 5 0,0-5 0,0 8 0,3-3-326,4 0 0,-2 0 1,7-7-1,0-3-1084,0-4 1,-5 1 1246,8-8 0,-1-11 0,8-9 0</inkml:trace>
  <inkml:trace contextRef="#ctx0" brushRef="#br0" timeOffset="883">1024 676 8080,'0'15'-96,"0"-1"1,0 3 442,0 2 0,3 10 0,2 3 0,4-1 245,3 1 1,-4 9 0,4 0 0,0 10-384,0 4 0,-5-6 1,5 2-1,-2-5-567,-5-3 0,-3 1 1,-2-3-1,0-5-1977,0-7 2335,-9-14 0,-3 4 0,-10-7 0</inkml:trace>
  <inkml:trace contextRef="#ctx0" brushRef="#br0" timeOffset="1049">741 1068 8080,'3'-12'375,"4"5"1,-2 4 0,9 3 0,3 0 19,3 0 0,4 0 0,5 0 0,7 0-518,5 0 1,3 0-1,-1 0 1,1 0-978,0 0 0,-1 0 1100,1 0 0,-1-9 0,1-4 0</inkml:trace>
  <inkml:trace contextRef="#ctx0" brushRef="#br0" timeOffset="1283">1395 1 8079,'21'22'0,"1"2"82,0 5 1,2 14 0,5 18 0,7 9 426,6 10 1,-6 7 0,-18-39 0,0 1 0,1 4 0,-1 0-121,-1 4 1,-1 0-1,0 4 1,-3 1 0,-4-2-1,-3-1 1,-2 0-1,-1 1-150,-1-1 1,-1 0 0,-5-1 0,-2 0 0,-1-2 0,-3 0 0,-2-1 0,-3 1-41,-1-1 0,-4-1 0,-3-2 0,-2-3 0,-26 29 0,0-15-264,-2-17 1,7-8-1,-5-16 1,8-10-2032,6-7 0,-2-5 2096,10 0 0,-2-5 0,2-9 0,-5-10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03.7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119 806 8293,'0'-21'0,"0"-1"162,0 0 1,3 0-1,2 1 1,2-1 289,-2 0 1,0 7 0,-1 1 1306,4-3-1088,-1 7 0,-7 3 1,0 14-312,0 8 0,-2 7 0,-3 7 0,-5 7-85,-2 5 1,7 3 0,-2 2 0,4 2-284,3 3 1,0 7 0,0-7 0,0-3-219,0-2 0,3-2 1,4-3-1,5-5-182,0-7 1,8-14 0,-6-8 0,6-7 165,1-7 0,1-8 0,0-14 1,-3-10-113,-4-9 0,2 0 0,-10-11 1,-2 1 133,-3 3 0,-2-6 0,0 8 1,-2-3-143,-5-4 1,-8 4-1,-12 1 1,-4 1 43,-3 6 1,0-5 0,-5 2 0,6 5 327,1 7 1,3 1 0,7 9 138,1 2 1,11 12 0,10 6 0,14 1 384,13 1 0,7 0 0,12 5 1,2-3-58,3-3 1,10-1 0,-3 1 0,5-6-270,2-5 0,-7-1 1,-2 3-1,-3 3-675,-5-3 0,-2 5 0,-5 0-1474,-4 2 1941,-16 3 0,-1 16 0,-8 3 0</inkml:trace>
  <inkml:trace contextRef="#ctx0" brushRef="#br0" timeOffset="766">620 763 7013,'20'5'924,"-3"7"1,-5 12-424,-3 7 0,8 8 0,-2 12 0,2 7-226,-3 5 1,6 5-1,-6 2 1,3 5-218,-2 2 1,2-9 0,-10-3 0,0-14-659,3-12 546,-8-8 0,8-21 1,-13-10-1,-1-12-94,-4-7 0,1-10 0,7-3 0,-2-2 16,-6-4 1,6 6 0,-5 1-1,4 2 8,3 0 0,8 0 0,1 7 312,3 0 1,3 3 0,7 4 15,-1 8 0,1 7 0,0 7 1,0 10-135,0 10 0,-1-1 1,-1 8-1,-3 0-142,-3 0 1,-7-8-1,5 4 1,1-6-679,-1-2 0,-8-1 0,6 1 750,0 0 0,-8-10 0,8-2 0</inkml:trace>
  <inkml:trace contextRef="#ctx0" brushRef="#br0" timeOffset="964">1165 1155 8896,'-12'2'2211,"4"6"-1849,6 6 1,2 5-1,0 3 1,0 0-292,0 0 0,10 7 0,4 0 0,6-3-556,1-1 1,1-4 0,0-1 0,0-3 484,-1-3 0,1 1 0,0 7 0</inkml:trace>
  <inkml:trace contextRef="#ctx0" brushRef="#br0" timeOffset="1097">1187 806 8169,'-15'-9'0,"0"-3"87,-1 0-1140,6-8 1053,0 18 0,10-8 0,0 10 0</inkml:trace>
  <inkml:trace contextRef="#ctx0" brushRef="#br0" timeOffset="1414">1491 1286 8169,'0'21'135,"0"1"1,0 0-1,0 0 1,0-1 306,0 1 1,0 0-1,0 0 236,0 0 0,-2-3-353,-5-5 0,4-6 1,-4-16-296,5-6 0,2-13 1,0-4-1,0-1-46,0 1 1,0-5 0,2 4 0,5 1-39,8-1 0,-3 3 0,2 7 1,3 1 178,3-1 0,-3 10 0,2 5 0,5 4-130,0 3 0,1 3 0,-4 4 0,1 10-215,0 9 1,0 8 0,-1 10 0,-1-1-332,-6 1 0,3 7 0,-9-1 0,-4-1 551,-1-3 0,6-3 0,4 1 0</inkml:trace>
  <inkml:trace contextRef="#ctx0" brushRef="#br0" timeOffset="1732">2362 1329 8136,'0'-22'1879,"3"10"-1193,4 5 0,5 5 1,10 2-1,0 0-599,0 0 0,2 2 0,5 3 1,5 2-325,0-2 0,7 5 0,-7-3 0,2-2 237,0-3 0,-9 8 0,4 2 0</inkml:trace>
  <inkml:trace contextRef="#ctx0" brushRef="#br0" timeOffset="1882">2820 1111 8136,'-29'-7'194,"0"0"1,-3-8-1,6 6 1,-6-1 539,-2 0 1,-4 3 0,-11 7 0,-2 0-125,3 0 1,2 0 0,2 0 0,1 0-671,-1 0 0,3 0 0,5 0 60,7 0 0,5 0 0,2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10.2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271 697 8623,'-10'12'508,"1"7"0,-6-4 1,6 4-186,-1 3 0,5 9 1,-7 6-1,2 4-78,5 2 1,3 1 0,2 0 0,2-1-265,6 1 1,-3-1 0,9-4 0,1-8-164,-3-9 1,7-7 0,-4-1 0,2-9-4,-3-10 1,5-14-1,-4-13 1,2-4-163,-3-10 0,3 0 0,-9-12 0,-4-2 30,-1-3 1,-6 0 0,-4 2 0,-7 6-53,-6 1 1,-4-6-1,-3 4 1,-4 1 214,-3 4 0,-2 5 0,-5 2 0,2 3 780,3 5 0,9 4 1,-2 13 444,5 5 0,14-3 0,10 7-563,12-2 0,20-3 0,11-4 1,13 2-273,7 2 1,2 1-1,1-8 1,1 0-494,6 1 1,-3 6-1,7 3 1,-2 2-384,-4 5 1,-13 3-1,-10 2 1,-7 2 639,-4 6 0,-21 4 0,4 10 0</inkml:trace>
  <inkml:trace contextRef="#ctx0" brushRef="#br0" timeOffset="783">903 1176 8147,'-8'-15'305,"1"1"1,-3 9-1,3-2-14,-7 4 1,2 3-1,-3 0 1,1 3-150,1 4 0,-6 12 0,7 13 0,-2 2-44,-1 5 0,3 2 0,-3 2 1,8-2-137,5-4 0,2 1 0,0-9 0,2-4 178,5-8 1,5-8-1,10-9 1,2-2 231,5-5 0,-2-13 0,7-11 0,-3-3-188,-4-5 1,-3-2 0,-4-3-1,-3 1-241,-3-1 0,-9 1 1,2 2-1,-4 2-390,-3 3 0,0 9 1,-3-2-843,-4 5 1,2 12 738,-9 4 1,1 8-1,-1 8 1,7 6 491,4 6 1,3 4 0,0 2 0,0 6 428,0 2 1,0-8 0,0 6 0,0-3 164,0 0 0,3 7 0,4-7 1,5-2-276,0-3 1,7-2-1,-2 0 1,8-3-208,4-5 0,2-4 1,-4-10-1,2 0-266,-3 0 0,-1-2 0,-4-6 0,1-6-148,0-5 1,-8-6-1,-1-1 1,-1-3 210,0 2 0,-7-4 1,2 2-1,-5 2 208,-2 3 0,0 2 0,0 0 1,0 0 305,0 1 0,0 6 0,-2 3 291,-5 2 1,4 6-1,-4 11-114,4 7 1,3 6 0,0 4-1,0 2-301,0 4 0,0-1 0,0-5 1,3 2-381,4 3 0,-2 0 0,9-7 1,3-2-587,3-6 0,-6 3 0,1-10 0,2-2 725,2-2 0,13-13 0,1-2 0</inkml:trace>
  <inkml:trace contextRef="#ctx0" brushRef="#br0" timeOffset="967">1708 610 8056,'0'-15'137,"0"1"1,0 11-1,0 3 258,0 12 1,0 10 0,3 7 0,2 8 142,2 4 1,10 10 0,-5 2 0,2 2-466,1 6 1,-8 9 0,5 5 0,-2 2-638,-5 6 0,-3-1 0,-2-5 0,0-11-1656,0-13 2220,-9-17 0,-3-4 0,-10-10 0</inkml:trace>
  <inkml:trace contextRef="#ctx0" brushRef="#br0" timeOffset="1149">1404 1002 7974,'0'-15'1451,"2"3"-869,5 2 0,13-4 0,11 4 0,5 1-503,10-1 0,0-7 0,12 5 0,3 0-191,2 5 0,-5 4 0,-3 3 1,-1 0 111,-6 0 0,8 0 0,-1 0 0</inkml:trace>
  <inkml:trace contextRef="#ctx0" brushRef="#br0" timeOffset="1316">2405 1307 8011,'12'9'7156,"8"-6"-6862,-6 4 0,-2 3-294,3-3 0,-1-9 0,8-11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06.8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606 497 8298,'-22'-12'0,"0"5"8,1 4 0,6 3 0,0 3 1,-4 4 513,-7 7 1,1 15 0,-6 8 0,2 4-77,0 2 0,0 3 0,9 3 1,6 2-384,7-3 0,4-4 1,3-8-1,5-10-88,10-9 0,-1-7 0,18-12 0,-1-8 73,5-12 0,3-12 0,0-14 0,-5-5-153,-3-3 0,-2 0 0,-7-4 0,-3 4-134,-4 3 0,-6 2 1,-9 5-1,0-2 49,0-3 0,-12 0 0,-9 8 0,-13 2 23,-7 4 0,-5 1 1,-5 12-1,-5 7 107,0 5 1,3 4 0,7 8 0,0 5-87,3 10 0,6-1 1,20 18-1,5-3 146,3 0 0,1 10 0,8-6 0</inkml:trace>
  <inkml:trace contextRef="#ctx0" brushRef="#br0" timeOffset="317">933 40 8254,'21'-22'728,"1"10"1,-3 7-378,-4 10 0,-5 7 0,-10 12 0,0 3 11,0 2 1,0 7-1,0-4 1,0 1-135,0 6 1,0 2 0,0 3 0,0 2-202,0 5 0,0-5 0,0 7 1,0-5-404,0-4 1,2 2-1,5-20 1,8-4 309,4-5 0,3-12 1,2 2-1,5-4 214,7-3 0,6 0 1,1-3-1,1-2-45,-1-2 1,1-3 0,-1 6 0,-2-4-408,-4 3 1,2 3 0,-10 2 0,-3 0-1640,-2 0 1943,-12 0 0,8 0 0,-8 0 0</inkml:trace>
  <inkml:trace contextRef="#ctx0" brushRef="#br0" timeOffset="584">61 1346 8140,'-21'0'-20,"1"3"232,6 4 1,9-2-1,19 7 370,16-2 1,20-3 0,16-7 0,11 0-230,8 0 1,14-3 0,-44 0 0,1-1 0,7-2 0,3-2-278,4-1 1,2-2 0,2-3 0,0-1-1,-1 1 1,-1-1 0,-3 2 0,0 0-183,-2 0 0,-1 1 1,-7 2-1,-2 1 0,40-5 1,-29 6-678,-27 6 0,-17 12 0,-9 4 1,-8 5-493,-5 3 0,-9 0 1275,0 0 0,-20 9 0,3 3 0</inkml:trace>
  <inkml:trace contextRef="#ctx0" brushRef="#br0" timeOffset="918">845 1891 8105,'-65'24'41,"0"5"1,2 7 155,5 5 1,12 3-1,14-1 1,6 1 303,6 0 0,6-1 0,-1-2 0,8-2-266,5-3 0,4-9 0,5 2 0,10-7-53,10-8 0,4-4 0,8-13 0,-3-4 27,3-7 1,9-15 0,3-10 0,-2-7-104,-3-5 0,-5-2 0,-5 2 0,-7-5-271,-5 1 1,-12 2 0,-4 9 0,-6 0 116,-2 1 1,-10-1 0,-9 3-1,-15 5-168,-17 7 0,-9 5 0,-8 4 0,-4 6-199,-8 7 0,5 4 1,2 3-1,5 3-84,3 4 1,12 12 0,9 10 0,15 0-1236,12 3 1734,-2-8 0,16 17 0,-6-7 0</inkml:trace>
  <inkml:trace contextRef="#ctx0" brushRef="#br0" timeOffset="1285">954 1651 10936,'15'22'0,"-3"2"448,-2 5 1,7 5 0,-3 10 0,3-1-175,-3 1 0,3 9 1,-7 7-1,0 6-349,-1-1 1,6 5 0,-8-14 0,-2 0-108,-3-6 1,-2-13 231,0-8 0,-2-15 0,-5-9 0,-5-10-174,0-9 1,2-13-1,10-4 1,0-1 107,0 1 0,0-6 0,2 8 0,6 3 161,6 2 0,5 2 0,3 2 0,0 4 85,0 1 0,7 10 0,2-2 1,1 4-100,-1 3 1,6 10-1,-8 5 1,-3 6-479,-2 8 1,-2-2-1,-3 7 1,-2 0-1127,-2 0 0,-10-8 0,2 3 1473,-5-4 0,-2-13 0,0-3 0</inkml:trace>
  <inkml:trace contextRef="#ctx0" brushRef="#br0" timeOffset="1484">1520 2021 8083,'0'-21'535,"0"6"554,0 1 1,0 11-736,0 3 0,0 10 1,0 12-1,0 2-67,0 5 0,8-3 0,1 8 1,4 0-261,3 0 1,-3 0 0,1 2 0,3-7-480,2-5 0,1-2 0,-3 0 1,-3-3 451,3-4 0,2 4 0,3-7 0</inkml:trace>
  <inkml:trace contextRef="#ctx0" brushRef="#br0" timeOffset="1634">1629 1847 8083,'-31'-10'1207,"9"-2"0,-2-7 880,7 5-1656,12 4 0,-2 10-3060,14 0 2629,5 0 0,20 10 0,2 2 0</inkml:trace>
  <inkml:trace contextRef="#ctx0" brushRef="#br0" timeOffset="1967">1847 2087 8125,'0'34'139,"3"-5"1,1-5 436,4-2 0,-1 2 0,-5 2 0,3 3-199,2-2 0,1-3 1,-8-2-1,0 0-7,0 0 0,0-8 0,-3-2-365,-4-2 1,2-5-352,-9-13 0,9-4 0,-2-12 0,4-2 187,3-4 1,0-8 0,3 4 0,4 0 221,7 5 1,6-2 0,4 2 0,2 4 198,4 8 1,8 8-1,-4 9 1,2 0 59,1 0 0,-3 12 1,4 10-1,-4 11-882,-2 9 1,-11 4 0,-9 2 0,-2 3 559,-5-3 0,-3-2 0,-2-2 0</inkml:trace>
  <inkml:trace contextRef="#ctx0" brushRef="#br0" timeOffset="2284">2849 1172 7955,'-22'-19'281,"0"4"1,10-4 3225,5 4-3734,4 6 1,13-1-1,5 12 227,4 6 0,3 4 0,0 10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14.6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20 284 8955,'-12'22'330,"4"0"0,8 9 0,5 5 0,5 5-4,2 3 0,3 2 0,6 2 1,1 3-227,0-2 1,0-3-1,-1-5 1,1-5 165,0-7 1,-7-14 0,-1-8 76,3-5 1,-5-14 0,0-10 0,-2-12-33,-5-7 1,4-12-1,1-5 1,0-5-180,-1-2 1,1 7 0,-5 2 0,5 0-237,2 1 0,-7 6 1,2 1-1,-5 7-1972,-2 5 0,7 9-1643,1-2 3719,-1 14 0,-17 6 0,-2 9 0</inkml:trace>
  <inkml:trace contextRef="#ctx0" brushRef="#br0" timeOffset="250">238 262 8041,'2'22'175,"3"0"0,4 0 442,4-1 0,-6 8 0,7 3 0,6-1-58,6 1 1,-1 6 0,4-4 0,-3 3-229,3-1 1,-5 0 0,8 5-1,-3-4-2,0-8 0,-7-5 0,-8-5 151,3-4 0,3-10 0,-1-20-93,-5-14 0,-2-12 1,-7-7-1,3-6-258,-4-1 1,6-3 0,-3-8 0,-2 1-521,-2 0 0,-3 7 1,0 2-1,0 3-1846,0 4 1,0 11-2357,0 1 4593,0 20 0,-10-2 0,-2 19 0</inkml:trace>
  <inkml:trace contextRef="#ctx0" brushRef="#br0" timeOffset="664">760 698 8041,'-12'0'1775,"2"0"1,13-10 0,4-2-1737,8 0 0,4-5 0,3 7 0,0 1-164,-1-1 0,1 3 1,0 7-1,0 0-237,-1 0 0,1 2 1,-2 5 188,-6 8 1,3 4 0,-10 3 0,-2 0 120,-3 0 0,-2 2 0,-2 2 1,-3 3-128,-2-2 1,-8-3 0,6-4-240,-3-6 0,7-2 288,-2-5 1,14-4-1,7 4 245,6-4 1,1-1 0,1 3-1,-2 4 379,-6 4 1,3 1-1,-10 8 1,-2 0 162,-2-1 1,-3 4 0,-3 1 0,-6 3-285,-13-2 0,-2 0 0,-10-3 0,0 0-289,0-5 0,-2-4 0,-6-1 0,4-6-564,1-6 0,8-7 0,-4-7 0,1-10 480,5-2 0,3-19 0,3-3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18.2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7109,'0'22'705,"2"9"1,5 8 0,8 10-104,4 9 1,3 14 0,0 8-1,-1 5-342,1 2 1,0 2-1,0 6 1,-12-46-1,-1 1-216,-1 0 1,-1-1 0,2 45-1,-9-14 1,0-9-391,0-11 187,0-7 1,-7-31-1,-3-15 112,-2-16 0,5-13 0,-5-5 0,2-4-24,5-3 1,3-2 0,2-6-1,0 4-64,0 1 1,10 11 0,2-3 0,2 7 115,1 7 1,-1-1 0,11 8 0,1 6 140,3 7 0,3 7 0,-6 12 1,3 5-98,-2 7 0,-3 5 0,-2 3 0,0 0-458,-1-1 1,-8-7 0,-4-2-1,-2-2-1332,1-6 1765,-1-1 0,3-4 0,2 1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24.0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284 393 8089,'-22'-8'0,"1"-1"-271,-1-3 1,0 7 0,3 0 0,2 10 483,2 9 1,1 15-1,-10 8 1,-3 9 259,-2 12 0,7 0 0,10 19 0,2 3-84,5 7 1,4-33 0,0 1 0,1 0-1,0 1 1,1 2 0,0 0-107,2 2 0,2-1 0,1-5 0,2-2 0,19 43 0,4-6-172,3-2 0,-5-19 1,5-12-1,0-15-388,0-12 1,-5-5-1,5-4 1,0-6-704,0-7 1,-8-4 0,3-3 979,-5 0 0,8-20 0,2-4 0</inkml:trace>
  <inkml:trace contextRef="#ctx0" brushRef="#br0" timeOffset="232">654 763 8089,'0'22'211,"0"-1"1,0 4 157,0 4 0,0 5 0,0 11 0,3 4 131,4 2 0,-2 16 0,7-1 1,0 4-466,0 5 1,-5-7 0,6 4 0,-1-6-638,0-8 0,-7-5 1,4-12-1,-2-5 602,1-7 0,9-14 0,-5-5 0</inkml:trace>
  <inkml:trace contextRef="#ctx0" brushRef="#br0" timeOffset="399">937 1394 8074,'13'-9'683,"6"6"1,-2-4-293,9 5 1,-1 2 0,6 0-1,1 0-637,4 0 0,5 0 0,0 0 0,-2 0 246,-3 0 0,-9 0 0,4 0 0</inkml:trace>
  <inkml:trace contextRef="#ctx0" brushRef="#br0" timeOffset="1300">1743 306 8046,'0'24'0,"0"5"165,0 7 0,3 8 1,1 6-1,6 9 356,2 3 1,3 13 0,4 5-1,-2 5-170,-2 2 1,-11 0 0,6 0 0,-3 0-225,1 0 1,-1-9-1,-7-8-427,0-9 153,0-18 0,0-31 0,0-19 1,0-12 32,0-10 0,0 2 0,0-9 1,0-3-41,0-2 0,0-3 1,2 3-1,6 2 26,6 3 0,-2 7 1,3-2-1,2 4 131,2 8 1,3 9 0,-1-2-1,1 5 204,0 9 0,0 8 0,0 14 0,2 5-8,5 7 1,-12 13-1,5 4 1,-3 0-249,0 0 0,-4 5 0,-3-4 0,-2-4-807,-6-4 0,1 0 0,0-17 856,2-2 0,1 7 0,-8 0 0</inkml:trace>
  <inkml:trace contextRef="#ctx0" brushRef="#br0" timeOffset="1683">2614 1307 8046,'0'-22'0,"0"1"327,0-1 1,-7 7 376,0 1 0,-10 11 1,2 3-287,-4 13 0,4 16 1,1 9-1,-1 8-210,3 5 0,0 2 0,7-4 0,-2 2-122,2-3 1,3-9-1,2-5 1,2-3-38,5-4 0,6-13 0,11-7 1,2-7-32,3-7 0,3-7 0,-6-15 0,4-8-170,-4-4 0,-9-10 0,-5 1 0,0-1 69,0-3 0,-7 16 0,2-6 0,-7 5-172,-7 6 1,-5 1-1,-10 13 1,1 4-298,-1 8 0,0 5 0,0 2 0,0 2-89,1 5 0,6 5 0,3 10 0,0 0 641,0 0 0,7 9 0,-5 3 0</inkml:trace>
  <inkml:trace contextRef="#ctx0" brushRef="#br0" timeOffset="2013">2810 1373 11860,'0'21'370,"0"1"1,0 0-1,0 0-808,0-1 1,10 1 205,4 0 1,6-3 0,2-4-182,-1-8 1,1-4 0,0-6 0,0-4 59,-1-8 0,-6-4 0,-1-3 0,1 0 534,-3 1 1,5-1-1,-7 0 312,2 0 1,-7 1-1,4 1 318,1 6 0,-8 6-314,6 16 1,-6 4 0,-2 12 0,0 3-424,0 2 1,0 0-1,3-8 1,1 4-667,4 4 0,6-5 0,-4 3-1516,2-11 0,-5-3 2108,8-6 0,-1-24 0,8 2 0</inkml:trace>
  <inkml:trace contextRef="#ctx0" brushRef="#br0" timeOffset="2214">3246 480 8046,'0'24'-17,"2"3"0,3 4 617,2 3 1,1 5-1,-6 11 1,3 8-69,2 5 1,10 10-1,-5 2 1,3 0-214,-1 0 0,-9 5 0,5-8 0,-3-4-1033,0-7 0,0-10 0,-7-15-1565,0-7 2279,0-15 0,-9-23 0,-3-16 0</inkml:trace>
  <inkml:trace contextRef="#ctx0" brushRef="#br0" timeOffset="2382">3006 1024 9748,'32'0'732,"-6"0"0,11 0 0,4 0-681,7 0 1,0-2 0,11-3 0,-1-5-1668,-3-2 1616,8 7 0,-17-24 0,7 5 0</inkml:trace>
  <inkml:trace contextRef="#ctx0" brushRef="#br0" timeOffset="2632">3855 1 8119,'37'38'0,"-1"6"221,3 9 0,9 10 0,5 12 0,-26-33 0,0 1 214,0 2 0,-1 2 0,-1 3 0,-2 1 1,-4-2-1,-1-1 0,-3 1 0,-1 1-46,-1 2 1,-2 0 0,-4 5 0,-2 0 0,-2 1-1,-4 0 1,-3 1 0,-4 1-96,-4 3 0,-5 0 0,-4-3 0,-4 1 0,-2 5 0,-1 1 0,-1-6 0,-1-1-212,1-3 0,-2-3 1,-2-6-1,-2-4 1,-23 21-1,-2-14-960,2-12 0,7-17 1,15-15-1,9-7 878,10-7 0,7-8 0,10-14 0,0-5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22.8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131 849 8409,'-22'0'303,"3"3"0,2 4 1,5 8-182,2 4 0,-4 5 0,4 3 0,0 4 60,1 3 0,1 2 1,8 6-1,0-6-110,0-7 0,10-5 0,5-5 0,4-4-72,3-8 1,0-4 0,-1-8 0,1-7 98,0-10 0,0-14 1,-1-3-1,-1-7-7,-6-5 0,3 0 0,-10 8 0,-2-1-95,-2 1 0,-3 2 0,-3 2 0,-4 5-228,-7 2 0,-8 6 1,-5 9-1,-2 5-337,2 2 1,3 3-1,3 9 1,1 6 567,6 6 0,-15 5 0,4 3 0</inkml:trace>
  <inkml:trace contextRef="#ctx0" brushRef="#br0" timeOffset="383">305 741 8751,'-2'-13'936,"-5"6"1,4 14 0,-4 8 0,5 4-721,2 3 0,0 2 0,0 3 0,2 4-126,5 3 1,-2-5-1,7 8 1,0-1-250,0-2 1,0-3 0,5-9-1,-2-3-70,2-4 1,2-5 0,3-10-90,0 0 1,-1-10 0,1-7 0,-2-10-8,-6-9 1,5-3 0,-6 1 0,-1 1 101,-5-1 0,3-4 0,-3 1 0,-2 3 117,-3 1 1,5 11 0,1-3 0,-3 4 1011,-3 4-522,-2-1 1,0 12-1,0 10 1,0 12-17,0 8 0,0 1 0,0 4 0,0 1-160,0 3 1,7 8-1,0-8 1,1-3-666,1-2 0,-4 3 0,7-3 0,0-4-613,1-1 1,-6-9 0,7-3 1069,3-5 0,3-2 0,1 0 0</inkml:trace>
  <inkml:trace contextRef="#ctx0" brushRef="#br0" timeOffset="566">937 0 9520,'0'32'423,"0"4"0,0 7 0,2 8 0,3 10-195,2 9 1,8 0-1,-5 10 1,-1 0-591,1-3 1,4 5 0,-6-11-1,-4-8-1096,-1-10 1,-3-17 1457,0-7 0,10-5 0,2-2 0</inkml:trace>
  <inkml:trace contextRef="#ctx0" brushRef="#br0" timeOffset="733">784 501 8082,'15'-10'170,"-1"-2"189,3 0 0,10 0 0,2 7 0,0-2-363,2 2 0,1 3 0,9 2 0,0 0-942,5 0 946,-7-10 0,12 8 0,-5-8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30.29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 1 8229,'-2'19'0,"-3"-2"104,-3-3 1,1 1-1,7 7 1,-2 2 147,-6 5 0,6-3 1,-5 11-1,4 1-70,3 4 1,0 1 0,0 3 0,0 3-10,0 1 1,0 11-1,0-1 1,0 13-96,0 14 0,0 0 0,0 10 0,0 0-75,0-47 1,0 1 0,0 2-1,0 1 1,0 0 0,0 1-1,0-1 1,0 1 2,0-1 1,0 0 0,0 1 0,0-1 0,1 1 0,-2-1 0,1 1 0,-2-1 54,-2 1 1,1-1-1,0 43 1,-4-8 0,5-11 55,2-11 1,0 4 0,0-16 0,0 3-45,0 0 0,2-7 0,3 5 0,2 2-35,-2 5 1,5-10 0,-3 12 0,-2-2-77,-3 0 0,1 3 0,1-1 0,4-2-114,-3-5 0,-3 5 1,-2-5-1,0 5 60,0 2 0,0-9 0,0-5 1,0-3 118,0 3 0,0-5 1,0 5-1,0-6 54,0-1 1,0 0 0,0-1 0,0 3 20,0 5 1,0-12 0,0 4 0,0-2-80,0 0 0,0 3 1,0-3-1,0-2-115,0-3 1,0-2 0,2 5-1,3-3 10,2 3 1,1-5 0,-8 2 0,0 3 86,0 2 1,0-3-1,0 4 1,0 4 5,0 0 0,0 0 1,0-3-1,0 3 101,0 5 1,0-5-1,2 5 1,3-5 16,2-3 1,0 10 0,-7 3 0,0 2 137,0 0 1,0 8 0,0 6 0,0 1 137,0 2 0,0 2 0,0 8 1,0-3-202,0-2 0,-2-7 0,-3 4 0,-4 0-67,-4 1 1,6-8 0,-5 0-1,0-7-139,0-5 0,5-9 1,-5-1-1,2-7-522,5-5 0,3-9 0,4 0-567,5-11 1,-2-6-1,10-10 1,2-2 1090,2-6 0,12-4 0,3-9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32.16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66 574 8343,'-8'-22'603,"1"0"-406,-10 10 1,15 12-1,-8 17 1,3 10 323,0 9 1,-1 13 0,8 4-1,0 0-98,0 0 0,0 8 0,3-3 0,4 2-434,8-2 0,-3 3 1,2-10-1,3-5-138,2-8 0,3-9 0,0-14 0,0-8-7,0-4 0,-1-6 1,1-4-1,0-10-130,0-10 1,-3-7 0,-2-12-1,-2-2 97,1-3 0,-3-2 0,-1 5 0,0-3 87,0 2 1,-7-4 0,2 2 0,-2 3-28,2 2 1,-5 5-1,6 5 1,-6 7 93,-2 4 0,0 18 105,0 14 1,0 15 0,0 24-1,0 5 227,0 7 1,0 0 0,0 5-1,0 5-185,0 0 0,0-1 0,0-1 1,0-1-484,0 0 0,3-4 1,1-8-1,6-12-593,2-7 964,3-15 0,6 1 0,1-8 0</inkml:trace>
  <inkml:trace contextRef="#ctx0" brushRef="#br0" timeOffset="300">763 835 8586,'-8'-29'0,"-1"-2"541,-3-3 1,4 15 0,-6-1 97,-3 8 1,-3 5 0,-1 9 0,-1 6-450,0 6 1,8 15-1,-1 7 1,1 5-118,1 3 0,4 0 0,9-1 0,2 1-392,5-1 1,-2-2 0,10-2-1,4-5 124,8-3 0,-3 1 1,7-5-1,-2 2 458,1-3 0,1-2 0,-4-4 0,2-3 401,-3-3 0,-4 1 77,-7 6 0,-6-6 0,-11-3-401,-5-2 1,-6-3 0,-11-7 0,-2-2-965,-3-6 0,-8 3 0,8-7 0,3 0-845,1 0 1,4 5 0,-1-8 1468,0-2 0,0-12 0,1-4 0</inkml:trace>
  <inkml:trace contextRef="#ctx0" brushRef="#br0" timeOffset="449">937 988 8229,'22'-12'39,"-8"0"1,1 7 0,2-3 321,2 4 1,-5 1 0,-1 6 0,-1 4 247,0 7 1,-7 6 0,4 1 0,-2 1-428,1 0 0,-1 0 1,-5 2-1,3 3-811,3 2 0,-1 0 0,-7-5 629,0 5 0,0-5 0,0 8 0</inkml:trace>
  <inkml:trace contextRef="#ctx0" brushRef="#br0" timeOffset="582">1046 813 8309,'-3'-36'-79,"-2"2"0,-4 3-466,-3 4-159,7 3 704,-5 12 0,10-7 0,0 7 0</inkml:trace>
  <inkml:trace contextRef="#ctx0" brushRef="#br0" timeOffset="865">1329 1097 8309,'0'21'-138,"2"1"0,3 0 167,2 0 0,1-1 1,-8 1 1000,0 0 1,0 0 480,0 0-1090,0-10 1,0-5-462,0-14 0,0-5 0,0-10 0,0 0-123,0 0 1,0 0 0,2 1-217,5-1 0,5 3 1,10 4 168,0 8 1,0 4 0,-1 3-129,1 0 1,0 10-1,-3 7 1,-2 7 337,-2 5 0,-1 10 0,8-5 0</inkml:trace>
  <inkml:trace contextRef="#ctx0" brushRef="#br0" timeOffset="1232">1786 922 8122,'0'-21'0,"-2"1"-216,-6 6 0,6-6 2320,-5 6-1850,-5 4 0,9 5 1,-4 17-1,5 10-90,2 2 0,0 10 0,0 0 1,0 2-66,0 1 0,7 1 0,2 11 0,4 4 82,3 3 0,-3-8 0,1 5 0,3-2 175,2 0 0,1 9 0,-3-4 0,-5 0 117,-3-5 1,-1 2 0,-8 0-1,0 0-203,0 1 0,-17-11 0,-7-7 0,-5 1-399,-3-3 1,-7-5 0,3-15 0,-3-7-74,3-4 1,-3-15 0,10-10-1,5-12-11,7-7 1,8-10 0,9-2 0,2-3-18,5-4 1,8-3 0,14 0 0,7 2 134,5 3 1,10 10 0,2 0 0,3 6-444,4 6 1,3 12 0,3 0-1,-1 9 538,0 6 0,10 1 0,3 8 0</inkml:trace>
  <inkml:trace contextRef="#ctx0" brushRef="#br0" timeOffset="1565">3158 51 8217,'0'-21'-388,"0"-1"0,0 15 106,0 14 0,0 10 0,0 24 0,2 7 781,6 5 0,-6 8 1,5 12-1,-2 6-256,2 6 1,-4 12 0,0-47 0,1 1-1,-2 2 1,-1 1-376,-1 0 1,0 1 0,0 5 0,0 1 0,0-1 0,0-2 0,0-4 0,0-1-617,0 41 0,0-14 1,0-24 747,0-13 0,0-19 0,0-14 0</inkml:trace>
  <inkml:trace contextRef="#ctx0" brushRef="#br0" timeOffset="2065">2853 509 8217,'-22'-10'-604,"13"8"1,9-6 0,12 8 900,7 8 1,13-4 0,4 11-1,5-1-72,3-1 1,2 3-1,2-8 1,3-3-222,-3-3 0,5-2 0,-2 0 0,-2 0-91,-3 0 0,-13-10 0,-1-4 0,-6-6 25,-4-1 1,2-1 0,-16 0 0,-3 0 243,-3 1 147,-2-1 0,-2 12 1,-3 10-79,-3 12 0,1 17 0,7 7 1,0 8-134,0 7 1,0 2-1,0 8 1,0-3-125,0 2 1,3 3 0,1 2-1,4-2-233,-3-5 1,4-4 0,-2-11 0,-2-2-723,-2-4 0,-1-6 169,5-9 1,-4-13 791,4-9 0,-2-9 0,0-15 0,2-3 0,-2-2 0,0-10 0,0 3 0,4-5 0,3-3 0,-4 1 0,4 2 0,0 2 48,0 3 1,-5 9 0,8-2 390,2 5 0,2 12 0,3 4-225,-1 6 1,-1 21-1,-3 8 1,-3 9 73,3 8 0,-5-6 1,0 13-1,-2-5-295,-5-2 1,5-5 0,-1-1 0,1 3-534,0-2 0,-3-7 0,-5 1 1,3-1 539,2-6 0,1-1 0,-8-4 0</inkml:trace>
  <inkml:trace contextRef="#ctx0" brushRef="#br0" timeOffset="2199">4007 988 8217,'0'-44'0,"0"3"62,0 5 1,0 4 0,0 10 1235,0 1-1306,0 9 1,0 12 0,0 14-989,0 5 1,0 3 995,0 0 0,-9 10 0,-4 1 0</inkml:trace>
  <inkml:trace contextRef="#ctx0" brushRef="#br0" timeOffset="3016">3964 1009 7966,'-12'3'-118,"4"4"1,6-2 280,2 10 1,10-11 0,4 6-48,5 0 0,6-8 1,1 5-1,3-4-30,-2-3 1,-3-10 0,-2-4 0,0-6 41,-1-2 1,1 1 0,0-1-1,0-2-1,0-5 1,-10 5-1,-5-6 1,-5 6-113,-2 2 1,0 1 0,-2-1 177,-5 0 1,-5 10 0,-10 5 0,0 7 26,0 7 1,0 5 0,1 12 0,-1 3-78,0 2 1,8 10 0,2-3 0,2 5-63,5 3 1,3-6-1,2 1 1,0 2-563,0-2 0,9 0 1,6 4-1,7 1-773,7-1 1254,-5-9 0,17 7 0,-7-7 0</inkml:trace>
  <inkml:trace contextRef="#ctx0" brushRef="#br0" timeOffset="3516">4726 901 8247,'0'-44'211,"0"0"1,-3 3 0,-1 3-1,-6 1 177,-2-1 1,0 6-1,-8 6 1,1 9-228,-5 9 0,-3 6 0,5 2 0,3 2-9,5 6 0,-3 13 0,9 16 0,4 4-298,1 2 0,3 1 1,3-1-1,1 1 26,4 0 0,9 2 1,0 2-1,4 3 183,1-3 1,5-4 0,-13-6 0,6-1 278,1 1 0,-9-4 1,-2 0-1,-3-2 224,1-6 0,-4 1 0,-11-3 0,-10 0-560,-9-4 0,-6-13 0,-7 0 0,1-4-403,-8-3 1,9 0 0,-4 0 0,7-3-121,8-4 0,4-5 0,8-10 0,6 0 36,6 0 0,12 1 0,4-1 0,5 0 279,3 0 0,10 10 1,2 5-1,2 5 368,0 2 1,0 0 0,8 0-1,0 0 17,-1 0 1,-7 0-1,1 0 1,4 0-9,7 0 1,-4 0-1,2 0 1,-8-3 113,1-4 1,-5 2 0,0-9 0,-3-3-104,-4-3 0,-5-4 0,-5-3 0,-5-4-67,-3-3 0,-1 0 1,-8-4-1,-3 4 198,-4 2 1,-5 3 0,-10 7 0,-2 3 84,-5 5 1,5 4-1,-8 12 1,3 8-261,0 12 1,-7 2 0,9 12 0,6 3 72,4 2 1,12-5 0,-2 1 0,4-1-205,3-2 1,10 5 0,7-10 0,12-3-1096,14-2 0,3-2 1,12-3 1083,3-4 0,11-5 0,6-10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37.91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328 197 8357,'0'-44'-40,"2"8"1,3 2-1,2 2 223,-2 6 637,7 2 1,-2 31-1,7 17 1,-5 20-256,-3 14 0,6 5 0,-5 2 0,2 3-318,5 4 0,2 6 0,0 6 0,-2-1-572,-2-4 0,-3-8 0,5 1 0,-3-6-1248,3-8 1,-7-5 1572,-3-10 0,5-9 0,0-2 0</inkml:trace>
  <inkml:trace contextRef="#ctx0" brushRef="#br0" timeOffset="183">66 676 8357,'-31'-10'585,"7"-2"0,14-7 0,24 2 0,18 4-319,9 4 1,12-8 0,8 5 0,11-3-371,15 1 0,8-1 0,-43 6 0,0-1 0,-2 2 0,-1 1-255,48 0 0,-5 5 0,-12 2 359,-8 0 0,-4 9 0,-3 3 0</inkml:trace>
  <inkml:trace contextRef="#ctx0" brushRef="#br0" timeOffset="517">937 893 8357,'0'22'-870,"0"-7"1246,0-1 0,10-2 0,4 3-119,6-8 1,2-7 0,2-7-1,2-8-39,3-4 1,8-10-1,-8-3 1,-3 1-139,-1 0 1,-6-6 0,-2 6 0,-5-1-80,-2 1 0,-3-5 0,-7 7 0,-3 2-19,-4 3 0,-5 2 1,-12 3-1,-3 4 44,-2 8 1,-9 4 0,4 3-1,-3 0 135,1 0 1,9 13 0,1 6-1,7 10 157,4 5 0,10 2 0,-2 8 1,7-1-85,7 1 0,5-1 1,12 1-1,5-3-400,8-5 1,6 1 0,6-13 0,4-7-618,3-5 0,-8 2 0,3-6 783,-5-4 0,7-11 0,3-5 0</inkml:trace>
  <inkml:trace contextRef="#ctx0" brushRef="#br0" timeOffset="699">1482 1068 8306,'-25'12'0,"-1"-5"437,-3-5 1,7 6 0,8-1 0,-3-2 320,-3-3 1,-2-2-1,1 0-191,-1 0 0,10-9 0,2-8 0,3-8-327,0-4 1,2-12 0,12 0 0,8-10-410,4-4 1,5-3-1,5-5 1,10 2-642,9 3 1,-2 10-1,7-3 1,-2 7 809,0 8 0,0-5 0,-8 7 0</inkml:trace>
  <inkml:trace contextRef="#ctx0" brushRef="#br0" timeOffset="1350">1678 1046 8262,'-8'14'0,"-1"-2"383,-3-2 1,4 5 0,-4-6 578,3 3 0,-1-4-87,3 6-915,4-9 0,-6-5 0,9-14 1,2-8-221,5-7 0,-2 2 0,7-9 0,0-3-104,0-2 0,0-3 1,5 1-1,-2-3-97,2-5 0,-5 8 1,2-3-1,1 9 475,-3 6 0,7 4 0,-4 13 276,4 6 0,1 8 0,-3 10 0,-5 12 52,-3 12 1,6 9 0,-5 6 0,-1 2-113,1-3 1,-3-2 0,-7-3 0,3 1-163,4 0 0,-5-3 0,6-5-317,-6-7 259,-2-14 1,0-15-1,0-15 1,0-7 133,0-7 0,0-5 0,0-9 0,0-1 61,0 1 1,0-1 0,0 1-1,2 1-143,6 6 1,1-3-1,8 13 1,-2 4 42,2 5 1,2 12-1,3-2 1,0 7-131,-1 7 0,1 5 1,0 13-1,0 4-26,0 7 0,-8-2 0,-2 2 0,-2 3 47,-5 2 1,-3 0-1,-2-2 1,0-3-45,0 3 1,0-8 0,-2 1-1,-6-6-147,-6-4 1,2 2 0,-3-17 226,-2-2 0,8-5 0,1-7 0,6-10-55,2-9 0,0-8 0,0-10 1,0 1-33,0-1 1,2 0 0,6 1 0,4 2 225,0 4 0,7-1 0,-4 9 0,4 5 75,3 7 0,0 0 1,-1 9-1,1 6-137,0 7 0,0 9 0,-3 13 1,-2 4-207,-2 3 1,-11 10 0,4 7 0,-6-3-664,-2-2 0,0-10 1,0 1-1,0-1-2671,0-2 3431,0-3 0,0-9 0,0 0 0</inkml:trace>
  <inkml:trace contextRef="#ctx0" brushRef="#br0" timeOffset="1617">2766 567 8205,'0'-22'515,"0"0"1,0 0 0,0 1 704,0-1 0,-2 10-880,-5 5 0,-3 7 0,-7 7 0,3 10-89,-3 9 0,5 1 1,0 9-1,2 1-236,5-4 0,3 9 0,2-6 0,0 5-108,0 3 1,2-8 0,3 0-1,5 0 141,2-2 1,2 5-1,5-10 1,-2 0 358,-2 3 0,-10-8 1,4 5-1,-1-5 58,-1-2 1,-2-3 0,-12-2 0,-8-5-1214,-4-2 1,-3 4 0,-2-6-955,-5-4 0,4-1 0,-1-6 1702,9-4 0,-2-5 0,6-10 0</inkml:trace>
  <inkml:trace contextRef="#ctx0" brushRef="#br0" timeOffset="1766">3180 959 8205,'22'19'0,"0"-2"166,0-2 1,-3 6 0,-2 11 0,-5 2 355,-2 4 1,-6 4-1,-11 1 1,-5 1-421,0-1 0,-7-2 0,4-2 0,-4-5-281,-3-3 179,0-2 0,-9 3 0,-3 2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36.56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1 392 8192,'0'22'-999,"0"-7"914,0-1 1,0-7 0,2 5 1046,5-2-676,-4 7 390,6-5-406,-9 0 0,0-4-224,0-16 0,0-4 0,0-10 1,0 1 2,0-1 1,0 0 0,0 0 0,0 0-27,0 1 0,8-1 1,1 0-1,1 0 167,0 1 1,4 6 0,-4 3 0,2 2 238,5 5 1,-5 13 0,0 9-1,0 7-214,0 5 1,-4 12 0,4 0 0,0 8-845,0-1 0,0 0 1,5 1 628,-3 2 0,1-1 0,7-6 0</inkml:trace>
  <inkml:trace contextRef="#ctx0" brushRef="#br0" timeOffset="719">349 501 8129,'-12'3'0,"2"1"270,1 4 0,9 9 54,0-3 0,9-4 1,16-3-1,4-5-120,7-2 1,5-9 0,0-6-1,-2-4-266,-3-3 0,-2 0 0,5 1 1,-5-1-51,-3 0 1,-4-7 0,-10 0 0,-5 2-18,-3 3 1,-1 2 0,-8 1-1,-3-1 100,-4 0 0,-5 3 0,-10 2 0,0 5 311,1 2 0,-4 3 0,-1 7 0,-3 2 142,2 5 1,3 5 0,2 13-1,3 1-149,4 3 0,-2 10 0,10-3 0,2 5-351,3 3 0,7 0 0,7-1 0,12-2-174,7-4 1,8-6 0,9-9 0,3-3-293,-2-4 1,4-6 0,-2-9 0,-3 0 110,-2 0 1,-12-9 0,-5-6 0,-7-7 317,-8-7 1,3 5 0,-10-7 0,-2 2 504,-2 0 1,-3-8 0,0 6-1,0-1-13,0 1 0,-8-8 0,1 5 0,0-2 198,-3 0 1,8 9 0,-5-2 114,4 5 0,3 14-555,0 10 0,0 10 0,3 14 1,1 3-104,4 2 1,9 10 0,-3-3-1,5 5 1,3 2 0,-5-6 0,3-3 0,4-3-103,0-4 0,0-3 0,-2-5 0,0-2 78,-1-2 0,1-10 0,0 2 0,-3-7 12,-4-7 1,2-6 0,-10-8-1,-2-1 62,-3 0 0,6 0 1,-1 1-1,-2-1-74,-3 0 1,-2 8-1,0-1-1615,0-2 1414,0 7 0,3 10 0,1 15 0,6 2 399,2-3 0,3 3 1,6-7-1,1 0 237,0-1 0,0-1 1,0-8-1,-1-3 214,1-4 1,7-5-1,-2-10 1,-5-2-481,-6-5 1,-8-5 0,4-10 0,-2 3-795,-6 5 1,-1-3 0,-6 8 0,-1-1-1114,-4 1 1728,-9 2 0,5 7 0,-10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45.83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22 894 8410,'-7'-29'0,"0"-1"900,2 4-529,2 11 1,3 8-1,0 14-99,0 8 1,0 7 0,0 4-1,3 6 82,4 2 0,-2 4 0,7 11 1,0 4-227,0 3 1,-7-8 0,5 5 0,-3-2-191,0 0 0,8 0 1,-6-10-1,1-5-191,0-7 0,7-7 0,-3-10 454,6-12 1,1-22 0,1-21-1,0-13-30,0-7 1,-3-12-1,-2-2 1,-2-1-74,1 6 1,-6 4-1,-3 5 1,-2 2-336,2 3 0,-4 10 0,4 0 0,-4 9-1532,-3 10 0,0 5 323,0 2 0,0 12 1446,0 10 0,0 20 0,0 13 0</inkml:trace>
  <inkml:trace contextRef="#ctx0" brushRef="#br0" timeOffset="249">392 894 8380,'0'14'-138,"0"1"-9,0 2 1,0 4 0,0 6 0,0 2 698,0-2 0,0 6 1,0 4-1,0 1-53,0-1 0,3 4 0,4-7 0,5 2-182,0 0 1,5-7-1,-7 5 1,0-2 126,-1-6 1,8-4 12,-2-7 1,-3-8 0,2-17 0,3-12-59,3-11 1,1-18-1,1-7 1,0-5-229,0-3 1,-1-1 0,4-3-1,1-3-505,3 3 0,-7 4 1,-7 6-1,-1 4-1146,-2 3 0,5 5 0,-10 11 0,1 11-2043,1 9 3523,-6 7 0,6 10 0,-9 0 0</inkml:trace>
  <inkml:trace contextRef="#ctx0" brushRef="#br0" timeOffset="582">763 1438 8422,'14'-2'465,"1"-6"0,-8 3 0,7-9 1,3-3-186,3-2 1,1-3 0,4-2 0,1-3-239,3-2 0,3-10 0,-6 3 0,3-5-19,-2-3 0,-10 3 0,-3 2 0,1 3-179,-3-3 1,-2 8 0,-10 2-1,0 5 17,0 2 1,-10 7-1,-4 3 1,-6 3 8,-2 4 1,1 5 0,-1 7 0,-2 10 184,-5 10 0,4-1 0,-1 11 0,6 1 121,6 3 0,9 5 0,-2 3 1,4 2 358,3-3 1,3-4 0,7-6 0,9-1-227,7 1 1,16 1-1,1-3 1,10-7-675,3-4 1,9-4-1,-2-1 365,7-6 0,3-4 0,-8-10 0</inkml:trace>
  <inkml:trace contextRef="#ctx0" brushRef="#br0" timeOffset="1113">1895 1 8898,'7'24'0,"3"3"321,2 2 0,2 17 0,8 2 0,2 10 98,5 10 1,-4 14 0,4 3-1,-5 7-334,-2 0 1,-3-3 0,-4-2 0,-8 3-241,-5 4 0,-2-14 0,0 0 0,0-12-391,0-10 1,-7-5-1,-3-12-31,-2-5 0,5-14 0,-5-17 451,2-10 0,3-17 1,7-12-1,0-2 293,0 0 0,0 0 1,0-6-1,2 4-13,6 1 1,1 11-1,8-3 1,-2 5-35,2 2 1,2 10-1,3 4 1,0 6-48,-1 2 1,8 10 0,0 4 0,-4 8-262,-8 7 0,2 5 1,-7 9-1,3 3-261,-1 5 0,-7-5 1,5 5 448,-2-5 0,7-2 0,-5-1 0</inkml:trace>
  <inkml:trace contextRef="#ctx0" brushRef="#br0" timeOffset="1447">2875 1177 8275,'0'-44'0,"-3"1"361,-4-1 0,2 10 0,-7 5 1,0 5 556,0 2 1,-5 10 0,-10 5 0,-4 4-391,-3 3 0,5 3 0,-5 4 0,0 8-395,1 4 0,6 12 0,-2 6 0,5 4-202,2 2 0,10 1 0,5-3 0,4-2-443,3-3 1,0-9 0,0 2-1,3-8-11,4-6 1,7 2-1,13-10 1,4-4 311,3-8 0,-5-7-1,5-10 1,-2-2 376,-6-5 1,-2 4 0,-2-4 0,0 5 552,0 2 0,-8 8 0,1-1-439,2-2 1,-5 8-290,2 2 1,-9 14-1,5 10 1,-3 7-157,0 5 0,8 7 0,-8-4 0,0-1-454,3 1 1,-5-1-1,7-4 1,0 2-438,0-3 1,-7-9 0,5-5 1056,-1-2 0,4 7 0,8-5 0</inkml:trace>
  <inkml:trace contextRef="#ctx0" brushRef="#br0" timeOffset="2014">3114 785 9338,'0'21'285,"0"11"0,0 7 0,0 7 214,0 4 1,3 8-1,2-4 1,2 1-160,-2 6 1,4-5 0,1-3 0,2-5-202,5-7 1,3-12 0,1-2 0,1-10-69,0-10 1,0-7 0,-3-7 0,-2-10-181,-3-10 1,1 1 0,4-11 0,-2-4-345,-2-7 0,-8 2 0,5-7 0,-2 2-139,-5 0 1,4-7-1,1 7 1,0 3-373,-1 2 1,6 5 0,-5 2 963,2 3 0,2 9 0,-2 15 0,-4 22 0,-6 11-69,-2 8 0,0 10 1,0-3-1,-2 8 239,-6 7 0,6-5 0,-8 7 0,3-2 362,0 0 1,-1-8 0,11-7-1,4 1-177,8-3 0,4-3 1,3-12-1,2-4-207,5-8 0,-2-4 1,9-6-1,3-6-93,2-13 0,2-10 0,1-11 0,-3-1-18,-5 1 0,-4-1 1,-11 1-1,1-1 45,0 0 0,-10 11 0,-5 1 0,-4 3-72,-3 0 1,-10 0-1,-4 10 1,-8 4 63,-7 8 0,-5 4 0,-10 3 0,1 5 274,-1 10 0,10 2 0,3 21 0,2 6 196,0 4 1,2 6-1,13-4 1,6 6 62,6 0 0,4 4 1,8-7-1,14 1-162,17-1 1,15-10 0,17-9 0,9-5-754,10-9 0,-3-11 1,6-16-1,-6-7-1097,-2-6 1,-9-11-1,-8-5 1405,-9-6 0,1-11 0,-6-2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50.663"/>
    </inkml:context>
    <inkml:brush xml:id="br0">
      <inkml:brushProperty name="width" value="0.08571" units="cm"/>
      <inkml:brushProperty name="height" value="0.08571" units="cm"/>
      <inkml:brushProperty name="color" value="#004F8B"/>
    </inkml:brush>
    <inkml:brush xml:id="br1">
      <inkml:brushProperty name="width" value="0.11429" units="cm"/>
      <inkml:brushProperty name="height" value="0.11429" units="cm"/>
      <inkml:brushProperty name="color" value="#004F8B"/>
    </inkml:brush>
  </inkml:definitions>
  <inkml:trace contextRef="#ctx0" brushRef="#br0">29897 0 8516,'22'0'-637,"0"0"1,0 0 713,0 0 1,-1 0-1,4 3 1,1 4-84,3 8 0,7 2 1,-4-1-1,-1-1 41,1 2 1,4 2-1,-4 3 1,1 2 54,6 5 0,-5-5 0,0 6 0,0-6-48,0-3 0,-5 9 0,5 1 0,-3 0-39,-4 1 0,-6-1 0,-4-4 0,-5 4-14,-2 3 0,-3 0 1,-7 5-1,0-3-16,0 3 1,-9-5 0,-6 2 0,-7 0-5,-7-2 0,-4 7 0,-11-7 0,-2 3 8,-5-1 0,-4-7 0,-11 5 0,1-3 23,0-4 0,-10-1 0,-5 1 1,-7 2 9,-8-2 0,46-15 1,-1 0-1,-5-1 0,-1 0 1,-3 0-1,-1-1-60,-5 1 1,-1 0-1,1 0 1,0 0-1,-5 0 1,-1 0 0,1-1-1,0-1 109,-2-1 1,-1-1 0,-6 1 0,-2 1 0,-1-4-1,0-1 1,-2 1 0,1 0 8,-1 0 1,1 0-1,-1 0 1,-2-1-1,-4-1 1,-1-1-1,-4 3 1,-1 0-166,29-1 0,0 0 0,0 0 0,0-1 0,0-1 0,0 0 0,-3 2 0,0 0 1,0 0-1,-1 0 0,0 0 0,0 0 101,-1 1 1,1-1 0,-2-1 0,-3 0 0,-2-1 0,0 1-1,-2 1 1,-1 1 0,0 0 0,-3 0 0,-1 0 0,0 0-36,0-1 0,-1 0 0,1 0 0,-1 1 0,-1 1 0,1 0 0,-3-3 0,-1 0 0,0 0 1,-3 1-1,0 0 0,-2 1-146,-3 0 1,0 1 0,-1-1 0,5 0 0,0-1 0,-1 0 0,-3 0-1,0 0 1,-1 0 0,1 0 0,1 0 0,-1 0 188,1 0 0,-1 0 0,0 0 0,23-2 1,0 0-1,-1-1 0,0 1 0,-2 1 0,0 0 1,0 0-1,0 0 0,-1 0 0,0 0 0,1 0 1,-1 0 28,2 0 0,0 0 0,1 0 1,-1 0-1,1 1 0,0-1 1,0 1-1,-1 0 0,0 1 1,-1 0-1,0 0 0,-1-1 0,-1 1 1,0-1-1,-1 0 0,0 0-10,-1 0 0,-2 0 0,1-1 1,1 1-1,2-1 0,0 0 0,0 0 1,0 0-1,0 1 0,-1 0 1,1 1-1,0-1 0,0 0 0,0-1 1,0 1-1,0-1-91,-1 2 1,-1-1 0,1 0-1,-1 0 1,-2 0 0,0-2-1,0 1 1,-1 0 0,-1 1-1,-1-1 1,1 1 0,-1 0-1,2 0 1,-1 0 0,1 0 0,0 1 80,1-1 1,1 1 0,-1 0 0,1 0-1,0 0 1,0 1 0,1-1 0,-1 1-1,-1-1 1,1 1 0,0-1 0,-1 1 0,-1-1-1,0 1 1,-1-1 0,1 0-15,-2 1 1,1-1 0,-1 1 0,1-1 0,0 1 0,1-1 0,0 1-1,-1-1 1,2 0 0,-1 1 0,0-1 0,1 1 0,-1 0 0,0-1-1,1 2 1,-1-1-7,0 1 0,1 1 0,-1-1 0,0 0 1,0-1-1,-1 0 0,0 0 0,0 0 0,-2 1 1,0 1-1,1-1 0,-1 0 0,0 0 0,0 0 1,0-1-1,1 1-2,0 0 0,1 0 0,-1 1 0,1-1 0,0 0 0,0-1 0,0 0 0,0 2 0,-1 0 0,0 0 0,0 1 0,0-1 0,-1 1 0,1-1 0,-1 1 0,0-1-6,-1 1 1,0 0 0,0-1 0,0 0 0,3 0-1,0-1 1,1 0 0,-1 0 0,-1 1 0,0 1 0,-1-1-1,1 1 1,1 0 0,-1-1 0,1 0 0,-1 1 0,1-1 1,0 1-1,-1-1 1,0 1-1,0 0 1,-1 0-1,0 0 1,1 0-1,-1 1 1,1 1-1,0-1 1,0 0-1,1 0 1,0 0-1,0-1 1,1 1-1,1-1 0,1 0 1,1 0-1,-1 0 1,1 0-1,1 0 1,-1 0-1,0 1 0,-1 0 1,0 2-1,-1 0 1,0 0-1,0-1 1,-2 1-1,1 1 0,-1-1-29,0 0 1,-1 1 0,1 0 0,-1 0 0,2 0 0,1 0 0,-1 1 0,1-1-1,-1 0 1,1-1 0,0 1 0,0 0 0,0 1 0,0 0 0,0 1 0,0 0 23,-1 0 0,0 1 0,-1 0 0,1 0 0,-2 0 0,0 1 0,0 0 0,-1 1 0,1-1 0,-1 1 0,0 0 0,1 1 0,-1 0 0,1 1 1,0 0-1,0 1 13,2 0 1,0 0-1,1 0 1,-1 1 0,2-1-1,-1 1 1,1 0-1,-1 0 1,2 0 0,-1 0-1,0 1 1,0-1 0,-1 1-1,0 0 1,0 0-1,0 0 17,-1 1 1,0-1 0,0 1 0,1 0-1,2 0 1,1 0 0,1 0 0,-1 0 0,0 0-1,-1-1 1,1 1 0,0 0 0,2 0 0,-1 2-1,1-1 1,0 1-39,2 1 0,-1-1 0,1 1 1,0 0-1,1-2 0,1 1 1,0-1-1,1 0 0,1 0 1,0 0-1,0 0 0,1 0 1,-21 7-1,0 0 0,1 0 4,5-1 1,0 0-1,2-1 1,5 0-1,1 0 1,1 0-1,3-1 1,0 0-1,0 0 1,1 0 0,1 0-1,0 0-23,0 0 0,-1 0 0,3 0 0,7-3 0,1 0 1,1 0-1,-26 11 0,2 1 0,7-2 0,1 0 42,4 0 0,3 1 1,5-1-1,4 0 1,7-4-1,3-1 0,7-2 1,3-2 212,-26 17 0,15-1 0,17-9 1,9 2-229,10 1 0,10-8 0,17 4 0,11-1 351,13-5 1,17-1 0,9-2 0,11 1-331,8-6 1,6-5 0,2 1 0,0-5 502,0-1 0,-2-6 0,-5 4 0,-7-5-659,-6-2 0,1 0 0,2 0 0,0 0-18,-7 0 1,0 0-1,-12 0 164,-3 0 0,-2 0 0,-2 0 0</inkml:trace>
  <inkml:trace contextRef="#ctx0" brushRef="#br1" timeOffset="849">1436 5728 13106,'-15'0'-4674,"1"0"4340,-1 0 1,3-10 612,5-5 0,4 3-81,3-2 0,0 7-69,0-8-77,0 10 0,3-5-19,4 10 0,5 0 0,10 0-111,0 0 0,-1 0 0,4 3 0,1 2 124,3 2 0,0 3 0,-7-5 0,0 2-62,0-2 0,-8 4 1,1 1 157,2 2 0,-5 3 1,0 6-1,-2 1 28,-6 0 0,-11 0 0,-7 2 0,-8 3 26,-7 2 0,2 7 0,-9-7 0,0 0 71,2 2 1,-5-6 0,10 4 0,2-5-301,3-2 0,2-1 1,1 1 32,-1 0 0,10 0 0,2-1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6:54.5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956 414 8163,'-7'-21'414,"-1"-1"0,-8 10 1,1 4 269,-4 6 1,-3 4-1,0 8 1,-2 10-189,-5 6 0,5 13 0,-5-3 0,4 5-252,4 3 0,-1 2 0,0 2 0,3 5-202,4 3 0,6-8 0,9 3 0,0-5-257,0-2 1,2-13 0,5-9 0,10-15 45,10-12 0,-1-9 0,8-15 1,0-7 55,0-6 0,-7-11 0,2-5 0,-5-2-52,-2 2 1,-10-5 0,-5 7 0,-5-2-46,-2 0 0,-9 0 0,-8-5 1,-12 5-39,-15 7 0,-11 5 0,-18 5 0,-7 5 71,-5 7 1,1 7-1,4 7 1,7 8 284,6 5 1,11 4-1,8 8 1,9 9-319,10 8 0,12 9 0,5-5 0,2 1-1799,5-1 2009,13-2 0,13 3 0,13 2 0</inkml:trace>
  <inkml:trace contextRef="#ctx0" brushRef="#br0" timeOffset="416">1217 262 8113,'-2'-19'411,"-3"2"563,-2 2 0,0 13-148,7 2 1,0 9 0,-3 16 0,-2 1-341,-2 3 0,0 10 0,7-5 0,0 2-299,0 0 0,0 3 0,0 10 0,0 1-239,0-1 0,2-3 0,3-5 0,5-5-166,2-7 0,2-5 0,8-2 1,0-3 266,0-4 0,2-5 0,5-10 0,7 0 34,5 0 0,3 0 1,2-3-1,2-4 83,3-8 1,7 3 0,-7 0 0,-3 0-206,-2 0 0,-9 7 0,-4-2 0,-1 5-754,-5 2 1,-11 0-1,-3 2-1335,-4 5 1,-4-2 2127,-12 10 0,-15-11 0,-12 6 0</inkml:trace>
  <inkml:trace contextRef="#ctx0" brushRef="#br0" timeOffset="699">107 1329 8274,'-22'0'1856,"5"0"-1220,10 0 0,21 0 1,32 0-1,17 0-324,15 0 1,18 0-1,-42 0 1,1 0-1,6-1 1,2 0 93,4-2 0,1-2 0,6 0 0,2-2 1,5-3-1,0-2 0,2 2 0,1-1-353,5-1 0,-1 2 0,-10 3 0,-1 2 0,-1 1 0,-2 1 0,-9 1 0,-2 1-366,-7 1 1,-3 0 0,36 0 0,-21 3-317,-15 4 1,-14 5 0,-24 10 0,-11-1-1549,-8 1 2177,-9 10 0,1-18 0,3 6 0</inkml:trace>
  <inkml:trace contextRef="#ctx0" brushRef="#br0" timeOffset="1066">695 2157 8184,'-44'12'405,"8"7"1,2-5-1,3 6-63,4 2 0,5-1 1,5 1-1,5 2 203,2 5 1,3-4 0,7 4 0,0-5-242,0-2 0,3-8 1,4-2-1,10-2-114,9-5 1,-1-3-1,6-4 1,0-6-2,6-6 1,-3-8 0,0-7-1,-3-7-304,-4-5 1,-3-3-1,-2 1 1,-3-1-186,-5 1 0,-4-1 1,-10 0-1,-2 1-8,-6-1 1,-6 1-1,-15-1 1,-10 1 25,-9-1 1,-1 10-1,-9 5 1,-2 7 121,-3 8 0,7 4 0,5 10 0,5 3-259,3 4 1,9 12 0,5 13 0,5 2-1378,2 4 1796,10 3 0,-7 3 0,6 0 0</inkml:trace>
  <inkml:trace contextRef="#ctx0" brushRef="#br0" timeOffset="1533">956 2004 8184,'-2'-19'2153,"-3"2"88,-3 2-1533,1 10 0,10 5 1,1 15-1,6 4-264,2 3 0,-4 7 0,6 3 0,3 1-328,2 6 1,3-5 0,0 2 0,0 3-415,-1 2 1,8-7 0,1-5-1,-1-5-308,2-2 1,3-10 0,7-5 0,-2-4-199,-3-3 0,-7-12 0,5-8 0,-3-9 416,-4-5 0,-10 1 0,-5-6 0,-2 3 368,-5-3 1,-3 7 0,-2 3 567,0 5 0,-10 5 1,-2 7 415,0 12 1,-5 9-1,7 16 1,1 4-307,-1 7 1,3-5 0,7 1-1,0-3-532,0 0 1,10 2-1,4-6 1,5-1 19,3-5 1,10-12-1,4-2 1,5-10 87,3-9 0,-3-8 1,-3-7-1,-4-7-305,-2-5 1,-3-3 0,-10 1 0,-4-1 39,-8 0 0,-5 1 0,-4 2 0,-5 2-280,-8 3 0,-7 9 1,-4 0-1,-3 8-921,2 5 1,1 9 0,-1 0 1231,-2 10 0,0 7 0,7 10 0</inkml:trace>
  <inkml:trace contextRef="#ctx0" brushRef="#br0" timeOffset="2166">2067 2244 8020,'-22'0'1406,"0"0"1,0 0-394,0 0 1,8 0 189,-1 0-997,1 0-134,2 0 1,5-3-127,14-4 1,5 5 0,10-8 0,-1 3 6,1-1 0,0-6 0,2 7 0,3-1 116,2-1 1,2 6-1,-4-4 1,2 5 76,-2 2 0,-3 0 0,-2 2 0,-1 5 64,1 8 1,-10 4 0,-5 3 0,-4 2-28,-3 5 0,-5-2 0,-7 7 1,-10-1-106,-2 1 0,0-7 0,0 2 0,-1-5-1108,4-2 0,-6-8-444,13 1 1,6-10 890,8 2 0,10-12 1,14-4-1,3-1 450,2 0 0,7-4 0,-4 6 0,-1 1 336,0-3 0,1 8 0,-6-5 1,4 4 601,-4 3 0,-9 3 1,-5 4 2,-2 8 1,-5 4 0,-13 3 0,-6-1-622,-5 1 0,-13 0 1,-4 0-1,-5 0-171,-3-1 1,-2 1 0,-2 0 0,-3 0-612,3-1 0,2 1 0,4-2 0,4-6-674,1-7 1,18-4 0,0-8 1268,7-10 0,4-9 0,8-19 0</inkml:trace>
  <inkml:trace contextRef="#ctx0" brushRef="#br0" timeOffset="2634">2894 1416 7980,'0'-14'1819,"0"-1"1,0 8-1035,0-8 0,10 10 0,4-2 0,6 5-327,1 2 1,11 0 0,2 0-1,2 0-530,0 0 1,1 0 0,6 0 0,1 0-390,-1 0 1,-9 0 0,-5 0 0,-5 0-1388,-2 0 1848,0 0 0,0 0 0,0 0 0</inkml:trace>
  <inkml:trace contextRef="#ctx0" brushRef="#br0" timeOffset="2781">3373 1133 7980,'-34'0'178,"0"-10"1,5-2 0,-4-2 775,-1-1 0,-7 10 0,4-4 0,-4 1-525,-2 1 1,-8-7-1,0 6 1,3 1-439,2-3 1,9 8-1,3-5 9,3 4 0,-8-6 0,5-3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7:03.2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87 545 8103,'0'-22'177,"0"1"0,0-1 653,0 0 0,0 7-52,0 1 0,-2 12 0,-3 2-186,-2 12 0,-8 17 1,8 7-1,0 5 48,-3 3 1,5 6 0,-7 6 0,3 5-134,4 6 1,2 6 0,3-3-1,3 5-482,4 3 1,5-1 0,10 3 0,0-10-165,-1-10 0,1-16 0,0-17 0,0-10 168,0-10 0,-1-10 0,1-11 0,-3-18-218,-4-14 0,4-9 0,-7-11 0,0-1-128,-4-6 1,1 5-1,-1-4 1,-3 4 18,-3 3 1,-4-1 0,-6 1 0,-6-3-416,-6-4 0,-1 4 1,-4-5-1,-1 8 229,-3 7 0,0 5 0,7 9 0,3 3 382,4 5 0,5 4 261,10 11 0,10 8 0,7 6 0,10 2 632,9-2 1,5 5-1,5-6 1,2 6-150,3 2 1,7-7 0,-4-1 0,-1 1-504,0-2 0,5 4 1,-7-7-1,-5 2-765,-7 5 1,-8 3 0,-9 4 0,-3 5-2966,-4 8 3591,-6 4 0,-9 3 0,0 0 0</inkml:trace>
  <inkml:trace contextRef="#ctx0" brushRef="#br0" timeOffset="533">588 1547 8106,'0'-22'-340,"3"0"843,4 0 0,-5 1 0,6-1 626,-6 0 1,-2 0 567,0 1-1429,0 8 1,-2 16 0,-3 16 0,-2 10-55,2 5 0,-5 2 0,3 8 0,2 0-45,2-1 1,3-2 0,0-4 0,0-6-13,0 0 1,3-6-33,4 4 0,5-15 1,10-9-1,-3-10-53,-4-9 0,4-15 0,-7-8 0,0-6-291,-4-8 0,-6 5 1,-2-5-1,0 8-153,0 6 1,-2 3-1,-3 8 1,-5-1-482,-2 8 0,0-3 1,-5 10-2262,3 0 3114,9 2 0,-15 20 0,8 2 0</inkml:trace>
  <inkml:trace contextRef="#ctx0" brushRef="#br0" timeOffset="882">871 1438 8106,'-14'0'1217,"-1"0"1,10 2 0,-4 3 0,2 5-561,-1 2 1,1-5 0,7 8-1,0 2-385,0 2 1,0 3 0,0 0 0,2-1-463,6 1 1,4-7 0,10-3-79,-1-3 0,4 6 0,1-8 0,3-4-176,-2-8 0,-3-7 0,-2-10 0,0-2 42,-1-5 1,1 4 0,0-6 0,0 2 271,-1 0 0,-6-7 0,-3 7 0,-2 2 387,-5 3 1,-3 2 220,-2 0 1,0 13-1,0 11 162,0 17 0,-7 3 1,-1 10-1,4-1-190,1 5 0,-4-2 1,0 0-1,2 0-572,2 0 1,3-8 0,0 3 0,0-4-1670,0-4 0,10-1-2127,5-6 3918,4-4 0,3-10 0,0 0 0</inkml:trace>
  <inkml:trace contextRef="#ctx0" brushRef="#br0" timeOffset="1066">1394 763 8226,'-22'0'600,"10"2"1,5 8 0,4 9 217,3 8 1,0 12 0,0-1 0,0 11-298,0 9 1,0 0-1,3 5 1,2 7-915,2 5 0,0 2 0,-7 3 1,3-10-1254,4-9 0,-5-3 1,6-14 1645,-6-11 0,8-6 0,2-5 0</inkml:trace>
  <inkml:trace contextRef="#ctx0" brushRef="#br0" timeOffset="1250">1046 1220 9163,'-13'-22'915,"6"1"1,5 6 0,4 3 0,5 0 107,8 0 0,7 0 0,7-5 0,7 5-903,5 2 1,3 3 0,-1 7-1,1 0-1344,-1 0 0,8 0 0,0 0 1224,-3 0 0,-2 9 0,-2 3 0</inkml:trace>
  <inkml:trace contextRef="#ctx0" brushRef="#br0" timeOffset="1399">1851 1460 11911,'3'-15'3734,"4"1"1,-2 6-5261,9-6 1526,1 9 0,7-14 0,-1 7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7:10.8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88 8053,'15'-20'499,"-1"6"1,-6 7-1,4 16 66,-3 13 1,8 10 0,-5 11 0,3 3-35,-1 5 1,1 7 0,4 15-1,-2 9-352,-2 10 1,-3 0-1,-4-42 1,1 1-1,-3 0 1,0 0-113,4 48 0,-3-4 1,-7-18-1,0-14-347,0-17 0,-3-15 80,-4-16 0,-2-8 1,-8-17 4,2-11 1,10-4-1,-2-8 1,5-1 39,2 0 0,0 0 0,0-5 0,2 5 32,5 3 1,5 2-1,10 9 1,0 6 124,0 7 1,-1 4-1,1 3 1,2 5 8,5 10 1,-4 2 0,4 19-1,-5 5-269,-2 7 1,-8 1 0,1 6 0,-1 1-317,-2 0 1,5-8-1,-7 3 1,0-8 573,-1-6 0,8-6 0,-5-9 0</inkml:trace>
  <inkml:trace contextRef="#ctx0" brushRef="#br0" timeOffset="284">784 1046 8053,'-12'-10'438,"-7"8"0,4-5 222,-4 4 1,4 3 0,3 3-1,0 4-226,0 7 0,7 13 0,-2 2 0,5 0-171,2 2 0,0-6 1,0 4-1,0-5 21,0-2 0,9-8 0,6-2 0,7-2 73,7-5 1,-5-12 0,7-8-1,-2-4-261,0-3 0,-2-7 1,-10 0-1,-5 0-306,-2-3 1,-3 8 0,-7-5 0,0 5-116,0 2 0,-2 0 1,-6 3-1,-6 2-804,-6 3 1,-1 9 0,-1-3-49,0 6 1,8 2 0,1 2-673,4 6 1849,2 4 0,-3 10 0,-2-1 0</inkml:trace>
  <inkml:trace contextRef="#ctx0" brushRef="#br0" timeOffset="584">850 1024 8053,'14'0'0,"1"0"106,2 0 0,-8-2 0,1-3 884,0-2 0,-6-1 1331,11 8-1662,-10 0 1,7 10 0,-7 5-170,2 4 0,3 3 0,-5-1-289,2 1 0,10 0 1,-3-3-253,6-4 0,-6-5 1,1-10-1,2 0-302,2 0 1,-5 0 0,1-3 0,0-4-35,-3-8 1,5-4 0,-10-3 0,-2 0-66,-3 1 1,5-3 0,1-3 368,-4-2 1,-1 0-1,-3 7 414,0 0 0,0 13 66,0 9 1,0 9 0,0 13 0,0 2-216,0 5 0,7-5 0,0 6 1,-2-6-383,-2-3 1,4 1 0,0 0-1,0-3-1156,3-4 0,-5-3 1,9-7 1355,3 2 0,3-9 0,1-10 0</inkml:trace>
  <inkml:trace contextRef="#ctx0" brushRef="#br0" timeOffset="784">1503 1 8530,'-7'24'525,"-1"5"1,1 5-1,7 9 1,3 3 313,4 5 1,-2 7 0,9 15 0,1 7-504,-3 4 1,7 3-1,-7 1 1,3-4-1024,-1-4 0,-6-10 1,4-17-779,-3-9 1,-1-22 1464,-8 0 0,-10-25 0,-2 1 0</inkml:trace>
  <inkml:trace contextRef="#ctx0" brushRef="#br0" timeOffset="950">1220 610 8956,'10'-12'1833,"6"5"1,11 2-1052,9-2 0,15 2 1,10-9-1,9-1-577,10 3 0,12-10 0,2 5 1,-4-5-477,-8 3 0,-10 2 0,-14-5 271,-7 1 0,-5-1 0,-2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7:12.7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707 371 8121,'12'-22'208,"-3"0"1,-9 0 750,0 0 1,0 1-304,0-1 0,-2 10 0,-5 4 0,-8 8-153,-4 8 1,-5 11-1,-3 13 1,-4 4-178,-3 10 0,5 7 1,-5 12-1,2-2-87,6-5 0,4 5 0,7-7 0,8 0-220,5-6 0,7-16 0,9-12-19,15-12 1,5-20 0,5-14 0,2-17-110,-2-15 1,-1-7-1,3-2 1,-4-3-204,-8-5 1,-8 8 0,-6-3-1,-8 10 45,-4 5 0,-15-5 0,-10 10 0,-12 7 150,-7 9 1,-5 8 0,-3 5 0,-4 4 18,-2 8 0,6 4 0,-4 3 1,5 5-28,4 10 1,-2-1 0,17 18 0,5-1-530,7 5 0,7-2 0,10 0 0,0 0-453,0 0 0,3-7 1,4 2 1106,7-5 0,15-2 0,5-1 0</inkml:trace>
  <inkml:trace contextRef="#ctx0" brushRef="#br0" timeOffset="301">946 109 8121,'22'-9'528,"0"-6"0,-3 3 0,-2 0 683,-3 2 1,1 3-377,7 7 1,-10 10-1,-5 4-280,-4 5 0,-3 3 0,0 2 0,0 3-261,0 2 1,0 10-1,0-3 1,0 5-239,0 3 0,0-1 0,2 1 0,3 2-163,2 5 1,10-13-1,-3 3 1,6-7-241,2-7 0,7-5 0,2-8 0,3-6 171,5-6 0,2-4 1,2-6-1,3-6 176,5-6 1,-5-1 0,5 1 0,-5 3-371,-3 3 1,1 7 0,-3-6-1,-5 4-1885,-6 4-622,-6 2 2877,-12 13 0,-12 12 0,-12 12 0</inkml:trace>
  <inkml:trace contextRef="#ctx0" brushRef="#br0" timeOffset="550">119 1329 8174,'-42'0'0,"6"0"1863,7 0 1,17 2-1507,12 5 0,22-4 0,19 4 1,10-2 286,4 2 1,16-4 0,16 4 0,-37-5-1,1-2-326,5 1 1,2-2 0,3 0-1,1 0 1,8-2 0,1-1-1,5-3 1,3-1-404,6-1 0,1-1 1,-4 0-1,-1 0 0,-2 1 1,-1 1-1,-10 2 0,-3 0-160,-8 1 1,-3 1 0,26-4 0,-24 8-1,-18 3-661,-16 4 0,-12 3 1,-20 7-1,-9-3 906,-8 3 0,-12 2 0,6 3 0</inkml:trace>
  <inkml:trace contextRef="#ctx0" brushRef="#br0" timeOffset="2349">2449 1459 8274,'0'-12'2478,"2"3"0,5 9-1711,8 0 1,7 0 0,7 0 0,7 0-419,5 0 1,3 0-1,2 0 1,2 0-918,3 0 0,7 0 0,-7 0 0,-3 0-732,-2 0 1300,-2 0 0,-1 0 0,1 0 0</inkml:trace>
  <inkml:trace contextRef="#ctx0" brushRef="#br0" timeOffset="2500">3124 1176 8044,'-44'0'355,"1"0"1,-1 0-1,1 0 478,-1 0 0,0 0 0,-2 0 0,-2 0-684,-3 0 1,3 0 0,9 0 0,5 0 92,3 0-242,2 0 0,7-9 0,0-4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7:13.6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915 216 8040,'-44'10'709,"1"4"1,7 6 0,-1 4 0,1 5-283,2 7 0,-5 5 1,8 5-1,0 3 62,-1 1 0,5 8 0,13-7 0,7-2-198,4-3 0,8-13 1,7-1-1,12-5-265,8-6 0,4-6 0,8-22 1,-1-10 105,1-10 0,7-9 0,-1-13 0,-1-4-207,-3-3 1,-10-2-1,-2-9 1,-3-4-300,-4-1 1,-12 7-1,-11 9 1,-11 3 92,-15 4 0,-19 6 1,-19 9-1,-10 10-17,-10 7 1,-12 12 0,-5-2-1,0 7 248,0 7 0,5 5 0,13 12 0,8 5 78,11 7 0,12 6 0,16-1 0,13-3-553,7-1 0,4-3 1,8 4 524,0-1 0,10-11 0,2 6 0</inkml:trace>
  <inkml:trace contextRef="#ctx0" brushRef="#br0" timeOffset="649">1329 151 8039,'-3'-22'213,"-2"0"0,-4 3 1502,-3 4-1062,7-4 0,-5 19 0,10 2 0,0 15-176,0 10 0,0 9 1,0-4-1,3 1-288,4 6 1,-2 2 0,9 0 0,3-2-38,3-3 0,4-2 0,2 5 0,3-5-331,-2-3 0,4-4 0,-2-13 0,-2-6-163,-3-6 1,3-4 0,-3-6 0,-5-8-160,1-11 0,-11-7 1,1-10-1,-3 3 222,1 5 0,-1-3 0,-7 10 329,0 3 0,-7 6 197,-1 13 1,-1 19-1,4 24 1,-2 6 267,2 1 1,5 3-1,7 3 1,8 1 87,4-1 1,3-6 0,-1-9 0,4-10 7,4-7 0,-3-12 0,8 0 0,-2-12-212,-6-15 1,-2-10-1,-4-13 1,-3-4-302,-3-2 0,-9-9 0,2 4 1,-4 1-152,-3 4 0,-10-3 0,-4 4 0,-6 4-589,-2 7 1,1 8 0,-1 11-762,0 6 0,0 4 1,3 15-1262,5 9 2664,4 1 0,10 26 0,0-7 0</inkml:trace>
  <inkml:trace contextRef="#ctx0" brushRef="#br0" timeOffset="866">2134 347 8304,'22'0'581,"-7"0"1,-1 0 103,3 0 1,-5 9 0,0 8 0,1 7 131,-1 5 0,-5 10 0,5 0 0,0 9-721,0 10 0,-7 5 1,2 3-1,-4-1-1453,-3 0 0,0-9 1357,0-5 0,9-5 0,3-3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7:16.4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110 741 8096,'-13'-13'214,"-6"4"23,5 9 1,2 0-1,-1 2 1,4 5 388,4 8 0,-5 12 0,3 4 1,2 3-155,3 5 1,4 9 0,5 5 0,8 3-326,4 4 1,5-6 0,3-6-1,2-7-99,-2-5 0,4-9 1,-2 0-1,0-10-42,3-10 1,-8-7-1,3-7 1,-8-10-161,-5-10 0,-2-7 1,3-9-1,-8-1-334,-4 0 0,-6 1 0,-4-3 1,-8-2-111,-4-3 0,-3 0 0,1 7 0,-4-2 268,-4-4 1,3 4-1,-8-5 1,2 2 170,6-1 1,4 4 0,7-5-1,8 7 400,5 8 0,11-5 0,11 7 0,11-2 199,13-1 0,14 4 0,-2-6 1,2 5 75,0 2 1,0 3 0,7 10 0,-2 2-334,-5 3 0,-5 9 1,-12-2-1,-2 4-991,-3 3 0,-19 3 808,-2 4 0,-10 5 0,-5 10 0</inkml:trace>
  <inkml:trace contextRef="#ctx0" brushRef="#br0" timeOffset="1982">567 1067 8019,'0'-22'166,"0"1"291,0-1 1,2 10 0,6 7 3,6 10 1,-2 9 0,3 13 0,2 4-182,2 3 1,0 2 0,-2 8 0,-2 0-146,2-1 1,-8 1-1,1 2 1,-3 2-241,1 3 0,-1 0 1,-7-10-1,0-5-352,0-7 0,0-5 292,0-2 1,-7-12 0,-1-10 0,1-12-5,-3-8 1,8-9-1,-5-2 1,4-1 129,3 1 0,0-5 0,0 4 0,0 1 78,0-1 1,3 6 0,2 9 0,4 5 259,3 2 1,-4 3 0,6 7 24,3 0 1,2 9 0,3 6-1,-2 7-93,-6 7 1,3-3 0,-7 8 0,-1 0-533,1 0 1,5-7-1,-6 4 1,1-2-784,0 0 1,-1-7 0,-4-8-1475,2 3 2558,1-7 0,1 9 0,3-7 0</inkml:trace>
  <inkml:trace contextRef="#ctx0" brushRef="#br0" timeOffset="2149">1046 1437 13811,'0'22'743,"0"0"1,2 0-1070,6-1 0,-4-1 1,9-3-1,-1-5-648,0-2 974,-7-3 0,24 2 0,-5 4 0</inkml:trace>
  <inkml:trace contextRef="#ctx0" brushRef="#br0" timeOffset="2315">1090 1132 8102,'-22'-12'1322,"7"-5"-591,1 10-931,9 0 1,-2 7 0,14 0-1506,7 0 1705,-4 0 0,19 10 0,-5 2 0</inkml:trace>
  <inkml:trace contextRef="#ctx0" brushRef="#br0" timeOffset="2582">1307 1328 8093,'8'34'-43,"-1"-5"0,2-4 1,-4-4-1,3 1 483,-4 0 0,6 0 0,-3-1 440,-2 1 0,-2-7-239,-3-1 1,-3-9-417,-4 2 1,5-14 0,-8-7-224,0-6 1,8-4-1,-6-3 1,6-2-44,2 3 1,2 2 0,3 2-1,5 2 55,2 6 0,0-5 0,5 6 0,-2-1 268,2-1 0,9 11 1,3-4-1,0 6 49,3 2 0,-6 2 0,8 6 0,0 6-322,0 5 1,-7 3 0,2 0-1,-8 2-815,-6 5 1,2-5-1,-10 8 1,-2-3 805,-3 0 0,-2 0 0,0-7 0</inkml:trace>
  <inkml:trace contextRef="#ctx0" brushRef="#br0" timeOffset="2932">2222 1285 7929,'-15'-12'4901,"3"2"1863,3 0-3263,1 8-1829,8-8-2805,0 10-3485,0 0 4618,0 10 0,0-8 0,0 8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7:25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163 1329 8150,'-56'0'1174,"8"0"-728,9 0 0,20 3 0,21 4 0,20 7-385,19 6 0,15-6 0,17-2 0,9-2 670,10-5 0,7-3 0,-43-2 0,2 0 0,3 0 1,1 0-428,6 1 0,2-2 0,11-4 1,3-2-1,2-2 0,2-1 0,-1-3 1,0-1-369,-2 1 1,-1 0 0,-4 0 0,-2 1 0,-8 1 0,-3 1-1,-6 0 1,-3 0-202,-7 3 1,-3 0 0,18-3-713,-30 10 0,-22 2 0,-14 6-1135,-12 6 0,-14 6 2112,-3 1 0,-10 1 0,5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7:24.4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654 105 8229,'-7'-22'467,"-3"0"400,-2 0 1,7 8-404,-2-1 1,2 10 0,0 1-1157,-2 8 1,0 1 0,7 10-1593,0 2 2284,0 2 0,9 3 0,3 0 0</inkml:trace>
  <inkml:trace contextRef="#ctx0" brushRef="#br0" timeOffset="116">632 388 8229,'-22'24'57,"1"5"1,-4 5 263,-4 0 1,3 7 0,-8-7 0,0 2 11,0 0 1,-5-7 0,-9 8 0,-3-1-145,3-2 0,2-3 0,5-9 0,4-3-465,8-4 276,5-5 0,2-10 0,1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7:23.4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370 126 7910,'0'-29'0,"-2"2"231,-5 8 1,4-3 463,-4 8 1,2 4 0,0 5-411,-2 10 1,-3 10 0,5 14 0,-2 7-75,2 5 1,-4 5-1,1 2 1,1 6-186,-2 1 0,6 3 0,-4 5 0,2-5-432,-2-7 1,4-2 0,-6-3 0,1 0-425,1-5 1,-3-12 0,6 0 829,-4-5 0,-9-2 0,5-1 0</inkml:trace>
  <inkml:trace contextRef="#ctx0" brushRef="#br0" timeOffset="233">0 191 8052,'12'15'1718,"-2"-1"-1153,0 3 0,2 5 0,7 5 0,-2 4-217,-3 3 1,3 2-1,10 8 1,2-1-364,-2 1 1,-3-3-1,0-2 1,3-5-435,2-3 0,0-2 0,-7-9 0,-1-3-1124,1-3 1,0-9 1572,0 2 0,9-4 0,3-3 0</inkml:trace>
  <inkml:trace contextRef="#ctx0" brushRef="#br0" timeOffset="400">610 431 8771,'0'22'670,"2"2"0,3 3 0,5 4-311,2 3 0,-5-5 0,8 7 0,-1 3-378,-2 2 0,5 3 0,-7-1 1,0 1-692,-1-1 1,6-9 709,-8-5 0,10-5 0,-5-2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7:26.2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981 327 8227,'-29'0'364,"0"0"1,2-3 54,3-4 1,0 5 0,-3-3 0,-2 7-45,2 6 1,-6 11 0,-4 0 0,-1 10 200,1 5 0,-4 5 0,7 9 1,3 3-238,9-2 1,3-1 0,11 0-1,4 3-221,1-2 0,13-13 0,4-10 0,8-6-20,7-6 0,-2-11 1,9-3-1,3-15 10,2-11 1,2-16-1,3-11 1,0-2-223,-2-6 0,2 1 1,-17-1-1,-5 3-21,-7-2 0,0 4 0,-12 0 0,-10 3-118,-14 5 0,-15 4 0,-19 5 0,-13 8-195,-11 7 1,-15 7-1,-5 17 1,0 0 82,1 0 0,8 9 0,13 6 0,10 7-320,17 7 0,14-3 685,19 11 0,-4-1 0,7 8 0</inkml:trace>
  <inkml:trace contextRef="#ctx0" brushRef="#br0" timeOffset="1249">1177 327 8190,'0'-34'-15,"0"0"1,0 7 0,2-2 108,5 3 0,-4 9 1588,4 2 1,3 15-1228,-3 8 1,8 4-1,-6 19 1,1 1-131,0 4 1,4 5 0,-4 5 0,0 5-452,-1 7 0,8-2 1,-5-1-1,3-2-594,-1-4 0,-6-3 0,6-5-69,3-5 0,2-14 0,3-15 314,0-4 1,-3-23-1,-2-9 1,-5-9 359,-2-6 0,4 3 0,-4 2 1,0 5 399,0 3 1,-1 2-1,-4 7 976,2 0 0,1 13-589,-8 9 1,0 12 0,2 14 0,3 3 124,2-2 0,0-3 1,-7-2-183,0 0 0,0-8 0,3-2-281,4-2 0,3-12 0,7-15 0,-5-8-248,-3-4 0,6-9 0,-5 1 0,-1-4-241,1-2 0,0-1 0,-6 1 0,4-1-892,-3 1 1,-3-1 0,-2 3 0,0 2-1217,0 3 0,7 9 2263,0-2 0,10 5 0,-4 2 0</inkml:trace>
  <inkml:trace contextRef="#ctx0" brushRef="#br0" timeOffset="1733">1895 632 8186,'-12'-15'1177,"5"1"1,7-1-763,7-7 0,5 3 0,10 2 1,0 5-119,0 2 1,2 1-1,3 4 1,2-2-13,-3 2 0,-2 2 0,-2 6-121,0 4 0,-3 5 0,-4 10 0,-8 0-150,-4-1 1,-3 4 0,-3 4 0,-2 5-258,-2-1 1,-10 6-1,5-10 1,0 0 104,5 3 0,-3-15 0,3 4 0,-1-4 293,-1-5 0,9 8 65,0-6 1,9-4 0,13-3-1,2-4-405,5-3 0,-2-3 1,9-2-1,3-4-590,2-3 0,5 7 775,5-3 0,-5-4 0,7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7:29.8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274 1242 8310,'-22'-12'-13,"0"-5"0,1 10 215,-1 2 0,2 12 0,4 8 1,3 4 355,4 3 0,1 2 1,8 3-1,0 4-66,0 3 1,3 0 0,2 5-1,4-3-589,4 3 0,1-1 0,8-1 0,0-11-290,-1-9 1,1 0 0,0-12 0,0-7 158,-1-10 1,1-20-1,0-11 1,-3-11-85,-4-1 1,-3-8-1,-7 5 1,2-5-12,-2-3 0,-5 1 0,-10 0 0,-9-1 27,-8 1 0,-11 0 1,-1-3-1,-7-2 105,-5-3 0,0 8 0,8 9 0,4 3 496,10 5 0,2 4 0,22 10 0,8 10 489,9 7 0,17 10 0,10-8 0,9-2-291,10-2 1,12-5 0,5-3 0,3-2-184,4 3 1,3-1 0,2 0 0,0-2-369,0 3 1,-7 1 0,-3 6 0,-4 5-1268,-10 6 1,-17 6 1314,-17 2 0,-15 10 0,-4 2 0</inkml:trace>
  <inkml:trace contextRef="#ctx0" brushRef="#br0" timeOffset="617">731 1003 9276,'7'17'379,"1"4"1,9-1 0,-5 16 0,2 3-117,1 2 1,4 12-1,5 5 1,-4 5-129,-1 2 1,-2 8 0,0 0-1,-5-3-223,-2-2 0,-3-15 0,-7-10-196,0-11 0,-2-10 0,-3-13 240,-3-16 0,-1-5 0,4-20 0,-2 3 6,2 0 1,2-7 0,3 5 0,0-1 87,0 1 0,3 2 0,4 9 0,8 3 108,4 3 0,-5 9 0,1-2 0,2 4 157,2 3 1,3 0-1,0 3 1,0 4-224,-1 7 0,1 8 0,0 5 0,-3 4-383,-4 3 0,2-5 1,-10 8-1,0 1-95,3 3 1,-8-7-1,6-5 1,-6-5 385,-2-2 0,0 0 0,0 0 0</inkml:trace>
  <inkml:trace contextRef="#ctx0" brushRef="#br0" timeOffset="785">1341 1678 8168,'0'-15'0,"0"1"766,0-3 0,0 5 657,0-3 1,0 13-1034,0 2 0,0 9 0,0 13 1,0 0-492,0 0 1,2 0-1,6-1-1041,6 1 1,5 0 1141,3 0 0,0-10 0,0-3 0</inkml:trace>
  <inkml:trace contextRef="#ctx0" brushRef="#br0" timeOffset="900">1384 1351 8168,'-21'-29'0,"1"0"0,3 2 593,3 3 0,2 2-771,-3 1-1424,6 9 1602,9 12 0,9 12 0,3 9 0</inkml:trace>
  <inkml:trace contextRef="#ctx0" brushRef="#br0" timeOffset="1169">1646 1656 8168,'12'10'0,"-2"2"0,-8 10 259,5-1 0,-4 1 0,4 0 721,-5 0 1,-4-1-599,-5 1 1,2-10 0,-10-4-287,-2-6 1,5-4 0,0-6 0,3-6-30,4-6 1,2-9 0,3 0 0,0 0-164,0-2 0,3 7 1,4-5-1,7 4 157,6 4 1,2 6 0,-1 3 0,1 2 3,0 5 1,2 3 0,3 4-1,4 6-82,3 6 1,-7 6 0,2 1 0,-5 4-617,-2 4 0,-1-3 0,-1 8 633,-6-2 0,-4 6 0,-10-4 0</inkml:trace>
  <inkml:trace contextRef="#ctx0" brushRef="#br0" timeOffset="1334">2256 1656 8129,'14'-7'1495,"1"-1"1,-8-6-778,7 7 1,-9 2-719,2 12 0,-4 5 0,-3 10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27:32.0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436 1 8276,'-19'9'229,"4"6"1,-2 4-1,8 6 1,-3 4 74,-5 7 0,-5 15 0,-5 7 0,-2 5-144,3 2 0,-1 3 0,0 2 1,-2 0-356,3-7 1,2-3 0,4-16 0,3-10-1432,3-7 1626,-1-6 0,-7-18 0,1-6 0</inkml:trace>
  <inkml:trace contextRef="#ctx0" brushRef="#br0" timeOffset="183">1 219 8075,'14'2'402,"1"5"1,2 8 5,2 4 0,3 10 0,2 3 0,5 1-72,7 6 0,-2 2 1,2 3-1,3-1-251,2 1 1,-4 7 0,-4 0-1,-1-3-788,-5-2 1,-6-12 0,-4-3 702,-2 1 0,-1-8 0,8 7 0</inkml:trace>
  <inkml:trace contextRef="#ctx0" brushRef="#br0" timeOffset="467">610 698 8202,'12'-22'-22,"-4"0"0,4 0 1,0 1-1,2-1 479,1 0 0,2 3 1,10 2-1,4 2-30,3-2 1,2 5-1,8 0 1,-3 2-177,-5 6 1,3 1 0,-10 3 0,-3 3-138,-1 4 1,-6 12 0,-4 13 0,-8 1-63,-5 6 1,-11 2 0,-8 5 0,-8 5-54,-4 7 0,-9 5 1,4 2-1,0-2 40,5-5 0,5-4 0,4-13 0,6-5 65,7-7 0,4-12 0,6-5 0,6-5 12,13-9 1,17-15-1,14-17 1,5-5-372,10-7 0,-3-2 0,8 5 1,-6-1-824,-1 0 1,-1-2-1,-2-2 1078,-5-3 0,5 0 0,-7 8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42:06.9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697 610 8320,'0'-21'0,"0"-1"229,0 0 0,0 0 0,0 1 0,0-1 148,0 0 0,-7 0 0,-3 3 0,0 2-22,1 2 0,-8 11 0,2-4 0,-7 6-120,-7 2 0,3 2 0,-11 8 1,-1 12-106,-3 12 1,-10 12-1,0 9 1,3 11-160,2 1 1,12 3-1,5 1 1,4 1-220,4-2 0,9-14 0,4-10 1,8-12 50,8-10 0,4-7 1,12-19-1,5-8 205,7-12 1,3-12-1,0-14 1,-3-8 42,3-7 0,-8 10 0,-4-12 0,-10 2-29,-10 0 0,3 5 0,-3 0 1,-5 0-11,-7 2 0,-9 3 0,-15 12 0,-7 2-22,-6 3 0,-1 9 1,-1 1-1,1 6-135,-1 6 0,8 9 0,2-2 1,3 4-448,4 3 1,10 3-1,5 6-202,2 13 0,3 0 1,7 7 793,0-5 0,10-2 0,2 0 0</inkml:trace>
  <inkml:trace contextRef="#ctx0" brushRef="#br0" timeOffset="331">675 131 8270,'12'-21'-17,"-2"-1"106,0 0 0,-1 0 1,8 3 723,-2 4 0,-8 6 0,7 11-406,3 5 1,-4 5-1,-1 10 1,-3 2-186,-4 5 0,-2-2 0,-3 12 0,0 4-163,0 6 1,0 11 0,0-2 0,0 5-281,0 3 0,0-1 0,0 0 1,0-2-61,0-5 0,0-5 0,0-11 0,0-6 187,0-7 1,2-5 0,5-5 233,8-4 1,7-5 0,4-10 0,3 0-6,-2 0 0,4-8 0,1-1 0,2-1-140,4 0 0,-4 3 0,2 7 0,1 0-486,-3 0 1,4 0 0,-9 2 0,0 6 490,3 6 0,-8 6 0,8 1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42:13.8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22 109 6428,'0'-22'2456,"0"8"-1614,0-1 0,-2 3 911,-5-2-307,4-6-1201,-7 18 0,13-8 1,4 10-296,8 0 0,6 0 0,6 0 0,5 0-169,1 0 1,-4 0 0,5 0 0,0 0-899,0 0 1,-7 8 0,2-1 1116,-5-2 0,-2-3 0,-1-2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0T00:42:14.1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12294,'22'0'597,"0"0"0,7 0 1,2 0-1,3 0-362,5 0 1,9 0 0,3 0-1,-3 0-320,-2 0 0,-9 0 0,-4 0 0,-1 0-2056,-6 0 2141,-1 0 0,-4 0 0,1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0:16.51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65 218 8174,'-21'-10'378,"1"10"0,6 3-128,6 16 1,6 12-1,4 15 1,6 5 219,6 7 1,6 12 0,4 5-1,2 0-180,3 0 1,10 8-1,-5-6 1,0 0-372,-5-4 0,2-8 0,-2-9 0,-2-10-263,-3-7 1,-2-22-1,-3-8 277,-4-18 0,-5-8 0,-10-17 1,0 0-110,0 0 0,0-5 0,0-9 1,0-5 233,0-3 1,0 5-1,0-7 1,0 0-48,0 3 1,-3-8-1,-2 7 1,-2 0-221,2 6 1,3 11-1,4 7 181,5 8 1,-2 7 0,10 22-1,2 12 67,2 19 0,3 8 0,0 11 1,-1 1 88,1 0 0,7-8 1,0 3-1,-2-5-5,-3-2 1,-2-11 0,0-4 181,-1-4 0,-1-11 278,-6-14 0,-4-10 1,-10-31-1,0-7-315,0-5 0,0-5 0,0-8 0,0 1-561,0 0 0,-2-3 1,-3-2-1,-3-3-773,4 3 1,1 12 0,3 7 1065,0 5 0,0 3 0,0-1 0</inkml:trace>
  <inkml:trace contextRef="#ctx0" brushRef="#br0" timeOffset="317">936 1154 7843,'22'0'159,"0"0"0,0-2 274,0-6 1,-8 4 0,1-11 0,-1-2-183,-2-2 0,8-3 0,-6 0 1,3-2-108,-3-5 0,3 5 1,-7-8-1,0 3-66,-1 0 1,-1-7 0,-8 7 0,-3 2-196,-4 3 0,-7 10 0,-13 2 0,-5 2-12,-1 5 0,4 12 0,-5 8 0,0 7 243,0 7 1,7 12 0,-2 10 0,7-1 61,8 4 1,4-6-1,10 8 1,3-3 0,4-5 0,10-2 1,17-5-1,14-4-849,13-8 1,6-15 0,18-6 671,2-6 0,-5-21 0,15-6 0</inkml:trace>
  <inkml:trace contextRef="#ctx0" brushRef="#br0" timeOffset="885">2178 740 8195,'-20'10'-373,"6"5"1,7 4 871,4 3 0,3 9-108,0 5 1,3 6-98,4 1 0,-2 1 0,9-3 0,3-2-227,2-3 0,3-10 0,0 4-269,0-6 0,0-12 0,-1-5-116,1-5 0,7-4 148,0-5 1,0-5 34,-7-10 1,-3-10 0,-2-4 0,-5-5 0,-2 0 0,-5 2 24,-3 3 0,6 2 1,-1-5-1,-2 5 289,-3 3 0,-4-5 0,-3 7 1,-2 2 501,2 3 0,-5 9 1,0 3-289,-2 3 0,7 4 1,-2 14-1,5 13 4,2 12 1,0 7-1,0 5 1,0 3-326,0 1 0,7 4 0,3-6 0,2 3-802,5-3 1,2-2 0,3-5 0,2-2-1748,5-3 2477,-5-9 0,17 4 0,-7-9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0:22.48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475 153 8959,'-3'-24'0,"-2"-3"467,-2-2 1,-10 0-1,3 10-156,-6 4 0,-4 5 0,-3 13 0,-4 7 360,-3 11 1,5 11 0,-5 11 0,3 1-532,4-1 0,3 8 0,5 0 1,4-3-172,8-2 1,4-2-1,3-1 1,3-1-70,4-6 0,3-2 1,7-8-1,-3 3 6,3-2 0,3-3 0,-1-2 0,-2-3 155,-3-4 0,-9 4 87,2-4 0,-7-6 0,-7-1-78,-7-6 0,-6-2 1,-1 0-1,-1-2-127,0-6 1,0 4 0,0-11 0,1-2-285,-1-2 1,2 4-1,6 1 1,4-3-190,1-3 0,6 6 0,-2 2 433,10 2 0,7 3 0,10 7 0,2 0 274,5 0 0,-2 0 1,7 0-1,0 2-11,0 6 1,2-6-1,7 5 1,1-2-16,-1 2 0,-6-4 1,-1 2-1,3-8-8,2-4 1,-5-10-1,-2 3 1,-2-6 13,-6-2 0,-2 1 1,-4-1-1,-3 0-82,-3 0 1,-9-7 0,2 0 0,-7 3-48,-7 1 1,-5 4-1,-10-1 1,-2 0-123,-5 0 0,5 8 0,-5 2 1,4 2 304,4 5 0,-3 3 0,-1 4 1,1 8-42,5 12 0,4 2 0,1 12 0,6 5-122,6 8 0,2-1 0,5 8 0,7-3-785,10-5 1,21-4-1,3-8 737,8-7 0,13-5 0,11-2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0:23.09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477 838 8157,'0'-22'321,"0"0"0,-2 8 0,-5 2-131,-8 2 0,-7 3 0,-7 9 1,-5 8 306,1 12 1,-16 9-1,6 13 1,-3-1-77,0 1 0,9-1 1,4 1-1,4-3-578,9-5 0,1-4 0,12-10-525,2-1 0,19-8 1,8-9-1,5-6 410,4-5 0,-4-10 1,7 5-1,-1 0 308,1 4 0,-7 6 0,2 2 0,-5 2 604,-2 6 1,0 6 0,-1 15 0,1 7 184,0 6 1,-3 11 0,-2 5-1,-5 7-292,-2 8 1,-3-3 0,-7 10 0,0 0-355,0-3 0,0-2 0,-2-10 0,-5 1-527,-8-1 1,3-12 0,0-9-1,0-15-1354,0-12 1,5-10 0,-6-14-1882,4-8 3583,1-23 0,8-8 0,0-20 0</inkml:trace>
  <inkml:trace contextRef="#ctx0" brushRef="#br0" timeOffset="267">521 1012 8034,'2'20'72,"6"-6"0,-6 5 1,8-2-1,-1 8 324,6 4 1,-3 9 0,3-4 0,-1 2 103,-2 1 0,7-1 0,-6 5 0,-1-5-204,-5-6 0,3-6 0,-3-3 1,-2 1-67,-3 0 0,-2-7 0,-2-3 38,-6-3 1,6-11 0,-8-15-1,3-10 145,0-9 0,0-7 1,7-6-1,0-7-470,0-6 1,0 8 0,0-9-1,0 5-578,0 3 1,9 6-1,3-1 1,3 6-488,-1 8 1,1 7 0,7 14 0,-1 8-1211,1 4 2332,-10 3 0,17 20 0,-4 4 0</inkml:trace>
  <inkml:trace contextRef="#ctx0" brushRef="#br0" timeOffset="534">978 1121 14008,'-22'2'459,"1"6"1,-1 4-1,0 12 1,3 3-661,4 2 0,-2 0 0,8-7 0,-1 2-509,0 5 1,3-12-1,9 2 175,6-7 1,4-5-1,10-7 1,-1 0 152,1 0 1,0-7-1,0-3 1,-1 1 633,1-1 1,0-4 0,0 6 558,0 3 1,-8 5 0,1 8 33,2 6 1,-5 6 0,0 1-1526,-3 1 1,1-2 0,-5-4 679,2-1 0,10-1 0,-5 8 0</inkml:trace>
  <inkml:trace contextRef="#ctx0" brushRef="#br0" timeOffset="1017">1436 1012 8020,'-22'-12'184,"7"0"0,1 7 0,-3-2 210,-3 2 1,-1 3-1,-1 4 1,0 5 42,0 8 1,8 7-1,-1 7 1,-2 5-293,-2-1 0,7 9 1,5-6-1,4 5-238,3 3 1,3-3 0,4-5 0,7-9-243,6-11 0,9 1 0,2-9 0,3-3 91,5-3 1,0-19 0,-3-7 0,-5-5 68,1-3 1,-8-14-1,5 3 1,-7-3 225,-8 0 1,3-7 0,-7-5 0,0-5 118,-1-3 1,-1 8 0,-8 0 0,-3-2-212,-4-3 0,-5-7 1,-10 4-1,0 11 24,0 6 0,1 18 0,-1 7 0,0 9-103,0 5 0,3 8 0,2 16 0,5 16-51,2 8 0,3 15 0,7 6 1,0 3 4,0 4 0,2 2 0,6 2 1,4 2-106,0-2 1,7-2 0,-4-5-1,2-2 151,-3-3 1,6-10 0,-6 0 0,5-9 190,3-10 0,-7-7 0,-3-5 0,0-5 549,0-2 0,-7-5 0,5-13 69,-1-6 0,-4 4 0,7 0 0,0 3-283,0 0 0,-4 0 0,6 7 0,3 2-217,2 5 1,3-2-1,0 10 1,0 2-718,0 2 0,-3 3 528,-5-1 0,6 1 0,-8 0 0</inkml:trace>
  <inkml:trace contextRef="#ctx0" brushRef="#br0" timeOffset="1166">1719 816 8000,'0'-14'0,"2"2"-878,5 2 878,-4-7 0,16 15 0,-7-8 0</inkml:trace>
  <inkml:trace contextRef="#ctx0" brushRef="#br0" timeOffset="1716">1936 1274 8000,'15'14'-353,"-1"-2"880,3-2 0,3-3 0,2-7-105,-1 0 1,-6 0 0,-1-2 0,3-6-284,3-6 0,-6-8 0,-2-5 0,-2-4-160,-5-3 1,4 5 0,-1-5 0,-3 0-96,-3 0 0,-2 8 0,0-6 0,0 3-208,0 0 1,-10 0 0,-4 10 620,-6 4 0,-1 6 1,-1 9-1,0 0 89,0 0 1,8 12 0,2 7 0,2 8 57,5-1 1,3 6 0,2-1 0,0 1-232,0-1 0,2-2 1,3-7-1,5 0-717,2 0 0,10-8 1,9-2-1,0-2-396,1-5 0,4-3 0,-4-2 0,-1-2 1,1-5 1,4 4 0,-7-7 1044,-2 1 0,-3 6 697,-3-4 557,-8 5 0,-4 4-154,-9 5 1,-2-4-1023,-5 4 0,4-2 0,-7 0-96,1 2 0,4 0-148,-10-7 0,11-9-122,-4-6 1,6-4 0,4-3 91,6 0 0,4 0 1,9 3-1,1 2 42,0 2 1,9 11-1,3-4 1,3 6-297,-1 2 1,0 5-1,5 7 1,-4 10-2254,-8 2 2557,5 0 0,-10 8 0,7 1 0</inkml:trace>
  <inkml:trace contextRef="#ctx0" brushRef="#br0" timeOffset="1917">2764 32 7968,'0'-22'385,"0"13"1,2 11 0,3 20-206,2 19 1,10 15-1,-2 14 1,4 5 139,3 2 1,0 13 0,-11-40 0,0 2 0,-1 0 0,-1 0-291,-2-2 1,0 1-1,2 1 1,-1 0-1,0 45 1,-4 0-2178,-1 0 1697,-3-3 1,-10-17 0,-2-2 0</inkml:trace>
  <inkml:trace contextRef="#ctx0" brushRef="#br0" timeOffset="2084">2481 729 12853,'34'12'0,"9"-2"483,13 0 0,16-8 1,8 5-1,7-4-1504,8-3 0,2-8 1021,-47 6 0,1-3 0,3-7 0,-1-2 0,-4 1 0,1 1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36.23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561 48 8006,'-31'-8'0,"-3"-3"0,1 1 585,-1 0 1,0 2 0,3 8 0,-5 0-251,-1 0 0,-4 13 0,7 8 0,0 10-325,0 5 1,3-5 0,11 6 0,4-1-231,8 0 0,8 1 0,8 4 0,8-2-27,4 3 1,14-6-1,5 0 1,5-2 238,3-5 1,5 4 0,-3-1 0,-5-4 315,0-2 1,-10-2 0,-3-1-1,-7 0 56,-9 1 1,3-1 0,-12 0 0,-9 1-65,-10-1 0,-13-2 1,-10-3-1,-14-5-415,-7-3 1,3 6 0,-6-8 0,0-3-619,1-2 1,9-3 0,4-3 0,14-5 732,14-7 0,-3-6 0,8-3 0</inkml:trace>
  <inkml:trace contextRef="#ctx0" brushRef="#br0" timeOffset="284">795 468 8165,'-3'24'136,"-4"-1"0,4 0 0,-5 1 0,6 2-43,2 5 1,0-3-1,0 9 1,0-1 134,0 0 0,2-7 1,6-1-1,7-7 198,6-5 1,10-11-1,3 3 1,3-8 27,4-8 1,-7-15 0,-3-16 0,-5-5-41,-3-3 0,-10-2 0,-5-3 0,-5-3-205,-3 3 1,-3 11 0,-5 4 0,-7 1-53,-6 0 0,-5 7 0,-3 0 0,-4 9-12,-4 4 0,6 11 0,-5-3 0,2 6-757,5 2 1,4 10 0,4 6 0,5 7-2820,8 8 3431,6-5 0,-9 29 0,-2-6 0</inkml:trace>
  <inkml:trace contextRef="#ctx0" brushRef="#br0" timeOffset="451">1496 842 9723,'-13'-3'-250,"5"-4"1,5 4 0,3-7 0</inkml:trace>
  <inkml:trace contextRef="#ctx0" brushRef="#br0" timeOffset="549">1519 492 7882,'-23'-11'0,"2"-4"242,5-6 1,-4-3-243,4 1 0,6 0 0,-1-1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33.2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374 818 8003,'-10'-23'-63,"-6"2"1,-5 3 380,-2 2 0,-1 11 0,1-3 150,0 6 0,-1 2 1,1 2-1,0 6-74,-1 8 1,1 12 0,0 6 0,-1 5-158,1 10 1,7-2-1,3 5 1,3-8-119,5-5 0,2-3 0,3 6 0,0-6-218,0-2 1,10-11 0,6-10-1,7-2-404,9-6 1,-4-3 0,8-2-1,1-2-1912,-1-6 2415,-7-5 0,15-21 0,-8-2 0</inkml:trace>
  <inkml:trace contextRef="#ctx0" brushRef="#br0" timeOffset="199">304 117 7909,'0'23'-73,"0"1"1,0-1 0,0 3 563,0 5 1,2 8-1,4 16 1,4 7-190,3 6 1,-5 20 0,7 8 0,-6-45-1,0 2-155,2 2 1,-1 1 0,2 0 0,0 0 0,-2-1 0,0-1 0,0-4 0,-1-1-413,6 39 0,1-18 0,4-18 0,-1-10 265,-4-11 0,1-5 0,7-3 0</inkml:trace>
  <inkml:trace contextRef="#ctx0" brushRef="#br0" timeOffset="534">608 1192 8003,'0'23'11,"0"1"1,0-9 311,0 1 0,2-11 1,6 3 99,8-6 0,7-7 1,5-8-1,4-10-201,-4-3 0,-2-11 0,-3 1 0,1-3-212,-1 0 0,-2 0 0,-3-7 0,-5 1-134,-2 7 0,-4-4 1,-7 11-1,0 2-72,0 3 0,-2 3 1,-6 2-1,-8 6 89,-4 7 0,-6 5 1,-3 6-1,-2 7 151,2 14 1,1 9-1,2 14 1,0 2 96,5 6 1,6 2 0,-4 8 0,6-5-217,3-3 1,2 0 0,11-8-1,5 0-305,7-4 0,14-14 0,4-3 0,4-9-510,4-12 0,3-4 890,3-3 0,10-10 0,3-3 0</inkml:trace>
  <inkml:trace contextRef="#ctx0" brushRef="#br0" timeOffset="834">1379 818 8003,'13'-31'0,"-6"0"0,-4 2 293,-3 3 1,-8 3-1,-2-1 1,-1 1 366,1 0 0,-8 10 1,2 5-1,-5 5-276,-2 3 0,0 3 1,-1 5-1,1 7-304,0 6 1,2 13-1,3 5 1,5 5-124,2 3 0,4-8 1,7 0-1,0 0-140,0-3 1,2 8-1,6-8 1,8 1 231,4-6 0,-4 3 1,-1-3-1,4-5 272,1-8 0,-4 3 0,0-8 0,-1 2 412,-2 1 1,0-8-500,-5 7 1,-8-2-1,0 3 1,-13-9-842,-8-4 0,-2-3 1,-1 0-1,1 0-1652,0 0 0,-1-3 2259,1-4 0,0-6 0,-1-11 0</inkml:trace>
  <inkml:trace contextRef="#ctx0" brushRef="#br0" timeOffset="1116">1729 748 8003,'0'-23'178,"-8"-1"0,-2 3 509,-3 6 0,-3 4 0,-7 11 0,0 0 74,-1 0 0,1 11 1,-3 7-1,-3 8-311,-2 5 0,0 18 0,8-2 0,-1 3-230,1-1 0,7-2 1,3 2-1,3 0-195,5-2 0,2 2 0,8-15 0,8-3-769,11-5 0,15 0 1,0-15-1,5-1-327,3 0 0,-1-5 1,1-12-1,-3-6 1071,-5 0 0,5-18 0,-7 5 0</inkml:trace>
  <inkml:trace contextRef="#ctx0" brushRef="#br0" timeOffset="1434">1846 1075 8003,'-16'0'-206,"1"0"222,-3 0 1,5 0 0,0 3-1,0 2 487,0 3 0,7 2 1,-4-5-22,0 3 1,7 10-316,-5-2 1,16-6 0,8-2-15,4-5 0,4-3 0,-1-3 0,1-5 18,-1-7 0,0-6 1,1-3-1,-1 1-142,0 0 1,1-1 0,-1 1 0,0-3-43,1-5 0,-9 2 1,-2-7-1,-2 0-139,-6-1 0,-2 9 1,-3-3-1,-3 5 116,-5 2 1,0 11 0,-12 5 0,-6 6 109,0 2 0,-3 10 0,1 6 0,-4 7 300,4 8 0,10-2 0,5 10 0,0 2-126,0 4 0,8 1 0,-3 1 0,5 0-740,3-1 0,11-7 1,4-2-1,8-4-2182,9-4 2674,4-3 0,11-3 0,-1 1 0</inkml:trace>
  <inkml:trace contextRef="#ctx0" brushRef="#br0" timeOffset="1900">2196 1098 7901,'0'16'260,"0"0"1,0-1 308,0 9 304,0-12-756,0-1 0,0-14 0,0-5 0,0-10 4,0-10 0,3-1 0,2-7 1,6 0-70,2-1 1,-6 6 0,6-5 0,0 2 29,0 5 0,3 3 0,5 3 0,-3 2 86,-3 6 1,1 4 0,7 14-1,1 5-85,-1 7 0,0 14 1,1 5-1,-3 2-254,-6 5 0,6 1 0,-8 0 0,0-6-1229,-5-2 1,-3-3 1399,3-8 0,-6 1 0,9-1 0</inkml:trace>
  <inkml:trace contextRef="#ctx0" brushRef="#br0" timeOffset="2067">2780 0 7904,'3'31'0,"2"3"95,3 3 0,0 1 0,-6 12 0,4 4 314,1 9 0,1 7 0,-8 8 0,3 7-388,5 6 1,-6 3-1,6 2-21,-6-46 0,-1 1 0,-12 45 0,5-44 0,-1 0 0</inkml:trace>
  <inkml:trace contextRef="#ctx0" brushRef="#br0" timeOffset="2266">2407 468 7916,'23'0'419,"0"0"1,9-8 0,1 0 0,4 0-99,4-2 0,11 7 0,3-5 1,-1 6-218,3 2 1,-5 0 0,8 0 0,-3 0 37,-5 0 0,-13 0-142,-8 0 0,5 10 0,1 3 0</inkml:trace>
  <inkml:trace contextRef="#ctx0" brushRef="#br0" timeOffset="2433">3365 1145 7898,'0'34'119,"0"5"1,-3 5 0,-2 3-1,-3-1 276,3 1 0,-6 0 1,1 0-1,-3-1-40,-5 1 1,-3 0-1,0 0-355,6-1 0,-16 1 0,5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0.6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47 351 8055,'-10'23'6,"0"3"1,-6 5 0,8 8 423,6 6 0,2 12 0,0 5 0,2 8 191,6 8 0,5-3 0,10 11 1,1-3-509,-1-8 1,0 1 0,1-22 0,2-5-377,5-7 1,-5-11 0,5-15 0,-5-14 364,-3-15 1,1-5-1,-3-21 1,-3-2 67,-3-3 0,-2-14 0,3-4 0,-6-5 94,1-4 1,-6-6 0,8 1 0,-3 6 126,-5 5 0,6 13 1,-3-2-309,-3 5 0,-3 20-296,-2 21 0,8 13 1,3 34-1,-1 5 110,0 8 0,6-2 0,-6 4 0,3-4 73,5-4 0,1 1 0,-1-3 0,-3-2 11,3-3 0,3-13 0,3-3 0,-1-13 232,0-7 1,-7-8-1,0-11 1,2-15 217,2-11 0,1-7 0,-3-8 0,-2-10-341,2-9 1,0-2 0,0 6 0,-2-4-640,2-1 1,-7-1-1,-1 8 1,-2 2-1175,0 6 1,-1 15 1722,-7 16 0,0 5 0,0 3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1.15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 1 8233,'-13'2'1120,"5"6"1,5 5 0,3 10 0,0 1-659,0-1 0,0 0 1,3 1-1,5-1-435,7 1 0,6-1 1,2 0-283,1 1 0,-1-4 0,1-4 0,-1-8-1436,0-6 0,-7-2 1691,-1 0 0,1-20 0,7-6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1.26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94 94 8055,'-10'-16'210,"-6"1"1,3 2 0,-3-6 951,-2 4-1365,8 10 203,0-6 0,10 22 0,0 2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2.1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70 8100,'0'24'-113,"0"-9"1,0 1 0,0 2 251,0 3 0,0 2 0,0 1 0,0-1 318,0 0 1,0 1 0,0-1-92,0 0 0,0 1 149,0-1-562,0-10 0,0-13 0,0-15 0,0-9-17,0-7 1,0-3 0,2-7-1,4 4 180,1 4 1,4-1-1,-6 5 34,3-2 0,10 3 1,-5 9-1,3 6-58,-1 3 1,-7 2 0,7 11 0,4 5-237,1 7 0,4 14 0,-1 5 0,0 2-777,1 5 0,-1-4 921,1 2 0,-1 0 0,0 7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2.58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0 375 8100,'0'15'1407,"0"1"-776,0-1 0,3-2 1,5-7-370,7-12 1,-2-7 0,3-10 0,-1-3-219,-2-5 1,8 5-1,-8-5 1,0 2-74,-5-2 0,-3 5 0,0-5 0,3 5-89,-3 3 1,-2-1 0,-3 1 0,-3 2 167,-5 6 1,3-4 0,-10 12 319,-3 1 0,-3 4 0,0 4 0,3 9-12,2 12 0,8 3 0,-5 13 0,3 0-256,5-3 0,2 9 0,3-7 1,3 4-479,5-3 1,7-5 0,14-11 0,5 0-499,2 1 0,3-11 0,8-5 1,-3-6 70,-5-2 1,5-10-1,-8-6 1,0-5 802,-4-2 0,-6 0 0,-3-1 0,-10-9 0,-3-4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2.93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71 350 8100,'-3'-15'320,"-5"-1"0,3 9 654,-11-9 0,9 11-641,-9-3 1,11 8-1,-3 8 1,6 7-153,2 6 0,2-5 1,3-1-1,6 3-288,2 3 0,-6 3 0,9-1-163,2 0 0,0-7 0,1-3-57,-4-3 1,1-2 293,7-8 1,-2-3 0,-3-4-1,-5-9 175,-3-5 1,6-10 0,-8 0 0,0 2 108,2 3 0,-7 3 0,7 2 0,-2 3-195,-1 3 0,4 9 0,-6 1 149,3 10 0,2 11 0,-5 15 1,3 5-175,-3 1 0,8 4 1,0-9-1,3-1 166,0 2 1,-1-14 0,8 1 0,1-7 240,-1-7 0,1-6 1,-1-11-1,-2-10-198,-6-7 1,3-14 0,-10 3 0,-3-5-315,-2-3 1,-3 1-1,0 2 1,0 2-371,0 3 0,-8 3 1,0-3-1,3 8 444,3 5 0,-9 2 0,-2 1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3.43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7329,'32'0'-76,"1"0"0,4 0-259,4 0 0,3 0 335,3 0 0,10 0 0,3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3.5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515 1 8033,'-47'0'-24,"-2"0"0,-3 0 0,-3 0 614,3 0 1,6 0-1,4 0 1,6 0-881,2 0 0,3 8 290,7-1 0,1 12 0,0-6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4.3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24 210 9259,'-13'34'412,"2"3"1,11 12 0,0 3-285,0 2 0,0 11 0,0-2 1,0 4-442,0 3 1,11-2 0,4-9-1,6-12-44,2-13 1,1-11-1,-1-7 1,0-8 340,1-6 1,-3-15-1,-3-10 1,-5-11 87,-3-2 0,6-8 1,-9 5-1,-1-6 313,-4-1 0,-2 2 1,0 5-1,0 8 125,0 5 1,-2 2-539,-6 1 1,5 12-1,-5 14 1,6 15-27,2 11 0,0 12 0,0-2 0,0 5 72,0 3 1,10-3-1,6-2 1,5-6 207,2-2 0,0-6 1,3-12-1,3-8 354,2-6 0,8-15 0,-5-10 0,-1-13-59,1-8 0,-5-6 1,-11-4-1,-5-6-378,-3 0 1,6-12 0,-8 7-1,-3 2-343,-3 4 0,-9-4 0,-4 9 0,1 2-1976,-1 3 0,-7 12 2176,3 6 0,-6 16 0,-2 4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4.7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 0 8206,'-15'0'1354,"-1"0"0,11 10 0,-3 6-1106,6 5 0,9 2 0,4 0 0,2 1-579,5-1 0,5 1 0,6-1 0,2-2-829,-3-6 1,-2 3 1159,-2-10 0,10 0 0,2-8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4.83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141 70 8034,'-23'-20'579,"-1"1"-62,1 4 1,7 10-1305,1-3 787,10 5 0,-16 3 0,8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5.36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164 234 8692,'-23'0'388,"7"0"0,1 0-91,-3 0 0,5 3 1,-3 5-72,-2 7 1,5 6 0,0 2 0,2 1-18,6-1 0,3 0 0,2 3 1,2 3 1,6 2 1,-3-8-1,11-10 1,-1 0 46,-2 0 0,8-7 1,-5 1-1,5-4 12,2-3 0,-2-10 1,-3-6-1,-3-7-97,4-9 0,-9 7 1,0-9-1,-2 3-246,0-1 0,0-6 0,-8 4 0,0 0-154,0 0 1,-3-5-1,-2 8 1,-5 3-650,-3 2 0,5 5 0,-5 3 0,0 5-362,0 2 1,5 4-1,-5 9 1238,3 6 0,2 5 0,8 10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5.73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22 8020,'0'-13'280,"0"5"187,0 16 0,0 7 0,0 16 1,3 8-129,5 5 1,-6 11 0,9 2-1,-4 0-368,1 0 1,8 8-1,-6-5 1,1 2-509,-1 0 0,6-12 1,-9-1-1,-2-10 537,-2-5 0,7-3 0,3-8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46.10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234 665 8020,'-23'-23'288,"-1"7"0,1 3 195,0 3 0,-1 5 1,1 13-1,0 7-160,-1 6 0,9 10 1,2 3-1,2 0-276,6-1 0,3 9 0,2-6 0,0 1-139,0-6 0,2-5 0,6-3 1,8-2-381,4-6 0,4-4 0,-1-14 0,0-5-10,1-7 0,7-6 0,-3-2 0,-4-3 210,-6-5 1,-2-6 0,4-7 0,-1 3 202,-4 2 0,-7 0 0,5-11 1,0-1 64,0-4 0,-8-10 0,3 3 0,-6-6 29,-2-2 1,0 3 0,0 4 0,-2 11 312,-6 11 0,3 10 1,-8 18-23,2 13 1,-4 15 0,7 22 0,0 12-188,-2 8 1,7 13-1,-4 8 1,4-3-253,3-2 1,0-3-1,0 0 1,0 0-609,0 0 731,0 11 0,10-8 0,3 7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51.6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57 117 8312,'-10'-15'686,"-6"-1"0,3 11-284,-2-3 1,12 3-125,3-3 0,10 6 1,16-6-1,6 5-17,6 3 1,17-7-1,5-1 1,-1 0-607,-4-2 1,2 7-1,-2-5 1,-6 6-465,-8 2 1,-7 2 808,-10 6 0,-1 5 0,0 10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9T23:22:52.03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24 372 8416,'-13'10'162,"5"6"0,5 5 0,3 5 0,0 5 353,0 8 0,8 15 1,3 11-1,-1 8-84,0 5 0,6 18 1,-6-3-1,1 3-518,-1 0 0,-2-10 0,-5-3 0,2-2-392,3-6 1,-1-13 0,-7-10 0,0-10-665,0-11 1143,11-16 0,2-4 0,10-11 0</inkml:trace>
  <inkml:trace contextRef="#ctx0" brushRef="#br0" timeOffset="367">24 746 8224,'0'-23'355,"0"-1"0,2 9 1,6 2 213,8 2 0,5 3 0,2 8 0,0 0-367,1 0 0,-1 3 1,-2 5-1,-3 7-144,-2 6 0,-1 5 0,6 5 0,-3 8-54,-2 5 1,-11 6 0,3 4 0,-6 8-139,-2 6 0,0 5 0,-2 5 1,-6 10-37,-8 10 1,3-1-1,6-46 1,-1 1-1,0 0 1,0 0 9,1 3 1,1-1 0,0 0-1,2-1 1,3-1 0,2 0-1,-1 44 49,0-13 0,10-18 0,8-14 0,11-9 153,10-11 1,-3-15-1,3-8 1,0-6 149,-3-2 0,9-2 0,-9-4 0,0-4-436,-5-3 0,-5 0 0,-2-5 244,-1 2 0,0 1 0,1-9 0</inkml:trace>
  <inkml:trace contextRef="#ctx0" brushRef="#br0" timeOffset="1117">1706 793 7697,'-23'-24'1083,"7"11"0,1 3-716,-4-1 0,-1 9 1,-4-6-1,-2 6-31,-5 2 1,3 7-1,-9 6 1,1 5-338,0 8 1,7 6 0,-2-1 0,5 8-56,3 5 0,7-5 0,3 0 0,3 0-146,4-3 0,6-2 1,11-11-1,10-2 187,7-6 0,14-4 0,-3-14 0,5-5 238,2-7 0,1-16 0,0-8 0,-3-5-107,-5-3 1,3-8 0,-9-2 0,1-2-143,0-6 1,-6-3 0,-9 1 0,-7 2-199,-1 2 1,-6 4 0,-13-4 0,-10 6-82,-10 0 0,-9 8 0,-12-3 0,-6 8-52,-7 5 1,5 10 0,5 1 0,8 10-40,5 10 0,8 8 0,-6 10 1,1 16-1067,0 18 1462,-3 3 0,-8 31 0,0-5 0</inkml:trace>
  <inkml:trace contextRef="#ctx0" brushRef="#br0" timeOffset="1664">2290 185 8072,'0'-23'-580,"0"-1"1319,0 1 0,0 13 0,0 10-423,0 13 0,0 10 0,0 6 0,0 4-180,0 4 0,0 2 0,-2 7 0,-4 1-67,-1 0 0,-12 7 1,7 1-1,-4-1-208,0 3 1,1 3 0,-9 8 0,1-3-304,0-3 0,10-13 0,5-2 0,5-13 259,3-8 0,3-6 1,5-7 489,7-13 0,16-7 0,8-12 0,3 4 75,-3-3 0,8-3 1,-3-2-1,8 2-169,0 5 1,-3-2-1,-5 8 1,-2-1-640,-4 1 1,-6 2 0,4 8 425,-2 0 0,-3 0 0,-8 0 0</inkml:trace>
  <inkml:trace contextRef="#ctx0" brushRef="#br0" timeOffset="1966">1052 1587 8143,'-23'0'932,"-1"0"1,16 0-731,16 0 1,26-8 0,31 0 0,13 1-12,15-4 1,-39 9 0,1-1 0,9-4 0,2-2 0,5 1 0,1 1-30,3 1 1,0-1 0,3-3-1,0-1 1,4 4 0,0 1 0,-2-1-1,1-1-155,-3-1 1,-1 2 0,-6 4 0,-4 1-1,-9-3 1,-2-1 0,38-1-187,-22-1 1,-15 0-1,-18 8-1874,-7 0 2053,-17 0 0,-4 8 0,-11 0 0,0-1 0</inkml:trace>
  <inkml:trace contextRef="#ctx0" brushRef="#br0" timeOffset="2450">2010 2218 8111,'-3'-26'96,"-5"-5"1,3 5-1,-10-5 1,-3 5 561,-3 2 1,-3 11 0,1 6-1,-3 4-468,-5 3 1,-5 0 0,-11 3-1,3 7-308,5 13 1,-5 3 0,7 13 0,1 5-143,5 8 0,5-2 0,5 7 0,5-3-176,9 1 0,4 2 1,3-8-1,3-2 340,4-11 1,14-15 0,13-8-1,2-5 695,6-11 1,2-10-1,3-18 1,-1-8-86,1-5 1,-8-5 0,-3-3-1,-2-5-185,-5-3 1,-3 5 0,-5-4 0,-6-4-447,-7-4 1,-6 10-1,-7-13 1,-8 5-153,-10 5 0,-16 0 1,3 11-1,-3 2-227,0 11 1,2 10-1,-2 10 1,6 9-85,-1 4 0,5 8 0,-7 11 0,2 15-689,6 10 1269,2 17 0,2 1 0,1 11 0</inkml:trace>
  <inkml:trace contextRef="#ctx0" brushRef="#br0" timeOffset="2984">2197 2148 8058,'0'-16'362,"0"1"121,0 9 0,0 14 0,0 16 0,0 4-286,0 6 1,2 0-1,4 7 1,4-2-109,3 3 0,-8-1 1,6-2-1,-1-5-57,5 0 0,-2-16 0,3 5 20,2-2 0,3-11 1,2-4-1,-2-12-32,-5-9 0,4-16 0,-4-8 0,2-5 123,-2-3 0,2-8 1,-8 1-1,3 2-188,5 3 1,-7 10 0,-1 2-394,1 3 0,-9 16 220,6 18 1,-5 18-1,-3 19 1,0 4 177,0 9 1,-8 2 0,0-8-1,3-3 118,2-2 0,6-10 0,2 2 0,5-8 391,3-7 0,3-6 0,7-10 0,1 0 150,-1 0 1,-7-18 0,-1-8 0,1-8-354,-3-7 0,5-3 0,-10-3 0,-3 0-347,-2 1 1,-3-1 0,0 0 0,0 0-935,0 1 0,7 7 1,1 2-928,-3 4 0,0 4 1942,3 13 0,-5 6 0,7 10 0</inkml:trace>
  <inkml:trace contextRef="#ctx0" brushRef="#br0" timeOffset="3334">2944 2452 8188,'0'-24'2482,"0"9"-1140,0-1 0,0 13-980,0 3 1,0 11 0,0 12-353,0 1 1,3-1 0,2 0-1,6 1-494,2-1 1,2 0 0,9-2-1767,-1-5 2250,0 4 0,1-17 0,-1 7 0</inkml:trace>
  <inkml:trace contextRef="#ctx0" brushRef="#br0" timeOffset="3431">3108 2265 8188,'-8'-24'190,"-2"1"592,-3 0 1,8-1-700,-3 1 1,8 10-84,8 5 0,5 5 0,10 3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4:00.0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545 1 8073,'-12'9'-244,"0"-4"0,7 10 1,-5-1 367,-2-2 1,-3 15 0,-6-5 0,1 2 545,6 0 0,-13 8 0,5 4 0,-2 5-525,0 3 0,5-8 0,2 0 0,2 3-89,-2 2 1,0-5-1,3-2-1844,7-2 1788,-6-13 0,1-9 0,-9-10 0</inkml:trace>
  <inkml:trace contextRef="#ctx0" brushRef="#br0" timeOffset="234">0 66 8073,'15'-7'0,"-3"-3"608,-2-2 1,-1 7-221,-1-2 0,-4 4 0,8 6 189,-2 4 0,5 5 0,-6 10 0,3 2-236,5 5 1,3-2-1,2 7 1,-1 0-386,1 0 1,0-1 0,0 6-1,-1-5-298,1-3 1,7 6 0,0-8 0,-2-3-699,-3-1 0,-2-4 0,0 1 1040,-1 0 0,1-10 0,0-2 0</inkml:trace>
  <inkml:trace contextRef="#ctx0" brushRef="#br0" timeOffset="500">741 306 8073,'12'0'604,"-2"2"-38,-10 5 1,0 5-1,0 13 1,0 1-356,0 3 1,7 0-1,0-5 1,-2 3-410,-3 2 1,1 3 0,2-6 0,4 3-500,3-2 1,-7-3-1,5-2 697,0 0 0,2-1 0,9 1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4:03.7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44 283 6353,'-12'0'3669,"-7"0"-2735,17 0-478,-8 0 1,12 0-305,6 0 0,6 0 0,15 0 0,7 0-7,6 0 0,1 0 0,3 0 0,3 0-197,1 0 0,8 0 0,-4 0 1,-1 0-203,0 0-1,-9 0 1,-10 0 0,-1-2-496,1-5 1,-14 4 0,1-4-307,-1 5 0,-11-1 1056,-1-4 0,-6 4 0,-2-6 0</inkml:trace>
  <inkml:trace contextRef="#ctx0" brushRef="#br0" timeOffset="467">567 0 6796,'0'12'3951,"0"0"-3686,0-4 0,3-6 0,4 5-247,7-4 0,-2 4 0,3 0 0,2-2-217,2-2 0,3-1 0,0 3-104,0 2 1,-3 3 0,-2-5 135,-3 2 0,-2 3 291,3-3 1,-5 5 37,-10 10 0,-3-1 0,-4 1 105,-8 0 0,-4 2 0,0 3 0,2 2-350,2-3 0,1 6 0,-6-3 0,3-2-2239,3-3 2322,9-2 0,-14-1 0,7 1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4:04.8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88 8278,'-3'36'-401,"-4"0"0,-3-7 0,-7 5 0,5-3 868,3-4 0,-6-3 1,8 1-1,0 1-530,-3 3 1,7 3 0,-6-6 0,1 3-270,1-2 1,0-10-1,7-3 332,0 3 0,0 3 0,0 1 0</inkml:trace>
  <inkml:trace contextRef="#ctx0" brushRef="#br0" timeOffset="233">0 0 8205,'20'22'44,"-6"0"1,5 0-1,-6 0 224,-1-1 0,7 1 0,-7 0 1,3 2 136,-1 5 0,1-2 0,4 7 0,-2-3-60,-3-4 1,8 4 0,7-2 0,-2 0-540,-3 3 1,5-8 0,0 5 0,-2-5-657,-3-2 1,-2-3 0,0-2 849,-1-2 0,11-1 0,2 8 0</inkml:trace>
  <inkml:trace contextRef="#ctx0" brushRef="#br0" timeOffset="700">632 371 8074,'22'-12'116,"-8"-5"1,1 7 342,1-2 0,-3 7 1,1-2 76,3 4 0,-5 3 0,3 0-308,2 0 0,2 0 1,0 3-1,-2 2-76,-2 2 1,-10 10 0,2-3-230,-5 6 0,-2 1 0,0 1 0,0 0-156,0 0 0,-7 7 0,-3 0 1,1-3 42,-1-1 0,-5-4 1,6 1-1,-1 0 68,0 0 0,1-8 133,1 1 0,6-8 185,-5 8 0,14-11 0,8 4-167,4-6 0,3-2 1,-1 0-1,1 0-372,0 0 0,7 0 0,0 0 1,-2 0-1544,-3 0 1886,-12-10 0,17-2 0,-5-9 0</inkml:trace>
  <inkml:trace contextRef="#ctx0" brushRef="#br0" timeOffset="1066">1133 458 7356,'12'0'1742,"0"0"-1207,-5 0 1,-2 0 0,9 0-232,3 0 0,3 0 1,1 0-1,1 0-238,0 0 0,7 0 1,3 0-1,1 0-349,6 0 0,9-3 0,3-2 1,-2-4-249,-3-3 1,-3 4 0,1-4 0,-3 0-830,-5 0 1360,-4 7 0,-11-14 0,1 7 0</inkml:trace>
  <inkml:trace contextRef="#ctx0" brushRef="#br0" timeOffset="1399">1655 240 7717,'-12'-10'779,"2"8"-453,10-8 0,0 13-170,0 4 0,10-5 0,5 6 27,4-6 0,5 5 0,3 0 1,4-2-16,3-2 0,-5-3 1,5 0-1,0 0 113,0 0 0,-8 0 0,3 2 1,-4 3 12,-4 2 1,-6 3 0,-3-3-23,-2 8 1,-3-3 0,-9 2-1,-6 3-33,-6 3 1,-13 1-1,-4 1 1,-1 0-493,1 0 1,-1 0-1,6-3 1,-3-2-536,2-3 0,3 1 1,2 7 787,0-1 0,1 1 0,-1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4:12.9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1 152 8913,'14'-7'769,"1"0"-591,2 2 0,2 3 1,3 2-1,-1 0-119,1 0 0,2 0 0,3-3 0,5-2 56,1-2 0,-4 0 1,8 7-1,1 0-49,4 0 0,-6-7 0,0-1 0,0 4-91,-2 1 1,5 3 0,-10-2 0,0-3-10,3-2 0,-6-1 1,8 8-1,-2 0-19,-6 0 1,-2-7 0,-2 0 0,0 2 64,0 3 1,-1 2 0,1 0 0,0 0 11,0 0 0,-8 0 0,1 0 0,2-3-3,2-4 0,3 4 0,0-4 0,-1 5 1,1 2 0,-7 0 1,-1-3-1,3-1 6,3-4 0,1 1 0,1 7 1,0 0-20,0 0 1,-1 0-1,1 0 1,0 0-22,0 0 0,0 0 1,2 0-3,5 0 1,-12 0 0,4 0-1,-1 0 27,-1 0 1,3 0 0,0 0 0,-1 0 96,1 0 0,0 2 0,2 3-54,5 3 0,-5-1 1,6-7-1,-6 0-44,-3 0 1,4 0-1,1 0 1,3 0-60,-2 0 0,4 0 1,1 0-1,2 0-28,4 0 1,1 0-1,0 0 1,-3 0 82,3 0 0,2 0 1,3 0-1,-1 0 59,1 0 0,-1 0 0,-2 0 0,-2 0 20,-3 0 0,-2 0 0,3 0 0,-8 0 146,-5 0 1,-2 0 0,-1 0 252,1 0 0,-7 0-280,-1 0 0,-7 0 1,5 2-391,-2 5-1535,-3-4 694,-7 7 1,-2-10 1024,-5 0 0,4 0 0,-6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4:18.5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1077 7527,'-15'0'1385,"1"0"-959,9 0 1,-5 2-194,10 5 1,3-4-1,4 4 1,8-4-29,4-3 1,5 0 0,3 0 0,2 0-176,-3 0 1,6 2-1,-1 3 1,3 2-28,5-2 1,-5-3 0,2-2-1,0 0 21,-2 0 1,7 0-1,-7 0 1,0 0-9,-5 0 1,3 0 0,-1 0 0,0 0-26,1 0 1,-1 0 0,-4 0 0,2 0 34,-2 0 0,4 0 0,-2 0 0,0 0-12,3 0 1,-8 0-1,5 0 1,-3 0-11,4 0 1,-6 0 0,5 0-1,-7-2 100,-8-5 0,5 4 0,-4-4-21,4 5 0,3 2 0,0 0-5,0 0 0,-8 0 0,1 0-98,2 0 0,2 0 0,3 0 47,-1 0 0,-6 0 1,0 0-1,1 0-21,4 0 0,-6 0 0,1 0 0,2 0-38,2 0 1,3 0 0,0-3 0,-1-2 10,1-2 0,0 0 1,0 7-1,0-3 95,-1-4 1,1 5 0,0-6-41,0 6 0,-1 2 0,1 0 0,0 0-34,0 0 0,0 0 0,-1 0 37,1 0 1,0 0 0,0 0 0,-1 0-64,1 0 0,0 0 0,0 0 0,0 0-21,-1 0 0,4 0 0,1 0 0,3 0 101,-2 0 0,-1 0 1,1 0-1,2 0 50,-2 0 1,-1 0 0,1 0 0,2 0-36,-2 0 1,-3 2 0,-2 3 0,-1 2 213,1-2 0,7-2 0,0-3 13,-2 0 0,-3 0 1,-2 0 499,0 0-349,-1 0-636,1 0-945,-10 0-2520,-12 0 3654,-12 0 0,-10-10 0,1-2 0</inkml:trace>
  <inkml:trace contextRef="#ctx0" brushRef="#br0" timeOffset="2301">3419 162 8011,'-9'-22'0,"-4"1"0,-1 1 226,-1 6 0,1-3 0,-8 10 74,0 2 0,-7 2 0,0 3 0,3 0-35,1 0 0,4 10 0,-1 4 1,-2 6-36,-5 2 1,5 7 0,-6 2-1,6 3-75,2 5 1,-7 2 0,0 2 0,3 1-133,2-1 0,2 8 1,0 2-1,3 3 74,4 5 1,-4 4 0,7 5 0,-3 5 30,1 3 1,9-1 0,-5 5 0,3-4 112,0-3 0,-1-5 0,11-10 1,2-4 6,2-3 1,10-2 0,-3-10-1,6-5-83,2-6 1,7 1 0,2-2 0,0-2-140,1-3 1,7-2-1,-3-1 1,5 1-12,3 0 1,-1-10 0,1-5 0,2-4-129,4-3 0,-4-3 1,8-4-1,-3-10 108,-1-10 0,-1-6 0,-11-11 0,-1 0 90,1 1 1,-4-8 0,0 0 0,-2 0-5,-6-2 1,-4 7 0,-5-7 0,-3 0 35,3-5 1,-7 2 0,-3 0 0,-4 1-1,-3-1 1,0-7 0,0-5-1,0 6 87,0-1 1,-10 0 0,-4-5 0,-8 0-94,-7 3 1,2-3 0,-9 15 0,-3 0-143,-2-1 1,-3 4 0,3 9 0,3 2-156,1 3 1,11 9 0,-3 0 0,4 8-802,4 4 0,-1 13-187,0 2 0,8 10 1,2 14-1,-1 5-255,1 7 1,-2 5 1428,-8 3 0,0 9 0,0 3 0</inkml:trace>
  <inkml:trace contextRef="#ctx0" brushRef="#br0" timeOffset="3567">2918 728 8113,'3'-29'-101,"4"0"0,-2-7 1,9 4-1,1 1-15,-3 0 0,7-6 0,-4 6 0,4-1 267,3 1 1,2 2 0,3 7 0,2 0 160,-2 1 1,-3-1 0,-3 2-136,1 6 1,-10 7-58,-4 14 0,-6 5 0,-2 12 1,-2 3 19,-6 2 1,-4 10 0,-12-3 0,-3 5-152,-2 3 0,0-1 0,8 1 0,1-3-47,6-5 1,-6 3-1,8-10 1,-2-3 5,-1-1 1,8 1-1,-5-2-107,2-4 0,3-15 0,9-5 0,6-15 131,6-11 0,5-8 0,6-10 1,1 1 24,3-1 0,8-7 1,-6 0-1,1 3 86,-1 2 1,0-5-1,-4 0 1,2 3 54,-2 2 1,-3 10 0,-2 2 185,-1 2 0,-6 6 0,-3 14 19,-2 12 0,-13 12 0,-11 19 0,-8 10-48,-7 8 0,2 4 0,-6-2 1,-1 4-201,0 1 0,5 7 1,-5-5-1,2 3-233,6-3 1,2 5 0,2-5 0,0 2-189,0-2 1,10 3-1,5-13 1,4-7-391,3-9 0,3-11 1,4-6 527,8-8 0,4-24 0,5-12 1,3-9 219,2-6 1,10-7 0,-6-2 0,4-3 58,-1-4 0,-2-3 0,5 0 0,-3 2 217,3 3 1,-8 10-1,1-5 1,-6 4 147,-4 6 0,5-1 0,-15 20-9,0 5 1,-3 16-266,-9 11 0,-9 13 0,-8 25 0,-7 5-52,-5 7 1,-10 5 0,5 2 0,-2 1-249,-1-1 0,1 8 1,-5-1-1,2-2-63,3-2 1,7 5 0,-5-1 0,3-4-16,4-7 1,13-8-1,6-12 1,6-5-522,2-7 0,2-7 446,6-7 0,4-15 0,12-17 0,2-10 294,3-9 1,3-8-1,-5-4 1,4-3 130,3 3 0,-5-8 0,5 0 0,-3 1 111,-4 4 0,-1-2 1,1 2-1,2 2 232,-2 3 0,-10 13 1,-5 4-52,-3 4 0,6 8 0,-8 13-174,-2 18 1,-12 15 0,-8 15 0,-4 2-141,-3 4 1,0-1 0,1 6 0,-1-1-161,0-6 0,0 5 0,0-4 0,1-6-106,-1-4 0,7-5 0,3 2 0,0-7-202,0-5 1,7-2-203,-2 0 1,7-12 170,7-10 1,-2-12 0,10-15-1,2-5 65,2-1 0,5 4 0,3-8 1,2-1 218,-3-4 0,1-1 0,0-1 0,2 3 62,-3 5 0,-4-3 0,-5 10 1,-3 5 542,3 7 1,-7 2-38,-3 15 0,-7 15 0,-7 21 0,-7 5-71,-6 3 1,-2 7 0,1 2-1,1 0-298,6 0 1,-6-2 0,8-7 0,0-1-197,5 1 0,-3-10 0,3-5-93,2-5 1,5-12-119,7-5 1,-2-14 0,10-7 0,-1-6 242,-2-2 0,8-7 0,-8-2 0,2 0 462,1-1 0,-8 10 0,5 8 33,-2-3 1,0 7-521,-3 3 0,-5 7 1,6 7-1616,-6 8 0,-2 4 1688,0 3 0,0 0 0,0-1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4:16.0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436 109 8280,'-22'0'-370,"0"0"1,1 0 669,-1 0 0,0 0 0,3 3 0,2 1-98,2 4 1,3 9 0,-5-3 0,3 6-60,-3 1 0,0 3 0,0 6 0,2 3 24,-1 1 0,-4 7 0,-2-4 0,3 4 37,5 2 1,-3 8-1,7 0 1,0-3-9,1-2 1,-6-2-1,8-1 1,2 1-22,3 0 0,2-1 0,0 1 0,0-1 14,0 1 0,0-1 0,0 1 0,0-3-100,0-5 0,9 5 0,3-4 0,3 1 25,-1-1 0,1-3 0,7-8 1,-1 3-21,1-2 1,0 4 0,0-2 0,0-2-105,-1-3 1,8-4 0,3-4-1,2-1-44,4 2 1,-4-7-1,3-3 1,1-5 43,3-2 1,10-9-1,0-6 1,-3-4-38,-2-3 0,0-7 0,3-3 0,2 1-73,-3 0 0,-9-8 0,-5 5 1,-3-2 60,-4-1 1,-3 1 0,-5-5 0,-4 2 45,-8 3 1,3 0-1,-3-10 1,-2-3 53,-3-1 1,-2-1 0,0 5-1,-2-5 60,-6-7 0,-1-3 0,-8 1 0,2 2-5,-2-3 0,-2 1 0,-3-3 0,0 2 89,1 1 1,-1 4 0,-2 18-1,-3 4-55,-2 2 0,0-2 0,5 10 0,-3 7-252,-2 5 0,0 2 0,5 6 0,-3-4-472,-2 4 1,0 1 0,7 3-166,1 0 1,-1 0 0,3-2-2048,4-6 2806,-4 6 0,7-8 0,-10 10 0</inkml:trace>
  <inkml:trace contextRef="#ctx0" brushRef="#br0" timeOffset="1250">414 175 8182,'-9'14'-183,"-6"1"1,-4-1 0,-3 8 0,0 2 506,0 5 0,1-2 0,-1 9 0,0 3-203,0 2 0,1 2 0,1 1 1,3-1-255,3 1 1,2 0 0,-3-3 0,8-5-807,4-7 787,3-5 0,3-21 0,4-11 0,8-11 91,4-10 1,5-5 0,3-12 0,2-2 141,-3-3 1,6 0 0,-1 5 0,1-2 142,-1-3 1,-2 0 0,-7 8 0,0-1-35,0 1 1,-1 9-1,1 5 1,-2 4 183,-6 4-265,-4 9 0,-15 19 1,-7 17-1,-10 7 38,-2 8 1,-8 5 0,1 4 0,-1 5-13,1 3 0,-5 2 1,4 7-1,1-2-51,-1-5 0,1 3 0,4-8 0,1 0-46,6 1 1,1-6-1,12-12 1,2-7-302,2-5 90,3-11 0,10-9 1,5-16-1,4-12 34,3-7 1,7-8 0,2-9-1,3-3 15,5 2 0,-5-6 0,2-3 0,3-3 81,2 3 1,-5-2 0,-2 9 0,-3 2 85,-4 3 1,-3 5 0,-2 5 0,-3 7 342,-4 5 1,-5 14-159,-10 10 0,-10 19 0,-7 18 1,-7 6-95,-5 8 1,-10 5 0,5 9 0,-2 0-82,0 1 0,2-1 1,-5 3-1,5 2-99,3 3 1,2-1 0,7-7 0,2-2-252,6-5 0,4-7 84,10-14 0,10-16 1,4-16-1,8-12 41,7-15 0,-2-4 1,9-16-1,0-4 43,-2 0 1,8-7 0,-9 2 0,4 1 116,-1-4 1,-7 6-1,5-10 1,-3 2 226,-4 8 0,-3-3 0,-4 17 0,-4 0 333,-1 5 1,-10 5-194,2 2 1,-7 22 0,-7 15 0,-10 16 4,-10 10 0,3 5 0,-7 3 0,2 4-191,0 3 1,-3 2 0,5 5 0,-2-3-240,3-2 1,2-9 0,2 4 0,2-2-19,6-1 1,-3-8-1,10-13 1,2-5-180,2-2 0,6-10 0,4-5 157,8-5 0,4-11 1,3-8-1,2-10 10,5-9 0,-2 2 0,7-2 0,-3-3 85,-4-2 0,4-3 0,1 1 0,-1-1 107,0 1 0,-2-1 0,-7 0 0,0 3 175,0 5 1,-3-3 0,-2 10 44,-2 3 1,-11 14 0,1 14-102,-10 17 1,-7 13 0,-9 14 0,-1 2-113,0 3 1,8 7-1,-1-7 1,0-3-238,3-2 1,-5 3-1,8-3 1,-1-5 26,0 0 0,3-7 0,7 0 0,0-3-423,0-4 1,3-13-1,4-7 316,7-4 1,6-13 0,-1-4 0,-2-6 234,-2-1 0,-1-8 0,8-1 0,-3 4 138,-4 2 0,2 9 0,-10 1-1461,-2-3-1038,7 7 2344,-10 0 0,18 1 0,-8-3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4:23.5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2766 7918,'0'-22'296,"0"0"0,2 10 0,3 3 0,5-1-153,2-5 0,3-4 0,9-3 1,5-2-140,7-5 0,15-5 0,7-12 0,7-5 29,8-7 0,4 3 1,-33 26-1,-1 0 1,1-1-1,0-1 11,-1 0 0,1-1 0,-1 0 0,1-1 0,-2 1 0,0 1 0,0 1 0,-1-1 24,39-27 0,-10 8 1,2-6-1,-2 0-42,3 1 1,-8 6-1,3-2 1,-10 5 111,-5 3 1,8-1 0,-5 3 0,-3 3 53,-10 1 0,1 11 0,-10-3 0,2 4 87,0 4 1,-9-1 0,2 2-1,-7 4 146,-8 1 0,3 8 0,-7-5 433,2 2-1101,-7-7-1375,5 15-774,-10-8 2392,0 10 0,0 0 0,0 0 0</inkml:trace>
  <inkml:trace contextRef="#ctx0" brushRef="#br0" timeOffset="1084">0 0 7587,'12'0'1404,"8"10"-1249,-6 5 0,6 1 0,1 1 0,4-2-86,4 2 0,-5-5 1,7 3-1,1 1-38,4 4 0,5 2 1,3-1-1,-1 1-48,1 0 1,-1 0-1,1-3 1,-1-2-19,1-3 1,0 1-1,-1 7 1,-2-3 105,-5-4 1,6 4-1,-8-4 1,2 1 34,0-1 1,-7 2 0,5-7 0,0 2-8,0 5 0,-8 0 1,3 0-1,-2-5-80,2-3 1,-2 6 0,7-6 0,-3 1 79,-4 0 1,6 4 0,1-6 0,3-4 36,-1-1 0,-7 4 1,5 0-1,-3-2 17,-4-2 1,-3 4-1,-2 0-65,0-2 0,-1-3 0,-1 1 0,-3 2-48,-3 2 0,-6 7 0,6-4 99,3 2 0,-5-5 0,0 8 47,-2 2 1,4-5 0,-4 0-26,2-2 1,-5 4-1,6-4 521,-4 2-858,-2-7 1,-7 7-867,0-5 133,0-4-560,0 6-966,0-9 1983,0 0 0,10 0 0,2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4:28.6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698 197 8252,'-10'-22'88,"5"0"0,-7 1 1,0-1 291,0 0 0,-3 3 10,-7 4 1,1-2-89,-1 10 0,-2-3-51,-5 3 0,4 5-61,-4-6 0,-2 6 0,2 4 0,0 6 273,-3 6 0,8 5-223,-5 3 1,3 10-106,-3 4 0,4 8 0,-4 4 1,5 5-16,2 3 1,1 2 0,-1 7 0,2 1-17,6-1 1,-5 7 0,6 1 0,1 0 55,5 2 1,5-5-1,2 5 1,0-5 11,0-7 0,9-12 0,6-3 0,4-7-27,3-4 1,7-4 0,2 4 0,1-8-238,-1-5 0,8-2 0,-3-3 1,6-2 66,1-2 1,1-8 0,-1 5-1,3-2-43,5-6 0,-5 6 1,5-3-1,-3-4-25,3-8 1,-5-7-1,2-10 1,-7 0 264,-4 0 1,-11-9 0,3-3 0,-4-5 29,-4-4 0,1 4 0,-2-14 0,-4 2-66,-1 0 1,-10-9-1,4 2 1,-1-5 96,-1-2 1,0-1 0,-9 1 0,-5-3 66,-8-4 0,-4 11 1,-3-2-1,-2 5 180,-5 2 1,-5 8 0,-10-3 0,1 8-403,-1 6 0,1 13 0,-1 10 0,-2-1-895,-5 3 0,5 0 0,-5 7 0,6-2 14,1 2 0,8 3 1,2 2-2426,2 0 3228,13-10 0,0-2 0,7-10 0</inkml:trace>
  <inkml:trace contextRef="#ctx0" brushRef="#br0" timeOffset="2467">197 589 7960,'0'-15'-207,"2"1"249,5-3 1,5-2 0,10-6 0,0-1 79,0-3 1,0-10-1,2 5 1,2-2-71,3 0 0,0 6 0,-7-3 1,0 1-87,0 6 1,-3 9 0,-2 5 142,-2 2 1,-13 5 46,-2 12 1,-10 13-1,-11 11 1,-4 3-55,-4 5 0,3 2 0,-8 2 1,2 1-54,6-1 1,2 1-1,2 0 1,0-3-74,0-5 1,3 3 0,4-10 0,6-3-139,-1-1 1,10-13 86,0-5 1,2-7 0,13-10 0,4-12 59,8-11 1,-1-9-1,11-1 1,-1-1 2,-2 1 0,7-3 0,-7-3 0,2-1 2,1 1 1,-4 3 0,6 3 0,-5 2 15,-3 4 0,-1 6 0,-9 9 100,1 0 1,-10 13 0,-5 9-11,-4 12 0,-13 17 0,-4 7 0,-6 5 0,-1 3 0,-9 2 0,-1 4 1,0 6 13,-1 0 1,-4 7 0,4-5 0,1 5-88,-1 2 1,3-9 0,8-3 0,1-5-184,6-4 0,4 2 38,10-17 0,2-10 0,6-16 52,6-16 1,13-3 0,2-21 0,0-1-75,2-4 1,-4-4 0,7-2-1,-3-3 68,-4 3 0,0 2 0,-1 2 0,3 1 65,-2-1 0,-3 8 1,-5 2-1,-2 3 6,-2 4 0,-10 10 79,2 3 0,-7 18 0,-7 6 0,-10 14 97,-10 13 1,3 6 0,-7 5 0,-1 6-71,-4 1 0,2 1 0,0 5 0,0-6-102,0-2 1,8 5-1,-3-7 1,4-2-24,4-3 0,1-10 0,6-2-71,6-3 1,8-11 5,8-13 0,-3-14 0,9-10 0,5-8 68,8-4 1,-3-9 0,8 1 0,-3-4-6,0-2 1,7-1 0,-7 1 0,0-1 10,3 1 1,-8-1 0,5 3 0,-5 2 12,-2 3 1,-3 9 0,-2-2 99,-2 5 0,-13 14-6,-2 10 0,-10 12 1,-11 17-1,-4 8 79,-4 4 1,3 10-1,-8 2 1,0 3-153,0 4 0,0-4 0,-4 2 0,4 0-2,2-2 0,3 4 0,10-12 0,2-4-75,2-5 1,11-13 0,-4 3-29,6-5 0,12-14 0,4-10 37,5-12 0,10-10 0,0-4 0,1-8 66,1-7 1,-4 2 0,6-12 0,-1 5 77,-5 3 1,4-3 0,-2-3 0,-2-2 106,-3 3 1,-2 2 0,-1 5-1,1 2 230,0 3 1,-8 9 48,1-2 1,-13 17-450,-2 12 1,-9 12 0,-13 17 0,0 8 38,0 4 1,-2 2 0,-2 1 0,-3-1-128,2 1 0,10-3 0,2-2 0,-1-3-121,-4 3 0,6-8 0,2 1 0,2-3-151,5 0 0,-5 0 0,3-7-333,2-1 0,13-9 497,6-4 1,5-16-1,3-6 1,0-8 176,0-7 1,0 3 0,-1-8 0,-1 2 209,-6 6 1,3 1 0,-7 4 362,2-1 0,-5 10-197,8 4 1,-13 16 0,0 9 0,-9 7-278,-5 5 1,5 10 0,-5-3-1,2 3-464,5-3 0,-4-5 1,1-9-1,3 0 352,3 0 0,2-10 0,0-3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4:34.9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44 697 7685,'-12'0'1137,"0"0"-869,5 0 134,5 0-862,-8 0 563,10 0 1,2 0 393,6 0-183,-6 0 0,10 0-37,-5 0 1,-2 0 199,10 0-287,-10 0 0,7 0 121,-5 0-78,-5 0-139,18 10 1,-15-8 213,9 5-173,1 5 0,4-7 0,-2 7 21,-3-2 1,-6-3 0,4-4 88,-3 4 1,1-5-110,-3 6 0,-2-4-63,10 4 0,-1-6-61,8 5 1,-10-2 0,-2 0 37,-1 2 0,-4 1 57,10-8 0,-3 2-36,2 5 1,6-4-53,-6 4 1,-2-5 14,3-2 1,-8 8-60,8-1 0,-1 0-16,8-7 1,-8 0-1,-1 3 8,-4 4 0,1-5 26,-3 5 0,-2-4 41,10-3 1,-1 7 19,8 0 0,-8 1 26,1-8 0,-1 7-20,8 0 1,-7 8-1,-1-8-43,3-2 0,-5 0 0,3 2 0,-8-5 0,5 8 43,-2 0 1,7-8-10,-3 5 0,-4-2 0,0 0-30,-1 2 0,-4 1 0,7-6 25,-2 5 1,7-4-228,-3 4 1,-2-5 163,3-2 0,-8 0 1,5 3-1,0 2 266,1 2 0,-6 0-156,7-7 0,-6 0-38,6 0 0,-7 0-25,8 0 1,-3 3-43,2 4 1,-1-5-46,-6 5 42,5-4 1,2-3 0,-1 2-5,-4 6 73,8-6 1,-7 10 145,4-5-173,6-4 1,-11 9 4,6-5-29,4-4 7,-7 6 0,8-6 0,-3 1 23,-3 4 0,-7-1 3,8-7 0,-8 0 7,8 0 10,-10 10-65,14-8 1,-9 10 26,4-5 0,-2-4 25,-5 4 1,-2-2 5,10 2-44,-10-4 0,7 6-20,-5-9 11,-5 10 0,15-5 0,-9 9 0,1-9 48,-1 2 1,-6-2-2,5 3 1,-2-6-48,2 5-26,-4-4 25,16 6 1,-14-6 3,10 4 1,-8-2 66,7 2-19,-9-4 41,14 6 0,-9-6-55,5 4 1,-3-5-41,-5 6 1,-2-6 0,7 0 20,-2 6 1,-1-6 66,-1 5 1,-4-2 21,11 2 0,-8-4 55,8 4 0,-8-2 133,7 2 1,-6-4-192,6 4 0,-6 3-98,6-3 1,-9 3 0,5-6 41,-1 4 1,-4-1 48,10-7 0,-8 7 416,7 0-321,-9 1 0,5-6 1,-8 3 103,6 2-334,-6 0 1,15-4-387,-10 4 9,0-4 0,1 9-2132,-1-5-1739,0-5 4293,-7 8 0,0-20 0,0-2 0</inkml:trace>
  <inkml:trace contextRef="#ctx0" brushRef="#br0" timeOffset="1516">654 131 7534,'-2'-12'577,"-5"4"1,4 16 0,-4 6 0,4 6-234,3 1 1,3 3 0,2 3 0,4 5-92,3 1 0,1-4 0,3 8 0,-1 1-16,2 4 1,-5-9-1,3-3 1,-1-6 215,-2-3 0,8-1 1,-6-6-134,5-6 0,-4-6 0,-1-4 0,1-6-147,-3-6 1,5-6-1,-7-4 1,2-2 53,5-3 1,-5-8 0,0 8-1,0 0-1005,0-2 1,-5 7 0,5-5-1,-2 4-573,-5 4 0,5-1 0,-3 0-215,-2 0 1,-3 8 1565,-2-1 0,0 1 0,0-8 0</inkml:trace>
  <inkml:trace contextRef="#ctx0" brushRef="#br0" timeOffset="1783">916 153 7542,'0'21'-31,"0"1"1,0 0 0,0 0 487,0-1 1,0 1 0,0 2 0,0 3-92,0 2 0,0 7 0,2-7 0,3 0-96,2 3 1,10-8 0,-5 5 0,3-7 217,-1-8 1,1 3-1,6-9 28,1-4 0,0-4 0,0-9-309,-1-13 1,-6 0 0,-3-9 0,0 2-113,0 0 1,-7-10 0,5 5-1,-3-2-263,0-1 1,3 4 0,-5-6 0,2 5 4,-2 3 1,0-6-1,0 8 1,2 3-2384,-2 1 0,-3 4 2546,-2-1 0,0 10 0,0 2 0</inkml:trace>
  <inkml:trace contextRef="#ctx0" brushRef="#br0" timeOffset="2566">1351 457 8283,'-12'0'1484,"2"0"-1623,10 0 0,10-9-29,4-6 1,6-2-1,2 3 1,-1 4-104,1 0 1,-7 8-1,-1-5 142,3 4 0,2 3 146,3 0 1,-10 10 0,-4 4-3,-6 6 1,-4 2 0,-3-1-105,-2 1 1,-8 0-462,8 0 0,-1-8 289,8 1 1,3-3 0,4 5 260,8-3 0,-3-6 0,2 6 101,3 3 1,-5-5-1,0 3 615,-2 2 1,-3 2-1,-9 3-170,-5-1 0,2-6 1,-12 0-1,-5-1-189,-4-2 0,-4 5 0,9-7 0,-1-1-480,0 1 0,0-3 1,1-7 122,-1 0 0,0 10 0,0 2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4:38.4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1 131 8233,'0'22'3,"0"0"0,0-8 0,0 1 476,0 2 1,0-5 0,0 2-142,0 3 1,2 2-1,3 3 1,5-2-83,2-6 1,-5 5 0,5-4 0,0 4-145,0 3 0,-4-3 1,6-4-1,1-5-67,-3-1 1,7-6 0,-4 2-30,4-10 1,0 0-1,-2-10 1,-5-4 17,-2-8 0,5 3 0,-8-7 0,0 2 51,3 0 0,-8-3 0,5 6 0,-4-3-67,-3 2 0,0 3 0,0 2 0,0 0-427,0 0 1,-3 3-1,-1 2-1368,-4 3 0,-1 6 1777,1-6 0,6 9 0,-8-5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4:38.6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0 109 8182,'0'15'300,"0"-1"0,0-6 0,0 6 80,0 3 1,0-5-1,0 3-97,0 2 1,0-5-1,0 2 1,3 3 99,4 2 0,-2-4 0,9-1 0,3 1 87,3-3 1,1 7 0,1-6-143,0-1 1,0 0 0,-1-7-1,1 2 0,0-2 1,-3-13 0,-2-6 0,-2-8-198,2-7 0,-5 2 0,0-6 0,-2 1-344,-6 6 0,-1-6 0,-3 3 0,0 2-652,0 3 1,0 2 0,0 1 0,0-1-4199,0 0 3296,0 10 1767,0 2 0,0 10 0,0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4:48.0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88 327 7822,'-12'-2'55,"5"-5"0,2 4 169,-2-4 0,4 2-95,-4-2 0,2 4 313,-2-4-86,4 5 0,-9 2 170,5 0-150,5 0-90,-8 0 0,12 0-187,6 0 1,-4 0 0,11 2 0,2 3-29,2 2 0,3 0 0,0-7 0,0 0-12,-1 0 0,8 8 1,3-1-1,-1-2-28,1-3 1,6-2 0,-1 0 0,4 3-45,2 4 1,1-5-1,0 6 1,-3-6-44,-5-2 0,3 0 1,-8 0-1,1 0 30,-1 0 0,5 0 1,-7 0-1,-2 0 19,-3 0 0,0 0 1,3 0-1,2 0 50,-2 0 0,-3 0 0,-2 0 0,-1 0 68,1 0 1,2 0 0,3 0 0,2 0-124,-2 0 1,-3 0 0,0 0 0,3 0 2,2 0 1,0 0-1,-5 0 1,3 0-5,2 0 0,7 0 0,-5 0 1,1 0-95,-1 0 1,1-2 0,-3-3-1,5-3 179,-1 4 0,9-1 0,-9 0 0,4-2-2,-1 2 1,-7 2-1,5 1 1,-3-3 91,-4-2 1,-3 0 0,-2 7-1,0 0 45,0 0 1,-1 0 118,1 0 0,-3 2 219,-4 5 1,-3-4 913,-5 4-1198,-4-5 0,6-4-756,-9-5 1,0 2-1060,0-10 0,-2 11-2232,-5-4 3786,4 6 0,-16 2 0,7 0 0</inkml:trace>
  <inkml:trace contextRef="#ctx0" brushRef="#br0" timeOffset="701">1961 22 8113,'-15'0'391,"1"0"1,6-7 850,-6 0-160,9 0-569,-5 7 0,13 2-328,4 5 1,5-2 0,10 10-107,0 2 0,0-5 0,2 0 0,2 0-29,3 0 1,0-7 0,-7 4 0,0-1 69,0-1 0,0 3 0,-1-6-53,1 4 0,-7 1 128,-1-1 1,-9-4-83,2 11 0,-7-3 0,-7 3 0,-5-6 146,0 1 1,-8-5-1,6 9 1,-5 3-107,-3 3 0,0-6 0,0 1 0,0 2-131,1 2 1,-1 3 0,0 0-1,0-1-298,1 1 0,1 0 0,3 0 1,3-1-784,-3 1 0,7 0 1,3 0-497,4 0 1,3-8 1554,0 1 0,0-11 0,0 6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5:58.97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66 1 7960,'0'14'283,"0"1"0,0 2-86,0 2 0,0 5 1,-3 5-1,-2 8 5,-2 4 1,0 14-1,4 11 1,-1 11-106,-4 8 0,-1 2 0,4 0 0,-3 0-441,4 0 0,1-2 0,3-5 0,0-5-641,0 0 0,0-17 985,0 0 0,0-10 0,0-4 0</inkml:trace>
  <inkml:trace contextRef="#ctx0" brushRef="#br0" timeOffset="300">414 676 7960,'0'-24'111,"0"-5"1,-2 4 0,-6-1-1,-9 6 406,-9 6 0,-1 9 0,-7 0 0,0 8 88,1 4 0,3 12 0,-3 1 0,1 6-316,6 1 1,1 4-1,6 1 1,4-1-411,8 1 1,-2-3-1,1-8 1,3 1-798,3 0 1,12-3-1,4-2 168,6-2 0,9-10 0,0 2 1,-3-5 499,-2-2 1,5-7 0,1-3 0,-4 1 505,-2-1 0,-2 0 0,0 5 135,0-2 0,-1 0 0,1 7 172,0 0 1,0 0-592,0 0 1,-3 2 27,-5 6 0,6 4 0,-8 10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5:56.607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565 762 7958,'7'-21'81,"0"-1"0,1-7 63,-8 0 1,-3 2 0,-4 13 42,-8 6 1,-11 6 0,-3 2 0,0 0 218,-3 0 0,1 10 0,-8 4 0,3 5 9,-3 3 1,0 10-1,1 6 1,4 8-73,2 5 1,-2 7 0,10-5 0,5 3-357,-1 5 1,11-6 0,2 1-1,7-3-207,7-4 0,5-6 0,12-9 0,5-12 251,7-13 0,6-9 0,1-7 0,1-12 83,-1-15 0,1-2 0,-1-18 0,-2 1-20,-4-5 1,-6-2-1,-9-1 1,-3 3-47,-4-2 0,-5 6 1,-13 3-1,-7 8-132,-11 7 0,-4 4 1,-13 13-1,-6 4-142,-4 8 0,-10 12 1,4 5-1,1 2 8,0 5 0,9 9 0,11 6 1,1-1-385,6 1 0,9 4 1,4-7-1,4-2 602,4-3 0,12 7 0,5 3 0</inkml:trace>
  <inkml:trace contextRef="#ctx0" brushRef="#br0" timeOffset="417">587 871 8046,'-3'-14'865,"-4"-1"1,2 10 0,-7 0-558,2 10 1,3 7 0,7 10 0,0 0-166,0 0 1,0 7-1,0 0 1,2-3-236,6-1 0,-4 4 1,9 0-1,-1-3-182,0-2 0,2-2 1,8-2-43,0-6 0,0-4 1,-1-10 246,1 0 0,0-10 0,-3-7 0,-2-7 38,-2-5 0,-8-10 0,5 3 0,-2-5 77,-5-3 1,4 8 0,-1 2-1,-4 3 177,-1 4 1,-3 3 0,0 2 67,0 0 0,0 13 0,0 9-110,0 12 0,-3 17 0,-1 7 1,-4 5-161,3 3 1,3-1-1,2 1 1,0-1-402,0 1 1,0-3 0,0-5 0,0-7-938,0-4 0,10-6 1317,4-5 0,15-23 0,5-15 0</inkml:trace>
  <inkml:trace contextRef="#ctx0" brushRef="#br0" timeOffset="601">1174 22 8046,'-19'31'42,"5"6"1,1 4 0,9 5 0,-4 5 210,4 7 1,1 5 0,3-1 0,0-1 142,0-3 0,7 3 0,1 6 0,-1 1-2269,3-5 1873,-8-12 0,8 12 0,-10-8 0</inkml:trace>
  <inkml:trace contextRef="#ctx0" brushRef="#br0" timeOffset="767">782 588 8046,'0'-22'616,"10"8"0,7-1 0,10 1-406,9 2 1,15-5 0,7 7 0,7-2-1070,8-5 1,2 5 858,5-3 0,4 1 0,-6-8 0</inkml:trace>
  <inkml:trace contextRef="#ctx0" brushRef="#br0" timeOffset="1300">1458 806 8516,'0'22'569,"0"2"1,0 7-1,0 13-272,0 11 0,7 18 0,0 7 0,0 7-167,3 7 1,-8-2 0,6 8 0,-6-4-468,-2-4 1,0-7 0,0-12 0,-2-15-357,-6-10 1,4-21 0,-11-8 0,1-9 308,1-13 0,-6-9 0,7-17 0,-3-10 384,1-9 0,-1 0 0,-4-8 0,2 0 0,3 1 0,-1-6 0,-4-9 0,4-3-39,8 3 1,5 2 0,2 3 0,0 0 177,0-1 1,2 1 0,5 2-1,10 8 240,10 11 0,-1 3 1,8 12-1,-2 5 97,-6 7 1,6 7 0,-3 10-1,0 0 99,2 0 1,-6 2 0,4 3 0,-5 5-201,-2 2 0,-8 3 0,-2 6 0,-2 1-278,-5 0 1,-5 7 0,-8 0 0,-6 0-473,-5 3 0,-3-6 1,0 8-1,0-3-443,0-4 0,1 0 1,-1-3-1,0 0 818,0-5 0,1-2 0,-1 5 0</inkml:trace>
  <inkml:trace contextRef="#ctx0" brushRef="#br0" timeOffset="1633">1784 784 9487,'-9'12'475,"4"8"1,-7-6 0,2 5-278,5 3 1,3 0 0,2 0 0,0 0-140,0-1 1,2-1 0,3-3 0,5-5-264,2-3 0,2-1 1,8-8-1,0 0 6,0 0 0,-1 0 0,1-3 1,0-2 102,0-2 1,-8-10 0,1 3 0,-1-6-24,-2-1 1,5 6 0,-7 0 105,2-1 1,-7 3 210,2-1-16,-4 9 1,-1 3-1,3 11 1,2 3-87,-2 5 1,-3 3 0,-2 2-534,0-1 1,8 1-1,-1 0-582,-2 0 1018,7-10 0,0-3 0,10-9 0</inkml:trace>
  <inkml:trace contextRef="#ctx0" brushRef="#br0" timeOffset="1817">2329 0 7335,'0'36'0,"0"1"-158,0 1 1,0 4 0,0 4 0,0 2 739,0 3 0,0 9 0,0-4 0,0 2-385,0 0 0,0-2 1,0 4-1,0 1-1120,0 6 923,0-11 0,9 17 0,3-18 0</inkml:trace>
  <inkml:trace contextRef="#ctx0" brushRef="#br0" timeOffset="1983">2067 610 8049,'0'-15'455,"0"1"1,10 9 0,4-5 0,8 3-342,7 0 0,5 0 0,10 7 0,-1 0-787,1 0 673,9 0 0,3 0 0,9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05.507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0 131 8024,'15'3'39,"-1"4"1,-7-2-1,6 9 1,-1 3 26,0 3 1,2 1 0,8 1 0,2 0-263,5 0 0,5-3 1,10-2-1,-3-5-361,-5-2 1,10-3 556,-10-7 0,10 0 0,-12 0 0</inkml:trace>
  <inkml:trace contextRef="#ctx0" brushRef="#br0" timeOffset="182">436 109 8024,'-22'0'99,"0"0"0,8 3 1,2 4-1,-1 8 190,1 4 1,8 12-1,-6 8 1,3 10 66,-1 9 1,-1 7 0,4 5 0,-2 5-201,2 3 1,-5 1-1,0 6 1,1-3-519,-1-2 1,-5-17 0,8 0 0,0-7 361,-3-8 0,-2-12 0,-10-4 0</inkml:trace>
  <inkml:trace contextRef="#ctx0" brushRef="#br0" timeOffset="600">501 414 8008,'0'15'292,"0"-1"0,2-9 0,6 0-76,6-10 0,6 0 0,1-9 0,1-3-128,0-2 0,0-6 1,-1-1-1,-1-3-31,-6 2 0,6-4 0,-8 2 0,2 0-143,1-3 1,-10 8-1,2-5 1,-5 5-20,-2 2 1,0 7-1,-2 3 1,-5 3 94,-8 4 0,1 2 0,-8 6 208,-10 4 0,11 5 0,-1 10 1,3 2 62,-1 5 1,6-5-1,2 8 1,2-3-57,5 0 1,-5 10 0,3-6 0,2 1-130,3-5 1,12 3-1,4-3 1,5-3-424,3-1 1,2-4 0,5-1-1,5-6-197,0-6 0,5-6 1,-10-2-1,-2 0-574,-3 0 0,2-10 1118,-4-4 0,5-6 0,-15-1 0</inkml:trace>
  <inkml:trace contextRef="#ctx0" brushRef="#br0" timeOffset="833">915 349 8008,'14'7'-68,"-2"3"260,-2 2 0,5-5 166,-8 8 1,0-1 0,-7 8 19,0 0 0,0-8 0,0 1 68,0 2 0,-2-5 1,-6 2 79,-6 3 0,-5-7-392,-3-3 1,7-7 0,3-7 0,3-7-168,4-6 1,2-11 0,6-6-1,4-4-1,7-2 1,1-8 0,4 0-1,6 5-173,-1 7 1,10-2 0,4 7-1,8 1-772,5 4 0,2 12 979,-2 2 0,5 10 0,9-4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08.4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87 8493,'-9'-12'-698,"4"-7"698,-10 4 0,11-4 0,-6-3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08.59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66 44 8387,'-22'-19'-2371,"0"4"2319,10 6 1,2 18-1,10 6 52,0 4 0,0 13 0,0 2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08.77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8387,'0'34'-135,"0"-5"0,0-5 0,0-2 1,0 0-178,0-1 1,0 1 0,0 0 0,0 0 95,0-1 0,7 1 0,0 0 216,-2 0 0,7 0 0,0-1 0,10 1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08.9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8328,'0'41'0,"0"-3"0,0-4-337,0-2 1,0-3 0,0-8 0,2-1-854,6-6 1190,-6 6 0,17-8 0,-7 10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09.07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8282,'0'21'-4,"0"1"-303,0 0 0,0 0 1,0 0-1,0-1 307,0 1 0,0 10 0,0 1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09.2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8231,'0'63'0,"0"-5"-181,0-8 0,0-4 0,0-5 0,0 1 88,0 1 0,2-14 0,3 10 1,2-8 92,-2-2 0,-2 0 0,-3-7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09.50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44 8149,'21'0'-317,"1"0"0,7 0 1,0 0-1,0-2 125,3-6 1,-1 6-1,8-5 192,-3 4 0,0-6 0,8-4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10.8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0 8173,'-14'10'0,"2"4"97,2 6 1,3 1 0,7 4-1,0 1-147,0 3 1,0 0 0,0-7 0,0 2-122,0 5 0,7 3 0,3 6 0,0-1-324,-1 1 0,6 11 495,-8 2 0,10 19 0,-5-2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10.9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0 8173,'-14'15'-43,"2"-1"-61,2 3 1,3 3 0,7 1 0,0 1-388,0 0 1,0 0-1,0-1 491,0 1 0,2-7 0,3-1 0,2 3 0,10 3 0,-5 1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11.1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0 8159,'0'34'-37,"0"5"0,0-7 0,0 1-75,0 6 0,7 2 0,1 0 0,-3-2 58,-3-3 1,0-2 0,3 5 0,3-5-248,-4-3 0,-1-9 301,-3-7 0,9 9 0,4 10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09.6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 1263 8149,'-10'0'1001,"10"0"-528,12 0 0,15 0-473,2 0 0,9 0 0,-4 0 0</inkml:trace>
  <inkml:trace contextRef="#ctx0" brushRef="#br0" timeOffset="1683">489 0 8087,'0'32'-49,"0"2"1,0 7-1,0-3-2,0-1 1,0-1 0,0 10-1,0 2 398,0 3 0,0 0 1,0-5-1,0 5-160,0 7 1,0-3 0,0 1 0,0-3-176,0-4 1,0 6 0,0 1-1,0 0 14,0-6 0,0 4 0,0-1 0,0 3-59,0 4 1,0 1 0,0-3 32,0-8 0,0 6 0,0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10.37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0 8404,'14'0'-1234,"1"0"0,-1 0 1159,8 0 75,0 0 0,9 0 0,3 0 0</inkml:trace>
  <inkml:trace contextRef="#ctx0" brushRef="#br0" timeOffset="133">480 0 8199,'0'12'329,"0"0"-576,0-4 247,0-6 0,0 8 0,0-10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10.23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3136 7925,'-13'2'-77,"6"6"0,7-6 67,7 5 0,6 3 0,8-3 0,3-2 10,6-3 0,13-2 0,13 0 0</inkml:trace>
  <inkml:trace contextRef="#ctx0" brushRef="#br0" timeOffset="2150">499 3179 7854,'-15'0'308,"1"0"1,9-9 0,-3-6-282,6-4 1,2-3 0,0 0-1,2 1 26,6-1 0,4-10 0,10-4 0,2-5-30,5-3 1,-3 1-1,11-1 1,1-2 176,4-5 1,1-2 0,3-7 0,3 4-239,1 3 0,4-5 1,-6 5-1,3-1 51,-3 1 0,5-5 1,-2 7-1,0 3-10,2 2 0,0 2 0,6 3 0,-9 2 26,-4 3 0,-2 10 1,-3-3-1,-2 4 51,-3 4 0,-9 1 0,2 6 0,-5 4 37,-2 0 0,-1 8 1,1-5-123,0 4 1,-8 3-1332,1 0-455,-10 0 1791,5 0 0,-1-9 0,3-4 0</inkml:trace>
  <inkml:trace contextRef="#ctx0" brushRef="#br0" timeOffset="2500">1675 1546 8111,'-13'0'598,"4"10"1,18-8 0,6 6 0,4-6-495,3-2 0,2-2 0,3-3 0,4-5-297,3-2 0,-5 7 0,5-5 0,-2 3-95,-6 0 0,-2 0 0,-2 7 191,0 0 1,-3 2 282,-4 5 1,-5 5 0,-10 10 0,-3 0 29,-4 0 1,2 7-1,-10 2 1,-1 1 162,-4-1 0,1 1 0,2-6 1,2 6-432,-2 2 1,8-8 0,-1 3 0,3-5-1554,0-2 1605,-1-10 0,8 8 0,0-8 0</inkml:trace>
  <inkml:trace contextRef="#ctx0" brushRef="#br0" timeOffset="3116">2262 545 8046,'0'-10'125,"0"10"0,0 10 0,0 11 0,0 3 78,0 6 0,8-4 1,-1 8-1,0 0-59,3 0 1,-8 2-1,6 8 1,-6-1-201,-2 1 0,7-3 1,1-2-1,-4-6-549,-1-1 516,-3-3 0,-7-19 1,-1-10 27,3-13 1,3-8-1,2-6 1,2-2 110,6 2 0,-3-4 0,7 2 1,0 2 160,0 3 1,2 10 0,8 2 124,0 2 1,0 3 0,-1 9-211,1 5 1,0 8 0,-3 11 0,-2 6-495,-2 2 0,-8-5 0,5 7 0,0 0-130,0-2 0,-7 5 498,2-10 0,6 0 0,-1-7 0</inkml:trace>
  <inkml:trace contextRef="#ctx0" brushRef="#br0" timeOffset="3317">2720 893 8247,'0'14'1088,"0"1"-501,0 2 0,0 2 1,0 3-760,0 0 1,2 0-1,5-1 1,6 1-596,-1 0 0,0-8 767,-5 1 0,5-1 0,10 8 0</inkml:trace>
  <inkml:trace contextRef="#ctx0" brushRef="#br0" timeOffset="3450">2785 588 8046,'-10'-22'51,"-4"1"174,-5-1 0,6 7-1162,6 1 937,5 9 0,-8 5 0,-2 12 0</inkml:trace>
  <inkml:trace contextRef="#ctx0" brushRef="#br0" timeOffset="3767">3264 675 8046,'-19'-14'0,"2"2"189,2 2 1,1 3 0,-8 7 335,0 0 1,1 0 0,-1 2 0,0 5 45,0 8 0,0 7 0,3 4 1,2 6-304,3 2 1,2-5-1,-3 4 1,8 1-168,4 0 0,3-5 0,0 5 0,0-2-164,0-6 0,10-9 1,5-5-417,4-2 0,3-3 0,-1-9-17,1-6 0,0-4 0,-3-9 1,-2-4-26,-2-4 0,-8 3 0,5-8 1,-2 0-51,-5 0 0,4 0 571,-1-2 0,-1-15 0,-7 5 0</inkml:trace>
  <inkml:trace contextRef="#ctx0" brushRef="#br0" timeOffset="3950">3221 327 8046,'0'43'0,"0"1"61,0-1 0,0 1 1,0 0-1,0-1 261,0 1 0,2 6 0,5 4 0,5-1 15,1 0 1,3-2-1,-6-10 1,2-2-258,5-3 0,-7-9 1,0 2-790,-1-5 0,-4-5 709,10-4 0,-11-6 0,6-9 0</inkml:trace>
  <inkml:trace contextRef="#ctx0" brushRef="#br0" timeOffset="4499">3722 697 8012,'0'-22'223,"-3"0"473,-4 1 1,-5 9-1,-10 4-57,0 6 1,0 2-1,1 2 1,-4 6-236,-4 6 0,5 13 0,-5 4 0,7 3-268,8 5 1,-3 2-1,7 2 1,1-1-219,-1-6 0,3 3 1,7-10-1,2-3-620,5-2 0,3-9 1,9-3-1,1-2-133,4-6 1,3-11 0,-3-7 0,2-8 288,3-7 0,3 2 0,-6-9 1,3-3 545,-2-2 0,-3-2 0,-4-1 0,-3 0 0,-3 1 0,-9-3 0,2-2 0,-4-6 0,-3-1 0,-3-3 0,-2-5 0,-4 5 0,-3 7 0,4 5 0,-4 5 139,3 4 1,-6 18-1,8 19 167,2 12 1,-5 10 0,3 9-1,2 11 248,3 6 1,2 12 0,0-4 0,0 2-183,0 0 1,7-2 0,3 4 0,2-2-550,5 3 1,-5 2 0,2 0 0,3-5-1150,3-7 0,1-5 1326,1-3 0,0 1 0,0-1 0</inkml:trace>
  <inkml:trace contextRef="#ctx0" brushRef="#br0" timeOffset="4850">3918 1089 8012,'7'14'-43,"0"1"0,3-10 522,-3 2 1,5-7-298,10-7 1,0-5-1,-3-10 1,-2 0-108,-3 0 0,-1 1 1,3-1-1,-1-2-116,2-5 0,-5 4 1,0-4-1,-2 5 22,-5 2 1,-1 1 0,1-1 143,3 0 0,-4 3 0,-11 4 0,-7 8 406,-6 4 0,-2 3 1,1 0-1,-1 0 182,0 0 0,0 10 0,-2 5 0,0 4-447,2 3 1,-4 7 0,14 2-1,-3 1-289,0-1 0,11 6 0,-4-8 1,6-3-341,2-2 1,10-2 0,4-3 0,6-2-397,1-2 1,8-10-1,3 2 1,2-5-233,4-2 1,1-2 0,0-5-1,-5-8 213,-3-4 0,-2 4 778,-7 1 0,9-10 0,3-10 0</inkml:trace>
  <inkml:trace contextRef="#ctx0" brushRef="#br0" timeOffset="5099">4309 958 6443,'13'0'1714,"-4"3"-1380,-9 4 1,0-2-1,0 9 97,0 3 0,0-5 0,0 3 82,0 2 1,-7-5-163,0 2-391,-1-9 0,8 2 1,0-14-1,0-7-137,0-6 0,3-9 0,4 0 0,8 3 122,4 1 1,3 4-1,0-1 1,-1 3-6,1 4 1,0-2 0,2 10 0,3 4-209,2 8 0,7 7 1,-7 10-1,-2 2 268,-3 5 0,-2 5 0,-1 10 0</inkml:trace>
  <inkml:trace contextRef="#ctx0" brushRef="#br0" timeOffset="5483">5159 0 9483,'-12'22'397,"2"0"0,10 2 0,0 5-121,0 7 1,0 13 0,0 4 0,2 2-49,6 6 0,-6 9 0,5 5 0,-4 0-425,-3 0 0,0-2 1,0-6-1,0 1-442,0-2 1,0-8 0,0-22 0,0-7-426,0-5 0,2-5 1064,5-4 0,6-5 0,8-10 0</inkml:trace>
  <inkml:trace contextRef="#ctx0" brushRef="#br0" timeOffset="5800">5529 610 8020,'-2'-22'251,"-6"0"0,3 3 0,-7 2 1,0 5 347,0 2 1,-2 3 0,-8 7 0,0 0-7,0 0 0,1 10 1,-1 4-1,2 6-527,6 1 1,-3 8 0,7 0-1,1 0-188,-1 3 1,3-8 0,7 5 0,0-5-168,0-2 1,9 0 0,3 0-1,3-3-360,-1-5 0,1-4 0,7-10 0,0 0 493,-1 0 1,1-2 0,0-6 0,0-4 522,-1 0 0,-6-5 1,-1 10-1,1 0-210,-3-3 0,0 8 0,-5-6-49,8 6 1,-3 2-1,3 0-288,1 0 1,-3 7 0,-1 3 0,0 2-995,0 5 1,-7-5 1173,2 3 0,5-11 0,0 6 0</inkml:trace>
  <inkml:trace contextRef="#ctx0" brushRef="#br0" timeOffset="6184">5725 501 8081,'-10'-12'800,"-4"5"0,4 7-757,3 7 1,4-2 0,3 9-84,0 3 0,3 0 0,2 0 1,4-5-133,3-2 0,-4 4 1,6-6 8,3-4 1,2-1 0,3-3 173,0 0 0,-7 0 217,-1 0 0,-7 2 1,5 6 167,-2 6 1,-3 5-1,-7 6 1,0 4 70,0 7 1,0 15 0,0 7 0,-2 5-209,-5 2 0,2 8 0,-7 4 1,2 3-301,5 2 1,0-2 0,1-17 0,-4-5-1607,3-7 0,3-8 1647,2-6 0,0-16 0,0-11 0</inkml:trace>
  <inkml:trace contextRef="#ctx0" brushRef="#br0" timeOffset="6533">6073 849 8202,'3'-14'462,"4"-1"1,3 1-1,7-8 1,-3 0-243,3 0 0,-5 1 1,0-1-1,0 0-166,1 0 0,-6 1 1,5-1-1,-2 0 24,-6 0 0,-1 1 1,-3-1 65,0 0 0,-3 10 1,-4 5 155,-7 4 0,-6 3 1,-2 3-1,1 4 312,-1 7 1,0 8 0,3 5 0,2 4-386,2 3 0,10-5 1,-2 5-1,5 0-160,2 0 1,0 0-1,2 2 1,5-7-888,8-5 0,12-2 0,4-3 0,3-4-640,5-8 0,2-5 0,0-2 1460,-5 0 0,5-9 0,-7-3 0</inkml:trace>
  <inkml:trace contextRef="#ctx0" brushRef="#br0" timeOffset="6784">6487 784 8020,'0'22'-364,"0"-8"1,-2 1 866,-6 2 0,4 0 0,-8 0 556,2-3 1,-7-2 818,2 3-1573,6-6 1,-1-21 0,10-7-339,0-8 0,10-9 1,2 5-1,5-3 156,5-5 0,-3 5 0,15-2 1,0 0-161,-1 2 1,4 2 0,9 11 0,2-1-898,3 0 0,14 0 0,-4 3 934,-1 4 0,1-4 0,4 7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20.73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23 1 8348,'0'22'210,"0"-1"0,0 1 0,-3-2-160,-4-6 1,5 5-302,-6-4 1,6 4 0,2 3-131,0 0 0,0-8 1,0 1 380,0 2 0,0 2 0,0 3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20.8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0 8346,'0'22'-3,"0"0"0,0 2-496,0 5 1,0-5 0,0 5 0,0-5 359,0-2 0,0 0 0,0 0 1,0 0 154,0-1 1,7 1 0,0 0 0,-2 0 23,-3-1 0,-2 1-40,0 0 0,10 0 0,2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22.270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87 1 8312,'-31'12'-405,"9"0"-106,0-5 0,10-2 0,15 7 511,4-2 0,-2-3 0,9-7 0,1 0 0,7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22.47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 1 8192,'-9'21'-491,"-1"1"0,-7 0 0,5 0 529,2-1 1,3 9 0,7 1 0,0 0 57,0 1 1,0 14 0,0 0 0,0 7-27,0 8 0,7 4 0,3 7-70,2 8 0,2 5 0,8 2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22.63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66 0 8192,'-7'36'182,"-1"1"1,-6-4 0,4 6 0,0-3 1,1 3 1,1 2-1,8 3 1,0-1-222,0 1 1,0 7-1,0 0 1,0-3-79,0-2 0,3-2 1,2 2-1,2 2 115,-2 3 0,7 0 0,0-8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20.60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44 63 8348,'0'-22'224,"-2"10"1,-3 3 218,-2-1-336,0 7 0,-1-4 1,1 14-275,2 8 1,3 4 0,2 6-1,0 1-115,0 3 0,0 3 1,0-6-1,2 3-1218,6-2 1500,-6 7 0,17-10 0,-7 7 0</inkml:trace>
  <inkml:trace contextRef="#ctx0" brushRef="#br0" timeOffset="1334">240 303 8375,'15'0'-399,"-1"0"0,3 0-364,3 0 1,-3 0 762,4 0 0,-4 0 0,15 0 0</inkml:trace>
  <inkml:trace contextRef="#ctx0" brushRef="#br0" timeOffset="1498">937 194 8128,'12'-10'-600,"-2"5"1,-8-7 637,6 2 1,-3 1 0,9 4 135,3-2 1,-5-1 0,3 8-281,2 0 1,2 0-1,3 0-652,-1 0 758,1 0 0,0 0 0,0 0 0</inkml:trace>
  <inkml:trace contextRef="#ctx0" brushRef="#br0" timeOffset="3167">284 107 9910,'22'12'-350,"7"-3"1,2-9 349,3 0 0,12-9 0,10-3 0</inkml:trace>
  <inkml:trace contextRef="#ctx0" brushRef="#br0" timeOffset="3300">959 128 6997,'22'-21'0</inkml:trace>
  <inkml:trace contextRef="#ctx0" brushRef="#br0" timeOffset="3432">1329 85 8039,'12'0'-127,"8"10"0,-8 2 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21.1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0 197 8225,'3'58'-106,"4"0"1,-4-10-1,6 1 106,1-11 0,-8 4 0,8-9 0</inkml:trace>
  <inkml:trace contextRef="#ctx0" brushRef="#br0" timeOffset="267">22 981 7914,'22'0'-637,"0"2"1,2 3 459,5 2 1,5 1 0,9-8 0,3 0 176,5 0 0,5 0 0,0 0 0,-3 0 0</inkml:trace>
  <inkml:trace contextRef="#ctx0" brushRef="#br0" timeOffset="417">784 915 9262,'3'-19'333,"4"5"1,5 4 0,10 10-1,2-3-204,5-4 0,3 5 1,6-8-1,-1 3-280,1 0 0,1-10 1,0 2 150,-3-4 0,0-3 0,8 0 0</inkml:trace>
  <inkml:trace contextRef="#ctx0" brushRef="#br0" timeOffset="1649">1329 1 8088,'-15'36'267,"1"0"0,9 1 0,-2 9 0,4 5 77,3 7 1,0 4 0,0 4-1,0-1-121,0 0 0,0 3 1,0 0-1,0 0 2,0-5 0,0-13 0,3 1 0,1-2-602,4 1 1,-1-11-1,-7 2 1,0-7 376,0-7 0,0-3 0,0-2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27.67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1 131 9731,'0'25'556,"2"1"1,3 6-365,2 2 1,8 9 0,-5 10 0,2 3-191,5 5 0,0 4 0,-1 7 0,-1 6-614,2-1 1,-5-2 0,3-9 611,1-1 0,4 0 0,2 1 0</inkml:trace>
  <inkml:trace contextRef="#ctx0" brushRef="#br0" timeOffset="301">480 698 8051,'0'-34'-201,"0"5"1,-2 5 305,-6 2 0,-4 10 0,-12 4 0,-3 6 892,-2 2 1,-2 10-1,4 4 1,-2 8-487,3 7 0,1 2 0,4 8 0,1-5-559,6-3 0,4 6 1,10-8-1,0-3-409,0-1 1,2-4 0,6-1-248,6-6 1,6-4 0,1-10 0,4 0 470,4 0 0,-5-7 0,7-3 0,-2-2 567,0-5 0,0 5 0,-7 0 311,0 2 0,0-4-243,-1 6 0,-1-1 0,-3 4-1652,-3-2 1,-6-1-510,6 8 1759,-9 0 0,14 0 0,-7 0 0</inkml:trace>
  <inkml:trace contextRef="#ctx0" brushRef="#br0" timeOffset="534">676 1 10119,'0'24'507,"0"5"0,0 0 0,2 12 0,6 8-78,6 4 0,-2 7 0,3 10 1,2 5-558,2 3 1,-4-1 0,-3 1-1,0-10-739,0-8 0,0-19 0,5 0-1240,-3-7 2107,-9-14 0,15-11 0,-8-9 0</inkml:trace>
  <inkml:trace contextRef="#ctx0" brushRef="#br0" timeOffset="1099">1111 349 8528,'-14'12'753,"-1"10"0,-2 12-42,-2 7 1,-5 15 0,-3 9-1,-4 15-467,-3 12 1,0 0-1,16-42 1,0 1-1,3 1 1,1 0-159,1 2 1,2-1 0,0-2 0,0 0 0,-11 45-1,3-6-864,4-13 0,5-16 0,10-13-2402,0-9 3180,0-8 0,-9-19 0,-3-2 0</inkml:trace>
  <inkml:trace contextRef="#ctx0" brushRef="#br0" timeOffset="1700">1220 828 7857,'12'-14'674,"-4"-1"0,1 1 0,1-6 0,0 3-440,-1 3 1,6-1 0,-5-6 0,-1-1-198,1 0 0,4-7 0,-4 0 1,2 0-113,5-2 0,0 6 0,0-4 1,-5 5-145,-2 2 1,0 1 181,-3-1 0,-7 10 533,0 4 0,-7 16 1,-10 6-1,2 8 148,-2 7 1,5-2 0,0 7 0,0-1-257,0 1 0,7 0 1,-2 5-1,4-5-164,3-3 0,0-2 1,0-5-583,0 5 0,3-4 0,4 1 0,7-9-612,6-10 0,-6-4 1,1-3-1,2 0 183,2 0 0,3-10 1,-3-4-1,-2-6 331,-2-1 1,-3 6 0,5 0 0,-5-1 234,-3-4 0,1-2 0,-5 1 0,5-1 67,2 0 0,-7 8 0,4-1 154,1-2-88,2-2 138,10 7 1,-10 4 153,-5 16 1,-4 4-10,-3 10 1,0-1-184,0 1 1,0-7-126,0-1-345,0-9 458,0 5 0,9-1 0,3 3 0</inkml:trace>
  <inkml:trace contextRef="#ctx0" brushRef="#br0" timeOffset="1983">1678 567 7976,'0'-15'-324,"0"1"452,0-3 0,0 5 1396,0-3-788,0 11 0,0-4-398,0 16 0,0 4 0,0 9 0,0 1-75,0 0 0,0 7 0,0 0 0,0-2-22,0-3 1,7-2-1,0-1 1,-2 1 64,-3 0 1,-2 0-1,0 0 753,0-1-919,0 1 0,0-19 0,0-11 1,0-11-432,0-10 0,8-5 0,1-10 0,1-2-197,0-4 0,7 6 0,-3-2 0,6 10 15,1 4 0,3-4 0,3 9 0,5 8 473,1 9 0,4-2 0,6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25.58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434 502 8173,'-10'12'34,"5"5"1,-7-8 0,2 4 246,6 4 1,1 12-1,3 4 1,0 4-122,0-1 0,0-2 0,0 5 0,3-6-509,4-1 1,-2 4 0,7-7 0,0-2 348,0-3 0,2-2 0,8 0 0</inkml:trace>
  <inkml:trace contextRef="#ctx0" brushRef="#br0" timeOffset="218">85 611 8173,'0'-22'457,"3"0"-242,4 0 0,5 1 0,10-1 0,2 0-9,5 0 1,-2-2 0,11-3 0,6-2-222,4 3 0,13-6 0,-6 3 0,3 3-360,1 1 1,-11 11-1,0 2 1,-9 2-1017,-10 5 1391,-5 3 0,-2 12 0,0 2 0</inkml:trace>
  <inkml:trace contextRef="#ctx0" brushRef="#br0" timeOffset="435">42 1111 8173,'-15'10'20,"1"5"0,9-3 262,-2 2 0,7-9 1,7 0-31,7-10 1,15 0-1,8-9 1,4-3-102,2-3 1,8-1 0,2-1-1,1 0-486,-1 0 1,5 1 0,-7-1 0,-3 2-140,-2 6 0,-2-3 1,-3 10-1,-5 2-656,-7 3 1130,-14 2 0,4-10 0,-7-2 0</inkml:trace>
  <inkml:trace contextRef="#ctx0" brushRef="#br0" timeOffset="717">739 916 6778,'0'21'2004,"2"-6"-1606,5-1 0,-4 1 1,4 7-11,-5-1 1,-2 1-110,0 0 0,0 0 0,0-1-90,0 1 1,0-7 171,0-1-388,0-9 0,0 2 0,0-14-144,0-7 1,0-8 0,3-7 0,2-5-109,2 0 0,0-5 0,-5 10 0,3 0 142,3-2 1,1 14-1,-4-5 73,2 3 1,10 9 0,-5 5 33,0 10 1,5 14-1,-7 10 1,0 1-164,-1 1 0,6-4 0,-8 6 0,1-1 193,1-5 0,3 6 0,10 1 0</inkml:trace>
  <inkml:trace contextRef="#ctx0" brushRef="#br0" timeOffset="935">1152 741 8173,'12'22'129,"-4"0"0,1 0 0,-1-1 162,-4 1 1,1 7 0,0 3 0,2-1-5,-2 1 0,0 4 0,0-5 0,5 3-220,2 5 1,-8-5 0,6 2 0,-3 3-119,1 2 1,6 2 0,-7 1 0,-2 0-1528,-2-1 1578,-3-9 0,9 7 0,3-7 0</inkml:trace>
  <inkml:trace contextRef="#ctx0" brushRef="#br0" timeOffset="1135">1174 763 8121,'22'15'37,"0"-1"1,-1-7 0,-1 8 0,-3-1 227,-3-1 1,-2 6 0,5-5 63,-2 6 0,-3 2 0,2-1-252,-6 1 0,-6 0 0,-2 0 0,-2-3-444,-6-5 0,4 6 367,-11-6 0,0 6 0,-6 1 0</inkml:trace>
  <inkml:trace contextRef="#ctx0" brushRef="#br0" timeOffset="1451">1370 807 8121,'10'12'159,"-8"0"0,8-7 0,-3 4 90,0 3 1,3-4-1,-5 6 35,2 3 0,3-5 0,-5 3 1,4-1-55,3-2 1,-4 5 0,6-7-51,3 2 0,2-7-146,3 2 1,0-4-1,-3-6-117,-4-4 0,-5-5-1,-10-10 1,0 0-84,0 1 0,0-1 1,0 0-180,0 0 1,0 0 0,0 1 30,0-1 0,0 7 463,0 1 1,0 11 0,2 3-51,5 12 1,-4 8 0,4 2 0,-2-1-248,2 1 1,-2 0 0,9 0-1074,3 0 1222,3-10 0,1 7 0,1-7 0</inkml:trace>
  <inkml:trace contextRef="#ctx0" brushRef="#br0" timeOffset="1635">1806 1 6889,'-10'22'768,"7"-1"1,-4 1-1,5 2-516,2 5 1,0 5-1,2 12 1,3 3-155,2 2 0,3 7 1,-3-5-1,5 2-1805,0 6 1707,8-8 0,-8 10 0,10-7 0</inkml:trace>
  <inkml:trace contextRef="#ctx0" brushRef="#br0" timeOffset="1801">1610 567 8255,'-13'-10'499,"4"6"0,11-9-471,5 4 1,6-6-1,11 8 1,2 0-360,3-3 0,10 8 1,-3-6 330,6 6 0,1-8 0,1-2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42.470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88 0 8310,'-22'0'1252,"8"8"-1042,-1-1 0,3 3-484,-2-3 0,4 5 0,12 7-165,6-4 0,-6 4 1,8-4-1,-3 4-168,0 3 0,3 0 607,-3-1 0,5 11 0,10 2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42.58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0 8251,'0'36'0,"0"-2"0,0-2-34,0-6 0,0-1 0,0-4 0,0 1 38,0 0 1,0 0-1,0 0 1,2-1-132,5 1 1,-4 0 0,4 0 126,-5-1 0,8 1 0,2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42.719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0 8226,'8'22'-1194,"-1"0"1194,0 9 0,3-7 0,2 8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42.887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1 8139,'0'21'-16,"0"1"0,0 2 0,0 3 197,0 2 0,0 0 1,0-7-1,0 0 85,0-1 0,0 1 0,0 0 0,3 0-154,4 0 0,-4-1 1,4 1-1,-5 0-283,-2 0 1,7-8 0,3-2-546,2-2 0,-4 4 716,6-6 0,-9-1 0,5-7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43.10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23 8033,'15'-12'300,"-1"4"1,1 6 0,7 2 0,2 0-180,5 0 0,-3 0 0,11 0 0,1 0-199,4 0 0,8 2 0,1 3 78,-2 2 0,6 1 0,1-8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43.23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19 66 8206,'-12'-10'625,"5"7"-832,14-4 0,13 5 0,9-1 0,0-2-123,2-2 0,-4 0 1,7 7 329,-3 0 0,8-10 0,-5-2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43.75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97 44 8273,'-21'0'363,"-1"0"1,0-7 122,0 0 0,13-1-467,9 8 1,9 0 0,13 0 0,2 0-296,5 0 1,-2 0 0,9 0 0,3 0-130,2 0 0,0 0 1,-2-2-1,-5-3 88,-3-2 1,5 0 0,-7 7 0,-2 0 316,-3 0 0,-2 0 0,0 0 5,0 0 0,-8 0 920,1 0 949,-10 0-1417,4 0 1,1 0-501,4 0 0,6 0 0,2 0-499,-1 0 0,1 0 542,0 0 0,0 0 0,-1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43.88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22 44 7500,'0'-12'-552,"-3"2"552,-4 10 0,5-10 0,-8-2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44.087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44 10 8185,'-19'-3'114,"4"-4"1,6 7-144,9 0 1,0 3-1,0 11-455,0 3 484,9-7 0,3 19 0,10-5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44.268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22 0 8185,'-2'20'0,"-3"-3"-427,-2-3 1,-1 8 0,8 7-1,0-3 735,0-1 1,0-1 0,0 3 0,0 2 85,0-3 1,0-2-1,0-2 1,0 2-281,0 5 1,0-2-1,0 7 1,3-3-324,4-4 0,-5 4 0,6 1 0,-6 2-299,-2 4 0,0-4 508,0 3 0,10 9 0,2 9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6:44.385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44 1 8148,'-7'22'0,"0"-1"344,2 1 1,3-5-1,-1 2-101,-4 6 0,4 1 0,-4-4 0,5 0-755,2 0 1,2-1 0,3 1 511,2 0 0,10 0 0,-5-1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8:21.5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0 262 8257,'0'-22'0,"0"1"43,0-1 1,3 0-1,1 0 827,4 0-508,-1 10 1,-7 5 0,0 14-22,0 8 0,0 7 0,2 7 0,3 9-22,2 11 0,3-1 1,-5 10-1,2 0-123,-2-2 0,5 7 0,-1-7 1,4-1-235,3-4 0,-3-5 0,1-7 0,3-8 177,2-9 0,-4-15 0,-1 0 0,1-7 23,-3-7 0,7-7 0,-7-15 0,3-8 7,0-4 1,-8-2-1,5-3 1,0-3-135,0-2 1,-7 1 0,5 4 0,-3-3-360,0-2 0,0 1 1,-4 6-1,2 3-497,2 5 0,0-3 0,-7 10 0,0 2-2352,0 3 3173,10 12 0,-8 2 0,8 10 0</inkml:trace>
  <inkml:trace contextRef="#ctx0" brushRef="#br0" timeOffset="316">327 284 8150,'0'22'-19,"0"-1"1,0 1 0,0 0 0,0 2 515,0 5 0,0-2 0,2 12 0,3 4-226,2 6 1,3 1 0,-3-6 0,8-1 11,4 1 1,3-10-1,0-5 141,-1-5 0,1-12 0,0-7 0,0-12 87,0-15 0,-3-2 1,-2-12-1,-3-3-328,3-2 1,-5-10-1,3 0 1,-1 3-94,-1 2 1,-1-5 0,-8 0-1,4 3-243,-3 2 0,-3-3 0,-2 3 1,0 5-812,0 0 0,0 10 1,0 2-1,0 4-2795,0 4 3759,0 8 0,0 4 0</inkml:trace>
  <inkml:trace contextRef="#ctx0" brushRef="#br0" timeOffset="667">806 458 8222,'12'0'-374,"-2"0"0,-10 10 921,0 4 1,0 6 0,0 4-1,0 2-302,0 4 0,7 6 0,0-5 1,0 3-278,3 5 0,-7-5 1,4 0-1,-5-3-581,-2-4 1,7-3 0,1-2-335,-3-1 1,-1-6 946,4-1 0,-6-9 0,17-5 0,-6-12 0</inkml:trace>
  <inkml:trace contextRef="#ctx0" brushRef="#br0" timeOffset="949">1154 349 8190,'12'0'-274,"-2"3"0,-10 6 1,0 11 876,0 6 1,0 13 0,0-3 0,0 5-309,0 3 0,0 2 0,0 2 0,0 6-276,0 1 0,0-9 0,0 0 0,0-10-829,0-4 0,3-3 810,4-7 0,-5-10 0,8-2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8:23.6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349 109 8285,'-15'3'355,"1"4"0,-1 10-326,3 10 0,-5-1 1,8 11-1,-3 1-54,-5 3 0,5 10 0,-1 0 0,1-3-304,0-2 1,7-9 0,-2-3 0,2-3-685,-2-4 1013,5-3 0,-18-2 0,8-1 0</inkml:trace>
  <inkml:trace contextRef="#ctx0" brushRef="#br0" timeOffset="233">0 153 7364,'3'19'-99,"4"-4"0,-4 4 0,6-4 1,1 4 810,4 3 0,6 2 0,2 3 0,-1 2-430,1-3 0,2 6 0,3-3 0,4-3-461,3-1 1,-5 4 0,5 0 0,-2-3-179,-6-2 1,-2-9 0,-2-3 0,0-2 356,0-5 0,0-3 0,-1-2 0</inkml:trace>
  <inkml:trace contextRef="#ctx0" brushRef="#br0" timeOffset="450">719 240 8085,'12'22'-338,"-5"0"0,-4-1 848,-3 1 1,0 2-1,0 3 1,2 4-143,6 3 0,-6 3 0,5 6 0,-4-2-612,-3-4 1,0 4 0,0-5-1,0 3-331,0-3 1,7-5 0,0-9 574,-2 0 0,-3 0 0,-2 0 0</inkml:trace>
  <inkml:trace contextRef="#ctx0" brushRef="#br0" timeOffset="833">1111 414 9201,'3'-12'736,"4"5"0,7 4-438,6 3 0,9 0 0,2-2 0,1-3-202,-1-2 0,8 0 0,-5 7 1,2 0-430,0 0 1,-9 0 0,2 0 0,-5 0-1030,-2 0 0,0 0 1362,-1 0 0,-9 0 0,-2 0 0</inkml:trace>
  <inkml:trace contextRef="#ctx0" brushRef="#br0" timeOffset="1050">1329 0 8052,'-3'22'-277,"-1"0"0,-4 0 660,4 0 0,1 2 0,3 5 1,0 7 73,0 5 0,0 3 0,0-1 0,0 1-285,0-1 0,7 1 0,1-3 1,-4-2-268,-1-3 1,-3-9 0,0 2 0,0-5-1223,0-2 1317,0-10 0,0 7 0,0-7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3:56.837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262 44 7994,'-22'8'0,"0"1"141,0 3 1,-7-4 0,3 6 0,4 3 143,5 2 1,3 6-1,-8 4 1,2 4-3,6 1 0,-3 7 0,10-4 0,2 4 36,2 2 1,3 1-1,0 0 1,3-3-108,4-5 0,5 3 0,10-8 0,0 1-295,0-1 0,7-9 0,2-10 0,3-2 60,5-6 1,-6-1-1,4-3 1,-1 0-91,-2 0 0,0-12 0,-8-8 1,3-6-15,-2-1 1,-10-4-1,-5-1 1,-2-2 120,-5-4 1,-3-3 0,-2-1 0,0 4 75,0 1 0,-2 4 0,-6-6 0,-6 3 112,-6-3 1,-1 7-1,-1 1 1,0 2-53,0 0 1,-2 0 0,-2 7 0,-3 3-34,2 4 0,3 3 1,0 7-1,-3-2 53,-2 2 0,0 12 0,9 8 0,4 7 3,1 7 1,1 5 0,-8 9-1,2 3 34,6 5 0,2-5 0,7 7 0,-2-2-33,2 0 0,2 7 1,3-7-1,3-5-160,4-8 0,8 1 0,11-10 1,6-2-116,2-3 1,-1-12 0,9-5-1,-4-4 96,1-3 0,7-3 0,-10-6 0,3-11 69,-3-6 1,3-13 0,-10 5-1,-5-2 84,-7-1 0,-5 1 0,-7-7 0,2-1 67,-2 0 1,-2 3 0,-6 3 0,-4 1-141,-8-1 0,-4-1 0,-3 0 0,-2 5-116,-5 3 0,5 2 1,-8 5-1,3-1-36,0 4 1,0 4-1,5 17 76,-5 0 0,5 2 0,-5 5 0,7 8 121,8 4 0,-3 13 0,7 4 0,0 8 67,1 6 1,1-4 0,8 5 0,0-5-198,0-2 0,0-3 1,3-2-1,4-6-266,7-1 0,13-10 0,5-10 0,1-3-87,6-4 0,2-2 0,3-6 0,-3-4 179,-5-8 0,3-6 0,-10-6 0,-5-2 196,-7 2 0,0-4 0,-10 0 0,-2-1 137,-2 1 1,-3 2 0,-3 4 0,-4-1 105,-8-3 0,-4 0 1,-5 7-1,-3 0-93,-2 0 0,-2 3 1,4 2-1,-4 5 42,-3 2 0,7 3 1,-2 7-1,5 0 112,2 0 1,3 2 0,2 8 0,5 9-153,2 8 1,-4 9-1,6-4 1,3 2-225,3 4 1,2 1 0,0 0 0,2-5-163,6-3 1,4-2-1,10-7 1,2-3-52,5-4 1,2-5 0,8-10-1,-5 0 81,-3 0 0,6-10 1,-8-5-1,-3-4 282,-2-3 0,-2 0 0,-2-2 0,-3-2 189,-3-3 0,-9 0 0,2 4 0,-4-1-61,-3-3 1,-10 0-1,-5 7 1,-4 0-67,-3 0 0,-2 1 0,-3 1 0,-2 6 20,3 6 1,-1 6-1,1 2 1,-3 0-38,2 0 0,3 2 0,2 6 0,3 9-36,4 9 0,-2 1 0,10 9 1,0 3-91,-3 2 0,8 3 0,-6-1 1,6-2-105,2-4 1,10 1-1,4-9 1,5-4-172,3-9 1,7 1 0,3-9 0,-1-4 156,1-1 0,-1-13 1,-4-4-1,2-6 120,-3-1 1,-2-1 0,-4-2-1,-3-3 103,-3-2 0,-9-3 1,2 6-1,-4-3 22,-3 2 1,-3 3 0,-4 2 0,-7 0-6,-6 1 1,-2 1 0,1 3 0,-1 5 17,0 3 1,0 1 0,1 8 0,-1 0 3,0 0 0,0 0 0,3 3 0,2 4-36,2 8 0,3 6 0,-2 8 0,7 8-36,4 4 0,3 2 0,0 1 0,0-3-248,0-5 1,3 3 0,4-10 0,7-2 8,6-3 0,2-10 0,-1-1 1,3-4 198,6-4 0,-6-5 0,5-5 0,-7-4 187,-8-4 0,3-1 0,-7-10 0,-1-3 29,1-2 1,-3 0 0,-7 7-1,0-2-188,0-5 0,0 5 1,-2-3-1,-3 8-142,-2 4 0,-10 10 0,5-4 0,-3 2-439,1-1 1,-1 3-1,-7 13 287,1 6 1,1 13 0,6 2-1,6 0 95,6 2 0,-5-6 0,0 4 134,2-5 1,5-5 0,5-2-1,4-5 347,3-2 1,-4-3 0,4-9 0,0-3 114,0-2 0,-7-10 0,2 2 0,-5-4-598,-2-3 1,0 8 0,0-1-1,0-2-1578,0-2 1,0-3 1729,0 0 0,0 0 0,0 1 0</inkml:trace>
  <inkml:trace contextRef="#ctx0" brushRef="#br0" timeOffset="2298">240 3180 7750,'-22'-10'-220,"8"8"1,-1-5 0,1 2 1486,2-2 1,-8 4-825,6-4 1,2 7 0,-1 7-51,4 8 0,-1 4 1,5 3-1,-2 0-102,2-1 0,3 1 1,2 0-1,0 2-224,0 5 1,7-5 0,3 3 0,2-8-21,5-4 0,2-10 1,3 2-1,0-5-50,-1-2 1,1 0 0,-2-2-1,-4-5-58,-1-8 1,0-4-1,6-5 1,-1-3-78,-6-2 1,-2-2 0,-7 4 0,2-5 129,-2-1 1,-2 6-1,-6-2 1,-2 5 2,-2 2 0,-17 0 1,2 0-1,-2 3 105,0 5 1,2 4 0,-2 10 0,-3 0 360,-2 0 0,0 10 0,10 4 0,2 8-73,2 7 1,3-3 0,-2 11 0,6 1-334,6 4 1,2-6-1,2-2 1,6 0-154,6 0 1,6-10-1,4 0 1,5-10-115,7-4 1,5-3 0,3-9 0,-1-5 140,1-8 0,-8-14 1,0-5-1,1-4 147,-3-6 0,-3 13 0,-9-13 0,-3 3 16,-4 0 0,-6 4 0,-9 4 0,-2 1-40,-5 6 1,-5 4 0,-13 5 0,-4 5-154,-7 2 1,2-5 0,-2 8 0,0 2 43,2 3 0,-5 4 0,10 3 1,2 5 181,3 2 1,2 3-1,3 9 1,2 5 14,3 7 1,9 5-1,-3 3 1,6-1-6,2 1 1,0 2-1,2 0 1,8 0-294,12-5 1,2-10 0,12 1 0,3-6-22,2-6 0,10-13 0,0-2 0,-3-10 178,-2-9 0,-2-8 1,-1-7-1,-1-8 99,-6-4 0,-12 0 0,-12 2 1,-2 3 32,-5-3 0,-3-2 0,-2-2 1,-2 2-85,-6 4 1,-11-1 0,-12 6 0,-1 1-264,1-1 0,-8 3 1,3 7-1,-6 1-15,-1-1 0,2 10 0,2 5 1,5 4 283,3 3 1,2 0-1,9 3 1,3 6 175,3 13 0,9 9 0,-2 13 1,4 0 16,3-1 0,0 1 1,3-1-1,4-2-98,8-4 1,6 1 0,6-9 0,4-2-243,3-3 1,3-4 0,6-6-1,1-7 117,-1-4 0,3-6 0,0-4 0,0-7 62,-5-6 0,-4-9 0,-1-2 0,-7-1 61,-5 1 1,-12-1-1,-4 6 1,-6-3-160,-2 2 0,-10 3 0,-4 2 1,-8 0-95,-7 1 1,-5-1 0,-10 2 0,1 3-184,-1 3 0,8 2 0,0-3 0,-3 6 158,-2-1 1,5 8 0,2-6 0,5 8 268,9 8 0,-1 11 0,9 12 0,-1 3 118,6 5 0,5 5 0,2 4 0,2 3 11,5-3 1,6-4-1,11-6 1,2-4-188,3-2 1,12-3 0,1-10-1,6-4-137,0-8 0,-2-5 0,-2-4 0,2-8 43,5-12 0,-8 1 0,1-11 1,-13 1-13,-7-6 0,-2 4 1,-2-1-1,-6 0 80,-7 0 1,-4 7-1,-6-2 1,-4 3-60,-7-3 0,-13 7 0,-4-2 0,-3 7-96,-5 0 0,-5 0 0,-4 0 0,-3 5-106,3 2 0,2 3 0,2 7 0,1 0 261,-1 0 0,8 10 0,2 6 0,3 11 133,4 9 1,5 6 0,5 4 0,5 2 0,2 3 1,3 2 0,7-5-1,3 6-74,4 1 0,5-9 1,12 0-1,3-12-379,2-10 1,12 0 0,0-16-1,7-3 110,1-3 0,-3-7 0,-5-7 0,-2-10 356,-3-2 0,-2-10 0,0-2 0,-10-5 155,-7-3 0,-12 5 0,2 1 0,-5-3-25,-2 2 1,-2 7-1,-5-1 1,-8-1-257,-4 0 1,-10 7-1,-3 1 1,-2 6-375,-4 6 1,-1 6 0,0-4 0,5 3 142,3 4 1,0 2-1,4 8 1,0 7 13,8 10 1,-3 7-1,10 0 1,0 8 141,5 4 0,4 9 0,3 1 0,0-2 22,0-3 0,10-10 0,4-2 0,6-3 66,2-4 1,7-5-1,2-8 1,1-7 384,-1-4 0,5-6 1,-7-4-1,-2-7 218,-3-6 1,-2-9 0,-3-2-1,-2-1-276,-2 1 0,-10-5 0,2 4 0,-7 1-403,-7-1 0,2 1 0,-10 7 0,-2-1-532,-2 6 0,-3 9 0,0-2 0,1 3-1424,-1 4 1,7 2-1,1 6 1945,-3 4 0,7 5 0,0 10 0</inkml:trace>
  <inkml:trace contextRef="#ctx0" brushRef="#br1" timeOffset="-158088.75">763 2962 9012,'0'12'-2151,"0"8"2258,0-18 1,-3 8 122,-4-10 202,4 0 97,-6 0-344,9 0 0,9-10-122,6-4 1,-3 1-1,0-1 1,0-1-25,0 3 0,-4-7 0,6 7 0,3-3-9,2 1 1,-4 2 0,0-5 0,1 2-7,4-2 0,2-2 0,-1-3 1,1 3 5,0 4 1,0-9 0,-1 7 0,1 0 21,0-2 1,2 0 0,3-6 0,4-1-32,3-3 0,-7 0 1,4 7-1,-2 0-11,0 0 0,8 1 1,-8-1-1,-3 0 22,-2 0 0,5 0 0,1 1 0,-1-1-1,2 0 1,-7 0 0,5 1-1,-5 1-5,-2 6 1,0-6 0,0 6-1,0-6 14,-1-1 1,1 6 0,0 1 0,0-1 29,-1 3 1,1-7 0,0 7 0,0-3-46,0 1 0,-1 1 1,1-3-1,0 1-28,0-2 1,-1 0 0,1 0 0,0 3 3,0-3 0,0-3 0,2 1 0,2 2-13,3 3 1,0-1 0,-7-7-1,0 0 37,0 1 1,-1-1 0,4 3 0,1 2 14,3 2 0,0 1 0,-7-6 1,-2 3 3,-6 3 0,5 2 0,-4-5 1,4 2-21,3-2 0,-7 5 1,-1-2-1,3-1-21,2 3 0,-4-7 0,-1 4 1,3-4 27,3-3 1,-6 8-1,1-1 1,2-2-24,2-2 0,3 4 0,-3 1 0,-2-3 41,-2-3 1,-1 6-1,8-1-23,0-2 0,-1 5 0,1 0 0,0 0-32,0 0 0,-8 0 0,1-5 0,2 2 1,2-1 1,3 3-1,0 1 1,-1 0-3,1 0 1,-7 0 0,-1-5 0,3 5 5,3 2 0,1-7 0,1 5 88,0 0 0,0-7-21,-1 4 0,1 3 0,0-2 26,0-3 1,0 5-1,-1 0-7,1 2 1,-7-5 0,-1 6-1,3-3 0,2 4 0,1-6 1,-3-1-19,-3 3 1,1-7 0,7 7-24,-1 0 0,-6-5 0,-1 7 82,3-2 0,-5 5 19,3-8 0,-8 10 81,8-2-339,-10 5-492,4 2 1,-11 0-622,-5 0 0,4 2 1226,-4 5 0,4-4 0,3 6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8:35.3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23 7494,'-12'0'862,"3"-3"-438,9-4-277,0 5-36,0-8-31,0 10 1,2 2-44,5 6 0,-4-4 0,6 9 0,-1-1 22,-1 0 0,10-5 0,-3 7-57,6 3 0,-6-4 0,1 1 0,2 3 0,2 2 0,3 3 0,0 0 4,-1 0 1,-6-8 0,-1 1-1,3 2 25,3 2 0,-6-5 0,1 1 0,2 0 21,2-3 1,0 7 0,-2-7 0,-2 3 14,2-1 1,-5-7 0,2 8 33,3 2 1,3 2-58,1 3 1,1-8-1,0 1-67,0 2 1,-8-7-1,1-1 5,2 1 1,2 2-1,3 7 61,0-4 1,-8-3 0,1-7-1,-1 5 22,-2 2 0,8-5 0,-6 7-55,6 3 0,-1-5 1,-2 1-1,-3-1-5,3 0 1,0-5 0,0 5 0,-2 0 38,2 0 1,2-4-1,3 6 35,0 3 0,-3-5 1,-2 0-1,-3 0 6,3 0 0,-5-4 0,3 4 0,2 0-57,2 0 0,3 2 0,0 6-97,0-6 1,-1 3 0,1-9 0,0-1 56,0 3 0,-1-8 0,1 8 53,0-1 1,0-6-1,0 6 1,-1-1-41,1-1 0,-7 7 0,-1-4-29,3 2 0,2 3 1,3 4 61,0-4 0,-8 4 0,1-5-14,2 6 1,0-6 0,0-2 0,-5 1-18,-2-1 0,4-5 0,-4 5 0,-1 0 13,1 0 1,7 3 0,-5 6-1,0 1 0,5-7 0,-7-1-33,2 3 1,-5-5 0,8 3 65,2 2 1,-5-5-1,2 0-48,3-2 0,3 7-7,1-3 0,1-2 0,0 0 2,0-2 1,-1 4 0,-1-4 24,-6 2 1,6 0 0,-6 5-3,6-2 1,-6-8 0,1 8-24,2 2 0,-5-8 1,0 1-1,0-3 28,0 0 0,2 3-18,8-3 0,-2-2 1,-3 7 28,-3-2 1,-2 0-1,5-6 7,-2 4 0,-1 6 1,5-4-1,-2 0-9,-2-1 0,-8 6 0,8-6-23,2 4 0,2-1 0,0 5-18,-4-3 0,2-7 0,-8 5 6,4-2 0,1 5 1,5-6 0,-4 3 0,4-7 0,-7 5 35,1 0 0,-1-8 1,-5 8-128,7-1 0,-1-6 0,1 7 140,3-1 1,-5-6 0,0 6-1,0-1-61,0-1 1,-4 0 0,4-4 0,0 1-3,0 4 1,-5 1-1,8-4 85,2 2 0,-5 3-6,2-3 1,-6-4 0,4 6-47,-3 1 1,8-5-20,-2 9 1,2-6-1,0 4 1,-5 0-85,-3 0 0,8-7 0,-2 5 170,4-1 1,3 3 0,0 8-1,0-6 81,-1-7 0,1 3 1,-3 0 147,-4 2 1,2-5-359,-10 8-1530,10-10 1575,-14 4 0,-3-9 0,-13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9:12.8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170 66 6357,'-3'12'613,"-4"-5"-90,4-5-197,-6-2 0,9-2 336,0-5 0,0 4-323,0-6 1,0 6 192,0-4-53,0 4-219,0-6 1,0 6-7,0-4-48,0 5-83,-10-8-82,8 10 1,-10-2 367,4-6 23,6 6-437,-8-8 1,8 10-48,-5 0-192,4 0 147,-7 0 44,10 0 1,3 0 0,2 3-9,2 4 1,10-2-1,-3 7 35,6-2 1,-6-3-1,-2-5 1,0 3 19,1 2 0,-6 1 0,5-6 1,0 3 189,0 2 0,-5 0 201,8-7 0,-10 3 357,2 4-672,-5-5 0,-2 6 46,0-16 0,-9 6 0,-6-8-80,-4 1 0,4 6 0,1-6 0,-3 1-23,-2 1 0,4-3 0,1 6 0,-3-4 5,-3 3 1,6 1-1,-1-1-154,-2-2 1,5-1-300,-2 8 381,-1 0 1,3 3-1,7 4-42,10 7 0,0-1 0,9 1 94,3 3 1,3 0 0,1 0 67,1-3 0,0-2 1,0 3-1,-3-5-45,-4-1 0,4-6 92,-4 4 0,-3-5 428,2-2-922,-9 0-42,14 0 1,-16-2 247,4-5 0,-5 2 63,-2-10 839,0 11 242,0-6-672,0 10-7,0 0-111,-9 0 0,-3 10-56,-10 4 0,3 5 0,2 3 0,2 0-18,-2 0 0,5 7 1,-2 0-1,-1-3-78,3-1 1,-5 4-1,7 0 12,-2-3 0,0-1 0,-2-4 83,6 1-516,6-10 0,2-5 131,0-14 0,2-5 1,6-10-1,4-2 40,0-5 1,7 5-1,-7-5 1,3 5 112,-1 2 0,-2 0 0,5 0 0,-5 1 80,-2-1 1,0 2-1,-5 4 1,2 1 259,-2-2 1,0 7 0,-1 1 569,4-1-1181,-1 8-629,-7-8 1010,-10 10 0,8 0 0,-8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9:16.1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207 86 8204,'12'-13'31,"-3"4"0,-6 9 309,4 0-512,-4 0-159,6 0 163,1 0-21,-8 0 750,8 0-126,-10 0-214,0 0 7,0-10 0,0 5 494,0-9-302,0 9 0,0-7-59,0 5 1,-2 4-82,-6-4 1,6 7-235,-5 7 0,4 5-134,3 10 0,0 0 1,0 0 32,0-1 1,0-6 0,0-1-100,0 3 0,0-5 1,3 0-245,4-2 523,-5 7 122,8-14 77,-10 6 1,0-11-85,0-5 0,0 2 1,-2-7-91,-6 2 1,3-5 0,-7 6-89,3-3 1,1 4 0,6-4-396,-5 3 51,4 1 361,-6 8 1,9 10-1,0 5-43,0 4 1,0-5 0,2 1-27,5 2 1,-2 0 0,7 0 21,-2-3 0,0-2-50,-3 3 1,-5-3-116,6-5 119,-6-4 0,-2-3 255,0-15 0,-2 5 66,-6 3 1,3 5-1,-7-1 331,3-4 0,-8 5-237,2-6-174,6 6-445,-11 2 1,15 7-192,-9 0 1,9 3-3,-2-3 1,2-4-86,-2 4 1,4-2-32,-4 2 0,5-2-73,2 10 0,-3-11 304,-4 4 1,2-6 0,-7 1 212,2 4 0,1-5 377,1 5 1,3 3 87,-9-3 1,7 10 680,-8-2-611,10-5-484,-14-1 0,19-9-6,0 0 1,2-2 0,13-3-1,2-5 12,2-2 1,-4 5-1,-1-5 1,3 0 72,3 0 1,-6 4 0,1-4-55,2 3 1,-5-6-135,2 8 0,-2-3-839,3 3 980,-6 4 0,1-6 0,2 9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9:17.9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237 1 8038,'-9'12'-83,"4"-2"369,-10-10 0,11 2-36,-4 5 0,6-2 76,2 10 1,2-8-247,6 7 0,-4-9 0,11 2 0,-1-2-11,-1 3 0,6-6 1,-5 5 85,6-4 0,2-3-9,-1 0 0,-6 0 352,-1 0-308,-9 0 1,2 0-1,-14 0-17,-7 0 0,2-3 0,-3-2 1,-2-2-6,-2 2 1,-3 0 0,0 1 0,-2-4-3,-5 4 0,5 1 1,-5 1-1,5-3 11,2-2 0,0-1 1,0 8-104,0 0 1,8 0-381,-1 0 257,11 0 1,-4 0-1,16 0 1,6 0-50,5 0 1,3 0 0,2 0 0,3 0 102,2 0 1,0 0 0,-7 0-1,0 0 89,-1 0 0,1 0 1,0 0 34,0 0 0,-8 0 1,-2 3-1,0 2 734,1 2-568,-9 0 0,4-7-186,-16 0 1,-4 0-1,-7-2 1,0-3 36,-3-2 0,10-1 0,-15 6 0,1-3-21,1-2 1,1-3 0,2 5-60,1-2 0,-1 0 0,0 7-205,0 0 0,8 0-763,-1 0 672,10 0 0,5 0 1,15 0-1,4 2 11,3 5 1,0-4 0,0 4 0,2-4 191,5-3 1,-5 2 0,5 3 0,-5 2 83,-2-2 1,9-3-14,6-2 0,-8 3 1,-5 2 229,-7 2 0,-10 0-86,8-7-306,-10 0 1,4-2 40,-9-6 1,-2 6-69,-5-5 262,4 4 1,-9 6 133,5 4 0,4-2 1,-4 9 7,5 3 1,-1 3-1,-2 1-85,-2 1 0,0 0 0,7 0-101,0 0 0,-3-1-19,-4 1-235,5-10 1,-8-5-121,10-14 0,3 2 0,1-9 0,4-3-14,-4-2 1,1-3-1,0 0 193,2 0 1,1 0 0,-6 3-178,5 5-432,-4-6 731,6 18 0,-9-8 0,0 10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9:19.5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151 131 7760,'-12'0'615,"-1"0"-185,6 0 222,5 0-425,-8 0 1,13 0-129,4 0 0,-2 7 1,9 0 1,1 1-119,6-8 0,-6 0 0,-1 0 268,3 0-85,-7 0 0,7-3 85,-10-4 0,-2 2-30,-12-9 1,2 6 0,-9-4 0,-1 0 147,3 0 1,-7 5 0,4-5-146,-4 2 0,-3-5 0,3 6 0,2-1-23,2 0 0,1 3-274,-8 7 1,7 0 58,1 0 1,9 3 0,0 1-157,10 4 1,0 9-1,9-5 1,3 2-12,3 1 0,1-1 0,1 6 176,0-6 1,0 3 0,-1-7-1,1 2-62,0 5 1,-7-8 0,-1-1-1,1-3 80,-3 2 0,0-5 776,-5 6-652,-5-6 0,-2-4 0,-14-6 9,-5-6 0,-3 2 0,0 0 1,0 2-49,0 5 0,1-5 0,1 1 1,3-1-60,3 0 1,-1-4-52,-6 7 1,1-3-1,3 5-728,3-2 552,9 0 1,-2 9 120,14 5 1,3-2 0,7 7 0,-3-2-31,3-5 0,2 4 0,3-1 0,0-4 18,0-1 0,-1 4 1,1 0 32,0-2 1,0 5-1,0-3-31,-1-2 0,-6-3 1,-1-2 13,3 0 1,-5 8 616,3-1 362,-10 0-410,4-7 1,-11 0-63,-5 0 1,2 0 0,-7 3-158,2 4 1,-4-2-1,4 9-178,-2 3 1,0 3-1,-5-1 1,5-2 56,2-3 0,0-2 1,6 5-377,-4-2 0,-1-3 0,4 5-3546,-3-3 309,1-9 3448,7 5 0,10-20 0,2-2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9:22.2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1 511 8203,'0'-12'-1744,"0"-7"2029,0 4 0,0-4 60,0-3 1,0 0 0,0 0-8,0 1 1,2 6 0,3 1 649,2-3-546,1 7 1,-1 5-194,0 20 1,3 2 0,-5 19 0,2 5-19,-2 7 1,4 1 0,1 9 0,0 2-188,-1 3 0,8 3 1,-2-3-1,2-5-351,-3-8 0,6-6 0,-6-8 282,6-7 0,-1-17 1,-2-12-25,-3-12 0,-6-17 0,4-7 0,-3-5-34,-4-3 1,-2-2 0,-3-2 0,2-5 30,5-3 0,-4 8 0,4-3 0,-5 5-130,-2 2 0,0 8 0,0 2 84,0 3 0,3 14 1,2 19 112,2 18 0,7 4 0,-4 12 0,0 3 77,0 2 0,6 10 0,-1 0 1,7-3-80,7-2 1,-5-12-1,7-5 1,1-7 290,4-8 1,-2-7 0,2-14 0,1-10 95,-3-9 1,-3-8 0,-12-10 0,-2 1-174,-2-1 0,-10-7 1,2 0-1,-5 1-193,-2-4 0,-2 8 0,-5-4 0,-5 4-228,-1 2 1,-6 8-1,5-1 1,-6 1-697,-2 2 1,8 3 0,2 9-747,2 0 1,3 13 1635,7 9 0,0 19 0,0 15 0</inkml:trace>
  <inkml:trace contextRef="#ctx0" brushRef="#br0" timeOffset="300">1111 446 8218,'10'12'275,"-8"0"1,6-5 129,-6 8 1,-2 4 0,0 3 0,0 2-134,0 5 1,7-2 0,1 9 0,-3 0-263,-3-2 0,-2 7 0,2-7 0,3 3-702,2-1 1,1-10 0,-6 3 691,5-4 0,-4-4 0,7 1 0</inkml:trace>
  <inkml:trace contextRef="#ctx0" brushRef="#br0" timeOffset="617">1329 620 8203,'0'-22'0,"0"0"151,0 1 1,0 6 0,0 1-1,3-1 381,4 3 1,-2-7-1,9 7 1,3-3-184,2 1 0,6 6 1,1-6-1,6-1-205,2 3 1,-5 2-1,5 10 1,-3 0-53,-4 0 1,-3 3 0,-5 4 0,-4 8-302,-8 4 0,-5 5 0,-2 5 0,-2 8-23,-5 4 0,-5 5 0,-10 2 0,0 3 230,0-3 1,0-9-1,3-5 1,2-3 198,3-4 1,6-3-131,-6-2 0,11-3 1,3-4-190,13-8 1,13-12 0,3-4 0,0-4-470,3-4 0,-1-2 0,8 0 591,-3 4 0,0-14 0,8 5 0</inkml:trace>
  <inkml:trace contextRef="#ctx0" brushRef="#br0" timeOffset="884">2701 32 8264,'12'-22'2647,"-2"13"-2339,-10 9 0,-7 4 1,-3 16-1,-2 6-290,-5 6 0,-2 4 0,-3 8 0,0 2-355,0 5 1,0 4-1,1 13 1,-1 2-756,0 3 0,0-1 0,1-9 1092,-1-5 0,0-5 0,0-9 0</inkml:trace>
  <inkml:trace contextRef="#ctx0" brushRef="#br0" timeOffset="1116">2287 141 8181,'10'22'33,"-8"-1"1,6 1 166,-6 0 1,5 0 0,1 0 0,-1-1 136,3 1 1,-6 2-1,8 3 1,1 2-50,-1-2 0,2 4 0,8 1 0,0-1-220,0 0 0,-8 1 0,1-5 1,2 2-416,2-3 0,3-2 0,-3-2 0,-2 0 347,-3 0 0,1-1 0,7 1 0</inkml:trace>
  <inkml:trace contextRef="#ctx0" brushRef="#br0" timeOffset="1450">2788 533 8153,'22'-22'-477,"-8"8"0,1-1 1033,2-2 1,2 0 0,3 3 0,0 4-62,0 0 0,-1 8 0,1-5 0,0 4-162,0 3 0,-1 0 0,1 3-215,0 4 0,-10 5 0,-5 10 0,-4 0-178,-3-1 1,0 4 0,0 4 0,-3 4-107,-4 1 0,2 7 0,-9-7 0,-1 0 88,3-5 1,0-5 0,7-2 603,-2 0 1,2-3-321,12-4 0,8-5 0,12-10 1,4-3-35,3-4 0,2 2 1,8-7-1,-1 0-820,1 0 0,-3 0 0,-2-3 0,-5 8 648,-3 4 0,8-6 0,-5-3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19:31.4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349 22 8344,'-21'-12'0,"-1"5"-245,0 4 0,0 3 0,0 5 425,1 10 0,-1 9 1,0 22-1,0 7 93,1 12 1,-4 22 0,13-32 0,0 2-1,0 7 1,0 2-53,2 8 0,1 2 1,1 1-1,1 1 1,-1 5-1,2 1 1,1 1-1,2 0-202,1 0 0,2 1 1,4-1-1,4 0 1,1-1-1,4-1 0,2-2 1,4-3-216,0-6 1,3-3 0,0-9 0,2-4 0,0-10-1,3-3 1,33 32-796,10-17 0,8-19 991,9-10 0,0-14 0,0-13 0,0-14 0,0-12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27.2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10 8155,'-13'-10'580,"6"10"0,5 20 0,2 18 0,0 11-160,0 9 1,7 7 0,3 5 0,-1 5-41,1 3 0,7 1 0,-5 9 0,0-4-188,-5-4 0,3-5 0,-3-12 0,1-5-203,1-7-138,-6-5 1,6-24 0,-6-15 127,4-17 1,-4-19-1,4-7 1,-5-5-39,-2-3 1,3 1 0,1-1 0,4 1-78,-3-1 1,4 3 0,1 2 0,2 5-32,5 3 1,-5 2 0,3 9 0,1 6 166,4 7 0,2 4 1,-1 8-1,1 7 42,0 10 1,7 17-1,0 2 1,-2 10 93,-3 4 1,-10-6-1,-2 4 1,1-2-453,-1 0 1,-5-1 0,5-9 0,-2-2-911,-5-3 0,-3-16 1,0 2 1225,6-3 0,-6-9 0,8-1 0</inkml:trace>
  <inkml:trace contextRef="#ctx0" brushRef="#br0" timeOffset="317">850 837 8239,'0'-21'624,"0"-1"0,0 0 661,0 0 0,2 10-901,6 5 1,-6 7 0,5 7 0,-2 8-131,2 4 1,-4 10 0,4 2-1,-4 1-241,-3-1 0,2 6 0,3-6 0,2 1-611,-2-1 1,-3 5 0,1-7 0,2-2-543,2-3 0,0-2 0,-7 0 1140,0 0 0,10-1 0,2 1 0</inkml:trace>
  <inkml:trace contextRef="#ctx0" brushRef="#br0" timeOffset="566">1155 1099 10977,'10'-12'574,"4"4"0,5 6-591,3 2 1,0 0 0,2 0 0,3 0-357,2 0 1,7 0 372,-7 0 0,10-10 0,-5-2 0</inkml:trace>
  <inkml:trace contextRef="#ctx0" brushRef="#br0" timeOffset="714">1547 903 8539,'-22'0'559,"0"0"0,1 0 1,-1-3 167,0-4 0,0 5 0,-2-6 0,-3 6-137,-2 2 0,-2 0 0,4 0 0,-2 0-679,3 0 0,1 0 89,4 0 0,-1 0 0,0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36.9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87 230 8338,'0'-22'-626,"0"0"548,0 1 0,0-1 0,0-2 658,0-5 0,0 4 0,0-4 230,0 5-609,0 12 0,0 12 0,3 17 0,2 12 138,2 15 1,7 9 0,-4 15 0,0 4-139,-1 8 1,-1 19 0,-8-47 0,0 0 0,0 1 0,0 1-172,0 2 1,0 1 0,-1-1 0,-1 0 0,-1 5 0,-1 1 0,-3 0 0,-1-1-78,-1 0 1,-1-1 0,-1-1 0,0-1-1,2-8 1,-1-1 0,-7 38-142,3-12 0,1-12 1,-1-12-1,7-15-1145,4-9 1,6-15 339,4-5 1,5-7-1,10-7 993,0-8 0,-1-4 0,1-3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37.2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0 153 7707,'0'-14'-255,"0"-1"1,10 8 0,5-5-1,6 2 317,8 5 1,5 1 0,12-1 0,3-5-243,1-2 0,4 5 1,-6-5 179,3 2 0,0-7 0,-8 5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37.4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32 7356,'-10'-12'-267,"7"-7"0,-14 19 1,10 0-1,2 14 639,3 13 1,2 7 0,0 12-1,0 4-112,0 8 0,0 8 0,0 4 1,0 5-679,0 2 1,2 1 0,3 4 0,2-4 417,-2-3 0,7-13 0,1-8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38.4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0 8327,'-12'10'429,"2"2"0,10 12 1,0 8-137,0 11 0,0 3 1,0 12-1,3 3-119,4 2 0,-5 2 1,5 3-1,-2 2-254,3 2 1,-6-1 0,5-16-1,-4-9-64,-3-7 1,0-12 0,-3-1 196,-4-9 1,-5-10 0,-7-14-99,4-7 1,3-6 0,7-2-1,-2-2-90,2-5 1,5 3 0,7-8 0,8 2-97,4 6 0,3 1 1,0 6-1,-1 2 68,1 3 0,2 9 1,3-2-1,2 4 225,-2 3 1,-3 3 0,-2 4 0,-1 7 129,1 6 0,0 11 1,-3 3-1,-4 2 170,-8 1 0,-4-1 0,-3 7 0,-3 1-19,-4 0 1,-12-8 0,-11-5-1,1-4-299,-2-8 0,4-4 0,-9-1 1,0-6-87,2-6 0,2-2 0,11 0 1,-1-2-613,0-6 0,3-11 0,2-10 0,5 0-668,2-3-1,3 8 1323,7-5 0,9-5 0,4 0 0</inkml:trace>
  <inkml:trace contextRef="#ctx0" brushRef="#br0" timeOffset="499">741 719 8237,'0'14'336,"0"1"54,0 2 0,0 9 0,0 6 0,0 2 54,0 4 0,-2 4 0,-3 4 1,-2 0-293,2-3 1,2 5 0,3-11 0,0 1-392,0-1 0,0-6 1,0-9 238,0 0 0,10 0 0,2-1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1.6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44 219 8158,'-14'0'606,"2"2"-133,2 5 0,3 8 1,7 11-1,0 6-179,0 2 0,0 2 0,2 8 0,3-1-205,2 1 1,10-3-1,-2-2 0,4-6-168,3-1 0,-8-5 0,-2-11 0,0-3-1,1-4 0,-6-2 0,5-9 71,-2-5 0,-3-8 0,-7-11 0,0-6 186,0-2 1,0-2 0,0-8 0,0 1-118,0-1 0,0 3 0,0 5 0,0 7-373,0 5 0,2 4 238,6 6 0,1 7 1,8 14-1,-2 10 184,2 9 0,2 8 0,0 10 0,-2-1-6,-2 1 1,-1-1-1,8 1 1,0-3 105,0-5 0,-1-6 0,1-16 165,0-7 0,0-7 0,-3-7 0,-4-10-22,-8-10 1,-5-6 0,-2-13 0,0-3-190,0-2 0,0 1 0,0 6 0,-2 1-377,-5-1 0,2 0 0,-7 1 0,2 2-1091,5 4 1,-5 6 0,3 9 1304,2 0 0,3 1 0,2-1 0</inkml:trace>
  <inkml:trace contextRef="#ctx0" brushRef="#br0" timeOffset="366">785 523 8039,'0'-21'614,"0"6"430,0 1 0,0-1-476,0-7 1,0 8 0,2 2-170,5 2 1,5 3-152,10 7 1,-10 2-1,-2 6 1,-3 6-64,0 5 1,1 10 0,-8 0 0,0-2-161,0-3 1,0 5-1,2 0-135,5-2 0,3-3 1,7-4-1,-5-4-230,-2-1 1,7-10 0,-3 2 0,6-5-278,1-2 1,1-2-1,2-3 1,3-4 616,2-4 0,0-11 0,-7-10 0</inkml:trace>
  <inkml:trace contextRef="#ctx0" brushRef="#br0" timeOffset="532">1242 175 8008,'7'15'796,"0"-1"-327,-2 3 0,5 5 0,0 7 0,-1 7-137,1 5 1,0 3 0,-6-1-1,4 3-494,-3 5 0,-1-2 0,1 6 1,3-4 161,-4-10 0,-1 12 0,-3-7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0.1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22 163 8210,'-2'-41'-49,"-3"4"0,-2 8 761,2 5-130,2 2 1,3 13 0,0 9 0,0 14-130,0 13 1,3 7 0,2 9 0,4 3-116,3 5 1,-4 2 0,6 8 0,1-3-276,-3 2 1,7 6-1,-7 4 1,3 2-513,-1-1 0,-7-11 1,6-7-1,-4-4 16,-4-8 1,0-15 607,2-4 1,-7-10 0,3-14 0,-8-5-116,0-8 1,-5-11 0,3-6 0,0-2-217,-3-5 0,8 6 0,-6-1 0,8 0-44,8 0 0,-6 5 0,8-5 0,-1 5 4,6 10 1,-3-1 0,3 13 0,1 2 239,4 3 0,2 4 0,-1 6 1,1 8 112,0 11 1,-8 0 0,1 9 0,-1 0-258,-1-2 1,4 5-1,-8-8 1,1 1-441,0-1 1,4-2-1,-7-7 1,-2 0 539,-2 0 0,6-1 0,3 1 0</inkml:trace>
  <inkml:trace contextRef="#ctx0" brushRef="#br0" timeOffset="350">654 729 8321,'12'-10'416,"-5"-4"0,3 2 0,-1-3 23,3-2 0,3 0 1,4 0-1,-2 5 60,-2 3 0,2-6 1,9 8-1,3 0-73,-2-3 0,-3 8 0,-2-6-384,0 6 0,-3 12 1,-4 4-162,-8 5 0,-5 6 1,-2 4-1,-2 4-358,-5 1 1,-6 7 0,-6-4 0,2 4 46,3 2 0,2-9 0,-5-5 0,5-2 242,2 2 0,3-12 362,7 5 0,2-15 1,5 0-215,8-4 0,7-6 0,4-4 0,6-5-238,1 0 0,-6-5 0,5 7 0,-3 1 278,0-1 0,9-7 0,-4 5 0</inkml:trace>
  <inkml:trace contextRef="#ctx0" brushRef="#br0" timeOffset="516">1416 990 8168,'14'0'359,"1"0"-120,2 0 1,2 3-1,3 2 1,2 2-154,5-2 1,-2 0-87,9 2 0,10-5 0,10 8 0</inkml:trace>
  <inkml:trace contextRef="#ctx0" brushRef="#br0" timeOffset="632">2025 794 8168,'-36'-9'471,"0"-6"1,0 5 0,-8 1-1,3 2 340,5-1 1,-6 1 0,6 7 0,-5 0-1203,-2 0 0,1 7 0,6 1 391,7-4 0,5 8 0,2 1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2.8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53 8072,'14'-19'330,"1"4"254,-11-4 0,13 19 0,-9 0-125,-4 12 0,-8 10 0,-4 7 0,1 7-259,-3 5 1,6 3 0,-9 0 0,1-1-136,0 1 0,5 2 0,-5 2 1,0 3-549,0-3 0,0 1 0,-5-3 0,5 0-2734,2-5 3217,-7-3 0,5-4 0,-10-2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3.1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39 8072,'14'-7'0,"-2"-3"143,-2-2 0,7 7 0,-5 0 381,0 10 1,5 10 0,-7 11 0,2 6-61,5 2 0,-5 2 0,2 8 0,1-3-474,-3-5 0,7 5 1,-4-5-1,2 6-326,-3 1 1,6-9 0,-6-5-1,6-7-604,1-8 940,-9 6 0,18-18 0,-6 8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3.2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9827,'0'24'451,"2"3"0,3 2-359,2-2 1,8 7-1,-5 2 1,-1 3-1423,1-3 0,7 5 1330,-3-5 0,-4-4 0,0-1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3.4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88 9223,'12'-10'638,"0"8"1,-4-6 0,6 6-404,6 2 1,1 0 0,1 0-1,2 0-550,5 0 0,-4-7 1,6-1-1,-2 3-1014,0 3 0,-2 0 1329,-13-6 0,15-4 0,-5-9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3.6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0 8072,'-2'24'47,"-6"5"1,6-2-1,-5 9 1,4 3 173,3 2 1,0 10-1,0 0 1,0 0-161,0 2 1,8 0-1,1 5 1,1-5-418,0 1 0,-1-6 356,-2 10 0,-4-10 0,7 6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4.2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44 241 8030,'-19'2'450,"4"5"65,8 8 1,5 11 0,2 6 0,0-1-374,0 1 1,7 6-1,3-4 1,2 0-216,5-5 0,2 3 1,3-3-1,-3-3-201,-4-1 1,4-13 0,-5-5 171,6-5 1,-8-4 0,-5-5 358,-4-8 1,-3-7 0,0-4 0,0-3 20,0 2 1,0 3 0,0 2 0,-3 0 30,-4 1 1,5 6-561,-6 0 1,6 13 0,2 2 155,0 12 1,2 8 0,3 4 0,5 2 52,2 3 1,2 8 0,6-8 0,-3-3 247,-3-1 0,1-13 0,7-5 0,-1-5 376,1-2 0,-7-12 0,-1-10 0,1-11-94,-3-9 0,5-8 0,-10-4 0,-2 1-685,-3 0 0,5-5 0,1 7 0,-3 3-403,-3 2 1,-2 5 0,0 4-3653,0 8 4252,0 15 0,0 4 0,0 10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4.5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66 8089,'15'-8'158,"-3"-1"1,0-1 524,0 0 0,-5 3 0,8 5-47,2-6 1,2 6 0,3-5-325,0 4 0,-1 3 0,-1 3-317,-6 4 1,3-2 0,-10 9-1,-2 3-120,-2 3 1,-3 4 0,0 2 0,0 6-150,0 2 0,-3 2 1,-2 5-1,-2-2 139,2-3 1,3-9 0,2 2-1,0-3 149,0 3 0,0-12 1,0 5-1,2-5-187,6-5 1,4-2 0,12-10-1,3 0-1950,2 0 2123,9-10 0,-4-2 0,10-10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4.8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1 131 8089,'2'-21'508,"5"-1"1,-2 3 0,10 2-12,2 2 0,0 8 0,0-5 0,-3 2-27,3 5 1,2 3 0,3 2-404,0 0 1,-3 2 0,-2 5 0,-5 8 27,-2 4 1,-3 10-1,-9 5 1,-5 5-220,-8 7 0,-4 5 1,-3-3-1,0 3-138,0-3 1,8-9 0,2-5-1,2-3 80,5-4 1,3-3 217,2-2 0,2-10 0,6-5 0,9-7-291,9-7 1,1 5 0,9-8 0,0 3 254,-2-1 0,17-9 0,-5 5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5.1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219 61 8116,'-3'-19'0,"-2"2"302,-2 2 0,-2 10 0,4 1 1,-5 8 171,-2 11 1,5 14-1,-5 7 1,-1 5-273,1 3 0,5 2 0,-5 2 0,0 6-300,0 1 0,5-4 0,-6 7 0,1 3-1927,0 2 2025,7 2 0,-14 0 0,7 1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5.3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8102,'15'3'0,"-1"4"298,3 8 1,3 4 0,1 3 0,1 2 152,0 5 0,2-3 1,3 11-1,4 2-328,3 2 0,0 2 0,5 1 0,-3-1-463,3 1 0,-5-8 340,2 0 0,-10 1 0,6 6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5.6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0 240 8102,'0'-22'-156,"0"0"586,0 0 0,3 1 0,4-1 118,7 0 1,8 3 0,7 2 0,7 2-196,6-2 0,1 8 0,1-1 0,-3 3-133,-5-1 1,5 1-1,-7 10-157,0 4 1,-12 5 0,-15 12 0,-5 3 78,-2 2 1,-2 10 0,-5-3 0,-8 5-91,-4 3 1,-10-1-1,0 1 1,5-3-67,7-5 1,0-4 0,10-11 0,2 1-317,2 0 0,6-10-195,4-5 1,12-7 0,13-5 0,2-4-375,4-3 0,-4-3 899,2-7 0,1-9 0,6-3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5.8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1 8102,'21'21'0,"1"1"0,2 2 0,3 8 0,4 9 232,3 7 0,3 22 0,4 3 0,-5 12 179,-7 9 1,-17-45-1,-2 1 1,-2 5-1,-2 2 1,-1 1-1,-2 2-224,-1 5 0,-2 1 0,-8-1 1,-3 1-1,-3 3 0,-1-1 1,-5-1-1,-2 0-186,-2-2 1,-2 0 0,2-3 0,-1 0 0,-3-2 0,-2-2 0,1-2 0,0-3-253,1-6 0,0-2 1,1-2-1,1-1 1,-15 23-1,5-12-2994,7-12 3245,5-9 0,-1-20 0,-4-5 0,-5-4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6.2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1 414 9855,'24'0'196,"5"0"1,-2 0 0,7 0 0,-1 0-329,1 0 1,0 0 0,2 0 131,-6 0 0,3-9 0,1-4 0</inkml:trace>
  <inkml:trace contextRef="#ctx0" brushRef="#br0" timeOffset="181">262 0 8091,'0'25'34,"0"4"0,3-3 0,1 11 0,6-1 304,2-2 1,-5 9 0,6-2 0,-1 8-153,0-1 0,-7 5 0,4 1 0,-1-1-398,-1 0 0,0 5 0,-7-7 212,0-3 0,-10-2 0,-2-2 0</inkml:trace>
  <inkml:trace contextRef="#ctx0" brushRef="#br0" timeOffset="998">153 327 8133,'-14'0'547,"-1"0"1,10 3 703,-2 4-977,5-5 1,11 8 0,8-10-1,10 0-49,9 0 1,5-7 0,3-1 0,2 4-142,5 1 1,-5 1 0,4-3-1,-4-2-536,-2 2 0,0 0 1,-3 0-1,-5-2 452,-7 2 0,-5-7 0,-2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0:48.8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11 8241,'0'-10'923,"0"10"0,7 10 0,3 14 1,-1 5-643,1 7 0,7 5 0,-2 5 0,4 5-143,3 7 1,-8 5-1,1 2 1,-1 1-253,-2-1 1,5-2 0,-9-5 0,-4-7 27,-1-5 0,-3-12 0,-3-8 220,-4-9 0,2-7 1,-9-13-171,-3-4 0,7-12 0,3-10 1,5 2-315,2 3 1,0-5 0,0 0-1,2 0 28,5-3 1,5 8 0,13-5-1,1 7 253,3 8 1,0-3 0,-7 10 0,2-1 365,5-1 1,-2 6 0,7-2 0,-3 10 55,-4 10 1,4 4 0,-2 3 0,-5 2 168,-7 5 1,0-2-1,-9 7 1,-6 0-160,-7-1 1,-7-4-1,-12 5 1,-5-2-431,-7-6 1,-1 6-1,-4-3 1,-5-5-136,0-7 1,7 2 0,3-6 0,-3 1-464,-2 1 0,7-3 1,5 2-1,8-4 665,6 0 0,-4-8 0,7 8 0</inkml:trace>
  <inkml:trace contextRef="#ctx0" brushRef="#br0" timeOffset="334">632 751 8160,'12'-10'0,"-2"-2"373,0 0 0,0-7 0,9 4 0,0-2 272,5 3 0,10-6 0,0 6 0,5-3-249,7 2 1,2-2-1,-4 10 1,-1 2-208,1 3 1,-8 2 0,-2 0 0,-5 2-166,-10 6 0,-6 4 0,-13 10 0,-3 2-190,-4 5 1,-8 5 0,-14 9-1,-7 1 82,-5-1 1,-3 3 0,3 0-1,3 0 243,1-5 0,11-12 1,-1 0-1,8-7 711,4-7 1,15-6-475,7-9 0,8-9 1,21-6-1,3-4-720,2-3 0,3 8 0,-1 1 0,3 1-849,5 0 1,-3 7 0,6-4 1172,-8-1 0,12-2 0,-12-10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1:10.2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 8148,'0'12'65,"0"7"109,0-4 1,0 14-1,0 7 1,0 10-8,0 12 1,0 15-1,0-24 1,0 4-1,0 5 1,0 2-55,0 5 1,0 3 0,1 9 0,0 3 0,1 9 0,1 1 0,1 8 0,-1 0-261,-1-30 0,-1 1 0,1 0 1,1 4-1,1 0 0,-1 1 0,-1 3 1,1 1-1,-1 0 0,0 2 0,-1 0 1,1 2 137,-1 2 1,0 1 0,-1 0 0,0-7 0,0 0 0,0 0 0,0 2 0,0 0 0,0 0 0,0-4 0,0-2 0,0 1 89,0-2 1,0-1 0,0 1-1,0 0 1,0 0 0,0 1-1,0 0 1,0 0 0,0 0-1,0 1 1,0 0 0,0 0 63,0 0 0,0-1 0,0 0 0,0 2 1,-1 1-1,0 0 0,0 0 0,-1 0 1,0 1-1,-1 2 0,0-1 0,-1 2-27,0 1 0,0 0 0,0 1 0,2-3 1,0-1-1,-1 1 0,-1 1 0,0 0 1,0-1-1,0-2 0,0-1 0,0 0-104,-1-1 1,1 0-1,1 0 1,1-1-1,0 0 1,1 0 0,-2-5-1,1 0 1,0-2-1,0 28 1,1-3-102,1-12 1,0-3-1,0-12 1,0-3 0,-1-8-1,0-2 1,-4 42-91,-2-13 0,-1-17 0,8-16 0,0-11-644,0-8 0,3-9 821,4-6 0,-5-6 0,8-9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1:12.7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350 0 8077,'-22'22'-139,"0"2"1,-2 5-1,-3 10 362,-2 9 1,0 17 0,8 18 0,-1 11 52,11-41 1,0 3-1,0 8 1,0 3-1,0 9 1,1 2 0,-1 7-1,0 2-147,-1 5 1,2 3 0,4-28-1,2 2 1,-1 0 0,1 3-1,0 1 1,0 0 0,1 3-1,-1 1 1,2 0-210,0 1 1,0 1 0,1 1 0,0 3 0,0 2-1,0-1 1,1-2 0,0 1 0,0-2 0,0-2-1,0-1 1,0 0 46,0-2 0,-1-1 1,2-1-1,2-4 0,1-2 1,2 0-1,2 32 0,3-2 1,2-5-1,3-2-303,0-5 0,2-2 0,-1-5 0,2-4 1,3-13-1,2-3 336,1-3 0,1-3 0,-2-2 0,3-3 0,2-5 0,2-3 0,30 32 0,-3-9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1:11.0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1 393 8206,'0'21'666,"0"4"1,0 4-148,0 7 0,0 15 1,0 9-1,0 10-142,0 10 1,0 5-1,0 4 1,0 3-242,0 3 0,0-1 0,0-9 0,2-8-250,6-11 1,-6-13-1,5-17 1,-4-7-307,-3-5 1,0-14 219,0-10 1,0-10-1,0-12 1,0-2 171,0-5 0,0 3 0,0-8 0,0 0 37,0 0 1,2 0 0,3-5 0,5 6-196,2 1 0,2 3 1,8 7-1,0 3 459,0 4 0,-1 6 0,1 9-74,0 0 1,0 12 0,-1 10-1,-1 11-301,-6 9 0,3 1 0,-7 1 0,0-1-328,-1 1 0,-1-1 0,-8-1 0,0-4-618,0-1 0,0-11 1048,0 3 0,9-5 0,3-2 0</inkml:trace>
  <inkml:trace contextRef="#ctx0" brushRef="#br0" timeOffset="181">676 1111 10064,'0'22'796,"0"2"1,0 5 0,0 7-1079,0 6 1,0 4 0,0 2-1,0 5 282,0 3 0,-10 2 0,-2 7 0</inkml:trace>
  <inkml:trace contextRef="#ctx0" brushRef="#br0" timeOffset="748">88 2614 7948,'0'-29'-119,"0"0"0,0 0 464,0 7 0,0 12 0,0 10 0,0 15 67,0 11 0,2 8 0,3 12 0,5 3-208,2 1 1,-5 11 0,5-3 0,1 5-167,-1 2 1,-8 1 0,6 1 0,-3 3-152,1 3 0,-1-3 0,-5-12 0,3-9-301,2-11 1,1-6 520,-8-10 1,-3-13-1,-2-11-9,-2-18 1,0-4-1,7-12 1,0 0-13,0 2 0,0-7 1,2 7-1,3-2-27,2-1 0,8 11 0,-5-1 0,2 8-20,5 4 1,-5 10 0,2-2 0,3 5-47,3 2 1,1 9 0,1 8 0,-3 10-305,-4 9 0,4 5 0,-7 3 0,3-1-222,-1 1 1,-9-3-1,3-2 533,-6-3 0,-2 0 0,0 8 0</inkml:trace>
  <inkml:trace contextRef="#ctx0" brushRef="#br0" timeOffset="1282">632 3267 7978,'0'-22'561,"0"0"1,0 1-1,3 1-113,4 6 0,5-3 0,10 10 105,0 2 0,0 2-353,-1 3 1,-1 3-1,-6 4-59,-7 8 1,-4 4-1,-3 3 0,0 0-141,0-1 0,-3 8 0,-4 0 0,-5 0-251,0 3 0,-5-6 0,7 8 1,1-2 0,-1-6 1,3-1 0,7-4 338,0 1 1,2-2 0,5-6-61,8-7 1,12-4-1,4-3 1,3 0-188,5 0 1,-1-10 0,1-2-1,-5-3 158,-3 1 0,8-1 0,-5-6 0</inkml:trace>
  <inkml:trace contextRef="#ctx0" brushRef="#br0" timeOffset="2166">1395 1 8098,'21'0'42,"-1"9"1,-1 6 0,0 7 265,6 7 1,1 14 0,-2 15 0,3 8-150,2 6 1,0 15 0,-17-36 0,-2 2 0,2 4 0,0 0-68,3 4 0,-1 1 1,-1 7-1,-2 0 0,3 5 1,-1 0-1,-3 3 1,-1 1-273,-1 1 0,-1 1 1,-4 5-1,-1 0 1,1-3-1,1 0 0,-2 2 1,-2-1 56,1 1 1,-2-1 0,-3 2 0,-1 0 0,-2-1-1,-1-1 1,-2-7 0,-2-2 30,-2-5 1,-1 0-1,3-4 1,0 0 0,-3 1-1,-1-1 1,1-1 0,1 0 152,-1-2 1,1-1-1,-2-4 1,0-2 0,3-5-1,0-1 1,-16 45-263,2-9 0,5-3 0,5-16 0,5-13 201,2-12 0,3-7 0,7-10 0,0-2 0,0-5 0</inkml:trace>
  <inkml:trace contextRef="#ctx0" brushRef="#br0" timeOffset="2500">2113 2657 7958,'22'0'-318,"-7"8"1,-1-1-1,3-2 194,2-3 1,3-2 0,0 0 123,0 0 0,-1-10 0,1-2 0</inkml:trace>
  <inkml:trace contextRef="#ctx0" brushRef="#br0" timeOffset="2716">2592 2265 8080,'-21'0'0,"-1"0"0,0 0 1,-7 0 0,-3 0 0,-1 0 27,-6 0 0,5 8 0,-2-1 1,-1-2 43,4-3 1,-6-4-1,10-3 1,2-2-674,3 2 1,9-5 600,1 3 0,-1-10 0,-6 5 0</inkml:trace>
  <inkml:trace contextRef="#ctx0" brushRef="#br0" timeOffset="3280">2157 2679 8028,'-10'12'325,"5"-2"1606,-9-10-1201,9 0 0,5 0 0,14 0-437,6 0 0,4 0 0,3-3 0,4-1-204,3-4 0,0 1 0,5 7 0,-6-2-191,-1-6 0,4 6 0,-4-5 0,-1 4-382,0 3 0,-1 0-355,-9 0 868,-9 0 0,-12 0 0,-14 0 0,-8 0 238,-7 0 1,2-7 0,-9 0 0,0 2-7,2 3 1,-7-1-1,5-2 1,-6-2-42,-1 2 1,-1 3 0,3 2 0,2 0-136,3 0 1,10 0 0,-3 0 0,7 2-228,7 5 69,6-4 0,18 7 0,6-10 0,7 0 14,7 0 0,4 0 0,11 0 0,0 0-91,-1 0 1,1 0-1,-1 0 1,1 0-67,-1 0 1,-2 7 0,-4 0-1,-8-2-310,-5-3 1,-2-2 0,0 0 525,-1 0 0,-9 0 0,-2 0 0</inkml:trace>
  <inkml:trace contextRef="#ctx0" brushRef="#br0" timeOffset="3616">2244 2374 8492,'-22'-14'824,"0"-1"1,10 8-68,5-8 1,7 11-243,7-4 1,5 6 0,10 2-1,2 0-359,5 0 1,3 0 0,7 0 0,-6 0-166,-1 0 0,7 0 0,-6 0 1,1 0-24,-5 0 0,-2 0 0,0 0 467,2 0-190,0 0 1,-20 0 0,-9 0-96,-12 0 0,-17 0 0,-7 0 0,-5 0 120,-3 0 1,-7 0-1,1 0 1,-1 0-200,-2 0 0,7 7 0,-5 0 0,5-2-1235,2-2 1,10-3-1,5 0 1164,5 0 0,-7 0 0,-3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1:20.5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0 175 8426,'12'-10'455,"-2"7"0,-10-4 1,0 14-1,0 10-187,0 10 1,3 0-1,1 9 1,6 0-181,2-2 0,-5 7 0,8-4 0,2 4-141,2 2 1,3-6 0,0-4 0,0-4-294,-1-9 0,1-8 1,0-12 126,0 0 0,-3-10 0,-2-4 0,-5-8 178,-2-7 1,-3 5 0,-7-8 0,0 3 139,0 0 1,-7 0-1,-3 7-638,-2 1 1,5 1 205,-8 6 1,10 6 0,-2 16 294,5 6 1,4 6 0,3 4 0,5 2 223,2 3 1,-5 0 0,7-7 0,3 0 337,3 0 0,2-10 0,-1-5 1,1-4 346,0-3 1,0-5-1,-1-7 1,1-13-287,0-6 1,-3-5-1,-2-8 1,-5 1-386,-2-1 0,-3 0 0,-7 1 0,0-1-1215,0 1 0,0 6 1,0 4 1014,0 1 0,0 3 0,0 7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1:19.3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22 327 7914,'0'-22'-417,"0"0"0,-2 8 1585,-6-1 0,6 15-911,-5 7 1,4 8 0,3 19 0,0 0-98,0 0 1,0 0-1,0 4 1,0-1-256,0 1 0,3 3 0,2 0 1,2-2-163,-2-3 0,4-9 0,-1 5 0,-1-6-253,3-4 1,-6 2 418,11-17 0,-8-2 0,5-14 0,-2-13 98,-5-12 0,4-7 0,1-3 1,0 3 196,-1 5 1,1-3 0,-5 10 0,2 2-472,-2 3 163,7 2 0,-2 20 1,4 9-1,-6 13 132,-6 9 1,-2 2-1,0 8 1,2-5 218,6-3 0,-6 5 1,8-6 838,0-4 0,-6-14-410,11-12 0,-8-12 0,5-17 0,-2-10-375,-5-9 1,0 0 0,-1-8 0,4 0-475,-3 1 0,4-3 0,-2-8 0,1 3-358,1 5 0,-4 7 0,7 15 0,0 10 531,1 9 0,-9-3 0,6 8 0</inkml:trace>
  <inkml:trace contextRef="#ctx0" brushRef="#br0" timeOffset="250">545 588 7946,'0'22'993,"0"2"-790,0 5 1,0-5 0,0 8 0,2-3-953,5 0 0,-4 2 749,4-2 0,5 5 0,0 10 0</inkml:trace>
  <inkml:trace contextRef="#ctx0" brushRef="#br0" timeOffset="500">893 610 8249,'22'-19'0,"0"2"575,-1 2 1,-6 10-252,0-2 0,-3 7-395,2 7 0,-7 13 1,-11 9-1,-6 0-39,-2 2 0,-3-4 0,-7 9 1,1 0 146,-1-2 0,3 0 0,2-7 0,5 2 261,2-3 0,5-11-174,12-8 0,8-4 0,14-6 1,7-4-827,5-8 702,12-4 0,3-3 0,9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1:17.9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66 274 8118,'-22'22'-34,"2"0"1,6-1 0,7 4 587,4 4 0,3 5 0,0 9 0,0 1-203,0-1 1,3 8 0,4 0-1,5-3-179,0-2 0,10-2 0,-5-3 1,5-7 81,-3-12 0,-2-3 0,5-12 0,-1-2 94,1-3 1,-2-4-1,-3-8 1,-3-11-49,3-13 1,2-7 0,1-3 0,-3-2-27,-3-5 1,1 3 0,6-10 0,-1 0-210,-6 2 1,6-4-1,-8 9 1,0 0-439,-5-2 0,3 7 1,-3-3-1,-2 8-1263,-3 5 1,-2 9-1971,0-2 3606,0 15 0,0 14 0,0 12 0</inkml:trace>
  <inkml:trace contextRef="#ctx0" brushRef="#br0" timeOffset="332">283 427 8246,'12'2'69,"-2"5"231,0 8 0,-8-3 1,8 5-1,-3 5 42,0 4 1,8 6 0,-5-3 0,2 7-86,5 5 1,-5-5 0,2-2-1,1-2 195,-3-6 0,5-1 0,-8-6 19,4-5 1,1-9 0,5-17 0,-2-14 5,-2-13 1,-1-2-1,6-15 1,-3 0-47,-3 1 0,-2-1 0,5-4 0,-5 4-405,-2 3 0,-3 2 0,-7 7 0,0 1-1159,0-1 0,0 10-648,0 5 0,0 17 0,0 12 1781,0 12 0,0 17 0,0 5 0</inkml:trace>
  <inkml:trace contextRef="#ctx0" brushRef="#br0" timeOffset="599">828 535 8246,'2'13'523,"5"-6"0,-4-2 1,4 2-213,-4 7 1,-3 6-1,0 4 1,0 3-89,0 2 0,0 7 0,0-5 1,0 3-331,0 5 0,0 0 0,0-3 1,0-5-709,0 1 1,0-8-1,0 5-1675,0-5 2490,0-12 0,0-2 0,0-10 0</inkml:trace>
  <inkml:trace contextRef="#ctx0" brushRef="#br0" timeOffset="764">1046 448 8121,'0'-21'-288,"0"-1"1,2 10 757,5 4 0,3 16 0,7 6 0,-5 8-285,-2 7 1,4 5 0,-7 9-1,-2-1-416,-2-6 0,-1 5 0,3-5 0,2 5 231,-2 3 0,-3 0 0,-2-1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1:26.1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3376 8357,'-7'-15'-346,"-3"3"97,-2 2 0,5 1 283,-8 1 170,10 6 0,-4-5-392,9 14 1,0-2-429,0 9 0,0-6 616,0 6 0,2-9-101,5 2 0,-2-4 151,10-3 771,-11 0-318,6 0 1,-10-3 580,0-4-363,0 4-292,0-6 0,0 11-288,0 5 1,0 6 0,0 11-1,0 2-3,0 3 0,0 3 0,0-6 0,3 6-77,4 2 1,-2 0 0,7 2-1,-3-5-107,-4 1 1,5-8 0,0 3 0,2-10 230,5-10 0,2-5 1,3-4-1,0-8 302,-1-12 0,1-9 0,0-13 1,0 1-238,-1-1 1,1-2-1,-2-2 1,-3-3-356,-3 3 1,-2 2 0,3 5 0,-8 4-656,-5 8 1,6 5 0,-1 2-3396,-2 1 4155,-3 8 0,8 13 0,2 13 0</inkml:trace>
  <inkml:trace contextRef="#ctx0" brushRef="#br0" timeOffset="251">393 3267 7471,'-20'2'101,"6"5"313,6 8 1,6 4 0,2 3 0,0 2-28,0 5 1,2 3 0,3 6 0,5-1-113,2 1 1,0 4-1,5 1 1,-2-2 104,2-4 1,-5-6 0,0-9 453,-3 0 0,8-13-379,-2-9 1,-5-17-1,-1-17 1,1-4-215,4-8 0,-1-12 0,-1 2 0,0-2-271,0 0 0,0 2 0,5-4 1,-3 2-781,3-3 0,-5 8 0,3 2 1,-1 8-1008,-1 6 0,4 13 1817,-10 10 0,10 9 0,-5-5 0</inkml:trace>
  <inkml:trace contextRef="#ctx0" brushRef="#br0" timeOffset="584">741 3615 8048,'0'-22'582,"7"8"0,3 2-156,2 2 0,3-4 0,6 6-68,1 3 0,-7-4 1,-1 1-148,3 4 1,-5 1 0,0 6-59,-2 4 1,-3 5-1,-7 10 1,0 0-111,0-1 0,0 1 1,-2 0-1,-3 0-3,-2-1 1,-8 8-1,8 1 1,0-4-96,-3-2 0,8-2 0,-6 0 0,6 0-447,2-1 1,2-8 0,6-6-774,6-5 1,13-2 1274,2 0 0,9-9 0,-4-4 0</inkml:trace>
  <inkml:trace contextRef="#ctx0" brushRef="#br0" timeOffset="867">1155 3419 8268,'12'-22'-117,"-5"1"1,3 6-1,-1 3 1,1 0 644,0 0 0,7 7 0,-3-2 2,6 4 0,1 3 0,1 3-447,0 4 0,-10 5 0,-5 10 0,-4 0-1,-3-1 0,0 4 1,0 1-1,0 6-232,0 1 1,-10 4-1,-4 6 1,-6 1-314,-2-1 1,8-1 0,2-6 0,2-5-93,5 1 0,8-18 480,11 1 0,3-22 0,19-15 0,6-12-274,6-7 1,0-5 348,10-5 0,-9-5 0,4-9 0</inkml:trace>
  <inkml:trace contextRef="#ctx0" brushRef="#br0" timeOffset="1884">1656 0 8344,'21'29'-225,"1"0"1,0 22 0,2 7 0,5 22 395,-11-32 0,0 3 1,6 9-1,1 4 0,1 10 1,-1 4-1,-1 6 1,0 1-98,0 7 0,-2 3 0,-9-27 0,-2 1 1,-1 2-1,0 6 0,-1 1 0,-1 2 1,-2 0-1,0 0 0,-2 1-119,0 1 0,-2 1 1,0-1-1,-1 3 0,-1 0 1,-1-1-1,-1 0 1,-1-1-1,-2 0 0,-1 0 1,-1 0-1,-2 0 224,-1 0 0,-1 0 1,-2 0-1,0 3 1,-1 1-1,-2-1 1,-1-3-1,0-1 1,-2 0-1,-1-3 1,-1 0-1,-1 0-71,-1-1 0,0 0 0,-1-2 1,-2-3-1,-2-2 0,2 0 1,1 1-1,1-1 0,0-1 1,1-5-1,1-1 0,-1-1-200,-8 23 0,2-1 1,5-2-1,2-4 0,4-12 1,0-3-1,0-4 0,-1-1 92,2-6 0,0 0 0,0-3 0,1-1 0,-13 36 0,-8-8 0,-4-2 0</inkml:trace>
  <inkml:trace contextRef="#ctx0" brushRef="#br0" timeOffset="2651">2832 131 8218,'-22'7'0,"0"3"7,0 2 1,3 2-1,2 11 1,2 4 227,-2 7 0,-2 17 0,-3 15 1,1 19-7,9-35 0,2 3 0,-1 9 1,0 5-1,-1 11 0,0 4 1,-2 11-1,-1 4-124,3-27 0,0 1 0,-1 2 0,-2 5 0,-1 2 0,-1 0 1,0 4-1,0 0 0,0 1 0,1 3 0,0 0 0,0 1-191,0 3 1,1 0 0,0 1-1,4-20 1,1 0 0,-1 0 0,2 0-1,-3 23 1,0-1 0,2-1-1,1-4 1,2 0 0,1-1 106,2-3 1,1-1 0,0 0 0,2-4 0,1-1-1,1 0 1,2-4 0,0 1 0,1-2 0,2-2-1,0 0 1,1-2-127,2-4 0,-1 0 0,2-1 1,5 28-1,2-4 0,-3-15 0,3-4 1,2-1-1,3-1-57,1-4 0,3-3 0,2-9 0,2-4 0,23 29 0,0-22-661,0-17 823,8-9 0,-10-18 0,14-14 0,5-14 0</inkml:trace>
  <inkml:trace contextRef="#ctx0" brushRef="#br0" timeOffset="3133">3093 915 8407,'-12'10'79,"0"-6"1,7 11 0,-5 4 148,-2 8 1,0 7-1,-5 12 1,3 4-98,-3 9 0,4 3 0,-1 6 0,-3 2-281,-2 3 0,4-8 0,3-9 0,2-5 150,6-10 0,-9 2 0,1-9 0</inkml:trace>
  <inkml:trace contextRef="#ctx0" brushRef="#br0" timeOffset="3350">2723 1024 8262,'7'-22'0,"0"0"114,-2 0 0,0 10 289,2 5 0,5 14 0,10 10 0,0 7 0,0 5 0,-1 10 0,1-3 0,0 3-99,0-3 0,2 6 0,2-4 1,4 6-404,-4-1 1,-2 6 0,-2-13-1,0 3-527,0-3 1,-1 3 0,1-8 0,-2 1-1799,-6-1 2424,5-2 0,-6-7 0,8 0 0</inkml:trace>
  <inkml:trace contextRef="#ctx0" brushRef="#br0" timeOffset="3532">3420 1394 8250,'-13'-22'169,"4"8"620,9-1 1,0 13-506,0 2 0,0 9 0,0 16 1,2 4-292,5 7 0,-2 3 0,7 2 1,0 0-224,1 5 0,-6 5 1,5-3-1,-2 5 230,-6 3 0,9 2 0,-1 7 0</inkml:trace>
  <inkml:trace contextRef="#ctx0" brushRef="#br0" timeOffset="4251">3115 2962 8256,'-15'14'-21,"1"1"0,-1 2-21,3 2 0,-5 13 1,7 1-1,1 6 49,-1 5 1,-4-3 0,4 17-1,0 0-304,0-2 1,1-3 0,4-10 296,-2 1 0,-10 0 0,5-1 0</inkml:trace>
  <inkml:trace contextRef="#ctx0" brushRef="#br0" timeOffset="4471">2853 2896 8256,'0'22'81,"3"-7"1,2-1 0,4 6 177,3 6 1,3 1 0,7 7-1,-1 0 6,1 0 0,10 4 0,4 11 1,5-1-399,3-7 1,-1 3 0,1-10 0,-1 2 132,1 0 0,-10-9 0,-3 4 0</inkml:trace>
  <inkml:trace contextRef="#ctx0" brushRef="#br0" timeOffset="4732">3485 3354 8256,'19'-15'-36,"-4"1"1,6 6 0,-1-4 0,6 3 534,1 4 1,-3 2 0,-2 3 0,0 0-156,0 0 0,-1 0 1,-1 3-1,-3 2-335,-3 2 1,-9 10 0,2-3-1,-4 6-62,-3 2 0,-3 7 1,-4 0-1,-7 0-86,-6 2 1,6-7-1,-1 5 1,1-4-189,2-4 0,2 1 238,10 0 1,2-3 0,6-4 0,6-8-52,5-5 1,13-4-1,2-3 140,0-2 0,16-20 0,-4 3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1:25.1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1564 3180 8031,'-15'-7'-985,"3"-3"1560,3-2 1,-1 7 703,3-2 187,4 5-1151,-6 2 0,9-3-278,0-4 0,2 4 0,5-4 0,8 2-171,4-2 0,3 5 0,0-6 0,0 4 77,-1-4 0,1 6 0,0-5 0,0 4-23,-1 3 1,1 0 0,0 3 137,0 4 1,-10 5-1,-5 10 1,-7 2 126,-7 5 0,-3-2 0,-7 6 1,3 1 75,-3 0 1,-3-7 0,-1-1 0,1-6-114,6-6 0,-6-2 0,8 5-623,0-2 231,3-10 0,11 4 0,5-9 0,5-2-476,0-5 1,8 4 0,-6-4-213,6 5 0,-6-1 0,1-2 932,2-2 0,-8-3 0,-1 3 0,4-5 0,0-10 0</inkml:trace>
  <inkml:trace contextRef="#ctx0" brushRef="#br0" timeOffset="132">1934 3049 8284,'15'3'465,"-1"4"0,-9 5 0,2 12 0,-4 3-301,-3 2 0,0 10 1,0-1-1,0 8-732,0 5 0,0 0 0,0-7 568,0-1 0,0 10 0,0 3 0</inkml:trace>
  <inkml:trace contextRef="#ctx0" brushRef="#br0" timeOffset="2317">540 1 8237,'-29'2'-351,"0"5"0,-2 15 0,2 14 0,-5 13 550,0 16 0,-7 20 1,22-24-1,2 6 1,-3 9-1,1 3 8,1 11 0,0 4 0,4-28 0,0 1 0,1 1 0,1 5 0,1 3 0,0 0 0,-1 4 0,0 0 0,-1 2-357,1 2 1,-1 0 0,2 2 0,2 3-1,1 2 1,1 0 0,-1-1 0,0 1-1,2-1 1,2-2 0,2 0 0,1-1 102,1-3 0,1-1 0,3-3 1,2-7-1,2-2 0,4-2 1,12 25-1,6-4 0,5-7 0,7-4-163,5-7 1,3-6 0,-1-8 0,1-5 0,-1-6 0,1-4 0,0-2 0,-1-2-370,1-1 0,0-1 579,-5-5 0,2-1 0,1-1 0,0 0 0,-4-2 0,-1 0 0,1 3 0,0 1 0,-1 3 0,1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21:34.1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0 499 8380,'0'-85'-297,"0"5"1,0 8 0,0 14-1,3 7 312,4 5 1,13 5-1,11 7 1,3 12 282,5 12 1,-1 13 0,3 14-1,1 19-31,4 17 0,-5 30 0,-23-37 0,0 2 0,1 4 0,1 2-64,0 3 1,1 3 0,1 7 0,-1 3 0,1 8-1,0 2 1,0 4 0,-1 1-220,2 6 0,-2 2 0,-8-26 0,-1 2 0,-1 1 0,1 5 0,-1 2 0,0 1 0,0 5 0,0 2 1,-1 1 121,-1 3 1,0 1-1,-1 2 1,-2 2-1,-1 1 1,-1-1-1,-1-4 1,-1-1-1,0 0 1,-1-1-1,-1 0 1,-1 0-53,0-2 1,-1-1 0,-2 0 0,-2 0 0,-1-1-1,-2-1 1,-2-4 0,-1-2 0,-1-1 0,-1-4-1,0-1 1,-2-1-74,0-3 1,-1-2-1,-1-1 1,-5 27-1,-2-3 1,-2-6-1,-2-4 1,3-7-1,-1-4-68,3-9 0,0-2 0,2-8 0,0-4 1,-12 11-1,10-14 87,7-16 0,3-13 0,-8-12 0</inkml:trace>
  <inkml:trace contextRef="#ctx0" brushRef="#br0" timeOffset="2534">1111 2481 8314,'-12'0'1905,"5"0"1,14 0-1408,7 0 0,6 0 1,2 0-1,-1 0-311,1 0 1,7 0 0,3 0-1,-1 0-539,1 0 1,4 0 0,-5 0 0,1 0-798,-1 0 1149,-2 0 0,-7 0 0,0 0 0</inkml:trace>
  <inkml:trace contextRef="#ctx0" brushRef="#br0" timeOffset="2733">1394 2110 8233,'-19'29'0,"2"3"28,2 2 1,11 4 0,-4 11-1,6 2 344,2-3 1,0-2-1,2 0 1,3 2-676,2 3 0,3 0 1,-5-8 302,2 1 0,10 0 0,-5-1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58:59.5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0 151 8559,'0'-22'21,"0"0"0,0 0 477,0 1 1,0-1 197,0 0 0,3 10-494,4 5 1,-5 7-1,8 7 1,-3 8 14,1 4 0,-1 5 1,-5 5-1,3 7-139,2 6 0,1 1 0,-8 3 1,2 5-122,5 7 1,-4 5 0,4 2 0,-5 1-131,-2-1 0,0 7 1,0-1-1,0-8-139,0-10 1,0-10 0,0-6-1,0-8 51,0-5 1,-2-5 230,-5-4 0,4-8 0,-4-14 1,5-8 51,2-4 0,0-10 1,0-3-1,0 1-48,0-1 0,2-4 1,5 5-1,8-3-135,4-5 0,3 5 0,0 0 0,0 3 114,-1 4 0,1 10 1,2 5-1,3 3 140,2 4 0,7 2 0,-4 3 0,-1 5 224,1 10 1,-1 2 0,-4 19-1,-1 3 32,-6 2 1,-8 2 0,-12 1 0,0 2 90,0 5 1,-10-13-1,-7 4 1,-9-9-46,-11-6 1,-1-10-1,-1-5 1,5-2-668,3-5 1,-1-3 0,5-4 0,-2-6-562,3-6 1,9 2 0,5-3 0,2-2-1604,5-2 2436,3 7 0,-8-8 0,-2 8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58:59.7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8396,'15'0'629,"-1"0"0,-6 10 0,4 4 1,-3 8-322,-4 7 1,-2 5 0,-3 10 0,0-1-600,0 1 1,0 9-1,-3 3 1,-2 2-1401,-2 0 1691,-10 0 0,5 7 0,-10 1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59:09.0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42 7979,'0'-15'415,"0"1"0,2 9-188,6-2 0,-6 7 0,8 7 0,-3 10-66,0 9 0,10 1 1,-5 9-1,3 3-93,-1 2 0,1 12 0,6 5 1,1 5-69,0 3 0,0 16 0,0 10 0,-11-43 0,-1 1-26,1 1 1,0 2-1,0 6 1,0 1-1,-1-6 1,-1 1-1,0 0 1,-1 1-61,0-1 0,-1 1 1,-3 1-1,-1 0 1,3-2-1,0-1 0,4 45-16,-5-7 0,-3-12 0,-2 0 0,0 2 17,0 3 0,0-6 0,0 1 0,0 0-15,0-3 1,0 8 0,-2-7 0,-3-1 67,-2-4 1,-1-6-1,8-1 1,-2-1 39,-5 0 0,4-7 0,-4 0 0,4 1 57,3-4 1,0 8-1,0-5 1,0 5-25,0 2 1,0-6-1,0-4 1,0-2 16,0-4 1,-7-1 0,-2 1-1,-1 4 55,0 2 1,-4 1 0,6 2 0,4-7-57,1-5 1,-4-10 0,-3 1 0,1 1 171,-1 3 0,-7 3 0,5-3 0,-3-2-14,1-3 1,2-9-1,-5 2-450,2-5-432,1-12 0,2-5 667,4-14 0,6-15 0,2-12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59:08.0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502 129 8373,'-3'-19'332,"-4"4"0,5-4 1,-6 4 10,6-4 1,0 7 0,-3 2 158,-2 1 1,-3 6-423,3-4 1,4 7 0,-6 7 0,-1 8-55,-5 4 0,3 10 1,0 0-1,0 0-88,0 3 0,5 1 0,-5 11 1,-1 0-10,1-1 0,5 3 1,-7 5-1,-1 7 22,3 5 0,-5 5 0,7 4 0,-2 8-22,-5 5 1,-2 9 0,-3 0 0,0-2 78,1-2 1,-1-10 0,0 2 0,3 3 53,4-1 1,-2-1-1,8-18 1,-1 0 35,0 1 0,3-1 0,7 0 0,0 3-25,0 5 1,0-3 0,0 10 0,0-1-47,0-1 1,0-10 0,0-10 0,2 2-77,6 3 0,-4 2 1,11 1-1,0-1-136,-3 0 1,7 3 0,-7 2-1,3 3 65,-1-3 1,-7 3 0,5-6 0,-2-4 84,-5 0 1,5 5-1,-3 0 1,0-5 214,3 0 0,-5 0 0,9 2 0,1-2 104,-3-5 1,7 2 0,-4-9 0,4-5-108,3-7 1,0 0 0,-1-10-1,1-3-237,0-2 1,0-9 0,0-3-160,-1-2 0,-9-1-381,-4-1 1,-4-6 599,4 5 0,-6-4 0,8-3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59:14.9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88 127 8382,'0'-22'-62,"0"0"1,0 0-261,0 1 1,0 6 1391,0 1 0,2 9 0,3 0-727,2 10 0,0 9 0,-4 13 1,2 4-158,2 3 0,0 3 0,-4 9 1,1 2-215,4 3 1,-1 7 0,-7-5 0,2 0-233,6 1 1,-6 4 0,5-8 0,-4-1-221,-3-3 0,0-5 1,0-5-1,0-7-80,0-5 1,0-9 376,0-1 1,0-11 0,0-3-1,-3-12 171,-4-8 1,5-1 0,-6-1 0,6 0-79,2 0 1,7-7 0,3 0 54,2 3 0,0 9 1,5 5 74,-2 2 0,-1 3 0,8 7 0,0 0 254,-1 0 0,-6 9 0,-1 6 0,1 4 166,-3 3 1,-2 7 0,-8 2 0,3 1 173,2-1 0,-7 6 0,-12-8 1,-5 0-300,-7 2 1,-5-7-1,2 3 1,-4-8-313,-3-4 0,7-8 1,-2 5-1,5-2-967,2-5 0,1-3 1,-1-2-1,2-2 944,6-5 0,-5 4 0,6-7 0</inkml:trace>
  <inkml:trace contextRef="#ctx0" brushRef="#br0" timeOffset="500">567 954 8539,'14'0'205,"1"0"0,-1 0 1,6-2 284,-6-5 1,5 4 0,-4-4-225,4 5 1,-4 2 0,-1 0-276,3 0 1,-5 0-1,0 2 1,-2 5-204,-5 8 0,-3 4 0,-2 3 0,-2 0 28,-5-1 0,-5 11 0,-13 4 0,-1 5 132,-3 3 0,-7-1 0,6 1 0,4-3 60,2-5 0,2-4 1,3-10 34,4-1 0,8-9 156,14-4 0,5-16 1,12-6-1,5-5 133,8-3 1,-3 0 0,-1 0-1,1 1-82,0-1 1,-5 2-1,5 3 1,0 5-445,0 3 0,-8-1 0,3 5 194,-4-2 0,6 0 0,3 7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59:46.5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131 219 8051,'0'-22'-19,"0"7"0,0 1 275,0-3 1,0 5 618,0-3-724,0 10 1,0-2-161,0 14 0,0-2 0,0 10-150,0 2 1,0 2 0,0 3-388,0 0 1,0-1 545,0 1 0,0 0 0,0 0 0</inkml:trace>
  <inkml:trace contextRef="#ctx0" brushRef="#br0" timeOffset="385">44 23 6861,'0'-13'1090,"0"4"0,0 11 0,0 5 0,-2 6-1008,-5-1 1,4 7-1,-4-2 1,5 7-128,2 5 0,-8 3 0,1-6 0,2 6-25,3 2 1,2-8 0,0 3 0,0-5 143,0-2 1,0 0 424,0 0 0,2-3-236,5-4 1,-2-6 0,10-9-342,2 0 0,-5-7 1,0-3-1,0 1-542,0-1 1,-5-5 0,8 6-340,2-3 1,-7 4 958,-3-6 0,5 9 0,0-5 0</inkml:trace>
  <inkml:trace contextRef="#ctx0" brushRef="#br0" timeOffset="684">131 44 8051,'13'0'729,"-4"0"0,-9 3 0,0 6 0,0 11-330,0 6 1,0 11-1,0-6 1,0 3-213,0 5 1,0 4 0,0 6-1,0 1-182,0-1 0,0-3 0,3-5 1,1-5-431,4-7 1,-1-4 0,-7-4-2251,0 1 2675,0-10 0,10-2 0,2-10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59:49.9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1 293 7908,'0'-15'1639,"0"1"-1101,0 9 0,0-2-261,0 14 0,0 5 0,2 10 1,3 2-82,2 5 1,8 3 0,-6 6 0,3-1-242,5 1 0,0 1 0,0-3 0,-2-7-59,2-4 0,2-4 0,3-1 14,0-6 0,-8-4 1,-2-12-9,-2-6 0,4-4 0,-6-12 0,-3-3 42,-3-2 1,-2-9 0,-2 4-1,-3-3-77,-3 1 1,-1 2 0,4-4 0,-5 4-71,-2 2 0,7 3 0,-2 7 0,2 3-71,-2 5 1,5-1 286,-6 15 1,8 5-1,5 19 1,5 5 219,2 7 1,0 6-1,5 1 1,-3 1-147,3-1 1,3-2 0,2-2 0,-1-5 200,1-3 0,0-11 1,0-13-1,-1-5 128,1-2 1,-7-9 0,-3-8-1,0-7 39,0-5 1,-7-17 0,2 2 0,-4-2-365,-3 0 1,0 3-1,0-3 1,-3-3-353,-4-2 0,2 3 0,-10 12 0,1 4-1337,2 1 0,-5 14-92,10-5 1,-8 17 1689,8 5 0,0 10 0,7 12 0</inkml:trace>
  <inkml:trace contextRef="#ctx0" brushRef="#br0" timeOffset="299">654 380 8110,'0'22'582,"0"-8"1,0 1 88,0 2 1,0 2-1,0 3 1,2 0-462,6 0 1,-4-1 0,9 1-709,-4 0 1,6 0 0,-8-1-378,-2 1 875,-3 0 0,8-10 0,2-2 0</inkml:trace>
  <inkml:trace contextRef="#ctx0" brushRef="#br0" timeOffset="666">893 358 6290,'0'-14'1530,"0"-1"222,0 10-1156,0-4 0,0 11 1,0 5-1,0 8-156,0 4 0,0 3 1,0 2-1,3 3-207,4 2 1,-2 2 0,7-4 0,0 2-163,0-2 0,-4-3 0,4-2 1,0-3-500,0-5 0,0 6 1,5-8-1274,-3 0 1,-6 0-1109,6-5 1390,-9-4 1419,5 6 0,-10-9 0,0 0 0</inkml:trace>
  <inkml:trace contextRef="#ctx0" brushRef="#br0" timeOffset="1313">959 402 6427,'0'-15'1075,"0"1"1,0 7-19,0-8-689,0 10 0,0-2 0,0 14 1,0 8-53,0 4 0,2 3 0,3 0 0,2 2-78,-2 5 1,5 5 0,0 9-1,-1-2-121,1-4 1,0 1 0,-6-6 0,4 2 58,-3 4 0,-3-6 1,-2-3-1,0-5-173,0-2 1,-10-10 0,-4-5-14,-6-4 0,6-3 0,-1 0 1,-2-3-22,-2-4 0,0 2 1,2-7-1,2 0-463,-2 0 1,8-3 0,-1-6-499,0-1 0,8 0 0,-5 0-1616,4 0 2608,13 1 0,2-11 0,10-2 0</inkml:trace>
  <inkml:trace contextRef="#ctx0" brushRef="#br0" timeOffset="1513">915 75 8605,'-22'-9'818,"1"-6"1,9 3 59,4-3-1823,-4 11 945,10-6 0,2 20 0,12 2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8:59:52.72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0 545 6740,'0'-22'48,"0"0"1,3 0-1,2-2 39,2-5 0,0 5 0,-7-5 0,0 5 196,0 2 1,0 0 0,3 0 46,4 1 0,-5 6 308,6 1 1,-4 11-249,4 3 1,-6 17-1,5 15 1,-4 1-151,-3 6 1,7 2 0,0 3 0,1 2-175,1 5 1,-4-5-1,10 4 1,-1-6 53,-2-8 0,8 1 1,-8-13-1,2-5 344,1 0 0,-1-9 1,8-5-180,0-10 1,-8-7 0,1-10-1,-1 0-66,-2 1 0,0-8 0,-7-3 1,3 1-172,-4-1 1,1-6-1,0 4 1,2-3-208,-2 1 1,-2 2 0,-3-4 0,0 4-223,0 2 1,-3 3-1,-2 7 1,-2 1-1006,2-1 1,-4 7-139,1 1 1,1 11-411,7 3 1934,0 10 0,-10 12 0,-2 0 0</inkml:trace>
  <inkml:trace contextRef="#ctx0" brushRef="#br0" timeOffset="335">327 349 7485,'0'21'-248,"7"1"0,1 0 992,-4 0 0,-1 2 0,-3 3 1,2 2-360,6-3 0,-4-2 1,8 1-1,1 1-215,-1 3 1,0 8-1,5-8 1,-3-3 10,3-2 0,-5-4 132,3-6 0,-3-6 0,2-16 0,-4-9-59,0-9 0,-8-8 0,5-12 0,-4-5 90,-3-7 0,0 2 1,0 1-1,0-1-527,0 0 0,0 8 0,0-3 0,0 5-666,0 3 1,-7 2 0,-1 4-1598,3 8 2446,3 5 0,2 12 0,0 2 0</inkml:trace>
  <inkml:trace contextRef="#ctx0" brushRef="#br0" timeOffset="702">610 719 8195,'0'-15'580,"0"1"-82,0-3 1,0 5 0,3 0-66,4 2 1,-2-4 0,7 4 0,0 0-81,0 1 0,2-1 0,8 5-123,0-2 0,-7-1 1,-1 8-183,3 0 1,-5 3 0,0 4-164,-2 8 1,-3 6-1,-7 6 1,0 5-2,0 1 0,-2-4 1,-3 5-1,-5 0 86,-2 0 1,5-5 0,-5 5 45,2-3 0,3-2 1,7-7 112,0 0 1,2-10-461,5-5 1,6-7-1,8-7-547,1-7 1,0 1-1,0 1 878,-1 3 0,1-8 0,0 5 0</inkml:trace>
  <inkml:trace contextRef="#ctx0" brushRef="#br0" timeOffset="985">1046 545 8281,'2'12'1268,"3"-3"-716,2 1 0,8 2 0,-6 10 1,4 2-182,3 5 0,-3 5 0,-1 10 0,0-1-181,0 1 1,-7-1-1,2 1 1,-5-1-305,-2 1 0,0-10 0,0-5 0,0-5-450,0-2 0,-7-8 1,-3-2-1,-2-2 564,-5-5 0,-2-22 0,-3-7 0</inkml:trace>
  <inkml:trace contextRef="#ctx0" brushRef="#br0" timeOffset="1117">1046 349 8175,'-3'-20'764,"-2"3"408,-2 3 1,-3 7-1165,3-8 0,5 8-8,-5-8 0,4 11 0,3-6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0:16.3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174 240 8387,'-12'-10'780,"0"8"1,7-8 452,-2 1 0,-3 6-14,3-4 1,2 5-818,-9 2 1,9 9 0,-2 6-398,4 4 0,3 3 0,0 2 0,3 3-244,4 2 0,-2 0 1,9-7-1,3-1-1753,3 1 0,-6 0 1992,1 0 0,-1-1 0,8 1 0</inkml:trace>
  <inkml:trace contextRef="#ctx0" brushRef="#br0" timeOffset="147">131 66 8244,'-22'0'216,"0"0"0,1 0 1,-1 0 58,0 0 1,10-2-1577,5-6 1301,4-4 0,3-10 0,0 1 0</inkml:trace>
  <inkml:trace contextRef="#ctx0" brushRef="#br0" timeOffset="466">305 197 8244,'7'41'-973,"1"-5"0,-1-7 1481,3-5 0,-8-2 0,5 0 0,-4 0 545,-3-1 1,0-6-387,0-1 1,-3-9 0,-2 0-527,-2-10 1,0-2 0,7-12 0,0-6-144,0 1 1,0-7 0,0 2 0,0 2 71,0 3 0,0 2 0,0 0 0,2 3 21,6 4 1,-4 6 0,8 6-1,1-1 46,-1-4 1,-5 3 0,7 13-1,3 9-425,3 9 0,-6 1 0,-2 9 0,0 3-613,1 2 1,-6 3 0,5 2 900,-2 4 0,7-4 0,-5 8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0:17.51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100 218 8371,'0'22'915,"0"0"1,0-1 0,0 1-223,0 0 1,0-8 0,0 1 0,0 2-552,0 2 1,3 3 0,1 0-453,4-1 1,9-1-1,-3-3-425,5-3 1,-4-9 734,-1 2 0,1-4 0,7-3 0</inkml:trace>
  <inkml:trace contextRef="#ctx0" brushRef="#br0" timeOffset="150">78 44 8213,'-14'-3'170,"-1"-2"445,-2-2 0,5-2-1305,-2 1 690,9 6 0,5-8 0,12 10 0</inkml:trace>
  <inkml:trace contextRef="#ctx0" brushRef="#br0" timeOffset="452">318 174 8213,'7'22'172,"0"0"1,3 0 0,-5 0 295,2-1 0,0 1 0,-7 0 0,0 0-95,0-1 0,8-6 0,-1-1 0,-2 3 128,-3 3 0,-2-6-58,0 1 0,0-13-306,0-2 0,0-17 0,0-12 0,0 0-65,0-2 0,0 4 1,3-7-1,1 3 214,4 4 0,1 10 0,-1 5-111,6 2 0,-2 3 1,3 7-1,2 0-141,2 0 1,3 10 0,0 4-1,-1 6-375,1 2 1,-7 2 0,-1 2-1,1 6-555,-3 2 1,7-8-1,-7 3 896,0-5 0,8 8 0,-8 2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1:06.98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131 153 8199,'-21'-12'312,"1"-7"1,3 7 0,5-3 573,3 1 0,-6-1-391,8-7 0,0 8-1438,7-1 0,9 10 943,6-2 0,4 5 0,3 2 0</inkml:trace>
  <inkml:trace contextRef="#ctx0" brushRef="#br0" timeOffset="680">66 240 8444,'-12'10'1278,"-5"-5"-402,10 9 0,-8-6 50,8 6 0,0 1-567,7 6 0,0-6 0,2-1-137,6 3 1,-4-4-1,11-1-260,2-3 0,-5-1 0,2-6-645,3 5 1,3-4-1222,1 4 0,1-5 1904,0-2 0,0 0 0,0 0 0</inkml:trace>
  <inkml:trace contextRef="#ctx0" brushRef="#br0" timeOffset="1050">284 153 7713,'14'0'803,"1"0"1,-10 10-1,2 4-470,-5 6 1,1 2 0,2 2 0,2 2-128,-2 3 0,-3 0 0,-2-7 0,0 2-170,0 5 0,0-12 0,0 5-17,0-2 0,-2-4-89,-5-1 1,4-8-1,-4-14 1,4-8-56,3-4 0,0-3 1,0-2-1,0-2 45,0-4 0,3-6 0,2 7 1,4 3 116,4 1 0,-6 6 0,5 2 0,0 5 132,0 2 0,3 3 0,6 7-120,1 0 1,-7 10 0,-3 4 0,0 8-399,0 7 1,-7-5 0,4 8 0,-1-3-351,-1 0 1,0 7 698,-7-7 0,10 10 0,2-5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1:08.7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66 175 8227,'-10'12'617,"5"-2"1,-7-8 47,2 5 0,3-2 0,7 10-145,0 2 0,0 2 0,0 3-521,0 0 1,7-8-1,3-2 1,2 0-663,5 0 0,2-7 0,3 3-2440,0-6 3103,0-2 0,-1 0 0,1 0 0</inkml:trace>
  <inkml:trace contextRef="#ctx0" brushRef="#br0" timeOffset="116">66 66 8254,'-22'-10'315,"7"8"0,3-8-1175,3 1 860,1 6 0,8-16 0,0 7 0</inkml:trace>
  <inkml:trace contextRef="#ctx0" brushRef="#br0" timeOffset="417">349 197 7747,'0'22'-227,"0"-1"0,7-6 0,0-1 873,-2 3 0,-3 3 12,-2 1 0,0-6-541,0-1 0,0-18 1,0-4 17,0-9 0,0-4 0,3 1 0,2 3 174,2 3 1,8 7 0,-6-6 0,3 4 120,5 4 0,3 5 1,1 7-418,1 8 0,0 4 0,0 3 1,-1 2-364,1 5 0,-7-5 0,-1 8 0,1-3 350,-3 0 0,7 0 0,-7-7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1:11.8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22 219 8279,'0'-12'990,"0"4"0,3 16-440,4 6 0,-5 8 0,6 5 0,-4 4-352,4 3 1,-6 2-1,5 8 1,-2-3-159,2-5 0,-4 5 1,4-4-1,-2 4-518,2 2 0,-4-2 0,4-2 0,-5-3 478,-2 3 0,0 2 0,0 3 0</inkml:trace>
  <inkml:trace contextRef="#ctx0" brushRef="#br0" timeOffset="815">22 567 6922,'-12'10'2292,"2"-5"1,13 7-2070,4-3 1,5-1 0,12-8 0,3 0-330,2 0 0,10 0 0,-3 0 1,3 0-261,-3 0 1,3-3 0,-8-2-1,1-4 366,-1-3 0,8-3 0,-5-7 0</inkml:trace>
  <inkml:trace contextRef="#ctx0" brushRef="#br0" timeOffset="1034">414 1 8265,'0'14'-4,"0"1"0,0 2 211,0 2 1,0 3 0,0 2-1,0 5 339,0 8 0,0 6 1,0 8-1,0 7-23,0 5 1,8 5 0,-1 2-1,0 5-627,3 2 1,-8-7-1,8 3 1,-3-10-476,0-12 1,1-3-1,-8-19-1803,0-2 2382,0-3 0,0-12 0,0-2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1:16.7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0 646 8571,'0'-9'516,"0"9"1,0 12-1,3 14 1,4 6-150,8 2 1,-3 5 0,2 11 0,3 8-149,2 5 1,3 3 0,0-1 0,0 3-255,0 4 1,-1-4 0,1 0 0,0-13 132,0-11 0,-8-17 0,1-6 200,2-11 1,-5-8 0,2-6-1,1-8 176,-3-10 0,5-15 0,-8 4 0,1-4-206,0 1 1,7 0 0,-3-10-1,6-5-394,1-7 1,1 2-1,0 1 1,0-1-73,-1 0 0,1 1 0,0-6 0,0 5-701,0 3 0,-1 5 0,-1 9 1,-3 5-1101,-3 3 1,-9 2 1998,2 7 0,-4 0 0,-3 0 0</inkml:trace>
  <inkml:trace contextRef="#ctx0" brushRef="#br0" timeOffset="317">501 777 8222,'0'22'14,"0"0"0,0 2 0,0 2 0,0 6 447,0 2 1,3 0 0,1 7 0,6 0-12,2 5 1,3 12-1,6-2 1,1 2-276,0 0 1,0 0 0,0 7 0,-1-4 216,1-11 1,0-8 0,0-23 189,-1-5 0,1-6 0,-2-16 0,-3-8-102,-3-11 0,-7-14 1,8-12-1,2-3-199,2-5 0,-4-1 0,-1-6 0,3-5-97,2-7 1,-4-4-1,0-3 1,1-1-318,4 1 0,2-9 0,-11 45 0,-1 0 0,1-1 0,0 0-569,0 1 1,0 0 0,11-43 0,-1 14 0,-1 10-273,-6 9 1,6 27 0,-8 22-350,0 15 0,-2 11 1323,-10 15 0,0 15 0,0 12 0</inkml:trace>
  <inkml:trace contextRef="#ctx0" brushRef="#br0" timeOffset="1050">1350 1670 7936,'0'-12'4426,"0"2"-3209,0 10 0,3 0 779,4 0-322,-4 0-829,16 0-1118,-17 0-850,8 0-2029,-10 0 2471,0 0 0,10 0 0,2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1:15.1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175 349 8127,'-22'-22'1066,"2"7"2361,6 1-2794,4 9 1,13-5-893,4 10 0,5 0 1,10 0 108,0 0 0,2 0 1,2 0-1,3 0-1275,-2 0 1,-3 0 1424,-2 0 0,10-9 0,1-3 0</inkml:trace>
  <inkml:trace contextRef="#ctx0" brushRef="#br0" timeOffset="164">610 87 8127,'-22'-7'517,"1"-3"1,-4 1 152,-4-1 1,5-4 0,-7 6 0,-1 3-272,-4 3 1,-5 2 0,-3 0 0,1 0-514,-1 0 1,8 0 0,2 0 0,0 0-1778,0 0 1891,8 0 0,-6-10 0,10-2 0</inkml:trace>
  <inkml:trace contextRef="#ctx0" brushRef="#br0" timeOffset="764">22 392 12133,'22'-12'893,"0"5"1,2 4-724,5 3 0,2-2 1,8-3-1,-3-2-495,3 2 1,-5 3 0,0-1 0,0-2-733,0-2 1,-8 0 0,3 7 1056,-5 0 0,8-10 0,2-2 0</inkml:trace>
  <inkml:trace contextRef="#ctx0" brushRef="#br0" timeOffset="1047">567 131 8128,'12'0'679,"-3"0"0,-9-2 49,0-6-391,0 6-259,0-18 0,-2 18 0,-5-8 96,-8 1 1,3 6 0,-2-4 0,-3 5-365,-3 2 0,-9 0 0,0 0 0,3 0-719,1 0 1,4 0 908,-1 0 0,0-10 0,0-2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1:14.1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0 284 6629,'0'-12'2550,"0"2"0,7 13-2182,1 4 1,1 5-1,-4 10-554,3 0 1,8-1 0,-3 1-1659,-1 0 1844,7-10 0,-7 7 0,10-7 0</inkml:trace>
  <inkml:trace contextRef="#ctx0" brushRef="#br0" timeOffset="132">66 44 8211,'-13'-9'-491,"1"6"0,8-6 491,-4-1 0,1 8 0,7-8 0</inkml:trace>
  <inkml:trace contextRef="#ctx0" brushRef="#br0" timeOffset="450">218 219 8211,'0'21'-333,"0"1"1,0 0 566,0 0 1,0 0 0,0-1 455,0 1 1,-2 0 0,-3 0 524,-3-1-790,1-8 0,7-6 0,0-14-315,0-8 1,7-4 0,3-6 0,0-1-166,0-3 0,6-3 0,-3 6 0,1-3-3,1 2 1,-1 5 0,5 5 0,-2 5 58,-2 3 1,-1 1-1,8 8-112,0 0 0,0 3 0,-3 4 0,-2 8-256,-2 4 1,-8 10-1,5 2 1,0 3 366,0 5 0,-7 2 0,5 3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1:20.8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32 944 7997,'-8'-15'442,"1"1"1,-3 9 751,3-2 0,7 4-889,0 3 0,10 0 0,12 0 0,2 0-256,5 0 1,-3 0-1,11 0 1,-1 0-499,-2 0 1,5 0 0,-8 0 448,3 0 0,2 0 0,8 0 0</inkml:trace>
  <inkml:trace contextRef="#ctx0" brushRef="#br0" timeOffset="231">228 334 8235,'-15'0'257,"3"3"0,2 4 253,6 7 1,1 1 0,3 4-1,0 8-5,0 4 0,0 13 0,0 9 1,0 3-313,0 4 1,0 3 0,0 3 0,3-1-508,4 0 0,-5-7 0,8-2 1,-3-5 313,0-10 0,10 2 0,-5-9 0</inkml:trace>
  <inkml:trace contextRef="#ctx0" brushRef="#br0" timeOffset="1182">728 95 8204,'0'-29'497,"0"0"-27,0 0 0,3 21-141,4 16 0,-4 13 1,4 23-1,-5 2-34,-2 5 0,3 4 0,2 11 0,2-1-160,-2 0 1,-3 1 0,-2-3 0,0-3-136,0-2 1,0-7 0,0 2 0,0-4-79,0-8 1,-2-12-710,-6 0 0,6-17 507,-5-12 0,4-10 0,6-14 0,4-3 250,7-2 1,-1 0 0,1 8 0,3 1 104,2 6 0,3-3 0,0 9 0,0 4 89,-1 1 0,1 3 0,0 3 1,0 4 162,0 7 0,-1 6 0,1 2 0,-3 2 166,-4 5 1,-5-3 0,-10 8 0,0 0-5,0 0 1,-17-5 0,-7 5 0,-8 0-300,-7 0 1,-2-8 0,-2 1 0,-1-8-202,1-4 0,-1-3 0,3 2 0,2-6-896,3-6 0,9-2 1,1-2-1,6-6-406,6-6 1,9-13 0,-2-2 0,4 3 1312,3 1 0,10-6 0,2-3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1:20.1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457 65 8199,'12'-21'682,"-2"-1"1,-10 12-152,0 10 0,-2 12 1,-6 15-1,-4 7-301,0 7 0,-7-2 0,2 14 1,-7-2-292,-5-1 1,0 11-1,7-3 1,-2 5-316,-5 2 1,5-7 0,-6-2-1,6-3-236,3-4 0,1-13 0,3-7 0,3-7 612,-3-8 0,-3-4 0,-1-10 0</inkml:trace>
  <inkml:trace contextRef="#ctx0" brushRef="#br0" timeOffset="200">0 0 8148,'10'22'413,"4"2"104,6 5 0,-3-2 0,2 9 0,5 3-95,0 2 1,10 5 0,0 2 0,5 5-404,4 3 0,-11-7 0,11 4 1,-2-2-1038,1-1 1,1 1 1017,1-7 0,-10-10 0,-3-3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1:25.21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303 976 8211,'0'31'17,"0"3"1,0 2 83,0 1 1,0-1-1,0 7 1,0 1-176,0-1 0,7 1 1,0 0-1,-2-3-1199,-3-5 1273,-2-5 0,0-18 0,0-4 0</inkml:trace>
  <inkml:trace contextRef="#ctx0" brushRef="#br0" timeOffset="382">237 823 8211,'-9'-87'0,"-6"0"0,-4-3-235,-3-4 0,0 2 0,-2-5 0,-3 10 622,-2 17 0,3 14 0,9 23-20,2 11 1,10 15 0,-2 19 0,7 12-222,7 7 0,6 13 0,8 9 0,3 0-9,6 1 1,-4-1 0,10-5 0,3 3-328,2-3 0,3-4 0,-1-8 1,1-7-18,-1-5 0,1-4 1,0-6-1,-1-6-21,1-6 1,-8-4-1,-2-6 1,-3-6 124,-4-6 0,-13-9 1,-4-2-1,-3-3 109,1-5 1,-4-4 0,-8-6 0,-6-1 24,-2 1 1,-3 10 0,-6 3-1,-1-3-11,0-2 0,3 7 1,2 8-1,2 6 2,-2 6 1,8 12 0,1 4 116,6 17 1,2 15 0,0 17 0,2 10 290,6 9 1,1 0 0,8 7 0,-2 1-233,2-1 1,-5 5 0,2 10-1,3 3-550,3-3 1,-6-3-1,-2-4 1,0-3-257,0-2 0,0-12 0,5-5 1,-4-17 607,-4-15 0,8 3 0,-5 0 0</inkml:trace>
  <inkml:trace contextRef="#ctx0" brushRef="#br0" timeOffset="699">1021 1041 8211,'-9'-32'207,"-4"8"1,-6-5 0,2 7 368,3 8 1,6 4 0,-6 13-154,-3 4 1,0 12-1,0 13 1,5-1-338,2 1 1,-4 6 0,6-1-1,4 1-112,1-1 1,3 1 0,0-9 0,0-2-427,0-3 1,3-2 0,1 0 0,6-3-155,2-4 1,-4 2 0,6-10 441,3-2 1,0-13 0,0-6-1,-5-5 234,-2-3 1,4-2 0,-4-3 0,0-2 23,-1 2 0,1 3 1,-5 2-1,4 3 102,3 5 1,-4-3-295,6 9 0,-2 3 0,3 15 0,-5 10-215,-1 6 1,-6 13 0,6-5-1,-1 2-951,-1 0 1264,0 1 0,3 6 0,2 1 0</inkml:trace>
  <inkml:trace contextRef="#ctx0" brushRef="#br0" timeOffset="916">1413 148 8211,'0'44'-71,"0"-1"0,0 3-103,0 5 0,3-3 0,1 10 0,4 3 525,-3 2 1,-3 5 0,0 2 0,3 2-329,2-1 1,1-4 0,-8-1 0,0-1-821,0 0 797,0-9 0,0-13 0,0-11 0</inkml:trace>
  <inkml:trace contextRef="#ctx0" brushRef="#br0" timeOffset="1132">1021 758 8089,'15'-22'224,"-1"0"1,6 1 376,6-1 1,8 0 0,10 0-1,2-2-319,4-5 1,6 5 0,9-5 0,1 5-558,-1 2 1,-7 2-1,-5 3 1,-4 5-202,-8 3 1,-10 1-1,1 11 476,-8 4 0,3 5 0,-15 10 0</inkml:trace>
  <inkml:trace contextRef="#ctx0" brushRef="#br0" timeOffset="1399">1783 1128 8211,'-9'44'0,"-3"-3"241,0-5 1,-5 3-1,9-10 1,1-3 1588,-3-1-1172,8-13 0,-8-5 1,10-14-1,0-8-342,0-4 1,0-13-1,0-4 1,0-5-263,0-3 0,8 1 1,1-3-1,1-3-107,0-1 1,4-1 0,-4 7-1,-1 1-754,1-1 0,5 8 0,-6 2 0,1 3-2485,0 4 3292,7 12 0,-5-4 0,9 7 0</inkml:trace>
  <inkml:trace contextRef="#ctx0" brushRef="#br0" timeOffset="1547">1979 954 8211,'0'22'108,"8"-8"1,-1 1 0,-2 2 255,-3 2 1,5-5-1,1 1 1,-3 2-151,-3 2 0,5 3 0,0 0 0,1 0-476,1-1 262,-6 1 0,6 10 0,-9 1 0</inkml:trace>
  <inkml:trace contextRef="#ctx0" brushRef="#br0" timeOffset="1680">2001 627 8211,'0'-22'-1294,"0"1"1294,0-1 0,0 10 0,10-8 0,2 8 0</inkml:trace>
  <inkml:trace contextRef="#ctx0" brushRef="#br0" timeOffset="1882">2567 693 8056,'-2'21'-271,"-5"1"1,4 2-1,-6 3 1,-1 4 250,-5 3 1,-4-5 0,0 5 0,2 0-251,2 0 270,1-8 0,-18 16 0,-2-8 0</inkml:trace>
  <inkml:trace contextRef="#ctx0" brushRef="#br0" timeOffset="2048">2219 758 8056,'2'-19'18,"6"4"1,-4 5-1,11 10 1,2 0 263,2 0 0,3 3 0,0 4 0,0 10 112,-1 10 1,11 6 0,4 11 0,5 0-105,3-1 1,7 8 0,-1 2-291,-1 3 0,6 2 0,1 7 0</inkml:trace>
  <inkml:trace contextRef="#ctx0" brushRef="#br0" timeOffset="2433">3460 279 8111,'0'38'33,"0"6"0,0-5 1,0 14-1,0 3 336,0 9 1,0 3-1,3 9 1,1 1 59,4-1 1,1 3 0,-4 7-1,5 2-426,2 6 0,-7 2 0,-2-47 0,1 1 1,1 46-1172,2 0 0,-4-10 1168,4 0 0,5-10 0,0-11 0</inkml:trace>
  <inkml:trace contextRef="#ctx0" brushRef="#br0" timeOffset="2631">3134 1041 8327,'0'-22'392,"2"3"-309,5 4 1,8-2 0,11 8-1,6-1-120,2 0 1,4-4-1,11 7 1,4 2 36,3 2 0,2-6 0,7-3 0</inkml:trace>
  <inkml:trace contextRef="#ctx0" brushRef="#br0" timeOffset="2883">3961 823 8111,'0'-22'46,"0"8"0,0-1 365,0-2 1,0-2-154,0-3 1,-2 10 0,-6 7-178,-6 10 0,2 7 0,0 13 0,2 4 14,5 7 1,-5 5 0,3 3 0,2-3-99,3-5 0,2 5 1,0-7-1,2 0 278,6-5 1,-4-7 0,11-8 183,2-7 0,2-7 1,1-9-276,-6-13 1,3-9 0,-10-13 0,1 0-199,1 1 1,-6-3-1,4-3 1,-5-1-984,-2 1 0,0 3 0,0 5 997,0 5 0,-9-5 0,-3 7 0</inkml:trace>
  <inkml:trace contextRef="#ctx0" brushRef="#br0" timeOffset="3100">4201 1085 8111,'0'14'-67,"0"1"213,0 1 0,0 4 255,0 2 0,0-13 0,0-9 16,0-12 1,-8-10-1,1-4 1,2-8-66,3-7 1,2 2-1,0-14 1,0 0-470,0-5 1,0 2 0,0-2 0,2-3-1196,5-2 1,-2 8 1311,10 4 0,9-5 0,10 1 0</inkml:trace>
  <inkml:trace contextRef="#ctx0" brushRef="#br0" timeOffset="3713">4593 1280 8111,'0'15'384,"0"0"1,-3-11-1,-2 1 1,-2-10-77,2-9 1,3-6 0,2-1 0,0-3-247,0-6 0,0-1 1,2-8-1,3 3-44,2-3 0,1 5 0,-6 1 1,3-1-193,2 0 0,0 7 1,-4-2-118,4 5 1,-5 9-1,8 3 161,0 3 1,-8 11 0,8 13 0,-3 4 121,0 3 1,1 7-1,-6 2 1,3 1 71,2-1 1,0-2 0,-7-7 0,3 0 307,4 0 1,-4-8 967,4 1-1082,-5-11 0,-2-4 0,-2-17 0,-3-7-109,-2-5 1,-1-10 0,8 6-1,0-4-315,0 1 0,0 2 0,3-5 0,2 6 22,2 1 1,10 3 0,-5 7-1,2 3 132,1 4 1,0 6-1,6 9 1,1 0 125,0 0 1,0 12 0,-1 7-1,-1 10 154,-6 5 1,3 0-1,-7 5 1,0-3-30,-1 3 0,6-5 0,-8-1 0,-2-1-136,-3-5 0,-2-3 0,0-2 0,-2-3-102,-5-5 0,-5-4-77,-10-10 0,2-10 0,3-4 1,5-8-194,3-7 0,1 5 0,8-8 1,0 3 204,0 0 0,3 0 0,2 8 0,4 1 225,3 6 0,5-3 0,10 9 115,2 4 1,2 4 0,-4 7 0,5 7-209,1 6 0,-6 11 0,5 3 0,-3 2-1099,0 1 1,0-1 1030,-8 8 0,1-1 0,0 1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1:11.59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44 371 8205,'0'12'6292,"0"-2"-3558,0-10 619,0 0-3586,0-10-1562,0 8 1,10-18-1359,5 6 0,-6 2 722,-1-3 2431,4 1 0,-10 1 0,8 4 0</inkml:trace>
  <inkml:trace contextRef="#ctx0" brushRef="#br0" timeOffset="165">88 88 8175,'-10'-12'518,"1"0"1,-8 4 2019,2-6-1913,10 4 0,-12-2-606,10 5-19,0 4 0,17-6 0,2 9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1:27.19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0 349 8811,'3'21'0,"1"4"280,4 4 1,6 7 0,-4 15 0,2 7-62,5 5 0,0 4 1,0 6-1,-5 7-201,-2 5 0,4-1 1,-7-2-1,-2-7-177,-2-7 0,-3-7 0,0-20 0,-3-7-52,-4-13 1,2-8 147,-9-13 1,9-10-1,-3-7 1,6-7-80,2-5 0,0-8 1,0 6-1,2 0 90,6-1 0,4-2 0,10 10 0,-1 5 318,1-1 0,0 3 1,0 3-1,0 7 46,-1 4 0,8 6 0,0 4 0,-2 7-258,-3 6 0,-2 11 1,-3 5-1,-2 3-227,-2-3 1,-10 6-1,2-6 1,-5 3-404,-2-3 0,0 3 0,-2-8 0,-3 1 576,-2-1 0,-10-2 0,5-7 0</inkml:trace>
  <inkml:trace contextRef="#ctx0" brushRef="#br0" timeOffset="401">675 1437 7873,'12'0'1277,"-2"0"0,-10 3 0,0 4-943,0 8 1,0 4 0,0 3 0,0-1-197,0 1 1,2 0 0,3 2 0,5 3-220,2 2 0,-5 2 1,8-6-1,-1-1-539,-2-5 1,8-2-1,-6 2-226,6-4 0,1-5 0,1-13-1371,0-4 2217,-10-5 0,7-20 0,-6-2 0</inkml:trace>
  <inkml:trace contextRef="#ctx0" brushRef="#br0" timeOffset="534">784 1198 8045,'-7'-15'9,"0"1"0,-1 7-65,8-8-503,-9 10 559,6-4 0,-6-1 0,9-2 0</inkml:trace>
  <inkml:trace contextRef="#ctx0" brushRef="#br0" timeOffset="1117">980 523 8188,'-12'2'195,"2"3"0,3 5 19,0 2 0,-3-5 0,5 8 0,-4 4-20,-3 8 0,7-3 0,-3 7 0,6-2 81,2 0 0,0 0 1,0-7 39,0 0 1,2-3 0,6-4 8,6-8 1,-2-7 0,0-7 0,1-8-202,-1-4 0,-8-5 0,4-3 0,-6-2-174,-2 2 0,0 1 0,0-1 0,0-2-425,0 3 0,-7 1 0,0 4 0,-1-1-1164,-1 0 1640,6 0 0,-16 0 0,7 1 0</inkml:trace>
  <inkml:trace contextRef="#ctx0" brushRef="#br0" timeOffset="1467">1111 566 8179,'0'22'670,"0"0"0,0 0 0,0-1-471,0 1 0,0 0 1,0 0-1,2 0-160,5-1 1,-4-6 0,7-1 0,-1 1-138,6-3 0,-3-2 0,2-10-98,3 0 0,3-3 0,-1-4 0,-2-8-21,-3-4 0,1-3 1,4 1-1,-2-4 99,-2-4 1,-8 5-1,5-5 1,0 5 218,0 2 1,-7 8-1,2-1 901,-4-2-675,-3 7 1,0 10 0,0 15 0,-3 4-179,-4 3 0,5 0 1,-5 0-1,4-1-426,3 1 0,0-7 0,0-1-834,0 3 1,10 0 1110,4-2 0,6 4 0,1-7 0</inkml:trace>
  <inkml:trace contextRef="#ctx0" brushRef="#br0" timeOffset="1667">1677 0 8132,'10'22'0,"-8"0"0,5-1 0,-4 4 42,-3 4 0,0-3 0,0 11 0,2 1 225,5 3 0,-4 5 0,4 3 0,-2 4-198,2 3 0,-4 2 1,4 7-1,-5 0-643,-2 1 1,0-3-1,0-8 1,0-11 573,0-13 0,0-6 0,0-4 0</inkml:trace>
  <inkml:trace contextRef="#ctx0" brushRef="#br0" timeOffset="1817">1590 548 8089,'14'-7'-58,"1"-3"1,2 0 355,2 1 1,13 1 0,4 6 0,5-3 155,3-2 0,2-3 0,4 5 1,8-4-618,5-4 1,3 6 0,-3-5 162,-5 2 0,5-7 0,-8 5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1:26.19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197 981 7940,'-7'-22'0,"-3"0"169,-2 0 0,5 8 1,-6-1-1,1 1 840,0 2 0,-2 2 1,-8 10-650,0 0 1,8 0 0,2 2 0,-1 6-226,1 6 0,8 13 0,-4 2 0,6-2-207,2-3 1,0 5 0,0 0 0,0-3-475,0-1 0,2-4 0,6 1-79,6 0 0,5-10 476,3-5 0,0-7 1,-3-7-1,-2-7 20,-2-6 0,-8-2 0,5 1 334,-2-1 1,-3 0-1,-5 3 179,6 4 0,-3-2-170,9 10 1,-9 2 0,2 12 0,-2 8-148,2 4 1,-2 3-1,7 0 1,0 0-32,0-1 0,-7 1 1,5 0-1,-3 0-104,0-1 1,3 1 140,-3 0-72,-4-10 0,7-5 0,-10-14 1,0-7-25,0-6 0,0-4 1,0-5-1,0-5 9,0 0 0,2 0 0,3 8 1,4-3 45,4 2 0,-1 3 0,5 2 0,-3 3 71,3 4 0,2-2 0,3 10 1,0 2-58,0 3 1,-1 12-1,1 4 1,0 5-464,0 3 0,-3 7 0,-2 0 0,-5 0-85,-2 3 1,0-8 0,-6 5-1,4-5-646,-3-2 1,-3-8 1147,-2 1 0,10-1 0,2 8 0</inkml:trace>
  <inkml:trace contextRef="#ctx0" brushRef="#br0" timeOffset="266">763 959 8066,'2'-22'0,"3"0"121,3 1 1,-1 6 0,-7 1 547,0-3 0,-3 7 0,-1 5-265,-4 10 1,-6 7-1,4 12 1,0 3-276,1 2 1,-6 7 0,8-4-1,2 2-41,3 4 0,2-6 0,0-3 0,0-5-317,0-2 0,0-8 0,2-2-290,5-2 1,5-5-1,10-12 176,0-8 1,0-14 0,0-7 0,-3-8 126,-5-7 1,6 3 0,-6-10-1,3-3 31,-2-1 0,2-14 0,-10-3 0,0-4-154,3 4 1,-8-6 0,6 5-1,-8-2 339,-8 2 0,-4-5 0,-10 8 0</inkml:trace>
  <inkml:trace contextRef="#ctx0" brushRef="#br0" timeOffset="366">894 1 8001,'0'24'-8,"0"5"0,0 12 315,0 15 1,2 4 0,3 23 0,2 6-122,-2 10 1,1-46 0,0 1-1,0 0 1,0 1 0,1-2 0,-2 0-396,-1-1 0,0-2 1,8 37-1,0-17 0,2-10 209,1-9 0,-1-14 0,8-6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1:23.81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23 284 8206,'0'-22'-265,"-8"0"1146,1 0-300,0 0 1,7 13 0,2 9-350,6 12 1,-4 14-1,11 6 1,2 2 3,2 4 0,-4 13 1,-1 7-1,1 5-106,-3 3 1,5-1 0,-10 3 0,0 2-173,3 2 1,-8 8-1,3-7 1,-7-3-39,-5-2 1,-8-13-1,5-6 206,-2-10 0,0-22-80,-2-25 1,4-9 0,10-24 0,0-7-242,0-5 0,2 4 1,6-4-1,6 2-22,6 0 1,1 8 0,1 9 0,0 5 350,0 9 0,7 1 1,0 12-1,-3 4 81,-1 8 1,-4 10 0,1 14 0,0 5-151,0 0 1,-1 7 0,-1-5 0,-6 3-425,-6-3 1,1 3 0,-2-8 0,-2 1-735,-2-1 1,-3-2 1092,0-7 0,9 9 0,4 3 0</inkml:trace>
  <inkml:trace contextRef="#ctx0" brushRef="#br0" timeOffset="433">763 1263 8348,'-2'13'1483,"-3"-4"-1067,-2 1 0,-1 2 1,6 10-1,-3 0-249,-2-1 0,-1 1 0,8 2 1,3 3-55,4 2 0,-2 0 1,10-7-1,1 0-428,4-1 0,4 1 0,3-3 0,2-2-723,-3-2 1,-2-10 0,-2 2-1037,0-5 2074,-10-11 0,7-3 0,-6-10 0</inkml:trace>
  <inkml:trace contextRef="#ctx0" brushRef="#br0" timeOffset="548">872 1155 8145,'-22'-10'66,"3"5"1,2-7-1,2 0 530,-2 0 1,5 7-213,-2-2-622,-1 4 1,6 3 237,9 0 0,9 0 0</inkml:trace>
  <inkml:trace contextRef="#ctx0" brushRef="#br0" timeOffset="899">872 240 7815,'0'-12'2737,"0"5"-2508,0 14 0,0-2 0,0 9 0,0 3-165,0 3 1,0 9 0,2 2 0,3 0-367,2 1 1,3 4-1,-5-7 1,5-2-60,2-3 0,0-2 1,5-3-1,-3-4 361,3-8 0,3 5 0,1 0 0</inkml:trace>
  <inkml:trace contextRef="#ctx0" brushRef="#br0" timeOffset="1047">872 109 8048,'-10'-14'0,"-4"2"-362,-6 2 1,6-4-216,-1 6 577,11-9 0,4 5 0,12-10 0</inkml:trace>
  <inkml:trace contextRef="#ctx0" brushRef="#br0" timeOffset="1383">1111 262 7597,'3'24'-178,"4"5"1,-4-5 0,4 5-1,-5-5 392,-2-2 1,3 2 0,2 3-1,2 4 362,-2 3 1,-3-7 0,-2 2 0,0-5-327,0-2 0,0-8-181,0 1 1,0-13 0,0-2 0,0-12-39,0-7 1,2-3 0,3-2 0,3-3-77,-4-2 0,6-7 0,0 7 0,-1 2 109,1 3 0,5 2 1,-6 3-1,3 5 47,5 6 0,-5 6 0,3 2 0,2 0-154,2 0 1,1 2 0,-3 6 0,-5 6-236,-3 5 0,6 6 1,-5 1-1,-1 3-179,1-2 1,-3 4 456,-7-2 0,0 10 0,0-5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1:42.33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218 676 8089,'-22'0'0,"1"0"108,-1 0 1,0 2 0,0 5 0,1 10 200,-1 10 0,2 7 0,3 9 0,5 1-247,3-1 0,1 1 0,8-3 1,3-2-88,4-3 0,5-12 1,10-2-1,0-12 158,0-8 1,-1-2 0,1-2 0,0-5-16,0-8 1,-3-12 0,-2-4-1,-5-1-33,-2 1 0,4-5 1,-7 4-1,-2 1-37,-2-1 1,-3-4-1,0 5 1,0-1-83,0 1 1,-10-1-1,-2 6 1,-3-3-499,1 2 0,-1 3 0,-6 4-1224,-1 6 1756,10 4 0,-8 1 0,8-4 0</inkml:trace>
  <inkml:trace contextRef="#ctx0" brushRef="#br0" timeOffset="382">392 763 8089,'-14'14'-129,"2"1"330,2 2 1,0 2 0,6 5 0,-4 3 199,3 2 0,3 0 1,2-7-1,2 0-437,6-1 1,-3 1 0,9-3 0,3-4-119,2-8 0,3-4 0,0-3 0,0 0 17,-1 0 1,1-10 0,0-5-1,0-4-164,0-3 0,-1 1 0,-1-1 0,-3-2 98,-3-5 0,-9 4 0,2-6 0,-4 2 178,-3 0 1,7 0-1,0 7 0,-2 0 361,-3 0 1,-2 1 93,0-1 1,0 12-195,0 10 0,0 12 0,0 15 0,0 4 188,0 3 1,0-5 0,0 8 0,0-1-329,0-2 0,8 4 0,-1-6 0,0-1-700,3 1 0,-5-3 0,9-10 604,3-4 0,12 4 0,5-7 0</inkml:trace>
  <inkml:trace contextRef="#ctx0" brushRef="#br0" timeOffset="598">937 1 8092,'-3'33'16,"-1"-1"1,-4-1 166,3 6 1,3 4-1,2 2 1,0 1 50,0-1 0,0 8 1,0 5-1,2 2-291,6 3 0,-6 11 0,8-11 0,-3-3-608,0-3 1,3-6 0,-5-13 664,2-7 0,10-14 0,-5-6 0</inkml:trace>
  <inkml:trace contextRef="#ctx0" brushRef="#br0" timeOffset="798">610 349 8092,'22'0'147,"-8"0"1,1-2-1,4-3 277,8-2 1,0-1 0,9 6-1,3-3-123,2-2 0,5-8 1,4 6-1,6-1-327,0 0 0,7-7 0,-8 5 0,1 0 26,-5 5 0,-5-5 0,-3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1:44.67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281 959 8082,'-12'-10'0,"-7"-2"580,4-10 1,-4 10 0,-3 5-363,0 4 0,1 6 0,-1 4 0,0 10-92,0 10 0,3-1 1,2 8-1,5 0-60,2 0 0,1-8 1,4 6-248,-3-1 1,4-6-1,11 1-12,7-9 1,6-7-1,1-10 1,1-3 147,0-4 0,-7-5 0,-1-10 0,1 0 27,-3 1 1,7-4 0,-7-1 0,3-3 77,-1 2 1,-9 3 0,5 2 0,-3 0-64,0 1 1,3 6-48,-3 1 1,5 11 137,10 3 0,-10 10 0,-2 12 0,-3 2-75,0 5 1,3-5 0,-5 5 0,2-5 12,-2-2 0,0-3 0,0-2 1,2-2 29,-2 2 1,-3 2 204,-2 3-263,0 0 0,0-13 1,0-9-50,0-12 0,0-7 0,0-3 0,3 0 75,4 1 0,-2 1 0,7 3 0,0 3-42,0-3 0,-5 7 1,8 3-19,2 5 0,2 2 0,3 2-159,0 5 1,-3 5-1,-2 13 1,-5 1-361,-2 3 0,4 0 1,-4-7 554,2 0 0,2 9 0,8 3 0</inkml:trace>
  <inkml:trace contextRef="#ctx0" brushRef="#br0" timeOffset="369">869 872 8191,'-9'-22'0,"-6"0"355,-4 0 1,-3 3 0,0 4 98,0 8 1,8 7-1,-1 7 1,1 10-251,2 10 0,2 0 0,10 9 0,0 0-77,0-2 1,0 5 0,0-8-1,0 1-352,0-1 0,2-2 0,6-10 0,6-4-256,6-8 0,1-4 1,1-3-1,2-3-85,5-4 0,-4-12 0,4-13 0,-5-2 296,-2-4 1,-1-6 0,1-4 0,-3-3 159,-4 2 1,2-6-1,-7-3 1,-1-5 109,1-3 0,-3-1 0,-7-3 0,0-3 19,0 3 1,-2 2 0,-5 5 0,-8 8 38,-4 11 1,-3 5 0,0 17 0,0 10 186,1 8 1,1 16 0,6 12-1,6 17-49,6 15 0,2 14 0,0 5 0,0 0-126,0 0 1,10 7 0,2-2-1,5 5-70,4 2 0,6 0 0,17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28.90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34 78 8433,'-2'-22'486,"-6"1"-336,6 9 120,-18-8 67,18 18 1,2 2-1,15 12 1,4 2-225,3 1 0,-1-1 0,1 8 0,2 0-495,6 0 0,1-3 0,8-2 0,-5-2 382,-3 2 0,8 2 0,-5 3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29.08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284 0 8310,'-2'29'-37,"-3"0"0,-5 0 83,-2 3 1,0 2 0,-5 12 0,2 4 195,-2 8 1,5 8 0,-2 4 0,-3 5-77,-2 2 0,-1-4 0,3 7 0,3 2-406,-3 3 1,7-1-1,0-4 1,3-7-1041,0-5 1280,0-3 0,-3 0 0,-2 1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29.44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8523,'0'22'0,"0"-1"0,0 3-153,0 6 1,0-4-1,0 8 1,0 0 394,0 0 0,0 2 0,0 10 1,0 2-195,0 3 0,0 0 0,2-5 0,3 0-322,2-2 0,1 4 0,-8-14 0,0 0-946,0-5 1220,0-5 0,0-2 0,0-1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29.9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23 8341,'15'-12'-11,"-1"4"115,3 6 0,-4 2 1,1 0-1,3 2 196,2 6 1,3 4 0,-3 9 0,-2 1-64,-2 0 0,-3 7 1,3 2-1,-8 1-47,-5-1 1,-2 8 0,0-5 0,-2 2-145,-5 1 0,-3-8 0,-7 4 0,2-1-236,-2-5 1,-2-6 0,-3-4-1,1-5-9,-1-2 0,7-3 0,3-9 1,2-5 5,6-8 1,1-4 0,3-5 0,0-3-36,0-2 0,7-7 0,3 4 1,2 1-101,5-1 1,3 3-1,1 7 1,1 1 37,0-1 1,7 10 0,0 2 0,-2 3 254,-3 0 0,5 2 1,0 12-1,-3 7 14,-1 6 1,-4 4 0,-1 3 0,-3 4 399,-3 3 0,-9-7 0,2 4 193,-4 1 0,-3-8 0,-3 2 1,-4-9 1,-5-7 0,-7-12-404,4-6 0,-2-4 0,7-12 0,1-3-150,-1-2 1,3-2 0,7 4 0,0-2-192,0 3 1,0-6 0,2 3 0,6 2-311,6 3 0,-2 10 0,3-1 0,2 1 481,2 2 0,12 2 0,3 10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30.24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0 349 8341,'22'8'-63,"0"-1"0,0 0 0,-1-7 1,1-2-30,0-6 1,0-4-1,-1-9 1,1-1 140,0 0 0,-7 0 1,-3-2-1,-3-3 112,-4-2 0,-2 0 0,-3 8 0,0-1 12,0 0 0,-10 0 1,-5 1-116,-4-1 0,-3 10 1,0 4-1,1 6 41,-1 2 1,7 2 0,1 6 0,-1 9-70,3 9 1,-5-2 0,10 8 0,2-3-179,3 0 1,2 10 0,0-5 0,0-1-143,0-4 0,10 3 0,4-3 0,5-5-1032,3-7 1322,10-7 0,11-1 0,13 3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30.4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197 172 8318,'0'-21'165,"0"-1"1,0 7 0,0 1 0,-3-3 235,-4-2 1,-3 4 0,-7 3 0,3 2 101,-3 5 0,-2-4 0,-3 1-377,0 4 0,3 11 1,2 7-1,5 8-168,2 7 0,3 3 1,7 6-1,0-1-239,0 1 1,0 1 0,2-3-1,3-7-282,2-4 0,10-4 0,0 1 0,7-2-290,5-6 1,0-4 0,-4-13 852,4-4 0,-5-15 0,7-12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30.58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151 881 7974,'0'-31'0,"0"-5"-471,0-6 1,-3-8 0,-2-4 0,-4-1 543,-3-6 1,-1-16-1,-3-5 1,1 2-207,-2 2 1,0 8-1,0 12 1,5 10 241,2 9 1,6 20 0,8 19 339,4 12 1,1 26-1,-4 16 1,5 13-55,2 13 1,0 5 0,5 4 0,-2 6-271,-7-45 1,0 1-1,2 1 1,0 0-1,0 1 1,-1-2-1,0-1 1,-1 0-310,7 46 1,-9-39-1,2 0 1,3-1-1,0-1 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0:25.3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32 8282,'0'-22'1848,"0"13"1,0 11-1314,0 18 1,9 11 0,6 13 0,2 2-164,-3 4 1,6 6-1,-6 7 1,3 0-243,-2 2 0,4-4 1,-7 14-1,3-3-262,-1 1 1,-7-1-1,6-9 1,-4-7 5,-4-12 0,-3-11 332,-2-11 0,0-19 0,0-13 0,0-14-184,0-13 0,0-11 0,0-3 1,3 0-174,4-2 1,-2 7 0,9-5 0,3 8 33,3 7 1,2 4 0,-1 13 0,1 4 119,0 8 1,2 9 0,3 13 0,2 14 154,-3 10 1,-1 11 0,-4 4-1,1 1-54,0 6 0,-10-8 1,-2 0-1,-3-2-358,0 0 1,0-3 0,-7-11 0,0-8-826,0-5 0,0-2 1079,0-1 0,0-8 0,0-4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0:33.7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151 719 8093,'-13'-9'116,"4"9"0,11 0 287,5 12 1,3 10-1,9 4 1,1 3-163,4-2 0,3 7 0,-6 2 1,1 5-228,0 3 0,-3-1 0,-2 1 0,-5-1 110,-2 1 0,-3-3 0,-9-7-87,-5-12 1,-6-3-1,-8-12 1,-3-4-109,-6-8 1,4-17 0,-8-12 0,3-5-2,4-4 0,-5 4 0,3-14 0,3 0-20,2-5 0,9 2 0,3-2 0,2 0-65,5 2 0,5 5 0,8 15 0,9 7 115,9 5 1,1 5 0,9 4 0,5 8-125,8 4 1,-1 6-1,8 4 1,-1 8-285,1 4 1,-5 3 449,7-1 0,-10 1 0,6 0 0</inkml:trace>
  <inkml:trace contextRef="#ctx0" brushRef="#br0" timeOffset="366">1130 1 8185,'-36'24'0,"2"5"177,3 7 1,-5 10-1,6 10 1,4 12 287,2 7 1,9 12 0,3 10 0,7-47 0,0 1-190,2 5 1,2-1-1,3-4 1,3 0 0,2 2-1,3 1 1,2-4 0,2-1-226,23 43 1,-13-47 0,2-1 0,30 38-1,2-9-203,0-15 0,-2-12 1,4-12-1,-2-10 152,3-7 0,-8-12 0,0 5 0</inkml:trace>
  <inkml:trace contextRef="#ctx0" brushRef="#br0" timeOffset="1083">1566 306 8167,'0'-22'89,"0"0"277,0 0 1,0 13 117,0 9 1,7 19 0,3 17 0,2 5-268,5 3 1,2-1 0,3 3-1,0 3-138,0 2 0,-8 9 0,1-2 1,-1 5-248,-2 2 0,0 1 0,-7-3 0,2-5-176,-2-7 0,-2-13 470,-3-1 0,-3-20 1,-2-5-1,-4-15-220,-3-11 0,7-13 1,-5-4-1,3-3 58,0-5 0,-1 5 1,8 0-1,0 0 48,0 1 1,8 6 0,1 0 0,3 8 43,5 4 0,3 11 0,2-4 0,-1 6 164,1 2 1,2 10-1,3 4 1,4 8-35,3 7 0,-7-2 1,2 9-1,-5 0-407,-2-2 1,-10 5 0,-2-10 0,-3-3-913,0-1 1,0-4 0,-7 1 1132,0 0 0,0 0 0,0-1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0:32.9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197 240 11250,'24'0'-197,"5"0"0,-2 0 0,9 0 0,3 0-2312,2 0 2509,2-10 0,1-2 0,0-10 0</inkml:trace>
  <inkml:trace contextRef="#ctx0" brushRef="#br0" timeOffset="101">545 0 8153,'-43'0'97,"-1"0"0,1 0 1,-1 0-1,1 0 297,-1 0 1,0 0 0,3 0-1,3 0-740,1 0 0,11 8 346,-3-1 0,-5 10 0,0-5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0:31.6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175 501 8212,'-15'-7'79,"1"0"171,-3 2 0,5 3 0,-3 2 382,-2 0 1,5 2 0,0 5 0,0 8-309,0 4 0,7 10 0,-4 3 0,1-1-188,1 1 1,0 6 0,7-4 0,0 0-112,0-5 0,9-5 0,6-2 1,4-3-28,3-4 0,0-5 1,0-10-1,-1 0 224,1 0 1,0-10 0,-3-5 0,-2-6 22,-2-8 1,-10 4 0,2-4 0,-5 5-191,-2 2 1,0 1 0,-2-1-1,-5 0-151,-8 0 0,3 8 0,-3-1-763,-1-2 1,-4 8 0,1-1-1621,4 0 2479,-4 8 0,17-8 0,-8 10 0</inkml:trace>
  <inkml:trace contextRef="#ctx0" brushRef="#br0" timeOffset="598">349 567 8106,'-2'-20'274,"-3"4"241,-2 1 1,-3 3 182,3-3 0,2 6-342,-10 9 0,11 2 0,-4 5 0,6 8-142,2 4 1,0 5-1,0 3 1,0 2-161,0-2 1,0-3 0,0-2 0,0-1-587,0 1 0,10 0 186,4 0 0,5-10 0,3-5 245,0-4 1,-8-6-1,1-4 1,0-8 74,-3-4 1,0-5-1,-7-3 1,2-2 67,-2 3 1,-3-6 0,-2 3 0,0 2 369,0 3 1,0 2 626,0 1-864,0 9 1,0 12-1,0 14 1,0 5-97,0 3 1,0 7 0,0 0 0,0 0-322,0 3 0,7-8 1,3 5-1,0-5-509,-1-2 0,8-3 0,-2-4 0,4-8-566,3-4 0,0-3 1317,-1 0 0,1-10 0,0-2 0</inkml:trace>
  <inkml:trace contextRef="#ctx0" brushRef="#br0" timeOffset="765">719 1 8369,'12'2'540,"-2"5"1,-3 8-205,1 4 0,1 13 0,-4 4 0,5 7-153,2 8 0,-5 5 0,8 9 1,2 3-262,2 5 78,3-6 0,0 18 0,-1-8 0</inkml:trace>
  <inkml:trace contextRef="#ctx0" brushRef="#br0" timeOffset="951">502 371 8113,'14'0'-308,"1"0"0,2 0 104,2 0 0,5 0 1,5 0-1,7 0 91,6 0 1,8 0 0,1 0 112,-2 0 0,6 0 0,1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0:38.6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8335,'0'15'339,"0"-1"215,0 3 1,0 2 0,0 3 0,0 2-261,0 5 1,2 5-1,3 10 1,2-3-238,-2-5 0,5 3 0,-3-10 0,0 0-422,3 3 1,-8-16 0,6 6 364,-6-2 0,8-1 0,2 3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0:40.83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1481 7337,'0'-12'-1312,"0"-7"1408,0 4 0,0 3 0,0-2 321,0-3 0,0 5 182,0-3 1,0 1 802,0-8-517,0 0 0,2 3-540,6 4 0,-6 8 0,5 14 0,-4 8-119,-3 4 0,7 5 1,0 3-1,0 4-167,3 3 1,-7-5 0,6 5 0,-1 0-344,-1 0 0,0-8 0,-5 6 0,3-3-1196,3 0 0,-1 0 1480,-7-7 0,0-10 0,0-2 0</inkml:trace>
  <inkml:trace contextRef="#ctx0" brushRef="#br0" timeOffset="781">44 458 7846,'-12'2'653,"5"5"1,4 5 0,3 10 0,0 0-493,0 0 0,0 0 0,3-3 0,2-2-435,2-3 0,7 1 0,-4 7 0,2-3-325,5-4 0,-5-6 0,3-6 599,2 4 0,-8-5 0,1 8 0</inkml:trace>
  <inkml:trace contextRef="#ctx0" brushRef="#br0" timeOffset="915">1 196 7104,'0'0'0</inkml:trace>
  <inkml:trace contextRef="#ctx0" brushRef="#br0" timeOffset="1198">262 479 8084,'12'22'-24,"-2"0"1,-10 0-1,0 0 303,0-1 0,0 1 0,0 0 352,0 0 0,0-1-28,0 1 0,0-7-416,0-1 0,0-11 0,0-3-328,0-12 0,0-15 1,0-2-1,0 0-63,0-3 0,7 8 0,3-7 0,2 4 48,5 5 0,0-4 1,0 14-1,-3 0 112,3 4 0,2 6 0,3 2 0,-3 2-131,-4 6 1,4 4 0,-4 12 0,2 3-308,-3 2 1,3 7 0,-9-5 481,-4 3 0,8 2 0,1 8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0:46.4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44 209 8068,'-7'-44'-246,"-3"3"170,-2 5 0,7 4 1,-2 10 1716,4 1-1166,3 9 0,10 12 0,2 14 1,3 8-125,-1 7 1,3 5 0,10 12-1,2 5-44,-3 7 0,1 7 0,0 8 1,2 6-164,-3 6 0,-1 5 0,-6 4 1,-11-43-1,-2 2-120,-1 3 1,-2 2-1,-1 4 1,-2 2-1,0 2 1,-2 1-1,-2-4 1,-2-1-122,-4 0 1,-2-3 0,1-4 0,-2-3 0,-4-4-1,-2-2 1,-18 41-165,4-7 1,1-17-1,10-19 1,3-13-1973,4-7 1622,-4-12 0,17-4 1,-6-16-1099,6-6 1709,12-5 0,2-3 0,10 0 0</inkml:trace>
  <inkml:trace contextRef="#ctx0" brushRef="#br0" timeOffset="300">937 884 8861,'0'-22'1169,"-3"10"0,-1 2 324,-4 0-1684,1-2 1,7-2 184,0-1 0,7 13 6,1 2 0,9 19 0,-5 15 0</inkml:trace>
  <inkml:trace contextRef="#ctx0" brushRef="#br0" timeOffset="433">937 1319 8143,'-22'22'264,"0"0"1,0 0 0,1-1 339,-1 1 1,0 7 0,-2 0 0,-3 0-314,-2 3 0,0-8 0,8 5 1,-1-5-671,0-2 0,0 0 0,0-3 379,1-4 0,-1-6 0,0-9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0:48.6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22 850 8283,'-7'-34'0,"0"5"447,2 5-77,2 2 0,3 14 0,0 13 14,0 15 0,0 16 0,0 3 0,3 7 31,4 4 0,-2 4 0,7-6 0,0 5-184,0 3 0,-5 0 0,5 2 0,1-5-299,-1 0 1,-8-4-1,6 6 1,-3-2-218,1-4 0,-1-6 1,-7-4-1,0-5-899,0-3 1015,0-2 0,0-19 1,0-10-1,0-14 34,0-13 0,0-4 0,2-8 0,3 3-85,2-3 1,8 0-1,-5 3 1,-1 7 219,1 5 0,7 9 1,-3 3 134,6 2 0,-1 5 0,-2 13 1,-2 6 101,2 6 0,2 11 1,3 5-1,-1 5-152,1 3 0,-7 0 0,-1 2 0,3 2-768,3 3 1,-6-8-1,-2-9 683,-2-2 0,7 6 0,-5-4 0</inkml:trace>
  <inkml:trace contextRef="#ctx0" brushRef="#br0" timeOffset="1084">610 1917 7880,'-2'-12'21,"-6"4"0,6-4 444,-5-2 1,4 2 0,3-3-29,0-2 1,10 5-1,4-2-161,6-3 1,2 7-1,-1 3-83,1 4 1,0 3-1,0 0-152,-1 0 1,-1 10 0,-6 4-23,-6 6 1,-6 2 0,-2-1 0,0 1-223,0 0 0,-2 7 1,-3 2-1,-5 1 23,-2-1 0,0-2 1,-5-7-1,2 0 230,-2 0 0,5-1 369,-2 1-293,9 0 0,-5-8 0,13-1 1,4-4-284,8-4 1,4-2 0,3-3-1,-1 0-1189,1 0 1,0-3 1345,0-4 0,9-5 0,3-10 0</inkml:trace>
  <inkml:trace contextRef="#ctx0" brushRef="#br0" timeOffset="1500">654 632 8138,'-8'-22'-58,"1"0"1,-10 1 0,5-1 607,0 0 0,-7 3 0,4 4-237,-4 8 1,4 4 0,1 3-224,-3 0 0,5 13 0,-3 8 0,1 13-51,1 7 0,-3 3 1,8 2-1,3 2 22,3 3 1,2 2-1,0-7 1,0 0 23,0-5 0,2-12 0,6 0 0,9-7 72,9-7 0,-2-6 1,5-9-1,-4 0 12,-4 0 1,1-9 0,-2-6 0,-3-7-155,-3-7 1,-9 5-1,2-7 1,-4 2-167,-3 0 0,0-8 1,-3 6-1,-2-1-261,-2 1 1,-10-5 0,5 7 0,-3 2-211,1 3 0,9 2 0,-5 3 0,3 2-361,0 2 0,0 8 983,7-8 0,-10 11 0,-2-6 0</inkml:trace>
  <inkml:trace contextRef="#ctx0" brushRef="#br0" timeOffset="1834">654 545 8138,'14'0'590,"-2"2"11,-2 5 1,-3-2 0,-7 10-286,0 2 0,0 2 1,0 3-1,0 2-135,0 5 1,0-5 0,0 8 0,3-3-246,4 0 0,-2 0 1,7-7-1,0-1-341,0 1 1,2-7 0,8-3 0,0-3 45,0-4 1,0-12-1,-3-7 1,0-6 19,3-2 1,-12-2 0,9-2 0,-4-6 248,-3-2 1,-7 5 0,2-5 0,-5 3 136,-2 4 0,0 3 0,0 2 0,0 1 382,0-1 0,-2 10-173,-5 4 1,2 8 0,-7 10 0,2 9 9,5 8 0,-5 12 1,3-5-1,0 2-36,-3 0 0,8 1 0,-5 4 0,4-3-408,3-1 1,3-8 0,1 5-1,6-5-1117,2-10 1,3 0 1294,6-11 0,1-1 0,0-7 0</inkml:trace>
  <inkml:trace contextRef="#ctx0" brushRef="#br0" timeOffset="2066">1263 175 8138,'0'21'459,"0"1"0,0 0-48,0 0 0,0 2 1,0 5-1,3 7-106,4 5 0,-5 5 0,8 3 0,-3 4-420,1 3 0,-1-1 0,-5 3 0,3-4-730,2-1 1,3-17 0,-5 0 0,2-9 844,-2-5 0,7-10 0,0-2 0</inkml:trace>
  <inkml:trace contextRef="#ctx0" brushRef="#br0" timeOffset="2234">1067 414 7285,'22'-7'76,"0"0"0,0-3 1,2 5-1,2-5-65,3-2 1,10 7-1,-3-2-11,6 5 0,11-8 0,3-2 0</inkml:trace>
  <inkml:trace contextRef="#ctx0" brushRef="#br0" timeOffset="2651">1721 1568 8833,'-12'0'1334,"2"0"1,12 0 0,6 0 0,8 0-1403,11 0 1,-3 0 0,8 0 0,-3 3-905,0 4 0,9-5 1,-4 6 971,0-6 0,7-12 0,-7-2 0</inkml:trace>
  <inkml:trace contextRef="#ctx0" brushRef="#br0" timeOffset="2800">2200 1372 8224,'-25'0'356,"-4"0"0,5 0 0,-7 0 0,2 0 135,0 0 1,-10 0 0,5 0 0,-2 0-530,0 0 0,7 0 0,-5 0 0,0 0-1827,0 0 1865,7 0 0,-4 0 0,9 0 0</inkml:trace>
  <inkml:trace contextRef="#ctx0" brushRef="#br0" timeOffset="3349">2744 1067 8036,'19'3'73,"-4"4"1,4-2 0,-4 9 0,4 3 73,3 3 1,0 9 0,0 2 0,-3 1-11,-5-1 1,6 1 0,-8-6 0,2 6-70,1 2 1,-10-8 0,2 3 0,-5-5-27,-2-2 0,-2-10 0,-5-5 1,-10-4 8,-10-3 1,1-3 0,-8-4-1,0-7 71,0-6 0,0-1 0,-5-4 0,5-1 51,3-3 1,-5-10-1,7 3 1,2-5-116,3-3 1,5 0 0,4 1 0,8-1-213,4 1 0,3 2 0,3 2 0,6 5-41,13 3 1,10 2-1,14 7 1,2 0-145,3 0 1,9 10 0,-2 5-1,5 5-372,3 2 0,4 0 711,-5 0 0,5-10 0,-14-2 0</inkml:trace>
  <inkml:trace contextRef="#ctx0" brushRef="#br0" timeOffset="3748">3942 349 8078,'-22'9'69,"0"-4"1,0 12-1,-2 7 298,-5 10 1,5 10-1,-7 9 1,2 15-136,0 17 1,-1 6 0,19-38-1,1 1 1,-1 1 0,0 1-45,-1 0 1,2 0-1,3 2 1,2 0 0,1-3-1,1-1 1,0 42-258,3-11 0,10-12 1,7-13-1,10-7-292,9-7 0,7-7 1,8-17-1,5 0-1809,0-1 2170,6-9 0,-6 8 0,9-8 0</inkml:trace>
  <inkml:trace contextRef="#ctx0" brushRef="#br0" timeOffset="4431">4290 545 7854,'0'24'79,"0"5"1,0 7 222,0 5 0,7 3 1,3 2-1,2 5-180,5 7 1,0 5 0,0 2 0,-2 0-102,2 1 0,-5-1 0,0 0 0,-3-2-544,-4-5 1,0-14 314,2-15 1,-4-17 249,4-12 1,-5-12 0,-2-15 0,0-4-89,0-3 0,3-2 0,4-8 1,8 3 93,4 5 0,3-3 0,0 10 1,-3 2 110,-5 3 1,6 10-1,-6 2 1,6 2 121,1 5 1,1 12 0,0 10 0,0 7-104,0 5 1,-3 10 0,-2-3 0,-5 6-424,-2 1 0,4 1 0,-7-1 1,-2 1-154,-2-1 1,-3-9 0,0-5 397,0-5 0,0 8 0,0 2 0</inkml:trace>
  <inkml:trace contextRef="#ctx0" brushRef="#br0" timeOffset="4915">5009 1590 8167,'0'-14'111,"2"-1"96,6-2 1,-4 7-1,8 1 133,-2-1 1,7 8-1,-2-8-61,4 0 0,-5 8 1,1-5-62,2 4 1,2 3-260,3 0 1,-10 10 0,-5 4-63,-4 6 1,-3 1 0,-3 1-1,-1 0 9,-4 0 1,-9 2 0,5 3-1,-2 2 17,-1-3 0,3 6 0,-2-3 0,4-3 163,0-1 0,8-11 0,-5 1 303,4 2 1,6-8-381,4-2 1,5-4 0,12-3 0,3-3-532,2-4 1,2-2 0,-4-8 521,2 2 0,10-9 0,-6-10 0</inkml:trace>
  <inkml:trace contextRef="#ctx0" brushRef="#br0" timeOffset="5417">5052 414 8155,'-14'0'-634,"2"3"1069,2 4 1,-4-2 0,6 9 0,3 3 86,3 2 1,2 3-1,0 0 1,2 2-359,6 5 0,4-5 0,10 5 1,-1-4-524,1-4 1,7 1 0,0-2 0,-2-4-1654,-3-1 2012,-2-10 0,0 5 0,-1-10 0</inkml:trace>
  <inkml:trace contextRef="#ctx0" brushRef="#br0" timeOffset="5551">5031 262 8155,'-15'-20'-785,"1"6"785,9 4 0,5 10 0,12 0 0</inkml:trace>
  <inkml:trace contextRef="#ctx0" brushRef="#br0" timeOffset="5850">5357 654 8155,'0'14'-151,"0"1"1,0 2 182,0 2 1,0-5 0,-2-1 0,-3-1 1117,-2 0 0,-1-5-79,8 8-886,-9-11 0,6-4 1,-4-14-1,5-5-176,2-3 1,7-7-1,0 0 1,0 2-162,3 3 0,-5 2 0,10 0-11,1 1 0,-3 8 0,1 6 117,3 5 1,2 4-1,3 5-105,0 8 1,-8 7-1,1 4 1,-1 3-368,-1-2 1,4 7-1,-8 0 518,3 0 0,-7 7 0,5-7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0:59.2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42 44 8180,'7'-15'-63,"3"3"170,2 2 1,-5 3 86,7 7 0,-6 3 0,4 6 0,0 16 124,0 16 0,3 7 0,6 15 0,1 7-53,0 5 1,0 7-1,-1 15 1,-10-43 0,-2 1-143,-2 5 0,0 1 0,2 4 0,-1 1 0,-3 1 0,-2 1 0,-1 2 1,0 1-105,0 0 0,-1 0 0,-2 2 0,-1-1 0,-1 4 0,-3-2 0,-3 0 0,-2-2 110,-1-3 0,-2 0 0,-4-4 0,-1 0 0,5-3 1,-1 0-1,1-4 0,-1 0-63,-1-2 0,1-1 1,-9 35-1,-5-11 1,7-11-434,7-10 1,-2-5 0,8-11-421,-3-6 1,7-17 786,-2-19 0,11-12 0,4-17 0,-1-5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2:09.1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611 175 8165,'-10'12'1722,"-2"-3"-153,0-9 1,-5-2-864,10-5 1,2 4-1,10-6 1,4-1-411,3-5 0,3 3 0,7 0 0,-3 0-447,-4 0 0,4 0 1,-7-5-1,3 5-198,-1 2 1,-7-4 348,8 6 0,-1-9 0,8 5 0</inkml:trace>
  <inkml:trace contextRef="#ctx0" brushRef="#br0" timeOffset="183">611 588 8550,'-29'44'0,"-3"-1"434,-2 1 1,8 0 0,-6 2-1,1 2 114,-5 3 1,-6 2-1,-1-7 1,-1 0-553,1-5 0,6-5 0,4 1 1,1-8-984,6-5 987,1-12 0,-6 7 0,-3-7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2:29.0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1 187 8238,'0'-22'-132,"0"-2"1,0-3 226,0-2 1,0 0-1,0 7 2476,0 0-2032,0 10 1,0 12 0,0 17 0,2 10 104,5 9 1,-4 15 0,7 7 0,-3 5-278,0 2 0,8 3 0,-6 2 0,1 5-305,0 3 1,4-6 0,-7 8 0,-2 2-140,-2 3 0,4-8 1,0-4-1,-2-8-71,-3-7 0,-9-12 0,-2-14-137,-4-8 0,6-9 0,-5-23 0,0-9-46,0-9 1,7-15-1,-2-13 1,4-1-189,3-6 0,3-9 0,4-5 0,8 0-18,4 0 1,3 12-1,-1 12 1,4 5 362,4 3 1,-5 19 0,7 9-1,-2 15 368,0 15 1,3 11-1,-6 25 1,4 7 295,-4 5 0,-4 5 0,-5 2 0,-3 3-507,3-3 1,-7-3 0,-3-1-1,-2-3-944,2-5 1,-4 5 960,4-5 0,-5-5 0,-2 0 0</inkml:trace>
  <inkml:trace contextRef="#ctx0" brushRef="#br0" timeOffset="897">741 1297 7386,'0'-22'-356,"0"8"1,3 2 0,1 0 875,4 0 0,-1 4 1,-7-6 1617,0-3-555,0 7-1141,0 1 0,0 26 1,0 4-162,0 4 1,2-1 0,3-3-1,2 1-25,-2 0 0,-2 0 0,-3 0 0,0-1-30,0 1 1,0 0-1,0 0 394,0-1-324,0-8 0,-8-6 0,1-14-76,2-8 0,-4-4 0,1-3 0,4-2-10,1-5 0,-4 4 0,0-4 0,-1 5-571,-1 2 0,6 1 1,-4-1-1402,5 0 0,-6 8 1762,1-1 0,10 1 0,9-8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2:31.5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2288 2091 8131,'0'-22'120,"0"8"319,0-1 1,0 8 624,0-8-608,0 11 0,0-4 1,0 16-105,0 6 0,2 5 0,3 6 1,2 1 42,-2 3 0,-2 3 1,-3-3-1,0 5-151,0-1 0,0 6 1,0-7-1,2-1-140,5 1 1,-4-3-1,4-5-646,-5 5 1,-2-5-895,0 5 1,3-7 1435,4-8 0,-5-4 0,8-10 0</inkml:trace>
  <inkml:trace contextRef="#ctx0" brushRef="#br0" timeOffset="2284">2244 697 8176,'-22'-9'1508,"8"6"-1279,-1-4 0,8 7 0,-5 7 39,2 8 0,3 6 1,7 6-1,-2 5 53,-6 1 0,6 4 0,-5 6 0,7 1-120,7-1 0,-2-6 0,9-3 0,3-3-10,3-4 0,1-3 0,1-5 1,0-4 104,0-8 0,2-5 1,0-4-1,0-8-191,-4-12 0,-3-2 0,2-10 0,-4 1-109,-8-1 0,-5 0 1,-2-5-1,0 3-61,0-3 0,0 8 0,-2-1 0,-5 3-563,-8 0 0,3-2 1,-3 4-427,-2-2 1,0 0 0,1 10-2391,1 4 3444,10 5 0,-4 20 0,9 2 0</inkml:trace>
  <inkml:trace contextRef="#ctx0" brushRef="#br0" timeOffset="2601">2527 697 9271,'0'22'2469,"0"0"-1991,0 0 0,0 2 0,0 2 1,0 6-461,0 2 0,3 0 1,2 4-1,4-4-338,3-2 0,-4 4 0,6-7-175,3-2 0,2-13 0,3-7 101,0-4 0,-8-15 0,-1-8 0,-1-6 105,0-1 1,-7-7 0,2 0 0,-2-2 281,2 0 1,-5 9 0,6-4-1,-6 2 117,-2 0 1,0 0 0,0 7 863,0 0-490,0 10 1,0 5 0,0 16-253,0 13 0,0 0 1,0 7-1,0-2-468,0 2 0,0-5 0,2 5 0,3-5-963,3-2 1,6 0 1198,-7-1 0,20 1 0,-3 0 0</inkml:trace>
  <inkml:trace contextRef="#ctx0" brushRef="#br0" timeOffset="2817">3093 0 8214,'0'22'0,"0"7"0,0 3 0,0 2 260,0 4 1,8 3 0,-1 3 0,0 2 36,3 5 1,-5 0-1,7 9 1,0 3-466,0-3 0,-5 1 1,5 4-1,1-2 168,-1-5 0,-8-5 0,6-9 0</inkml:trace>
  <inkml:trace contextRef="#ctx0" brushRef="#br0" timeOffset="2985">2941 697 8473,'22'0'106,"2"-2"0,3-3 1,6-5-347,9-2 0,6-2 0,17-8 1,3 0 39,5 0 1,4 1 199,10-1 0,0-10 0,0-2 0</inkml:trace>
  <inkml:trace contextRef="#ctx0" brushRef="#br0" timeOffset="3683">1656 3528 7934,'0'15'518,"0"-1"0,0 6 29,0 6 1,0 1 0,0 12 0,0 6 201,0 11 0,3 7 1,1 5-1,6 4-113,2 8 1,-7 5 0,5 2-1,-3-2-439,0-5 1,1-1-1,-8-13 1,0-8-368,0-3 0,-3-18-131,-4-1 1,2-21-1,-7-15 1,2-13-57,5-6 0,-4-12 0,1-6 0,4-4-143,1-2 0,3-1 1,0-2-1,0-2 201,0-3 0,3-2 1,1 4-1,6-1 414,2 1 1,0 13 0,5 7 0,-2 5-7,2 2 0,-5 2 1,2 6-1,3 9 208,3 10 0,4 9 0,2 15 0,1 5-64,-8 0 1,3 7 0,-7-4 0,2 4-507,-3 2 1,3-6 0,-10-3 0,-2-3-553,-2-4 1,-1-1 0,3 1 804,2 2 0,0 0 0,-7-7 0</inkml:trace>
  <inkml:trace contextRef="#ctx0" brushRef="#br0" timeOffset="4034">2157 4486 8458,'22'-2'427,"0"-5"1,-8 4 0,1-4 390,2 5 0,-5 2-294,2 0 1,-7 2-1,6 5-362,-4 8 1,-1 4 0,-8 3-99,0 0 1,-8-1-1,-1 1 1,-1 0-16,0 0 1,-4 0 0,6-1 0,1 1-206,-2 0 1,6 0-1,-4-1 1,4 1-13,3 0 1,0-7 0,3-3 210,4-3 0,5-1 0,10-8 0,0 0-155,0 0 1,-1-8 0,3-1 0,3-3-644,2-5 0,0-3 755,-7-2 0,9 1 0,3-1 0</inkml:trace>
  <inkml:trace contextRef="#ctx0" brushRef="#br0" timeOffset="4417">2462 3463 8202,'-19'-22'389,"4"0"1,-4 1 0,4 1-130,-4 6 1,-3 4 0,0 10 41,1 0 0,6 10 0,3 7 0,0 9-77,0 10 0,4 13 0,-4 4 1,3 0 6,4 1 0,2 4 1,3-8-1,0-1 113,0-3 1,3-10 0,4-4 125,8-8 1,4 0-1,3-17 1,0-4-10,-1-8 1,-6-15 0,-3-11 0,0-3-384,0-5 0,-7 1 1,2-1-1,-4 3 16,-3-3 0,0-7 1,0 0-1,0 5-841,0 0 0,0 2 0,0 0 0,0 5-1079,0 3 1,0-5-1,0 7 1825,0 2 0,9 3 0,3 2 0</inkml:trace>
  <inkml:trace contextRef="#ctx0" brushRef="#br0" timeOffset="4734">2484 3419 8187,'0'22'510,"-3"-7"1,-2-1 275,-2 3 0,0 2 0,7 3 0,0 0-498,0 0 1,0 0 0,0-1-1,0 1-139,0 0 0,10-3 0,2-2 1,2-5-53,1-2 1,-8 4-1,8-6-217,1-3 0,4-3 0,2-4 6,-1-6 1,-1-4 0,-3-10 0,-5 1 104,-3-1 1,1-7-1,-5 0 1,2 0-50,-2-3 1,-3 6-1,1-6 1,2 6-71,2 6 317,0 3 1,-7 8 0,0 9-6,0 12 1,0 14-1,0 6 1,0 2 112,0 4 1,0-4-1,0 3 1,3-1-298,4-2 0,-2 4 0,9-9 0,1-2-1255,-3-3 1,7 3 0,-4-3-1931,4-5 3185,3-11 0,0-8 0,-1-12 0</inkml:trace>
  <inkml:trace contextRef="#ctx0" brushRef="#br0" timeOffset="4917">2985 2940 8175,'0'24'1577,"0"3"-1130,0 2 0,0 10 0,2-3 0,3 5-112,2 3 1,10 9 0,-2 3 0,2 2-592,-3 0 0,3-7 0,-7 7 0,-1 0-752,1-3 1,-3-1 1007,-7-11 0,0-9 0,0-3 0</inkml:trace>
  <inkml:trace contextRef="#ctx0" brushRef="#br0" timeOffset="5067">2810 3441 8141,'20'-2'100,"-6"-6"1,6 6 0,-3-8 0,7 3 174,5 0 0,9 0 0,-1 4 0,4-2 36,2-2 0,1 0-311,0 7 0,-1-10 0,1-2 0</inkml:trace>
  <inkml:trace contextRef="#ctx0" brushRef="#br0" timeOffset="6415">154 436 8413,'-22'34'0,"0"9"1,0 3-1,3 17 315,4 15 0,5-27 0,1 4 1,2 8-1,2 2 0,-1 12 1,0 4-104,2 10 0,1 4 1,1-25-1,2 2 1,-1 1-1,1 8 1,0 1-1,0 2 1,1 5-1,-1 1 1,2 2-383,-1 5 1,2 2 0,0 0 0,0-20-1,0 0 1,0 1 0,2-1 0,2 2-1,0-1 1,2 0 0,0 1 0,1 1-1,0-1 1,1 1 0,1 0 189,1 0 0,1-1 1,0 1-1,1-1 1,1 0-1,0 1 1,0-2-1,1-1 1,6 19-1,0-2 1,2-2-1,-1-7 1,2-2-1,1-3-87,0-6 0,2-3 0,0-2 1,-3-4-1,1-3 0,2-1 1,18 21-1,3-4 0,-4-3 0,0-4-184,-4-4 0,3-4 0,0-12 0,2-5 0,-9-8 0,1-2 0,1-6 0,0-2-1951,40 21 2202,0-14 0,7-1 0,0-14 0,0-5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2:46.6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174 886 8048,'0'-14'-88,"0"-1"359,0-2 0,3 7 232,4 3 1,-2 5-1,7 4 1,0 5-103,0 8 0,0 12 0,5 2 0,-5 0-173,-2 2 1,5-4 0,-8 7 0,-2-1-102,-3 1 1,-2-5-1,0 5 1,0-2-182,0-6 1,-10 6-1,-4-6 1,-6-6-124,-1-11 0,-1 1 1,-2-3-1,-3-4 33,-2-8 1,0-10 0,7-11 0,0-8 27,1-7 0,1 0 0,6-17 0,7-3-98,4-2 1,3-9 0,0-1 0,3 3 1,4 2 1,5 15 0,10 9 0,-1 15 292,1 12 0,7 0 0,3 13 0,2 6-27,4 10 1,-4 10-1,5 4 1,4 3-860,6-2 1,2-3 804,-8-2 0,1 0 0,-1 0 0</inkml:trace>
  <inkml:trace contextRef="#ctx0" brushRef="#br0" timeOffset="1914">1307 233 8010,'0'-29'-76,"0"-3"0,0 1 69,0-1 0,-8 3 0,1 8 1,0 1 286,-3 6 1,-2-3-30,-10 9 1,1 11 0,1 14-1,3 9 135,3 11 1,-1 14-1,-6 9 1,-1 8 83,0 4 1,0 18 0,0-1 0,3 8-210,11-45 0,2 0 0,-1 1 0,1 1 0,4 0 0,0 1 0,-2-2 0,0 0-163,1-2 0,2 0 1,3 1-1,3 0 1,12 40-1,7-10-349,5-14 0,10-22 1,-3-17-1,5-5-169,3-2 1,-10-10 0,-5-5-1,-5-5-2077,-2-2 2497,-1-9 0,1-13 0,0-12 0</inkml:trace>
  <inkml:trace contextRef="#ctx0" brushRef="#br0" timeOffset="2598">1590 407 7788,'-12'10'0,"4"4"218,6 6 0,2 4 0,0 5 0,2 9 213,6 11 0,-3 6 0,9 11 1,1-1-222,-3 0 1,5 1-1,-8-1 1,1-2-208,0-5 0,4-7 1,-7-15-1,-2-7 338,-2-5 1,-6-11-196,-4-6 0,2-14 0,-7-8 1,0-4-108,0-3 1,7-2-1,-2-3 1,4-2-174,3 2 0,0-4 0,0 2 0,0 0-134,0-3 0,8 16 0,1-6 0,3 5 248,5 5 0,3 2 0,1 10 0,1 0 174,0 0 0,0 10 0,2 4 0,3 8-121,2 7 1,0-2 0,-8 7 0,-1-1-445,-6 1 1,3-5-1,-9 5 1,-4-2-2147,-1-6 2557,-3-2 0,9-2 0,4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2:43.6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773 9216 8059,'12'0'354,"5"2"1,-10 6 0,1 6-138,1 5 0,1 6 1,7 4-1,-2 7 28,1 5 1,-3 3-1,1 2 1,1 2-232,-3 3 0,-3 7 0,-9-7 0,0-3-136,0-2 1,0-12 0,-2-5 0,-5-7 18,-8-8 0,1 3 0,-6-10 0,-4-4 150,0-8 0,0-7 0,2-12 1,0-5 197,0-8 1,1-4 0,-1-2-1,2-1-259,6 1 1,-3-8-1,10-2 1,2-3-138,2-5 0,3 8 1,3 0-1,4 2 3,8 0 0,14 3 0,5 12 1,2 7-55,0 4 1,0 13 0,8 5 0,0 5-31,-1 2 1,1 17 0,-1 4 231,1 4 0,9-1 0,3-2 0</inkml:trace>
  <inkml:trace contextRef="#ctx0" brushRef="#br0" timeOffset="535">1666 8737 8054,'0'22'5,"0"2"0,0 5 146,0 7 0,0 8 0,0 4 0,2 3 109,6-3 1,-4 8 0,9 0 0,-4 2-93,-4 0 0,-2-3 1,-1 6-1,3-5-242,2-3 1,0 0 0,-7-7-1,0-2-1086,0-11 934,0-6 1,0-17 0,0-13 0,0-14 155,0-9 0,0-6 0,0 3 0,0-5 181,0 0 1,10 3 0,2 9 0,3 0-31,-1 1 0,1 1 0,6 6 0,1 7 20,0 4 1,0 3 0,0 0 0,2 3-116,5 4 0,-5 7 1,5 13-1,-5 4-236,-2 3 1,-8 0 0,-1 5 0,-4-3-507,-4 3 756,-2 2 0,-3 3 0,0-1 0</inkml:trace>
  <inkml:trace contextRef="#ctx0" brushRef="#br0" timeOffset="765">2276 9543 8054,'12'9'355,"-5"6"1,-2 2 0,0 0-1,2 0-4,-2 7 1,-3 0 0,-2 12 0,0 3-566,0 2 0,8-5 0,-1 1 1,-2 1-1266,-3 4 1479,-2-9 0,0 9 0,0-9 0</inkml:trace>
  <inkml:trace contextRef="#ctx0" brushRef="#br0" timeOffset="1834">2646 8737 8085,'-10'22'113,"8"-1"1,-5 1-1,2 0 209,-3 0 1,6-1-1,-5 1 1,4 0 410,3 0 1,-7-8-6,0 1 0,0-13-457,7-2 0,0-9 0,2-16 0,3-4-479,2-7 1,10-3 0,-5 3 0,3 5 13,-1-1 0,1 10 1,6-2-11,1 7 0,0 12 1,0-2-1,0 7-287,-1 7 0,1 5 1,0 13-1,0 6-1188,-1 13 1679,1-1 0,0 20 0,0-7 0</inkml:trace>
  <inkml:trace contextRef="#ctx0" brushRef="#br0" timeOffset="3649">1426 8671 8201,'-19'44'0,"2"2"-58,3 5 0,9 0 1,-2 14-1,4 8 362,3 2 0,3 9 1,4-1-1,7 6-172,6 5 0,-10-42 1,1 0-1,1-2 0,1 0 1,0 0-1,3 1-208,1 0 1,2 0 0,15 41-1,-16-45 1,0 0 0,21 38-421,2-13 1,3-1-46,-1-21 0,10 11 0,3-5 0</inkml:trace>
  <inkml:trace contextRef="#ctx0" brushRef="#br0" timeOffset="3967">2994 8519 8082,'22'41'0,"2"0"0,3 0-6,2 5 1,0 5 0,-5-2 0,3 4 370,2 3 0,0 9 0,-10 7 0,-2-1-98,-2-4 0,-10 8 1,-1 5-1,-8 5-212,-11 2 0,-12 7 0,12-45 0,-1-1 0,0 2 0,0-1-93,1 3 1,-1 0 0,-2 0 0,0 0-208,3 0 0,1-2 1,-5-1-1,-1-1 1,-14 39-1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2:42.2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44 8274,'12'-9'447,"0"-1"493,-5-5-564,-5 6 1,11 18 0,-9 6 0,4 7-113,-4 7 1,9 5-1,-1 9 1,2 3-135,1 5 0,-1 5 1,8 11-1,-3 8-149,-4 12 1,4 10-1,-11-42 1,-1 2-1,2 0 1,1 2-122,1 2 1,0 1-1,-3 6 1,-2 2-1,1 3 1,-2 2-1,2 2 1,-1 0-150,0 3 0,0 0 0,-4 0 0,0 0 0,2-4 0,0 0 0,-3 1 0,0 1 116,0 2 0,-2 0 0,-3 1 0,-2 0 0,0 3 0,-2-1 0,-1-3 0,-1 0 122,-1-3 1,0 0-1,1 0 1,0-1 0,1 0-1,-1 0 1,2 0 0,-1-2 117,1 0 1,-1-3 0,-2-4-1,0-3 1,7-5 0,1-2 0,0-1-1,-1 0 38,-1-2 0,0 0 0,1 4 0,-1 1 0,-3-1 1,1 0-1,2-2 0,0-1 57,0-3 0,1 0 1,2 1-1,-1 1 0,-4-4 1,-1 1-1,1 1 1,0 0-31,1-1 0,0 0 0,-11 43 0,7-14 0,0-7 0,1-6 1,-6-13-1,6-13-260,-4-17 1,6-5-847,-7-11 0,9-4 974,-2-11 0,14 5 0,5-8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2:56.1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0 8456,'-15'44'0,"1"-1"-147,-3 1 0,5 2 1,-3 2-1,-2 6 233,-2 1 0,0-4 0,2 7 0,2 3 329,-2 1 0,5 4 1,0-1-1,0 0-78,0 1 1,7-1-1,-2 0 1,2 3-50,-2 5 1,4-5 0,-4 4 0,5-4-38,2-3 0,-3 10 1,-2 5-1,-2 5-148,2 2 1,3 2 0,2 6 0,0-45 0,0 1-151,0 3 0,0-1 1,2 39-1,3-8 1,2-4 42,-2-2 1,5-6-1,-3 6 1,0-1 97,3 1 0,-8-8 1,8 2-1,-3-2 118,1 3 0,1-5 0,-4 4 0,2-4-108,-2-3 1,5 1 0,0-1-1,2 0-134,5 1 0,-5-1 1,0-2-1,0-2 74,0-3 0,3 0 0,4 5 0,-2-3 15,-3-2 1,1-7 0,7 7 0,-1 3 224,1 1 0,-7 4 0,-1-1 0,6 3 43,6 4 0,-2-1 0,5 6 1,-2 0-321,2 1 1,-5-8 0,5 0 0,-4-9-20,-4-10 1,1-8-1,0-7 1,0-7 34,-1-4 0,1-6 1,-2-2-1889,-6-3-208,5-9 0,-9-5 2073,5-14 0,4-15 0,-7-5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2:53.8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4704 8058,'12'-2'469,"-5"-6"1,-2 6 878,2-5-922,6-5 1,6 7 0,-2-7-226,-3 2 1,1 3 0,7 7-209,-1 0 0,-6 0-170,-1 0 0,-1 2 0,1 5-40,-7 8 0,-4 4 0,-6 3 0,-1 0 51,-4 0 0,-9 2 0,3 2 1,-6 6 185,-1 2 1,6-8-1,1 3 1,-1-4 77,3-4 1,0-6 38,5-1 1,7-9 0,0 3-99,12-6 0,7-4 0,3-3 0,0-5-461,-1-2 1,1 0 0,0-5 421,0 2 0,0 1 0,-1-8 0</inkml:trace>
  <inkml:trace contextRef="#ctx0" brushRef="#br0" timeOffset="300">22 3659 8126,'0'14'-148,"-2"-2"734,-6-2 1,6 7 0,-5-2 0,4 4-128,3 3 1,0 0-1,0-1 1,3 1-526,4 0 0,5 0 1,10-1-214,0 1 0,-1-10 0,-1-2 279,-6 0 0,15-8 0,-5 8 0</inkml:trace>
  <inkml:trace contextRef="#ctx0" brushRef="#br0" timeOffset="433">44 3463 8126,'-7'-15'-1645,"-1"1"1645,1 9 0,-3-14 0,-2 7 0</inkml:trace>
  <inkml:trace contextRef="#ctx0" brushRef="#br0" timeOffset="749">262 3637 8126,'0'22'81,"0"0"1,0-1 0,0 1 618,0 0 1,0 0 0,0 0-156,0-1 1,0 1 0,0 0-1,0 0-162,0-1 1,0-6 0,-3-3-1,-2 0 573,-2 0-820,0-7 1,7 2 0,0-14-486,0-7 1,0-6 0,2-2 0,5 1 138,8-1 0,-3 7 0,3 3 0,2 0 198,2 0 0,3 7 0,-1-2 0,-1 7 3,-6 7 1,6 5-1,-6 10 1,6 0-475,1 0 1,-6 9 0,-3 3-1,0 2 483,0 1 0,-7-1 0,5 7 0</inkml:trace>
  <inkml:trace contextRef="#ctx0" brushRef="#br0" timeOffset="1204">719 3049 8045,'22'44'-165,"-1"-1"0,4 3 0,1 5 0,3 9 685,-2 11 0,-3 6 0,-2 13 1,0 6-196,-11-42 1,-1 1-1,-3-1 1,-1 1 0,-2 4-1,-1 1 1,-2-2 0,-2 0-275,-2 0 0,-1 0 1,-2 6-1,-1 0 0,-4 0 1,-2 0-1,0 3 0,0 0-278,-1-3 1,-1 0-1,-1-6 1,0-2-1,4-6 1,0-1-1,-12 45 227,4-9 0,-1-3 0,-1-17 0,10-9 0,7-8 0</inkml:trace>
  <inkml:trace contextRef="#ctx0" brushRef="#br0" timeOffset="3384">1307 0 8372,'14'20'-191,"1"-6"0,-8 6 0,5-6 0,0 6 301,0 1 1,1 8 0,3 3-1,-1 2 139,2 4 1,2 13 0,3 7 0,0 5-90,0 2 0,-8 10 0,1 5 0,-1 5-169,-2 2 1,0 0 0,-7 3 0,2-1-88,-2-2 0,0 3 0,0-15 0,2 0 124,-2 0 0,-3 5 0,-2-5 0,0 0-28,0 0 0,0 7 1,0-2-1,0 2 12,0-2 0,0 5 0,0-8 0,0 3-228,0 0 1,0 0-1,0 4 1,0-4-55,0-7 1,0-5-1,0-3 1,0 0 238,0 1 1,0-4 0,0 1 0,0 0-7,0 5 0,0 2 1,0-4-1,0-4 138,0-3 0,0 3 1,0-6-1,0 0 94,0-5 0,0-5 1,0-3-1,0 1-153,0-1 0,-2 3 1,-3 3-1,-2 1-19,2-1 1,-5-1-1,3 1 1,0 4 84,-3 2 1,5-4 0,-7 5 0,0 0 19,0-1 1,-2 3 0,-6 8 0,3-4 121,3-3 0,7 1 1,-8-7-1,0 3-140,3 4 1,0 3-1,7 3 1,-4-3-27,-3-5 1,4 5 0,-4-8 0,3 3 135,4 0 0,-5-7 0,0 7 0,1 3 125,-1 2 1,-4 2 0,4-2-1,-2-3 23,-5-2 1,5 0 0,-3 5 0,1-2-210,2-3 1,-8-2 0,6 4-1,-3-4 1,2-3 1,-2-9-1,8-11-763,-3-1-191,7-3 1,-5-19 0,10-13 793,0-16 0,10-13 0,2-11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3:01.6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61 436 7889,'-10'12'167,"6"0"987,-11-5 0,8 3-491,-8 5 0,10-3 0,1-7-231,8 2 0,9 0 1,11-7-1,2 0-294,3 0 0,8 0 1,-6 0-1,1 0-249,-1 0 0,5 0 0,-7 0 0,-2-2-640,-3-6 1,-2 6 0,0-5-1,0 2 751,-1-2 0,-9-5 0,-2-10 0</inkml:trace>
  <inkml:trace contextRef="#ctx0" brushRef="#br0" timeOffset="234">18 109 8399,'14'0'951,"1"0"1,2 0-555,2 0 1,3 0-1,2 0 1,5-2-209,7-5 1,5 2 0,3-7 0,-1 0-9,1 0 0,0 4-181,-1-6 0,-9-1 0,-3-7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3:44.9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76 414 8106,'-12'0'913,"4"0"0,18 0 0,9 0-707,8 0 1,12 0 0,-3 0 0,5-3-487,3-4 1,2 5-1,2-8 1,0 3-1232,-6-1 1511,1 1 0,-9-2 0,10-4 0</inkml:trace>
  <inkml:trace contextRef="#ctx0" brushRef="#br0" timeOffset="216">98 0 8106,'-22'0'164,"0"0"1276,0 0-1131,0 0 0,13 2 0,11 3 1,18 3 8,13-4 1,9 6 0,3-3 0,4-2-154,2-2 1,9-3 0,-2 0 0,5 0-531,2 0 1,-2-8 0,-5 1 0,-7 0 364,-5-3 0,7 8 0,3-8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3:47.0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44 8157,'0'22'233,"0"0"0,0 2 1,0 5-1,2 8 170,5 4 1,-4 12-1,6 7 1,-1 11 13,-1 8 1,7 6-1,-4 2 1,0 0-389,0 0 1,6 0-1,-3 1 1,-1-4-454,-5-4 1,-2-7 423,2-15 0,-5-5 0,8-9 0</inkml:trace>
  <inkml:trace contextRef="#ctx0" brushRef="#br0" timeOffset="200">0 654 8118,'22'-12'202,"0"5"1,2 4 0,5 3 0,10 0 529,9 0 1,5 0-1,8 0 1,-3 0-1116,3 0 0,-6 0 0,1-2 0,-3-3-604,-5-2 1,-4-10 986,-8 2 0,5-4 0,-7-3 0</inkml:trace>
  <inkml:trace contextRef="#ctx0" brushRef="#br0" timeOffset="399">719 1 8157,'7'36'-23,"0"0"1,1 1-1,-6 6 1,3 3 356,2 5 0,10 5 0,-2 12 0,4 2 98,3 2 1,-8 8 0,-2-5 0,1 3-584,-1 4 0,0-14 0,2-6 0,-6-6-53,-6-7 0,5-6 1,0-7-1,-2-7 204,-2-4 0,-3 6 0,0 3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3:46.4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240 443 8180,'-12'-10'419,"-5"10"0,10 0 0,2 13 150,3 6 1,2 12 0,0 8-1,2 9-261,5 11 0,-2 3 0,7 6 1,1 2-431,-1 3 0,0 12 1,5-3-1,-3 3-815,3-8 0,-5-16 1,3-13 13,2-9 0,-8-20 0,-1-19 923,-6-12 0,-12-17 0,-2-5 0</inkml:trace>
  <inkml:trace contextRef="#ctx0" brushRef="#br0" timeOffset="285">284 1096 8180,'-15'-58'-83,"1"0"1,-1 0-1,-6-7 1,-1-3-47,0-4 0,0-1 0,-2-14 0,-3-7-18,13 45 0,-1 1 0,-6-49 0,6 12 0,1 8 445,2 12 0,2 31 1,10 26-116,0 18 0,2 19 0,6 5 0,6 2 47,5 1 1,10 1 0,3 11 0,4 4-163,10 3 1,-2 2 0,9 7-1,0 0 75,5 1 1,5-3 0,2-5 0,1-8 93,-1-4 1,3-5 0,2-4-1,5-8-72,2-5 1,1-12 0,-1-5 0,-9-4 166,-7-3 0,-20 0-211,2 0 1,-28 2 0,-15 8-1,-24 14 1,-15 17 0,-7 5 0,-5 15 1,-9 6 43,25-29 1,-1 2 0,2 3 0,1 1 0,-4 2 0,1 0-1,2 1 1,0 0-91,1-1 0,1 0 0,4-2 0,3-1 0,-19 37 1,15-7-982,12-5 1,10-25 904,14-14 0,15-5 0,12-12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3:56.2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65 284 8081,'-21'0'1093,"9"0"1,12 0 0,14 0 0,8 0-1125,7 0 0,-2 0 0,9 0 1,3 0-1157,2 0 0,2 0 1187,1 0 0,-1 0 0,1 0 0</inkml:trace>
  <inkml:trace contextRef="#ctx0" brushRef="#br0" timeOffset="134">566 45 8081,'-43'0'0,"-1"0"390,1 0 1,6 0 0,1 0 0,-3 0 453,-2 0 0,-2 0 0,-1 0 0,3 0-559,5 0 0,4 0 0,10 0-285,1 0 0,-1-20 0,0-4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3:55.1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174 676 8120,'-22'-3'64,"1"-1"135,-1-4 1,7 1-1,1 7 238,-3 0 1,5 2 0,0 6-1,2 6-244,5 6 1,-4 11 0,1 5 0,3 3-92,3-3 1,2 5 0,2-7 0,6 0-128,6-5 0,6-5 1,1-4-1,1-6 174,0-6 1,0-6 0,-1-4 0,-1-6-52,-6-6 1,3-8 0,-9-5 0,-4-2-58,-1 3 1,-3 2 0,0 2-366,0 0 0,-7 0 0,-3 0-677,-2 1 1,5 1 1000,-8 6 0,10-15 0,-5 5 0</inkml:trace>
  <inkml:trace contextRef="#ctx0" brushRef="#br0" timeOffset="350">370 610 9726,'-12'22'482,"2"0"0,10 0 1,0 2-327,0 5 0,0-2 0,3 7 1,2-3-247,2-4 0,3-3 0,-3-2 0,5-1-474,0 1 0,7-10 284,-4-5 0,2-14 1,0-7-1,-3-8-157,3-7 1,-7 2-1,0-9 1,-3-3 135,0-2 0,8 5 1,-8 2-1,-2 0 307,-3 0 0,6 8 0,-1-3 761,-2 4-440,-3 13 0,-2 12 0,0 17 0,0 7 121,0 5 0,0 8 0,0-6 0,2 3-380,6 5 1,-6-5 0,8 0 0,-1-3-442,6-4 0,-3-3 373,3-2 0,-1-1 0,8 1 0</inkml:trace>
  <inkml:trace contextRef="#ctx0" brushRef="#br0" timeOffset="533">784 1 8120,'0'21'37,"0"1"1,0 2-1,0 5 90,0 8 0,0 4 0,0 2 0,0 1-26,0 0 1,2 2-1,3 2 1,5 5-102,2 3 0,3-8 0,6 5 0</inkml:trace>
  <inkml:trace contextRef="#ctx0" brushRef="#br0" timeOffset="700">653 458 8120,'3'-12'-538,"4"2"656,8 1 0,6 6 0,6-7 1,4 3-204,3 0 0,3 0 0,6 7 85,1 0 0,9 9 0,3 3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3:57.5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259 1544 8018,'12'0'203,"5"2"1,-7 6-1,-1 6 305,1 5 1,7 6-1,-2 4 1,4 7-252,3 5 0,-1 5 0,1 2 0,0 6-108,0 1 1,-8-6-1,-2 2 1,-2-8-65,-5-7 1,-3-4 0,-4-13-104,-5-4 1,-8-6 0,-14-11-1,-7-8 13,-5-11 1,4-4 0,-1-11 0,-6-3 62,-4-2 0,-3-5 0,10-2 0,4-5-142,8-3 1,5-2-1,5-7 1,4-1-15,8 1 0,17 2 0,12 5 0,14 10 83,12 9 1,1 7 0,9 11-1,0 1 8,-3 6 1,8 4 0,-5 10 0,5 0-405,3 0 1,-3 0 0,-3 0 0,-4 0-957,-3 0 1367,-2 0 0,2 10 0,3 2 0</inkml:trace>
  <inkml:trace contextRef="#ctx0" brushRef="#br0" timeOffset="1119">1631 891 8087,'-22'0'0,"0"2"52,1 5 0,-1 8 0,0 11 0,0 8 248,0 7 0,1 8 0,1 16 0,3 5-23,3 10 0,9 2 0,1-31 0,1 0 1,1 0-1,1 0 23,1 48 0,10 0 1,2-9-1,5-1-215,5-4 1,-5-15 0,14-5 0,1-11-351,4-9 0,-2-8 0,2-6 0,0-7-544,-2-11 0,-2-1 0,-10-8 809,-1-6 0,11-8 0,2-11 0</inkml:trace>
  <inkml:trace contextRef="#ctx0" brushRef="#br0" timeOffset="1368">2110 1130 8661,'10'12'677,"-8"10"1,5-3-298,-4 8 1,4 12 0,3-1-1,-1 11-195,1 9 1,5 5 0,-6 2 0,3 0-522,5 1 1,-5-1 0,0-2 0,1-7-2384,-1-13 2719,-7-9 0,14-12 0,-7 0 0</inkml:trace>
  <inkml:trace contextRef="#ctx0" brushRef="#br0" timeOffset="1552">1936 1522 8087,'-22'0'674,"0"0"1,13 3 0,9 1 0,14 6-642,13 2 1,7-7 0,12 2 0,2-4-325,3-3 1,7 0-1,-5 0 1,0 0-456,0 0 0,-2-10 0,-5-5 746,5-4 0,-5-3 0,7 1 0</inkml:trace>
  <inkml:trace contextRef="#ctx0" brushRef="#br0" timeOffset="1752">2502 912 8087,'0'34'36,"0"7"1,-2-4-1,-3 4 312,-3 2 1,1 11 0,10 6 0,1 10 11,4 10 1,9 5 0,-3 4 0,6 6-180,-10-45 1,1 1 0,9 46-1,-3-3 1,-3-9-178,3-12 1,0-6-1,0-23 1,-5-10-638,-2-8 1,-3-11 632,-7 0 0,10-20 0,2 2 0</inkml:trace>
  <inkml:trace contextRef="#ctx0" brushRef="#br0" timeOffset="2416">2894 869 8029,'0'-15'-231,"-2"3"505,-6 3 0,6-1 398,-5 3 0,-3 7 0,3 0-249,2 12 0,2 7 0,3 3 0,3 0-195,4-1 1,-2 8 0,9 3 0,3-1-246,3 1 1,1-3 0,1-7 0,0-1-553,0 1 0,2-7 0,3-3 0,2-3 569,-3-4 0,8-2 0,0-3 0</inkml:trace>
  <inkml:trace contextRef="#ctx0" brushRef="#br0" timeOffset="2550">3003 651 8029,'-22'-12'97,"0"5"-780,10 4 683,2 3 0,20-9 0,2-4 0</inkml:trace>
  <inkml:trace contextRef="#ctx0" brushRef="#br0" timeOffset="2884">3264 978 8038,'0'21'161,"0"1"0,0 0 0,0 0 241,0 0 0,0-1 0,0 1 288,0 0 1,0-8-444,0 1 1,0-13 0,0-2-224,0-12 1,3-7-1,1-5 1,6-3-268,2-2 0,0-7 0,5 4 0,-2 1 99,2-1 1,0 3-1,0 10 1,-3 2 86,3 3 0,-5 9 1,3-3 135,2 6 0,2 14 0,0 7 1,-4 11-185,-8 3 0,3 6 1,-3 10-1,-2 1-389,-3-1 0,-2-3 0,0-3 0,0-2 494,0-4 0,0 4 0,0-7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05.3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238 153 8030,'0'-24'-234,"0"-5"1,0-3 908,0-4 1,10 14-1,4 15-348,5 5 0,3 14 0,0 10 0,2 11-1,5 9 1,-2 11-1,7 7 1,-3 10-74,-4 10 1,4 15-1,-16-44 1,-1 2-1,-1 3 1,-2 1-167,-1 4 1,-3 2 0,0 5-1,-4 2 1,-3 2 0,-2 1-1,-2 2 1,-2 0-178,-4 1 0,-2 0 0,-2 0 0,-3-2 0,-4-1 0,-2-3 0,1-5 0,-2-2 98,0-6 0,-3-2 0,1-1 0,-3-2 1,-3-4-1,-2-1 0,3-3 0,0-1-328,-28 32 0,9-15 0,13-24-2974,8-7 3294,5-14 0,12-5 0,5-10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38.9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109 240 8208,'0'12'940,"0"0"-236,0-5 1,0-2 325,0 9 1,0 1-575,0 7 0,2-1 0,3 1-288,3 0 1,1-7 0,-2-3-468,8-3 1,-3 1 0,3-5-1962,2 2 2260,2 0 0,3-16 0,-1-3 0</inkml:trace>
  <inkml:trace contextRef="#ctx0" brushRef="#br0" timeOffset="168">131 44 8169,'-22'0'1185,"0"0"-1022,0 0 1,1-3 2738,-1-4-2319,10 4-583,2-6 0,10-1 0,0-2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41.5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22 654 8281,'-2'-20'-296,"-5"6"0,4-5 1019,-4 4 0,5 8 0,2 7 0,0 14-46,0 13 0,0 9 0,0 15 0,0 7-277,0 5 0,2 2 0,3 3 1,2 5-348,-2 7 0,5 4 0,-1 6 0,1-1-236,0-2 0,-3-4 1,-7-23-1,0-7-173,0-9 321,0-15 1,0-12 0,0-22-1,0-17-17,0-9 0,0-5 1,0-8-1,0-2-158,0-5 0,10-2 1,4-5-1,5 7-70,3 5 1,0 3-1,0 1 1,0 6 504,-1 7 1,1 15 0,0 6-1,0 8 41,-1 8 0,1 13 0,-2 16 0,-3 6-181,-3 8 1,-7-5 0,5 7 0,0-2-646,1 0 0,-9 0 0,4-8 1,-6 1-1698,-2-1 2257,0 1 0,10-1 0,2 1 0</inkml:trace>
  <inkml:trace contextRef="#ctx0" brushRef="#br0" timeOffset="283">719 1438 8826,'0'22'445,"0"-1"1,0-6 0,0 2 0,0 5 51,0 4 0,0 10 0,0-4 0,0 2-345,0 5 1,0-1 0,0-1 0,0-6-798,0 0 0,7-6 0,1 4 645,-3-5 0,-3-2 0,-2-1 0</inkml:trace>
  <inkml:trace contextRef="#ctx0" brushRef="#br0" timeOffset="915">785 567 8148,'-10'-12'339,"-5"4"1,3-1-1,-2 1 53,-3 4 0,0 4 0,0 7 0,2 7-5,-2 6 0,5 11 1,0 3-1,3 2-145,4 1 1,-5-1 0,3 8-1,2-3 6,3-5 1,4 3 0,5-10 0,8-5-41,4-7 0,5-8 0,3-9 0,2 0-87,-2 0 1,-3-9 0,-2-8 0,-1-7-298,1-5 0,-3-3 1,-2 6-1,-5-3-171,-2 2 1,-3-5 0,-7 3-1,0 0-752,0-2 1,0 7-1,0-5 1,0 5-1519,0 2 2617,0 0 0,-9-9 0,-3-3 0</inkml:trace>
  <inkml:trace contextRef="#ctx0" brushRef="#br0" timeOffset="1265">893 458 8148,'22'0'1633,"-2"2"-1290,-6 6 1,-4 4 0,-10 9 0,0 1-112,0 0 1,0 0 0,2 2 0,3 3-134,2 2 1,3 7-1,-5-5 1,4 1-362,4-1 1,-1-9 0,5-10-327,-3-2 1,1-3-1,4-9 194,-4-6 1,1-4 0,-8-9-1,-1-4 72,3-4 0,-8 5 0,5-7 0,-4-1 224,-3-4 1,2 2-1,3 0 1,2 3 210,-2 4 1,-2-4-1,-3 2 713,0 2 0,0 10-452,0 2 1,2 13-1,3 2 1,2 12-121,-2 8 1,0 9-1,0 2 1,4 0-255,3 1 1,-4 7 0,4-3 0,0 3-650,0-3 1,-5 3-1,5-10 1,0-3 648,0-1 0,3-4 0,7 1 0</inkml:trace>
  <inkml:trace contextRef="#ctx0" brushRef="#br0" timeOffset="1448">1372 1 8148,'0'43'20,"3"-2"0,2-2 0,2-3 86,-2 3 0,-3 2 0,1 3 1,2-1-72,2 1 0,2 7 1,-4-1-1,3 1-128,-4 2 1,6-7 0,0 3 92,2-11 0,-7 4 0,4-8 0</inkml:trace>
  <inkml:trace contextRef="#ctx0" brushRef="#br0" timeOffset="1649">1220 305 8148,'22'0'119,"0"-2"1,-1-3 0,4-5 54,4-2 1,-3 8 0,13-4 0,5 3-342,4-2 0,10 5 1,-7-5-1,-3 4 167,-2 3 0,-2 10 0,-1 2 0</inkml:trace>
  <inkml:trace contextRef="#ctx0" brushRef="#br0" timeOffset="1984">1895 1438 8111,'-7'-15'1185,"0"1"0,2 9-1051,12-2 0,5 4 0,10 3-311,0 0 0,-1 3 0,1 2 0,2 2-416,5-2 0,-4 4 0,4-1 593,-5-4 0,7-1 0,3-3 0</inkml:trace>
  <inkml:trace contextRef="#ctx0" brushRef="#br0" timeOffset="2184">2483 1155 8111,'-29'-3'126,"-2"-2"1,-3-2 274,-5 2 1,5 3 0,-2 2 0,-3 0 91,-2 0 0,-3 0 0,1 0 0,2 0-892,4 0 1,-1 0-1,9 0 1,2 0-2974,3 0 3372,12 0 0,-8-10 0,8-2 0</inkml:trace>
  <inkml:trace contextRef="#ctx0" brushRef="#br0" timeOffset="2483">1939 1394 8470,'-22'0'0,"0"3"1384,0 4 0,1-2 1049,-1 9-1928,10-9 1,12 5-1,17-10 1,7 0-287,5 0 1,10 0 0,-3 0 0,5 0-373,3 0 1,-1 0-1,1 0 1,-3 0-594,-5 0 0,3-7 1,-8-1-1,1 3 746,-1 3 0,8 2 0,-5 0 0</inkml:trace>
  <inkml:trace contextRef="#ctx0" brushRef="#br0" timeOffset="2667">2418 1111 8308,'-22'0'748,"7"-2"1,1-3-63,-3-2 0,5-1 0,-3 8 0,-2 0-38,-2 0 1,-10 0-1,0 0 1,2 0-785,3 0 0,0 0 1,-3 0-1,-2 0-894,3 0 1,2 0-1,2 0 1030,0 0 0,0 0 0,0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51.5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262 175 8021,'-7'21'60,"0"4"1,2 1 172,3 3 0,2 12 1,0 3-1,0 9 32,0 3 1,0 7 0,2-5 0,3 2-153,2-2 0,8 10 0,-8-7 0,-2-1-220,-3 3 1,-4-10-1,-3-4 1,-2-11-121,2-9 0,-7-14 1,0-10 158,-1-10 1,4-14 0,9-13 0,0-2-108,0-4 0,0-4 0,2-1 1,5 2 164,8 4 0,-3 8 1,3 12-1,2 5 105,2 3 0,3-6 1,-1 8-1,1 2 185,0 3 1,2 11-1,3 6 1,2 7 256,-3 7 0,-9-3 0,-5 8 0,-2 0 129,-5 0 1,-3-5 0,-2 5 0,-2 0-293,-5 0 1,-15-8-1,-14 3 1,-3-5-349,3-2 0,-10-7 0,5-3 0,-1-3-501,1-4 1,-10-2 0,13-3 0,1 0-938,4 0 0,4 0 1,9-3 1411,6-4 0,4-5 0,10-10 0</inkml:trace>
  <inkml:trace contextRef="#ctx0" brushRef="#br0" timeOffset="184">654 1046 8021,'22'0'753,"0"0"1,-8 0 0,-2 2-564,-2 5 1,5 6-1,-8 8 1,-2 1-246,-3 0 0,-2 2 0,0 3 1,0 2-1752,0-3 1806,0-1 0,0 6 0,0 3 0</inkml:trace>
  <inkml:trace contextRef="#ctx0" brushRef="#br0" timeOffset="602">1242 0 8093,'22'34'0,"-7"15"0,-1-3 0,3 9 694,2 13 0,1 7 1,-3 15-1,-5 2 222,-3 2 1,-1 3 0,-8-5 0,-3 2-566,-4-2 0,1-43 0,-3 1 0,-4 0 1,-3-1-1,-1 1 0,-2 0-420,-1-3 1,-1 0 0,-23 43-1,1-6 1,-1-4-1475,1-7 1248,-1-15 1,1-15 0,-1-11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47.8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284 274 8020,'-15'14'519,"3"1"1,2 2-444,5 2 0,-4 5 0,-1 3 0,0 4-69,1 3 1,1 3-1,6 6 1,-3 1-114,-2-1 1,-8 1 0,6-1 105,-3 1 0,-3 9 0,-7 3 0</inkml:trace>
  <inkml:trace contextRef="#ctx0" brushRef="#br0" timeOffset="201">0 252 8111,'13'22'259,"-1"-3"1,-7 1 0,4-1 223,3 5 0,3 5 1,7 0-1,-1 5-337,1 0 1,0 7-1,0-5 1,2 6-963,5 1 1,-5-2 0,5-2 815,-5-3 0,8-9 0,2 4 0</inkml:trace>
  <inkml:trace contextRef="#ctx0" brushRef="#br0" timeOffset="384">567 492 8484,'-15'-8'891,"1"1"0,9 2-263,-2 13 1,4 4 0,3 12 0,0 5-403,0 7 1,7-2 0,3 2 0,2 5-642,5 8 0,-5-3 0,0 7 1,0-2-909,0 0 0,-4-8 1323,6-6 0,1-1 0,7 7 0</inkml:trace>
  <inkml:trace contextRef="#ctx0" brushRef="#br0" timeOffset="600">980 644 8020,'15'-7'1228,"-1"0"-701,3 2 0,3 2 0,2 3 0,-1 0-207,1 0 1,0 0 0,0 0 0,2 0-478,5 0 0,-5 0 0,5 0-1013,-5 0 1170,-2 0 0,10-9 0,1-3 0</inkml:trace>
  <inkml:trace contextRef="#ctx0" brushRef="#br0" timeOffset="769">1220 230 8010,'0'22'230,"-7"0"1,-1 2-1,4 3 205,1 2 1,-4 17 0,0 0-1,2 7-101,2 7 1,3 3 0,0 3 0,0-1-306,0 0 1,0 1 0,0-3 0,0-8-1019,0-11 989,0-1 0,0-19 0,0 8 0</inkml:trace>
  <inkml:trace contextRef="#ctx0" brushRef="#br0" timeOffset="1400">1851 252 8384,'-19'10'801,"5"4"-630,6 6 0,6 4 0,4 2 0,3 3-33,2-2 0,8 7 0,-5 0 0,2 2-37,5 0 1,2-9 0,0 5 0,-2-3-312,-2 0 0,-1-8 0,8-9 218,0-2 0,-8-3 0,-1-9 103,-4-5 0,1-13 0,-5-9 0,2 0 286,-2-2 0,-3 7 1,-2-5 32,0 4 0,7 11-362,1-1 0,6 13 0,-4 2 0,0 12-68,-1 7 1,6 6-1,-6 1 1,4 3-12,4-2 0,-1-3 0,1-2 0,-2-3 322,2-4 1,-5-6 0,2-9 0,1-2 233,-3-5 0,0-13 0,-7-14 0,2-4-113,-2-8 1,-2-5 0,-3 0 0,-3-4-465,-4-1 0,2-5 0,-7 11 1,0-1-580,0-2 0,7 16 1,-2 1-1,4 9-4532,3 6 5143,0 8 0,0 13 0,0 13 0</inkml:trace>
  <inkml:trace contextRef="#ctx0" brushRef="#br0" timeOffset="1633">2527 535 8084,'0'22'753,"0"0"0,0 0 0,0-1-177,0 1 1,7 10 0,0 4 0,-2 5-662,-3 3 0,6-1 1,-1 1-1,0-1-89,3 1 1,-8-8 173,5 0 0,6-9 0,-1 4 0</inkml:trace>
  <inkml:trace contextRef="#ctx0" brushRef="#br0" timeOffset="1934">2766 601 8042,'7'-22'644,"1"0"1,-1 7 0,-5 1 238,6-3 1,4 0 0,9 0-371,1 3 1,0 9-1,0-5 1,0 3-242,-1 0 1,1-1 0,0 8-1,-3 3-158,-4 4 0,2 5 0,-10 10 0,-2 2-232,-3 5 1,-2-2 0,-2 9-1,-3 3-266,-2 2 0,-10 0 1,5-2-1,0-5 285,4-3 1,-1-2 0,1-7 113,3 0 0,3-8 0,4-2 0,6-2-33,6-5 0,6-5 0,1-5 0,1-5-745,0-2 1,7 0 0,2-5-1,3 3 763,5-3 0,2-3 0,3-1 0</inkml:trace>
  <inkml:trace contextRef="#ctx0" brushRef="#br0" timeOffset="2253">3833 56 8021,'0'17'55,"0"2"0,-2 6 236,-6-1 1,6 10 0,-8 4 0,3 8-2,0 5 0,-3 10 0,5-3 0,-4 5-540,-3 2 0,4 3 0,-6 2 250,-3 2 0,-3 1 0,-1-8 0</inkml:trace>
  <inkml:trace contextRef="#ctx0" brushRef="#br0" timeOffset="2453">3528 100 9961,'15'21'455,"-1"1"0,-2 2 0,8 5 0,-1 8-453,5 4 0,10 10 0,-2 2 1,1 0-812,6 0 1,-5 8 808,2-3 0,1 5 0,6 2 0</inkml:trace>
  <inkml:trace contextRef="#ctx0" brushRef="#br0" timeOffset="2752">4094 579 8021,'8'-15'-40,"-1"1"1,7 6 0,-4-4 0,2 0 305,5 0 1,3 5 0,1-5 169,1 2 1,0-4-1,0 6 1,-1 4-79,1 1 1,-7 10 0,-3 3 0,-3 2-28,-4 5 1,-2 5 0,-3 4 0,-3 6-21,-4 2 0,2-5 0,-9 7 1,-3 0-175,-3-2 1,1-2 0,5-10 0,4-3 143,0-5 1,8 6-446,-5-6 0,7-4 0,7-3 0,7-7-439,6-7 0,4 2 0,5-9 0,7-1-1066,5 3 1,3-7 1668,-1 4 0,1-4 0,0-3 0</inkml:trace>
  <inkml:trace contextRef="#ctx0" brushRef="#br0" timeOffset="2969">4922 470 8035,'0'-12'1223,"10"0"0,4 7 1,5-2-1171,3 2 1,10 2-1,2 3 1,2 0-694,0 0 1,-2-7-1,5 0 640,-3 2 0,0-17 0,8-2 0</inkml:trace>
  <inkml:trace contextRef="#ctx0" brushRef="#br0" timeOffset="3135">5140 56 8035,'-3'22'19,"-4"0"1,5-1 0,-6 1 0,4 2 243,-4 5 0,6 5 1,-5 10-1,4-1-53,3 1 1,0 7 0,3 2-1,1 3-307,4 4 1,-1 3 0,-7 2 96,0 1 0,0-1 0,0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44.8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107 784 8426,'0'-22'899,"0"10"0,3 12 0,4 15 0,5 4-697,0 3 0,15 0 0,-6-1 0,4 1-29,-1 0 1,-2 0-1,-1-1 1,-1 1-99,-6 0 0,3 2 1,-10 3-1,-2 2-235,-2-2 1,-3-3 0,0-3 0,-3-1 178,-4-6 1,-5-4 0,-12-10 0,-3-2 93,-2-6 1,-7-6 0,4-13-1,1-4-60,-1-3 0,-1-5 0,8-9 0,6-5-141,0-3 1,9 5-1,3-5 1,7 3 69,7 5 0,7 4 0,15 8 1,8 7-75,4 5 0,5 12 1,5 4-1,4 8-325,1 8 0,9 1 0,-4 8 0,4-2 417,-2 2 0,-2 2 0,4 3 0</inkml:trace>
  <inkml:trace contextRef="#ctx0" brushRef="#br0" timeOffset="917">1370 0 8024,'-41'3'0,"2"4"-50,3 7 1,9 8-1,-2 10 1,5 11 476,2 13 0,-7 19 0,3 12 0,14-37 0,2 1-235,0 6 0,3 0 0,4 2 0,1 1 0,-2 2 0,1-1 0,3-2 0,2-2-25,5 0 1,1-2 0,9 39 0,19-12 0,3-16-60,2-11 1,10-14 0,2-14 0,0-10-365,0-10 0,6-4 0,-6-6 1,0-4-2969,0-8 3224,-2-4 0,-17-3 0,-3 0 0</inkml:trace>
  <inkml:trace contextRef="#ctx0" brushRef="#br0" timeOffset="1733">1827 523 7322,'0'-22'899,"0"0"0,0 8 48,0-1 17,0 10 0,3-4-548,4 9 1,-4 2-1,4 5 1,-5 8-145,-2 4 0,3 13 1,1 4-1,6 5-68,2 3 0,-4 2 1,4 2-1,0 3-342,0-3 1,0-2 0,5-2 0,-3-3-243,3-5 1,3-4 183,1-11 0,1-11 1,-2-10-1,-6-12 127,-7-7 0,3-10 0,-3-3 0,-2-2 16,-2-4 1,-3 6 0,0 1 0,0 2-32,0 0 1,0 7 0,2 10-116,5 2 0,-4 5 1,4 12 269,-5 8 1,6 4 0,1 3 0,3 2-21,5 5 1,0-5-1,0 3 1,-2-8 184,2-4 1,-5-10 0,2 2 0,3-5 151,3-2 0,-1-12 0,-5-9 0,-4-13-63,0-7 1,-8-3 0,5-2 0,-4-2-272,-3-3 0,-3-7 0,-1 5 1,-6-1-523,-2 1 1,0 10 0,-3 9 0,6 2-2469,-1 6 2936,7 1 0,3 13 0,13 3 0</inkml:trace>
  <inkml:trace contextRef="#ctx0" brushRef="#br0" timeOffset="2235">2699 719 6406,'0'-12'3910,"0"4"-3464,0 16 0,0 4 0,0 12 1,0 3-402,0 2 0,0 2 0,0-4 1,0 4-181,0 3 0,0-7 0,2 2 0,3-5-403,2-2 1,0-1 0,-4-1-1625,4-6 2162,-5-4 0,8 0 0,-10 2 0</inkml:trace>
  <inkml:trace contextRef="#ctx0" brushRef="#br0" timeOffset="2400">2873 653 11431,'0'34'631,"7"0"1,0-7 0,1 4-514,1 3 1,-4 2 0,7 8-1,-2-1-862,-5 1 0,4 0 0,-1-1 744,-4 1 0,9-1 0,-1 1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53.3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8223,'0'24'-160,"0"5"0,0 5 0,0 9 1,3 1 551,4-1 1,-2 1 0,9 2 0,1 2-462,-3 3 0,0 0 0,-7-10 1,4-5-172,4-7 0,-9-16 469,4-13 0,-6-10 1,-2-14-1,0-5-47,0-8 0,-2-4 0,-3-2 0,-2-1 103,2 1 0,2 6 1,3 3-1,0 3 160,0 4 0,8 3 0,1 5-24,3 4 1,3 6 0,7 11-149,-1 5 1,1 15 0,0 14 0,0 5-583,-1 3 0,4 9 1,1 5-1,3 3-423,-2-3 1,-5-3-1,-5-6 1,-3-1 731,3-7 0,2 3 0,3-10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53.6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0 189 8216,'7'-14'144,"3"-1"1,0-2 216,-1-2 0,8 4 0,-5 1 0,3-1 466,-1 3 1,1-7-1,7 7 64,0 0 0,-8-1 1,1 9-428,2-4 1,-1 11-1,-1 11-359,-8 6 0,-4 9 1,-3 2-1,-3 1-142,-4-1 0,2 8 1,-7-3-1,0 3-228,0-3 1,5 5-1,-6-7 1,4 0-231,4-5 1,3-12 0,4-5 38,5-2 1,5-5 0,10-13 0,2-6-667,5-6 0,-4-4 1,6-5 1121,0-7 0,-6-5 0,6-3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54.03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20 7835,'0'-13'887,"0"6"0,0 17 1,0 12-318,0 12 0,0 9 0,0 8 0,0 9-222,0 11 0,0 6 1,2 13-1,3 1-261,2 4 1,0-44 0,1-1 0,1 45 0,1-6-894,0-6 0,4-4 498,-6-13 1,8 4-1,-3-14 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54.8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175 194 8209,'-22'-15'294,"1"1"0,6 9 0,1-2 23,-3 4 0,-3 3 0,1 3 1,2 7-98,2 11 0,11 4 0,-4 8 0,6-1-61,2-6 0,0 6 0,0-3 1,2-2 98,6-3 1,-4-10 0,11-2-1,2-2 180,2-5 0,3-5 0,0-7-93,0-8 1,-8-4 0,-2-3-1,-2 0-429,-5 0 1,-3-7 0,-2 0 0,0 3-753,0 2 0,0 2 1,3 0-1,1 0-598,4 0 1,-1 1-1,-7-1 623,0 0 0,10 8 798,4-1 89,-4 10 0,7-2 1,-10 14 503,-2 8 1,-3 4 0,-2 3 274,0 0 0,0 2 0,0 2 0,0 4-511,0-4 0,0 1 0,0-1 0,3 3-389,4-2 1,-2-3 0,9-4 0,3-3 68,3-3 1,1-2 0,1 3 0,0-8-219,0-5 0,0-2 0,-1-2 0,-1-5-138,-6-8 0,6-11 0,-8-6 1,0 1 95,-5-1 0,3-7 0,-3 6 0,-2-4 170,-3 1 0,-2 7 1,0-5-1,0 3 402,0 4 1,-2 5 241,-6 8 0,4 6 0,-8 16 0,2 9-386,5 9 1,3 1 0,2 7 0,0-3-864,0-4 0,0-1 0,2-1 0,3-1-1881,2-5 2552,10-12 0,5 13 0,12-8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54.9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 8358,'-12'2'742,"4"5"1,6 10-223,2 10 0,0 14 0,0 12 0,2 3-402,6 4 1,1 6 0,8 6 0,-5 8-1254,-2 5 0,5 2 1135,-8 0 0,10 0 0,-5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55.1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 44 8209,'-19'-10'251,"5"-4"1,14 4-1,16 3 1,11 4-575,9 3 1,13 0 0,2 0 322,-3 0 0,8 0 0,-1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55.4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76 1 8235,'-22'0'1083,"0"0"1,8 0-385,-1 0 0,13 7 1,2 0-1,14 1-688,13 1 0,9-6 0,13 4 0,4-4-728,2-3 0,4 0 1,3 0-1,-1 0-1010,-3 0 1727,-10-10 0,15-2 0,-7-10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55.5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523 131 8235,'-51'-10'501,"1"-4"1,-1 2 0,7-1 0,1 1-75,-1 0 1,1 7 0,-1-2 0,3 2-1810,5-2 1382,4 5 0,10-18 0,1 8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5:02.0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1520 6466,'-12'3'1308,"5"4"0,4 8-1053,3 4 0,0-5 0,0 1 0,0 2-117,0 2 0,0 3 0,0 0 0,0 0-83,0-1 0,7-6 1,3-3-279,2-2 1,-5-3 81,8-7 0,-8-10 0,5-7 0,-2-7 257,-5-5 0,5-7 0,-3 4 1,0 1 110,3-1 0,-8 3 1,8 10-1,-3 2-66,0 3 0,3 9 0,-3 0-80,8 10 1,-3 7 0,2 12 0,3 3-32,3 2 0,1 7 1,1-5-1,0 1 25,0-1 0,2-9 1,3-10-1,2-2 389,-3-5 0,-2-5 1,-4-10-148,-6-12 0,-4-7 1,-10-12-1,0 0-221,0-5 1,0-2-1,-2 4 1,-3 0-352,-2 1 0,-8 2 0,5 4 0,1 8-1480,-1 5 1,-5 10-1297,8-1 3031,0 10 0,-3 5 0,-2 12 0</inkml:trace>
  <inkml:trace contextRef="#ctx0" brushRef="#br0" timeOffset="301">588 1586 8139,'3'-20'182,"4"6"1,-2-3-1,7 7 1,0 1 405,0-1 0,-5 0 1,8 5-1,2-2-137,2 2 1,5 3 0,3 2 0,2 0-228,-3 0 1,-1 0 0,-6 2 0,-2 5-122,-3 8 1,-9 4-1,3 3 1,-6 0 2,-2 0 1,0 7-1,0 2 1,-2 1-162,-6-1 0,3 5 1,-7-4-1,3-1-11,4 1 1,-5-3-1,3-7-115,2-1 0,5-9 1,7-4-1,8-6-382,4-2 1,3-10 0,2-4-1,3-5-1002,2-3 1,10 0 1564,-3 0 0,5-9 0,3-3 0</inkml:trace>
  <inkml:trace contextRef="#ctx0" brushRef="#br0" timeOffset="600">1154 1520 8063,'-12'-9'220,"5"-6"0,5-4 140,2-3 1,0 0-1,2 3-65,5 4 0,-2 6 1,10 9-1,2 0-64,2 0 1,3 0-1,-1 0 1,1 0-70,0 0 1,0 9 0,0 6-115,-1 4 1,-9 3 0,-4 0 0,-6 2 22,-2 5 0,0-2 0,-2 7 0,-6-1-48,-6 1 1,-5-5 0,-1 5-1,3-2-10,3-6 1,6-2 0,-4-2-28,3 0 1,4-10-316,12-5 1,5-7-1,12-4 1,3-6-105,2-2 1,10 4-1,-3-4 1,5 0 432,3 0 0,-1 7 0,1-4 0</inkml:trace>
  <inkml:trace contextRef="#ctx0" brushRef="#br0" timeOffset="1018">2243 1041 8020,'-22'10'1433,"3"7"0,2 9-1190,3 11 1,-1 6 0,-4 6 0,2 2-198,2-3 1,1 5-1,-8 0 1,3 1-587,4-1 1,-4-10 0,7-9-1922,-1-2 2461,-6-3 0,7-17 0,-10-2 0</inkml:trace>
  <inkml:trace contextRef="#ctx0" brushRef="#br0" timeOffset="1184">1873 1128 8588,'12'-9'895,"0"6"1,-7-2-429,2 10 0,10 10 0,0 14 0,7 5-293,5 0 1,3 7-1,-3-5 1,7 5-311,5 3 0,3 6 1,-1-1-1,-2-6 136,-4-4 0,4-12 0,-7 4 0</inkml:trace>
  <inkml:trace contextRef="#ctx0" brushRef="#br0" timeOffset="1468">2396 1477 8061,'0'-22'24,"0"0"1,0 0 0,2 1 536,5-1 0,5 7 0,10 1-181,0-3 1,7 5 0,2 0 0,1 2 32,-1 5 1,-2 3-1,-4 2-249,4 0 1,-8 9 0,1 6 0,-12 4 117,-8 3 1,-2 0 0,-2 2-1,-5 3 8,-8 2 0,-7 7 0,-2-7 0,0-2-6,4-3 1,6-2 0,-3-1-510,3 1-194,9 0 1,5-10-1,14-5 1,8-4-485,7-3 0,-2 0 0,9-3 0,3-1-8,2-4 1,-5 1-1,-2 7 911,-3 0 0,8 0 0,-5 0 0</inkml:trace>
  <inkml:trace contextRef="#ctx0" brushRef="#br0" timeOffset="2199">3288 1433 7761,'-12'-2'431,"3"-3"290,-1-2 0,8-3 0,-3 5-439,10-2 1,7 0 0,9 7 0,4 0-218,4 0 1,5 0 0,9 2 0,-2 3-652,-5 2 0,3 0 0,-10-4 0,0 2-1490,3 2 2076,-18 0 0,15-7 0,-17 0 0</inkml:trace>
  <inkml:trace contextRef="#ctx0" brushRef="#br0" timeOffset="2366">3484 1041 7796,'-2'-12'379,"-3"7"87,-2 10 1,0 15-1,7 13 1,0 6-80,0 7 0,2 10 0,3-3 0,5 5-398,2 10 1,-5-3 0,5 8 0,-2-6-2185,-5-1 2195,7-1 0,-10-9 0,8-3 0</inkml:trace>
  <inkml:trace contextRef="#ctx0" brushRef="#br0" timeOffset="2900">3789 497 8013,'0'14'0,"0"1"0,0 4 570,0 8 1,3 7 0,2 12 0,4 5 34,3 7 1,3 12-1,7 2 1,-1-1-272,1-4 0,-7-9 0,-1-2 0,1 0-493,-3-1 1,-3-14 0,-9 1-105,0-9 1,-2-16 51,-5-17 1,4-9-1,-6-16 1,1-1-209,1-3 1,0-3-1,7 6 1,0-3 113,0 2 0,7 3 0,3 5 0,2 4 270,5 8 1,2 4 0,3 3 0,0 0 79,0 0 1,-1 3 0,-1 4-1,-3 8 507,-3 4 1,-2 3 0,3 2 0,-8 3 304,-5 2 0,-4 7 0,-5-7 0,-10 0-348,-10 2 0,1-4 0,-11 7 0,-1-3-549,-4-4 1,-1-10 0,-1-3-1,3 3-511,5 3 0,4-8 1,11-5-1,-1-2-2749,0 2 3300,10-4 0,2 6 0,10-9 0</inkml:trace>
  <inkml:trace contextRef="#ctx0" brushRef="#br0" timeOffset="3199">4268 1346 8013,'12'-10'248,"5"6"1,-7-8 353,2 2 0,0 0 0,5 5 217,-2-2 0,-8 0-364,7 7 0,-1 2 0,1 5-130,-7 8 1,-4 4-1,-3 3 1,-3 0-117,-4 0 0,-5-1 1,-7 1-1,2 0-346,2 0 1,3 0 0,-2-1 0,4 1-128,0 0 1,8-8-1,-5 1-6,4 2 0,13-7 0,4-3 1,6-5-92,1-2 1,11 0 0,2 0 0,2-2-220,0-5 0,1 2 0,4-7 1,-2 0 579,-3-1 0,0-1 0,8-8 0</inkml:trace>
  <inkml:trace contextRef="#ctx0" brushRef="#br0" timeOffset="3666">4726 105 7967,'12'-22'-101,"-3"0"1,1 1 337,5-1 1,4 10 0,3 7-1,2 10 213,5 9 1,5 25-1,7 14 1,-2 17-140,-3 17 1,-22-38-1,-1 2 1,1 6-1,1 2 1,-3 3-1,0 2 179,0 3 1,-2 1 0,-3 3 0,-2 1 0,-1 4 0,-3 0 0,-4 2 0,-4-1-297,-5 3 0,-5 0 1,-4 3-1,-4 1 1,-10 4-1,-5 0 1,-1 0-1,-3-1-20,0-4 0,-4-2 0,-3-2 0,-2-3 0,4-4 0,-1-1 0,0-4 0,-2-1-256,1-2 1,1-2-1,11-12 1,3-1-1,1-5 1,2-3 0,-20 14-1597,12-21 1,12-19 0,2-11 1677,10-8 0,0-18 0,10-14 0,0-6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4:56.1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64 675 8073,'0'-14'175,"2"2"270,5 2 1,-2-5-1,10 8 1,2 5-67,2 7 1,5 9 0,5 13 0,8 4-161,4 3 1,0 0 0,-2 5 0,-6-3-20,-1 3 1,-5-6 0,-13 4-1,-7 2 71,-4 2 1,-6-7-1,-4-5 1,-10-5-94,-9-2 1,-1-10 0,-9-8 0,-3-8-120,-2-11 0,0-12 0,2-4 0,5-3-211,3-5 0,2-2 0,7-5 1,0-4-348,0-9 1,10 4 0,5-3-1,7 0 126,7 2 1,15 3 0,14 9 0,5 3 135,3 5 0,9 12 0,5 12 0,5 2-61,2 5 0,3 5 0,2 7 0,5 8 298,3 4 0,2 3 0,7 0 0</inkml:trace>
  <inkml:trace contextRef="#ctx0" brushRef="#br0" timeOffset="731">1610 0 8140,'-29'0'0,"0"0"0,2 3 146,3 4 0,-5 5 0,0 12 1,5 8 187,7 11 1,-3 13 0,8 19 0,0 9-32,5 8 0,5-40 1,2 0-1,0-1 1,2 0-1,2 2 1,2 1-105,4 0 1,1 0-1,1 3 1,1 0-1,3-3 1,2-1-1,-2-5 1,1-2-185,17 39 0,10-25 0,7-4 0,-3-15-541,-2-12 1,0-15 0,0-6-1,0-6-2080,-5-2 2606,-2-10 0,-5-2 0,-3-9 0</inkml:trace>
  <inkml:trace contextRef="#ctx0" brushRef="#br0" timeOffset="1199">2024 610 8144,'-20'10'164,"6"4"0,4 5 0,10 6 0,0 1 371,0 3 1,0 10-1,0-3 1,3 5-232,4 3 0,5-3 0,10-2 0,-1-5-144,1-3 0,0-2 1,0-9-1,0-6-109,-1-7 0,1-4 0,0-6 0,0-4-126,-1-7 0,-9-8 0,-2-7 0,-3-8-64,1-4 0,-1-2 0,-7-1 0,0-2 138,0-5 1,0 5-1,0-4 1,0 6 51,0 8 0,0 4 0,0 11-75,0-1 0,0 12 0,0 13 63,0 16 0,0 5 1,2 15-1,3 4 89,2 6 0,10 4 0,-2-5 0,4 3 52,3-2 1,2-6-1,3-7 1,4-9 169,3-10 0,-5-7 0,5-10 0,-2-3 229,-6-4 1,-2-8 0,-4-11 0,-3-6-404,-3-2 1,-9-9-1,2-8 1,-4 3-329,-3 2 1,-3 2-1,-4 1 1,-5 2-314,0 4 0,-8 6 0,6 9 1,-3 0-1881,3 0 0,-6 10 2345,6 5 0,4 14 0,0 5 0</inkml:trace>
  <inkml:trace contextRef="#ctx0" brushRef="#br0" timeOffset="1948">2938 806 8255,'0'22'4846,"0"-10"-4128,0-3-70,0-9-966,0 0-161,0-9 0,0 4 180,0-10 0,3 3-261,4-2 417,-5-6 1,8 16 332,-10-11 720,0 10-287,0-4-370,0 9-462,0-10-545,0 7 639,0-6 780,0 9-1262,0 0 0,10 9 0,2 4 0</inkml:trace>
  <inkml:trace contextRef="#ctx0" brushRef="#br0" timeOffset="3517">2938 762 8220,'0'-14'-643,"0"-1"0,0 8 1067,0-7 221,0 9 0,0-3-204,0 16 0,0-3 0,0 9 0,3 3 39,4 2 1,-5 10 0,6 0 0,-6 0-251,-2 3 0,0-1 0,0 8 0,2-5-178,6-3 1,-6 6 0,5-6 0,-4 1-320,-3-1 1,0-2 0,0-7-1,0 2-682,0 5 0,0-12 0,0 5 949,0-3 0,9 1 0,4 1 0</inkml:trace>
  <inkml:trace contextRef="#ctx0" brushRef="#br0" timeOffset="3866">3221 849 8199,'20'-21'0,"-3"1"245,-3 6 1,1-6 0,6 8 344,1 0 1,0 3 0,0 9-146,0 0 1,-8 0 0,1 2-279,2 5 1,-8 5 0,1 10 0,-3 0-216,0 0 1,1-1-1,-8 4 1,-3 1-156,-4 3 0,-3 8 1,-7-6-1,3 3 6,-3 5 0,5-6 1,0 1-1,0-2 123,0-6 0,7-1 168,-3-4 1,8-9-68,8-4 1,6-8 0,13-8-1,2-4-423,-3 0 0,-1-5 0,-1 8 0,2-3 396,4-5 0,8-3 0,-4-1 0</inkml:trace>
  <inkml:trace contextRef="#ctx0" brushRef="#br0" timeOffset="4050">4201 392 8176,'-2'-12'535,"-5"5"0,4 14 1,-6 8-1,1 4-499,1 3 0,0 2 1,4 5-1,-2 5-410,-2 0 0,-2 7 1,4-5 373,-3 5 0,-18 12 0,2 3 0</inkml:trace>
  <inkml:trace contextRef="#ctx0" brushRef="#br0" timeOffset="4267">3918 370 8622,'0'22'1125,"3"0"0,4 2-816,7 5 1,6-2-1,2 9 1,-1 0-190,1-2 1,0 7-1,2-4 1,3 1-436,2-1 0,7-6 0,-5-9 0,1 0-1867,-1-1 2182,8 1 0,-15-10 0,8-2 0</inkml:trace>
  <inkml:trace contextRef="#ctx0" brushRef="#br0" timeOffset="4450">4615 566 8127,'-22'0'866,"10"0"1,2 10-1,10 7 1,0 7-585,0 5 0,0 7 0,3-4 0,4 2-385,8 5 1,-3 2 0,0 2 0,0 1-650,0-1 0,-5-6 1,5-4 751,-2-1 0,7 7 0,-5-5 0</inkml:trace>
  <inkml:trace contextRef="#ctx0" brushRef="#br0" timeOffset="4650">4920 697 10117,'22'0'376,"-1"0"1,4 0-1,1 0-296,3 0 1,10 0 0,-3 0 0,3-2-650,-3-6 0,5 6 569,-4-5 0,4-5 0,2-1 0</inkml:trace>
  <inkml:trace contextRef="#ctx0" brushRef="#br0" timeOffset="4816">5247 283 8075,'-8'15'37,"1"-1"0,2 3 159,3 3 1,2 9-1,0 4 1,0 6 22,0 7 0,0 12 1,0 3-1,0 6-77,0 6 0,7 0 0,3-10 1,-1-3-143,1-2 0,7 0 0,-5 8 0</inkml:trace>
  <inkml:trace contextRef="#ctx0" brushRef="#br0" timeOffset="5233">4136 457 8102,'10'-12'-971,"-8"-7"1969,5 4-467,-4-4 1,-3 9-1,0 10 1,0 13-129,0 6 1,-3 12 0,-4 6 0,-5 6-189,0 8 1,-8-3-1,6 10 1,-3 3-302,3 2 1,-6 0 0,6-3 0,-6-2-552,-1 3 0,6-6 637,0 4 0,11-11 0,-6 5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5:09.7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19 110 8422,'-7'-22'383,"0"0"1,2 10-1,12 5-503,8 4 0,11-4 1,6 0-1,2 2-41,4 3 0,-4 2 1,5 0-1,5 0-414,4 0 0,3 0 575,-8 0 0,11-10 0,1-2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5:09.8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22 8422,'22'0'485,"0"0"1,-1 0 0,4 0-635,4 0 0,4 0 1,11 0-1,2 0-1103,5 0 1,2 0 1251,5 0 0,15-10 0,-6-2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5:10.0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22 8349,'29'0'0,"2"0"0,1 0 167,-1 0 1,6 0-1,-6 0 1,3 0-293,5 0 0,4 0 1,6 0-1,4 0 125,2 0 0,4-10 0,6-2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5:10.1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88 8300,'58'-15'213,"0"3"0,3 0 140,2 0 1,2 7 0,-2-2 0,0 5-309,2 2 0,-11 0 1,11 0-1,-5 0-678,-4 0 0,7 0 1,-7 0-1,2 0-1026,0 0 1659,-10 0 0,15-10 0,-7-2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5:10.2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66 8202,'51'-15'0,"-3"3"366,-7 2 1,10 1 0,-7 4 0,4-3-73,5 4 1,1 1-295,4 3 0,5 0 0,-8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5:10.4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23 8190,'29'0'0,"3"-3"0,-1-2 536,1-2 0,6 0 0,-1 7 0,6 0-946,8 0 0,2 2 410,5 6 0,5 4 0,-7 9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5:10.6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8347,'31'0'0,"5"0"276,6 0 0,4 0 0,2 0 0,5 0 3,3 0 0,-3 2 0,8 3 0,1 2-564,-1-2 1,-1 5 0,3-3 0,0-2-99,3-3 0,-13 5 1,12 1-1,-4-4 383,-6-1 0,18-3 0,-5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05:10.7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1 219 8152,'22'-8'915,"-1"1"0,1 2-204,0 3 0,12 2 0,7 0 0,7 0-890,1 0 1,6 0-1,3 0 1,8 0 178,6 0 0,-4 10 0,7 2 0</inkml:trace>
  <inkml:trace contextRef="#ctx0" brushRef="#br0" timeOffset="151">1177 132 7926,'22'0'0,"-1"0"92,1 0 1,0 0 0,0 0 0,2 0 388,5 0 1,-2 0-1,9 0 1,3 0-691,2 0 1,2 0 0,3 0 0,5 0-254,7 0 1,-2-3 0,4-2 0,8-4-594,9-3 1055,-2 7 0,10-15 0,-7 8 0</inkml:trace>
  <inkml:trace contextRef="#ctx0" brushRef="#br0" timeOffset="284">2462 23 8152,'65'0'31,"-7"0"1,-2 0 0,2 0 243,5 0 1,-10 0-1,12 0 1,1 0 121,4 0 0,7 0 1,10 0-1,0 0-327,0 0 1,10 0-1,2 0 1,-48 0-1,0 0-209,0 0 0,0 0 1,48 0-1,0 0 1,-9 0-276,-8 0 1,-10 0 0,3 0 0,-7 0-631,-12 0 0,-3 0 1044,-9 0 0,14-10 0,-12-2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7:28.1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240 501 6389,'-9'-12'1662,"4"2"-1146,-10 10 1,1 3-1,-6 4 1,3 10-106,3 9 0,-1 8 0,-6 10 0,-1 2-136,0 5 0,0-3 0,3 10 1,4 3-67,8 2 0,5 2 0,2-2 0,2-8 6,5-11 1,13-5-1,11-15 1,3-7 69,5-5 1,0-7-1,-1-12 1,-1-8 178,1-4 1,-4-13 0,0-4-1,-5-8-142,-10-6 1,1 4 0,-13-8-1,-2 3-210,-3 1 0,-2-1 0,-2 7 1,-5 1-141,-8-1 1,-4 1 0,-3 2 0,-2 4-489,-5 8 1,2 7 0,-7 5 0,3 5-287,4 3 1,3 1 0,2 8 0,3 3 118,4 4 0,-4-2 1,7 12-1,0 5 88,5 4 1,4 13-1,3-3 1,0 5 594,0 3 0,-10 0 0,-2-1 0</inkml:trace>
  <inkml:trace contextRef="#ctx0" brushRef="#br0" timeOffset="550">567 741 7980,'22'-22'287,"-8"2"0,-2 3 1258,-2 3-145,-3 9-1170,-7-5 1,-7 20-1,0 5 1,2 4-134,3 3 1,2 2 0,0 3-1,0 4-35,0 3 1,0-5-1,0 5 1,0 0-137,0 0 1,7-8 0,2 3 0,1-5 50,0-2 1,7 0 0,-3-3 0,3-2-1,-2-2 0,4-10 0,-4 2 0,4-5 81,3-2 1,0-12-1,-1-7-96,1-8 1,-7-11 0,-1 1 0,1-4-64,-3-2 0,-3-1 0,-6 0 0,2 1 1,2-1 0,0 3 1,-7 2-1,0 6-232,0 1 1,-2 10 430,-6 8 0,4 9 1,-8 0 120,2 10 1,3 14 0,7 13 0,0-1 75,0 1 1,0 6-1,0-1 1,0 1-70,0-1 1,7 1 0,3-6 0,2-1-266,5 1 0,-5 4 1,2-7-1,3-2-545,3-3 1,1-2 0,-1 0-1,-3-3-530,-3-5 0,1 3 0,6-9-906,1-4 2019,0-1 0,0-13 0,-1-2 0</inkml:trace>
  <inkml:trace contextRef="#ctx0" brushRef="#br0" timeOffset="898">1242 0 6790,'22'0'1123,"-10"10"1,-2 4 0,-3 8-656,0 7 1,0 5 0,-7 12-1,0 7-230,0 13 0,3 9 1,2 12-1,2 2-562,-2 6 0,-3-3 0,-2 7 1,-2-5-406,-6-9 0,6-13 0,-5-18 1,4-13-1573,3-7 2301,0-15 0,-9-19 0,-3-12 0</inkml:trace>
  <inkml:trace contextRef="#ctx0" brushRef="#br0" timeOffset="1084">959 566 7263,'0'22'662,"2"-10"1,8-5 0,9-4-633,8-3 0,14-10 0,0-2 1,10-2 103,5-1-134,2 1 0,7-8 0,0 0 0</inkml:trace>
  <inkml:trace contextRef="#ctx0" brushRef="#br0" timeOffset="1567">1961 1045 7963,'0'22'951,"0"0"1,2-10 0,5-5 0,8-7-643,4-7 0,5 5 0,3-8 0,4 3-103,3-1 1,3-6-1,4 7 1,-2 2-448,-3 2 1,0-4 0,5 0-1,-2 2-713,-3 3 1,-9 2 0,2 0 0,-5 0 953,-2 0 0,0-10 0,-1-2 0</inkml:trace>
  <inkml:trace contextRef="#ctx0" brushRef="#br0" timeOffset="1833">2418 784 7963,'-34'0'96,"0"0"0,8 0 1,-6 0 527,-2 0 0,5 7 0,-7 1 0,-3-1-218,-2 3 0,-2-8 1,1 5-1,4-4-544,1-3 1,8 0 0,-5 0 0,3 0-583,4 0 720,13 0 0,-5-10 0,6-2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7:35.9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22 305 8080,'0'-22'195,"0"0"0,0 1 0,0-1 367,0 0 1,-2 3-241,-5 4 0,4 10 0,-4 18 133,5 8 1,2 16-1,0 1 1,0 8-136,0 5 1,0 7 0,2-5 0,5 3-378,8 5 0,-3-8 0,2-2 0,1-5-66,-3-3 0,7-9 0,-4-5 0,4-7-32,3-8 0,0-6 1,-3-16-19,-4-6 0,2-18 0,-10-9 0,0-10 125,3-4 0,-8-3 1,6-8-1,-6 3-35,-2 5 1,0 3-1,0 9 1,0 0-81,0 5 0,-2 12 54,-6 0 1,6 24 0,-5 14 0,4 18 222,3 17 0,0-1 0,3 8 0,1-3 115,4 3 0,6-7 0,-4-1 0,2-11 137,5-8 0,-5-2 0,3-3 0,1-4 183,4-8 0,2-17 1,-3-12-1,-2-12-197,-3-7 0,1-2 0,4-1 1,-2-2-375,-2-5 0,-10 5 0,2-4 0,-5 4-652,-2 2 0,0 3 1,0 5-1,0 7-3956,0 4 4630,0 4 0,10-1 0,2 0 0</inkml:trace>
  <inkml:trace contextRef="#ctx0" brushRef="#br0" timeOffset="533">785 523 6381,'-12'9'916,"-1"-6"-167,6 4 1,2-4 1070,-9-3-528,9 0-967,-5 0 0,10-3-179,0-4 0,3-3 1,4-7-1,7 3-161,6-3 1,9 5 0,0 0 0,0 2-182,2 5 1,-4 3 0,7 2 0,-3 0-37,-4 0 1,-3 9 0,-2 8 0,0 7 163,-1 6 0,-8 8 0,-6-1 1,-5 1 68,-2-1 1,0 4 0,-2-7 0,-5-1 6,-8-4 1,3-4 0,-3-6-566,-2-4 1,8-3 167,2-5 1,7-5 0,7 6 343,7-6 1,-2-2 0,1 2-1,-1 6 438,0 6 1,-5 1 0,5 4 0,-2 5 65,-5 0 1,-3 3 0,-4 0 0,-6 2 271,-6-3 1,-6-1 0,-1-4-1,-4 1-610,-4 0 1,3-10-1,-8-5 1,3-4-687,4-3 1,-5 0-1,3 0 1,3-3-2804,2-4 3368,2-5 0,0-10 0,0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7:40.99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87 828 8040,'-12'0'1408,"-7"-7"-26,4 0 0,3 0 612,-2 7-1718,9 0-1486,-5 0-897,10 0 1,3 0 2106,4 0 0,5-10 0,10-2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8:00.02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0 105 8319,'12'-22'-1406,"-2"-7"3574,-10 0-1692,10 9 1,-1 16 0,8 18 0,-5 15-163,-2 10 1,5 7-1,-6 5 1,1 4-73,0 1 0,4 7 0,-7-5 1,-2 7-269,-2 8 0,4 4 1,0 10-1,-2 0-231,-3 1 1,-4 8 0,-5 1 0,-5-5-138,0-12 0,-5-15 1,7-14-1,0-15 81,1-9 0,-6-17 0,8-10 293,2-12 0,3-10 0,2-7 0,0-8-60,0-4 0,0-5 0,2-2 0,5-3-36,8 3 0,4 4 1,3 8-1,-3 7 178,-4 5 0,6 2 0,-1 3 0,6 4 99,1 8 1,-3 4-1,0 6 1,3 6 33,2 13 0,0 10 0,-7 11 1,0 1-244,-1-1 1,-6 3-1,-3 3 1,-2 1-458,-5-1 0,-3-10 0,-2-6 0,0-1 505,0-5 0,-10-3 0,-2-2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8:00.2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8041,'12'15'699,"-5"-1"-511,-4 3 0,-3 3 1,0 2-1,0-1-185,0 1 1,0 0 0,0 2-1,0 3-1106,0 2 1103,0 0 0,0 2 0,0 3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8:00.6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174 42 8076,'-14'-15'-127,"-1"3"512,-2 2 0,-2 6 0,-3 11-33,1 7 0,6 15 0,3 8 0,0 6-236,0 8 1,7-3-1,-2 11 1,4-1-79,3-3 0,0 6 1,3-10-1,2-5-122,2-8 0,17-9 1,-2-12-1,2-5 193,0-2 0,-2-5 1,0-12-1,-1-8 162,1-4 0,-10-10 1,-4 0-1,-4 0-134,4-3 1,-6 8 0,3-8 0,-7 3-174,-6 0 1,-1-2 0,4 4 0,-5-2-833,-2 3 0,5 2 0,-5 2-1741,2 0 2609,3 0 0,-3 0 0,-2 1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8:01.0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85 7356,'12'9'-289,"0"1"1,-7 7 1099,2-2 0,1-1 0,-8 8-572,0 0 1,0-1 0,0 1 0,2-2-94,5-6 1,-2 5 0,7-4 0,0 2-161,0-3 0,3 3 0,7-9 1,-1-4-124,1-1 1,2-6-1,3-1 1,2-9-54,-2-6 0,4 2 0,-2-14 1,-2-1 65,-3-4 0,-5 2 0,-2 0 0,-5 3 146,-2 4 1,0 3 0,-5 2 284,2 0 0,-2 10-71,-13 5 1,-4 12 0,-7 7 0,2 5 65,3 7 0,9 5 1,-5-2-1,3 4-148,-1 3 1,1-7-1,7 4 1,0-2-112,0 0 0,0 8 0,0-8 0,3-3-440,4-2 0,3-2 1,7-2-1,-3-4-890,3-1 0,2-10 1287,3 2 0,0-24 0,0-7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8:01.1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8076,'0'14'-507,"0"1"0,0 2 802,0 2 1,0 5 0,0 5-1,0 7 27,0 6 0,2 4 0,3 4 0,2 8-358,-2 5 1,5-5-1,-1 1 1,1 1 35,0 3 0,7 2 0,-5 1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8:01.3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44 8076,'14'-3'-74,"1"-4"0,-1 5 0,11-6 0,4 6 218,7 2 0,7 0 0,8 0 0,7 0-452,5 0 1,0 0 307,-5 0 0,15-10 0,-5-2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8:01.7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 1 7889,'-12'0'495,"19"0"1,15 0-536,2 0 0,8 0 0,-1 0 0,1 0-1076,-1 0 1116,8 0 0,-5 0 0,9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8:01.9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8111,'0'21'3,"0"1"1,0 0 0,0 2 254,0 5 1,0 5 0,0 12 0,0 5-5,0 7 1,0 5-1,0 5 1,2 2-232,5 2 1,-2 1 0,7-8 0,-2 1-812,-5-1 0,4-9 788,-1-6 0,9-4 0,-5-2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8:02.6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0 131 7750,'0'15'547,"0"-1"1,0 1-1,0 7-241,0-1 1,8 9-1,1-1 1,1 0-113,0 2 1,7-7 0,-3 8-1,5-3-43,3 0 1,-7-7 0,-1-8 138,3 3 1,3-7 0,1-3-217,1-5 1,-7-11 0,-3-6-1,-3-4-191,-4-3 0,5-7 0,0 0 1,-1 0-101,1-3 0,0 8 1,-6-7-1,4 2-363,-3 0 0,-1 0 0,1 7 0,2 0-42,-2 0 0,-2 1 1,-1-1-1,3 0 622,2 0 0,1 0 0,-8 1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8:02.8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23 165 7129,'-12'0'700,"2"2"0,10 5 0,0 8-443,0 4 0,0 5 0,0 5 0,2 8-48,6 4 1,4 5 0,10 5-1,-1 4-80,1 1 1,7 4-1,0-9 1,-2-2 98,-3-3 1,-2-15-1,0-7 1,-1-9 251,1-5 1,-3-8 0,-2-17 0,-2-14-192,2-9 1,0-8-1,0-5 1,-5-5-271,-3 1 0,6-8 0,-8 5 0,-2-3-356,-3 3 1,-2 5 0,0 9-1,0 1-560,0-1 1,0 3 0,0 5-2868,0 7 3764,0 14 0,0 25 0,0 14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8:03.26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66 7882,'0'21'280,"0"-6"1,0-1 133,0 3 1,0 3 0,2 1 0,6 1-245,6 0 0,6 5 0,4-3 0,2-5-204,3 1 1,3-4 0,-5-1-1,4-5-163,3-1 1,-8-6 0,6 4 0,-3-7-100,0-7 0,-2-5 1,-10-10-1,-5-2 156,-3-5 0,-1 2 0,-8-7 1,0 0 124,0 0 0,0 8 0,0-3 0,-3 5 305,-4 2 1,2 2 0,-9 6-36,-3 7 0,5 4 0,-1 8 0,1 10 111,0 14 0,0 12 0,-5 10 0,5 7-138,2 5 1,3 4-1,7 3 1,0 3-284,0-3 1,0 3 0,3-3 0,4-5-1077,7-2 0,-2-12 1131,3-15 0,-1-9 0,8 4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8:04.0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1 523 8235,'7'22'37,"0"0"0,-2 2 144,-2 5 0,4 0 1,3 14-1,-1 11 55,1 6 0,7 8 0,-2 4 0,4 6-36,3-1 1,-1 8-1,-1-8 1,-6 1-239,-6-6 1,1-4 0,-2-3 0,-2-4-202,-2-10 0,-3-10 0,0-19 202,0-1 0,-8-11 1,-1-10 2,-3-12 1,7-7-1,-2-6 1,4-4-70,3-7 0,0-5 0,0-3 0,3 1 28,4-1 1,-2 3 0,9 3 0,3 4 168,3 2 1,1 10-1,1 10 1,0 3 238,0 4 1,2 2-1,2 8 1,3 10-143,-2 14 0,5 9 1,-3 8-1,-3 5-158,-2 7 0,-9 5 1,-3 3-1,-2-4-340,-5-3 1,-3 1 0,-2-9-1,0-3-1526,0-2 1833,0-2 0,0-1 0,0 1 0</inkml:trace>
  <inkml:trace contextRef="#ctx0" brushRef="#br0" timeOffset="1236">894 1982 6419,'0'-15'1404,"0"1"0,0-1-1008,0-6 1,0 6-207,0 1 0,9 2 0,6-3-202,4 8 1,3 4 0,0 3 0,0 0-56,-1 0 0,1 0 1,0 0-1,-3 3 46,-4 4 1,2-2 0,-10 12 0,0 5 5,3 4 1,-8 13 0,3-5-1,-10 2-56,-9 0 1,-5 1 0,-3 6 0,0 1 166,0-1 1,8-9 0,-1-5-1,1-5 533,2-2-499,-8-10 1,20-2-1,0-10 1,12-2-171,8-6 1,4-1-1,3-8 1,4 2-790,3-2 829,2-2 0,8-3 0,-1 0 0</inkml:trace>
  <inkml:trace contextRef="#ctx0" brushRef="#br0" timeOffset="1683">1090 414 8128,'-20'-2'-20,"4"-3"75,1-2 0,3 2 0,-5 12 0,2 7 209,-1 6 0,-1 11 1,0 6-1,5 4-70,2 2 0,-5 3 0,8 3 1,2 1-141,3-1 0,2-3 0,2-5 1,3-5 70,2-7 0,10-14 1,-2-8-1,4-5 122,3-2 0,0-2 0,-1-8 1,1-9-192,0-8 1,-7-11-1,-3 1 1,0-4-10,0-2 1,-7-1 0,2 3 0,-5 2-222,-2 3 1,0 0-1,0-5 1,-2 4-480,-5 8 0,4-2 1,-6 4-1,1 5-1678,1 5 2331,0 3 0,-3-8 0,-2 0 0</inkml:trace>
  <inkml:trace contextRef="#ctx0" brushRef="#br0" timeOffset="2018">1133 501 8127,'10'12'371,"-8"8"-93,6-6 1,-3 6-1,-1 1 1,4 1-65,-4 0 1,-1 0 0,-1 2 0,3 2-118,2 3 0,8 1 0,-5-11 0,-1-2-262,1-3 0,7-9 0,-3 2 0,6-4-49,2-3 1,-8-5 0,1-7 0,2-12 11,2-8 0,3 3 1,-3-7-1,-2-3 140,-3-2 0,-6-2 0,4 1 0,-2 4-20,-6 1 0,-1 11 0,-3-3 627,0 5-348,0 11 1,-3 13 0,-1 17 0,-4 8-11,3 4 0,3 9 0,2-4 0,0 2-123,0 1 1,0-3 0,0 4 0,0-4-334,0-2 0,7-1 0,3-4 0,2-1 269,5-6 0,2 2 0,3-10 0</inkml:trace>
  <inkml:trace contextRef="#ctx0" brushRef="#br0" timeOffset="2203">1808 0 7936,'0'22'109,"0"0"1,0 0-1,0 2 1,0 5 239,0 7 0,3 8 0,2 4 0,2 5-317,-2 3 1,4 2 0,-1 7 0,-1 3-882,3 5 1,-8-3 848,5 10 0,-4-10 0,-3 5 0</inkml:trace>
  <inkml:trace contextRef="#ctx0" brushRef="#br0" timeOffset="2386">1656 458 7571,'15'-8'288,"-1"1"1,8 0-1,9 7 1,3-3-265,5-4 1,12 2 0,7-7 0,7 0-1208,8 0 1183,-6-2 0,8-8 0,-9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8:17.3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1199 241 8030,'-10'-37'2,"-5"1"0,3 9 0,-2-2 0,-1 5 111,3 2 1,-7 1 0,4 1-1,-4 6 65,-3 6 1,0 6 0,1 7 0,-1 9 70,0 15 0,-2 12 1,-3 13-1,-2 13-40,3 18 0,1 7 0,14-39 1,1 1-1,-1 2 0,2 1 1,2 2 1,0 1 0,-2 5-1,1 3 1,3 5 0,2 2 0,2 4-1,0 1-289,2 7 1,3 0-1,2-7 1,2-2 0,5 0-1,3-1 1,2-7 0,3-3 116,2-5 0,3-3 0,0-6 1,3-4-1,3-5 0,2-3 1,31 27-3988,0-15 3949,10-27 0,-5 1 0,10-20 0,2-2 0,3-3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28:18.2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588 85 8104,'12'-21'8,"1"1"0,-9 3 0,6 5 175,2 3 1,-7 4 0,5 14 236,-1 13 1,-6 12 0,6 17-1,-1 9-117,-1 11 1,10 8 0,-5 16 0,-5-43-1,1 2-99,-1 6 0,0 1 0,-1 6 0,0 2 0,2 9 0,-1 3 0,-3 2 0,-1 1-302,-1 2 0,-2 0 1,1 4-1,-2 2 1,1 1-1,-2 0 1,-2 1-1,-2 1 22,-3 1 0,-4-1 0,-1-5 0,-5-4 1,-4-9-1,-3-4 0,0-5 0,-1-2 28,0-6 0,-2-2 1,2-7-1,-1-3 1,-1-3-1,0-3 1,-25 33-23,1-7 1,7-5-1,-7-2 1,5-6-915,4-2 0,-2-11 984,17-13 0,-5-15 0,12-7 0,5-4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0:35.7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109 206 6429,'0'0'0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2:13.4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110 219 8114,'-12'-3'1127,"5"-4"1,7 4 0,7-4 0,7 5-699,6 2 0,9 0 0,2 0 0,3 0-519,5 0 1,-5 0 0,4 0-1,3 0-1096,1 0 1,6 0-1,-12 0 1186,5 0 0,13-20 0,1-4 0</inkml:trace>
  <inkml:trace contextRef="#ctx0" brushRef="#br0" timeOffset="116">611 1 8114,'-51'0'284,"0"0"0,0 2 0,8 3 0,-1 2 30,1-2 0,-1 5 0,1 0 1,-1-1-222,0 1 0,3-3-93,5-7 0,-5 0 0,7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2:15.5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88 436 8066,'14'0'223,"-2"2"1,1 6 23,-1 6 1,-5 1 0,5 4 0,0 5-1,0 0 1,0 8 0,5-1 0,-5 3-39,-2 5 1,0 0 0,-5-1 0,2-1 2,-2 1 1,-3-6 0,-4-3-77,-6-5 0,-4-5 1,-9-4-1,-1-8-123,0-4 0,0-16 0,0-6 0,1-10 41,-1-5 1,0-2 0,3-10-1,4-2-109,8-3 1,-3-10-1,3 3 1,2-7-309,3-8 0,11 6 0,6-6 1,7 5 131,7 3 1,-3 12 0,11 9 0,-1 15 140,-2 12 0,9 7 0,-1 10 0,6 3-166,0 4 0,-2 5 1,-2 12-1,-1 3-917,1 2 1173,-1 0 0,-9-7 0,-2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2:21.1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543 720 8159,'0'-42'-95,"0"4"0,0 4-134,0 2 1,-2-4 0,-3 7 0,-5 5 386,-2 7 0,-2 7 0,-8 10 0,0 3 171,0 4 0,-7 7 0,-2 18 0,-3 14-100,-5 17 1,-2 7-1,-2 15 1,21-40-1,2 2-55,2 0 1,0 2 0,-2 7 0,1 2 0,4 6 0,1 3 0,1 5 0,0 3-146,0 7 1,2 1-1,4-3 1,1 0 0,2 4-1,1 1 1,2-6 0,2-1 21,2-5 0,1-3 0,2-7 0,3-3 0,3-6 1,3-4-1,16 33-220,3-23 0,2-21 0,8-13 1,-1-6-609,1-6 0,-3-9 0,-2 2 777,-3-4 0,-9-3 0,4 0 0</inkml:trace>
  <inkml:trace contextRef="#ctx0" brushRef="#br0" timeOffset="1051">979 1525 8100,'0'-21'-446,"0"-1"418,0 0 1,-8 7 0,1 1 0,2-3 192,3-2 1,2 4 0,0 1 0,0-3 167,0-3 1,0 6 0,0-1 382,0-2 0,0 5-474,0-2 1,0 11-1,0 3 1,0 12 12,0 8 0,0 11 0,0 6 1,0 4-100,0 2 0,7 3 0,0 3 1,1 4-245,1 2 1,1-6-1,7-1 1,-2-7-188,1-4 0,-3-11 0,1 1 201,3-10 1,2-8-7,3-9 1,-2-9-1,-6-6 1,-7-4 39,-4-3 0,4 0 0,0 1 1,1 1-396,1 6 1,-4 4 273,10 10 0,-8 2 1,5 6 152,-2 6 0,-1 6 0,-4 1 0,5 1 149,2 0 0,-5-10 122,8-5 0,-3-7 1,2-7-1,-4-7 136,0-6 0,-1-14 1,8-7-1,-5-7 32,-2-1 0,0-6 0,-5-3 0,4-5-279,3-3 0,-7 1 0,5 2 0,-3 3-389,0 2 0,8 16 0,-8-1 0,-2 4-793,-3 5 1,1 13-165,4 13 1,-5 8-1,6 8 1194,-6 6 0,-2 15 0,0 5 0</inkml:trace>
  <inkml:trace contextRef="#ctx0" brushRef="#br0" timeOffset="1716">1632 1678 8045,'-10'-12'591,"6"2"367,-11 10-808,10-10 1,-2 1-1,12-8 1,4 5-95,4 2 1,1 0 0,8 5 0,0-4-103,-1-3 1,4 4 0,1-4 0,3 3-113,-2 4 0,-3 2 0,-2 3 110,0 0 0,-3 10 1,-5 4 11,-6 6 1,-6 2 0,-2-1 0,-2 1 8,-6 0 0,-1 0 0,-8 0-1,2-1 0,3 1 0,-5-3-538,3-4 369,9 4 0,-2-16 117,14 4 0,-2-2 0,9 0 0,3 2 190,3-2 0,-1 0 0,-2-1 0,-5 6 441,-2 2 0,4-5 1,-7 8 60,-2 2 1,-12 2-1,-10 3 1,-7 0-289,-5 0 0,-3-8 0,3-2 0,-5 0-390,1 0 1,-6-4 0,10 4-1,2-3-1334,3-4 1,2-2 1399,0-3 0,1-10 0,-1-2 0</inkml:trace>
  <inkml:trace contextRef="#ctx0" brushRef="#br0" timeOffset="2583">2372 1765 8087,'-14'-12'3783,"-1"4"-3885,11 6 1,-4 2-40,16 0 0,-4 0 141,11 0 0,-1-10 0,8-2 0</inkml:trace>
  <inkml:trace contextRef="#ctx0" brushRef="#br0" timeOffset="2985">2656 937 8139,'12'15'98,"-3"-1"89,1 3 0,-5 5 0,7 5 0,0 4 93,0 3 1,-5 5-1,5 9 1,-2 5-140,-5 3 1,-3 2-1,1 7 1,2-2-26,2-5 1,0-4-1,-7-11 1,0-2-355,0-4 261,0-16 1,0-16 0,0-17 0,0-10-32,0-2 0,0-7 1,3-1-1,1 1 22,4-1 0,6 3 0,-4 8 0,2-1-7,5 0 0,-5 10 0,3 5 0,1 4 49,4 3 1,-6 3 0,1 4 0,2 7 4,2 6 1,3 4 0,-3 3 0,-2 4-386,-2 3 0,-3-5 0,2 7 0,-4 1-372,0-4 0,-8-1 0,5-10 696,-4-1 0,-3 1 0,0 0 0</inkml:trace>
  <inkml:trace contextRef="#ctx0" brushRef="#br0" timeOffset="3589">3374 1634 8292,'0'22'1089,"0"0"-819,0 0 0,7 2 0,1 2 0,-3 3-133,-3-2 0,-2 4 1,0-2-1,0 0-212,0 3 0,0-8 0,0 5-1315,0-5 1390,0-2 0,0-10 0,0-2 0</inkml:trace>
  <inkml:trace contextRef="#ctx0" brushRef="#br0" timeOffset="3966">3418 524 8134,'-22'0'275,"0"0"1,3 2-93,4 5 1,-2 8 0,8 14-1,-1 5 13,0 0 0,3 7 1,7-5-1,0 5-95,0 3 0,0-3 0,2-5 0,3-7 186,3-5 1,8-9 0,-1-3 28,4-2 0,3-13 0,-2-14 1,-4-7-157,-1-5 1,-10-7 0,2 4 0,-5 1-244,-2-1 1,0 1 0,0 4 0,0-2-244,0 3 0,-2 1 0,-3 4 0,-2-1-596,2 0 0,0 3 1,0 2-1151,-2 2 2072,-10 10 0,15-4 0,-8 9 0</inkml:trace>
  <inkml:trace contextRef="#ctx0" brushRef="#br0" timeOffset="4302">3439 676 8091,'13'2'758,"-6"6"0,-2 1 0,0 8-586,2-2 0,2-1 0,-4 8 0,3 0-185,-4 0 0,8-3 0,1-2 1,1-3-234,1 3 0,-1-7 0,8-3 52,0-4 0,-1-3 1,1-3 178,0-4 0,-3-5 1,-2-10-1,-5-2 78,-2-5 0,5 2 0,-6-9 1,1 0 125,0 2 1,-1 0-1,-4 7 419,2-2 1,1 0-234,-8 8 1,0 11 0,0 10-117,0 12 0,0 7 0,0 3 0,0 2-208,0 5 0,0-2 0,0 7 1,0-3-536,0-4 0,0-3 0,2-2 0,3 0-552,2-1 1,10-8-1,-2-6-1392,4-5 2428,-7-11 0,17-4 0,-5-8 0</inkml:trace>
  <inkml:trace contextRef="#ctx0" brushRef="#br0" timeOffset="4452">4093 1 8201,'0'22'488,"0"-1"1,0 4-174,0 4 0,0 5 0,0 12 0,0 4-244,0 8 1,0 13 0,0 1 0,0 1-1372,0 2 0,0-10 1300,0 0 0,0-9 0,0-12 0</inkml:trace>
  <inkml:trace contextRef="#ctx0" brushRef="#br0" timeOffset="4618">3875 415 8682,'0'-22'506,"2"10"1,6 5-1,9 4-259,9 3 0,3 0 0,12-2 1,5-3-763,0-2 0,10-1 1,2 8 514,5 0 0,12-9 0,2-3 0</inkml:trace>
  <inkml:trace contextRef="#ctx0" brushRef="#br0" timeOffset="5002">4507 1569 9449,'2'-12'1254,"5"4"-1047,8 6 0,4 2 1,3 0-1,2-2-289,5-6 1,3 6 0,6-5 0,-4 4-423,-2 3 0,4-2 0,-7-3 0,-5-5-1572,-7-2 2076,2-2 0,-7-8 0,10 0 0</inkml:trace>
  <inkml:trace contextRef="#ctx0" brushRef="#br0" timeOffset="5134">4790 1112 8006,'-22'0'-79,"2"12"1,6 7-1,7 12 482,4 11 0,3-1 1,0 17-1,0 2-240,0 3 0,0 10 0,0-1 0,0-1-163,0-4 0,0-11 0,0-3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2:27.4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1416 7719,'-22'-22'735,"8"10"0,2 7 0,2 10-343,5 9 1,3 8-1,2 5 1,0 4-187,0 3 1,0 2 0,0 6 0,2-4-178,5-1 0,-2-4 0,10 4 0,2-8-21,2-5 0,3-5 0,-1-4 1,1-8-64,0-4 1,-7-6-1,-1-4 1,3-8-136,2-4 0,1-5 0,-3-5 0,-5-8-23,-3-4 0,-1-2 0,-8-1 0,2 1 62,5-1 0,-4 3 0,4 5 1,-5 7-69,-2 4 0,-2 6 154,-5 5 0,4 16 0,-4 20 1,2 12 113,-2 7 0,5 5 0,-6 2 1,6 5 96,2 3 1,2 0 0,6 2-1,6-7-3,5-5 0,6-13 1,4-6-1,7-10 151,5-10 0,3-16 1,-1-11-1,-2-11 142,-4-10 0,-6-1 1,-9-13-1,-3-1-261,-4 0 1,2 8 0,-10-5 0,-2 2-224,-3 0 1,-4 3-1,-5 9 1,-6 5-354,1 3 1,-5-1-1,8 8 1,-1 0-2615,0 5 3015,3 11 0,-3-1 0,-2 9 0</inkml:trace>
  <inkml:trace contextRef="#ctx0" brushRef="#br0" timeOffset="451">806 1721 8151,'-2'14'819,"-3"1"-472,-2 2 0,0-5 0,7 2 0,0 3-156,0 3 1,7 1-1,2 1 1,4 0-222,3 0 0,6-8 1,5-2-1,2-2-275,-2-5 0,-1-3 1,1-2-1,2 0 3,-3 0 0,-1-10 1,-4-4-1,1-5-87,0-3 0,-8-7 0,-1 0 0,-4 0 246,-4-3 0,5 8 0,-3-7 0,-2 2 153,-3 0 0,-2 0 0,-2 9 0,-3 3 210,-2 3 0,-10 11 1,5 3 79,0 12 0,-8 17 1,8 10-1,-2 10-116,-1 9 0,10-3 0,-2 3 0,2 3-119,-2 2 1,5 2 0,-6 0 0,6-2-399,2-5 1,0-4 0,0-11 332,0 1 0,10-1 0,2 1 0</inkml:trace>
  <inkml:trace contextRef="#ctx0" brushRef="#br0" timeOffset="1200">1460 893 8176,'-8'15'38,"1"-1"1,0 1 0,7 9 0,0 5 153,0 7 1,0 5 0,2 3 0,5 2-9,8 5 0,2-3 0,0 10 0,-5 0-172,-2-2 0,4 4 0,-7-9 0,-2-2-8,-2-3 1,-3-5-1,0-5 243,0-7 0,-3-14 0,-2-11-105,-2-8 0,0-9 0,7-11 0,0-2-239,0-3 1,0-8 0,0 8 0,2 3 2,6 1 0,1 4 1,8-1 212,-2 0 1,-1 10 0,8 5 0,-3 7-6,-4 7 0,4 5 0,-4 10 0,2 2-261,-3 5 0,6 5 1,-8 10-1,2-3-888,1-5 0,-8 5 1035,8-5 0,-11-4 0,6-1 0</inkml:trace>
  <inkml:trace contextRef="#ctx0" brushRef="#br0" timeOffset="1584">1917 1699 8219,'14'0'906,"1"0"1,-8 2-751,8 6 1,-10-4 0,2 11-109,-5 2 0,-2 2 0,0 3 0,0 0 10,0 0 1,-2 2 0,-3 2 0,-5 6 59,-2 2 1,0 0-1,-2 4 1,4-4 3,0-2 1,8-3 0,-5-8 6,4 1 0,6-2 0,4-6-302,7-7 0,13-7 1,2-7-1,0-7-429,2-6 1,-4-2 0,7 1 601,-3-1 0,8-10 0,-5-1 0</inkml:trace>
  <inkml:trace contextRef="#ctx0" brushRef="#br0" timeOffset="1953">2331 762 8052,'-10'-12'-136,"-2"-5"0,-7 8 0,2-1 49,2 0 1,1 3-1,-8 10 1,2 4 339,6 7 0,-5 15 0,6 8 0,-1 4-60,-1 2 1,11 1 0,-4-1 0,6-1-88,2-6 1,2 3 0,6-13 0,6-4 190,5-5 0,3-12 1,0 2-1,0-5 33,0-2 1,-1-9 0,1-6 0,-3-7-52,-4-7 1,-5 3 0,-8-8 0,3 0-293,2 0 0,0 0 1,-7-4-1,0 4-408,0 2 1,-7-4 0,-3 5 0,1-1-1083,-1 1 1,-4 2 1502,6 7 0,-9 0 0,5 0 0</inkml:trace>
  <inkml:trace contextRef="#ctx0" brushRef="#br0" timeOffset="2300">2352 828 7932,'0'14'724,"0"1"0,8-1 1,1 6-583,3-6 0,-4 3 0,6-7 55,3 2 0,3-5 0,1 5-153,1-2 1,0-3 0,0-9 0,-3-5 2,-4-8 0,1 3 0,-6-3 0,0-2 15,-1-2 1,8-10 0,-4 0 0,-1 2-77,-5 3 0,3 2 0,-3 1 34,-2-1 1,-1 3-1,1 2-6,3 2 0,-1 13 0,-7 2 82,0 12 0,0 14 0,0 6 0,0-1-119,0 1 0,0 4 0,0-7 0,0-2-480,0-3 0,2 5 0,3 0-623,2-2 1,10-13-1,-2-7 1126,4-4 0,3-23 0,0-4 0</inkml:trace>
  <inkml:trace contextRef="#ctx0" brushRef="#br0" timeOffset="2468">2984 109 8088,'0'22'335,"0"2"0,0 5 0,0 7-158,0 6 0,0 11 0,0 7 0,0 11-427,0 8 1,0 6 0,0 2 0,0-2 249,0-5 0,10-5 0,2-10 0</inkml:trace>
  <inkml:trace contextRef="#ctx0" brushRef="#br0" timeOffset="2636">2723 654 8052,'0'-15'342,"0"1"0,9 9 0,6-3 1,4 6-206,3 2 1,9 0 0,6 0 0,4 2-472,2 6 334,-9-6 0,17 17 0,-5-6 0</inkml:trace>
  <inkml:trace contextRef="#ctx0" brushRef="#br0" timeOffset="3085">3267 0 8219,'12'10'-7,"0"-5"1,-5 12 0,8 7 141,4 10 1,6 19 0,1 12 0,6 15 160,2 12 0,-20-41 0,1 2 0,1 8 0,-1 2 0,-1 5 0,-1 2-75,-2 3 0,-3 1 0,-3 2 0,-3 1 0,2 0 0,-3 0 0,-3 2 0,-3 0-254,-5 0 1,-2 1 0,-2 7 0,-3 1 0,-4-5 0,-2-2 0,2-4 0,-2-1 76,2-8 0,-1-1 0,1-7 0,1-1 0,0-8 1,1-1-1,-15 40-429,3-15 1,-6-15 0,6-21 0,0-8-525,-1-6 1,3-8-1,10-20 909,4-4 0,15-5 0,12-10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2:48.4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253 915 8146,'0'12'533,"0"9"1,0 21 0,2-4 0,3 8-619,2 5 1,3 2 0,-5-2 0,4 7-862,3 5 946,-7 2 0,15 10 0,-8 3 0</inkml:trace>
  <inkml:trace contextRef="#ctx0" brushRef="#br0" timeOffset="183">57 1764 8088,'-22'0'1862,"0"0"-897,10 0 0,29-3 0,19-1-862,8-4 1,11 1 0,3 7 0,5 0-224,3 0 1,-1-7-1,0 0 1,3 2-1021,5 2 0,-13 3 1140,5 0 0,-4 0 0,4 0 0</inkml:trace>
  <inkml:trace contextRef="#ctx0" brushRef="#br0" timeOffset="516">78 2199 8088,'0'-14'-123,"3"2"1,4 0 462,8 0 0,4 4 1,5-6-1,5-3 56,7-2 1,6 4 0,4 1 0,2-1-159,3 3 0,0 2 1,-8 10-1,1 0-128,-1 0 0,-11 3 0,-11 4 0,-11 10-68,-7 9 1,-3 1 0,-5 9 0,-7 3 0,-10 2 1,-15 3 0,1-1 0,-5 3-183,-2 5 0,1-7 1,4-1-1,4-11-177,2-8 1,11-5 380,6-4 1,13-6 0,2-11-1,14-5-140,13-8 1,7-4 0,9-3-1,1 0-87,-1 1 0,3 6 1,3 3-1,1 0-1238,-1 0 1400,-3 7 0,7-14 0,3 6 0</inkml:trace>
  <inkml:trace contextRef="#ctx0" brushRef="#br0" timeOffset="850">1864 479 8156,'-22'0'0,"0"0"0,1 0-61,-1 0 1,-2 17 0,-5 10 0,-8 11 404,-4 16 1,-2 16 0,-1 12 0,22-37 0,1 2-100,-2 3 0,2 2 1,0 8-1,1 3 1,2 2-1,2 1 1,4-1-1,2 0-19,4-1 1,3-2-1,1-2 1,1-1-1,2-4 1,1-1-1,1-2 1,3 0-157,16 42 0,2-9 0,12-22 0,3-5-454,2-8 1,8-6-1,-3-8 1,-5-7-665,0-4 0,-7-13 1048,2-5 0,0 5 0,8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2:46.9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305 0 8135,'-14'0'54,"1"3"118,4 4 0,-1-2 0,5 12 0,-2 7 23,2 10 1,3 10 0,2 6 0,0 11 9,0 9 1,0 17-1,0-36 1,0 2-1,0 3 1,0 2-49,0 3 1,0 1 0,0 2 0,0 1 0,0 0 0,0 0 0,0 2 0,0-1-145,0 3 1,0 0 0,0-1 0,0 0 0,0 3 0,0 0 0,0 0 0,0-1 67,0-2 1,0-1 0,0 1 0,0 0 0,0-1 0,0 1 0,-1 3 0,-1 1-66,-1 3 1,-1 0 0,3-1-1,0 0 1,-4 5 0,0 1-1,1-1 1,1 0-118,0 0 0,-2 1 1,-3 0-1,-1 0 1,3 5-1,0 2 1,-1 1-1,0 0 162,-1 1 0,1-1 0,4 1 1,-1 1-1,-2 0 0,0 2 0,0 3 1,0 1-105,2-29 0,0 0 0,0 0 1,-2 27-1,0 0 0,-3 1 0,1-1 1,1-4-1,-1-1 60,-1-1 0,1-2 0,3-3 0,1-1 1,0-3-1,0-1 0,3-4 0,0-3-121,1-5 1,0-1 0,0-5-1,0-2 1,0-6 0,0-2-1,0 44-143,0-4 0,-7-15 0,-1-7 0,4-10-935,1-5 1,3-2 1181,0-8 0,0-6 0,0-1 0,0 0 0</inkml:trace>
  <inkml:trace contextRef="#ctx0" brushRef="#br0" timeOffset="680">937 1525 9182,'-13'10'338,"4"2"0,6 12 1,-1 2 47,-4 3 1,1 13 0,7 1 0,0 13-5,0 7 0,0 2 0,0 3 0,0 2-188,0 3 1,0 9 0,0-5 0,0-2-236,0-9 1,0-6-1,0-14 1,2-7 217,6-5 0,-3-8 94,9-11 1,1-6 0,6-9-117,1 0 0,2 0 1,3-2-1,2-3-88,-2-2 1,-3-3 0,-2 5 0,-1-2-777,1 2 1,0 3 0,0 2-1150,-1 0 1,1 0 793,0 0 0,0 0 1064,0 0 0,-1 10 0,1 2 0</inkml:trace>
  <inkml:trace contextRef="#ctx0" brushRef="#br0" timeOffset="980">1568 2592 10273,'10'-12'2783,"-5"2"-2380,9 10 1,-7 0-1,8 0 1,2 0-519,2 0 0,10 0 0,3 0 1,2 0-518,4 0 0,-4 0 0,2 0 0,6 0-2434,6 0 3066,-12-10 0,25-2 0,-15-9 0</inkml:trace>
  <inkml:trace contextRef="#ctx0" brushRef="#br0" timeOffset="1114">2243 2331 8117,'-22'-8'0,"1"-1"514,-1-3 0,0-1 0,-2-1 0,-3 7-26,-2 4 1,-10 3 0,6 0 0,-4 0-426,1 0 0,-3 0 0,-7 3 0,0 1-604,5 4 541,3-1 0,4 3 0,2 2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2:54.5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368 520 7481,'-21'0'1960,"6"3"-1606,1 4 0,9 5 0,-2 12 0,4 3-131,3 2 1,0 7 0,3-4 0,1 2-173,4 4 1,9 3 0,-3 3 0,5 0-441,3-1 0,0-2 0,2-5 1,3-6-157,2-6 0,10-5 0,-6-2 0,4-5-244,-1-2 1,-7-3 788,7-7 0,1-19 0,6-5 0</inkml:trace>
  <inkml:trace contextRef="#ctx0" brushRef="#br0" timeOffset="200">129 716 8210,'-29'0'-321,"0"0"0,0 0 0,9 3 368,6 4 1,7-5 0,14 6 445,7-6 1,16-2 0,6 0-1,5 0-393,3 0 1,6 0 0,1 0 0,0 0-243,2 0 0,0 0 0,8 0 0,-5 0 142,-3 0 0,7 0 0,-4 0 0</inkml:trace>
  <inkml:trace contextRef="#ctx0" brushRef="#br0" timeOffset="470">1109 738 8210,'-3'-19'831,"-4"4"0,-7 8-17,-6 5 0,-1 2 0,-4 0 1,-4 0-213,-7 0 0,2 9 1,0 6-1,3 7-499,4 7 1,3-5 0,2 5 0,3-5-432,4-2 1,6 0 0,9-1 0,0 1-357,0 0 1,9-8 0,8-2-1,8-2 128,4-5 0,2-3 1,-4-2-1,2 0 380,-3 0 0,-2-7 0,-2 0 0,0 2 666,0 3 1,0 2 0,-1 0 96,1 0 1,-7 0 0,-1 0-906,3 0 0,2 9 318,3 6 0,0 4 0,0 3 0</inkml:trace>
  <inkml:trace contextRef="#ctx0" brushRef="#br0" timeOffset="719">1305 825 8644,'0'22'679,"0"-8"1,0 1 402,0 2 1,0-5 39,0 3 0,0-1 600,0 8-1495,0-10 0,0-5 1,0-14-840,0-8 1,0-4-1,2-3 1,3 1-814,2-1 1,8 0 1424,-8 0 0,10 0 0,-5 1 0</inkml:trace>
  <inkml:trace contextRef="#ctx0" brushRef="#br0" timeOffset="1152">1784 673 8210,'-22'0'204,"3"-3"127,4-4 1,-4 5-304,4-6 0,-4 6-172,-3 2 0,8 7 1,2 3 119,2 2 0,3 3 0,7 6 0,2 4 99,5 4 1,-2-5 0,10 7-1,2 1 95,2 4 0,3 5 0,0 3 0,-1-1 306,1 1 0,-7 7 0,-3-1 0,-3 1 13,-4 2 1,-5-7 0,-7 5 0,-10-7-143,-9-8 1,-1-5-1,-7-9 1,0-2-337,0-6 0,8-4 1,-3-13-1,7-6-95,7-13 0,-2-2 0,10-10 1,2 0-726,3 0 0,12 0 0,4-4 0,8 1-184,7-1 0,-3 6 0,8 3 1,0 5 651,0 2 1,0 0 0,2 3-1,-4 2 341,-1 2 0,-7 11 0,5-4 0,5 6 0,0 2 0</inkml:trace>
  <inkml:trace contextRef="#ctx0" brushRef="#br0" timeOffset="1402">2111 1065 8210,'19'-22'0,"-2"0"0,-3-2 46,3-5 0,-5 5 1,1-5-1,-1 2 262,0-2 1,-7 5 0,2-5 0,-5 5-32,-2 2 1,-2 0 0,-3 0 0,-5 1 279,-2-1 0,-2 10 1,-8 4-252,0 6 1,0 2 0,1 0-7,-1 0 0,7 10 0,1 4 0,-1 6 70,3 1 1,-5 1 0,10 2 0,2 3-127,3 2 1,2 2 0,0-4 0,0 2-169,0-2 1,9-3 0,6-5-1,4-2-378,3-2 0,0-8 0,0 5 0,2-2-965,5-5 0,-3-3 0,8-4 0,0-6-2446,0-6 3713,2-6 0,-2-11 0,-2-3 0</inkml:trace>
  <inkml:trace contextRef="#ctx0" brushRef="#br0" timeOffset="1603">2699 19 8190,'9'-12'772,"-6"5"-323,4 14 0,-2 15 1,0 14-1,2 6-5,-2 1 1,0 8 0,-1 2 0,6 3-163,2 4 1,0 10 0,5 5 0,-2 0-583,2 0 1,-5 5 0,0-7 0,0-5-512,0-8 1,-5-14 0,5-12 810,-2-3 0,-3-1 0,-7-9 0</inkml:trace>
  <inkml:trace contextRef="#ctx0" brushRef="#br0" timeOffset="1752">2415 651 8190,'0'-15'72,"0"1"1,3-1 279,4 3 0,15-5 1,17 8-1,9-1 18,10 0 0,22-7 1,7 3-1,5-3-282,5 2 1,0-4-1,-46 12 1,2 0-89,-2-2 0,-1-2 0,42-20 0,-43 14 0,-1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2:53.0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433 0 8559,'-19'10'533,"2"5"0,5 4-272,2 3 1,-4 9-1,4 5 1,0 6-54,1 1 1,-6 1 0,8 2-1,0 4-26,-3 8 1,8-2 0,-6 0 0,6-3 60,2-5 1,10-9-1,4-5 1,5-3-97,3-4 1,2-10-1,3-5 1,4-2-288,3-5 1,-7-3 0,2-2 0,-5-2-412,-2-6 0,0-1 1,-3-8-1,-4 2-121,-8-2 0,3-9 0,-3-3 0,-2 0-240,-3-3 0,-12 6 912,-4-11 0,-5 1 0,-3-8 0</inkml:trace>
  <inkml:trace contextRef="#ctx0" brushRef="#br0" timeOffset="151">194 240 8199,'-41'-7'165,"4"-1"1,-1-1-1,9 4 1612,2-2-1509,12-1 0,8 8 0,14-2 0,10-3-125,10-2 1,7 0-1,9 7 1,1 0-266,0 0 1,6 0 0,4 0 0,1 0-615,6 0 1,-8 0-1,0 0 736,0 0 0,-7 9 0,8 3 0</inkml:trace>
  <inkml:trace contextRef="#ctx0" brushRef="#br0" timeOffset="487">1087 784 10683,'9'12'0,"6"-4"144,4-6 0,10-2 0,3 0 0,2 2-471,4 6 0,11-6 0,1 5 0,-4-2-2060,-7 2 2387,2-4 0,-7 7 0,10-10 0</inkml:trace>
  <inkml:trace contextRef="#ctx0" brushRef="#br0" timeOffset="703">1152 567 8321,'-22'0'945,"0"0"-686,10 0 1,5 0 0,14 0-1,10-3 193,10-4 1,-1 4 0,11-4 0,1 5-337,4 2 1,1-8-1,1 1 1,-1 2-975,1 3 0,-3 2 0,-2-2 858,-3-6 0,0 6 0,8-8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3:02.7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3093 1547 8096,'22'-3'261,"-1"-4"0,1 5 1,2-8-1,5 3 211,8-1 0,4-1 1,2 4-1,1-2-273,-1 2 0,1 2 0,-3 3-199,-5 0 0,6-9 0,-9-3 0</inkml:trace>
  <inkml:trace contextRef="#ctx0" brushRef="#br0" timeOffset="480">4051 719 8118,'0'-12'932,"0"2"0,0 27 0,0 8-304,0 6 0,0 5 0,0 10 0,0 5-160,0 7 0,0 5 0,0 2 0,2 1-500,6-1 0,-4-7 0,13-2 0,5-3-152,5-5 1,9-14-1,-4-10 1,1-9-180,6-5 0,5-3 0,2-7 0,0-2-677,-5-6 0,-10-4 0,3-10 1,-2 1 1039,-6-1 0,-2-10 0,-2-2 0</inkml:trace>
  <inkml:trace contextRef="#ctx0" brushRef="#br0" timeOffset="666">3833 1068 7879,'-29'7'-500,"0"0"1365,0 0 0,27-7 0,11 0 0,16 0-378,11 0 1,5 0-1,3 0 1,1 0-895,6 0 1,5-7 406,9 0 0,1-10 0,-1 5 0</inkml:trace>
  <inkml:trace contextRef="#ctx0" brushRef="#br0" timeOffset="1033">5074 349 8231,'37'63'0,"-3"-3"382,-3-2 1,-2 3-1,-7 12 1,-3 6 440,-4 6 0,-6 2 1,-9 0-1,0 0-300,0 1 1,-12 3 0,-7 6 0,5-46 0,-1 0-454,-2-2 0,0-1 1,-12 41-1,-7-9 1,-1-7-1254,4-6 0,1-13 1183,10-11 0,-9-9 0,-3-12 0</inkml:trace>
  <inkml:trace contextRef="#ctx0" brushRef="#br0" timeOffset="1581">5510 284 8311,'0'-22'144,"0"0"1,0 0 512,0 1 0,2 6 0,6 1 0,6-3 15,6-3 0,9-2 0,2 1 1,3-1-135,5 0 1,2 8 0,2 2-1,1 2-164,-1 5 0,-1 3 1,-6 4-1,-10 5-153,-9 8 0,-7 7 0,-10 4 1,-2 6-72,-6 1 1,-11 4 0,-12 6 0,-3 1-144,-5-1 1,8 1 0,-1-3-1,3-5 55,0-7 0,7 3 0,10-3 630,2-2 1,6-6-188,11-6 0,12-5 0,13-10 0,2 0-647,4 0 1,3 0 0,3-3 0,-1-2-1004,1-2 0,-8 0 0,1 7 1,1 0-3789,3 0 4933,-7 0 0,7-10 0,-7-2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4:14.6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153 283 8217,'-22'0'-7,"10"0"0,-7-7 1273,4 0 1,3-3 1826,-3 3-2430,11 4 1,-1-6-1,17 9-358,10 0 0,7 0 0,0 0 1,7 0-415,5 0 0,3 2 0,-1 3 1,1 2-544,-1-2 0,-6 0 0,-1 0 0,0 2-2631,-2-2 3283,-2-3 0,-1-2 0,3 0 0</inkml:trace>
  <inkml:trace contextRef="#ctx0" brushRef="#br0" timeOffset="183">610 22 8205,'-22'0'207,"1"0"1,-9-2-1,-1-3 1,0-3 427,-1 4 0,-4 1 0,4 3 1,-2 0-350,-4 0 1,-3 0 0,0 0 0,2 0-637,2 0 0,8 0 0,-4 0 350,1 0 0,3 0 0,7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4:33.45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0 414 8073,'10'-21'0,"-8"-1"0,6 0 527,-6 0-57,-2 10 0,0 29 0,0 22-50,0 12 1,-7-1 0,0 8-1,2 3-77,2 2 0,3-5 1,0 2-1,0 3-611,0 0 0,0 5 1,0-15-1,0-2-1357,0-5 0,8 2 1625,-1-11 0,10-6 0,-5 1 0</inkml:trace>
  <inkml:trace contextRef="#ctx0" brushRef="#br0" timeOffset="180">458 806 8087,'14'0'488,"1"0"0,-1 0 1,8 0-1,0 0-403,0 0 0,-1 0 0,3 0 0,3 0-649,2 0 0,3 0 1,-6 0 563,3 0 0,0-9 0,-7-3 0</inkml:trace>
  <inkml:trace contextRef="#ctx0" brushRef="#br0" timeOffset="346">632 327 8087,'-20'24'739,"6"5"-556,7 8 0,4 6 0,3 8 0,3 7-28,4 5 0,-2 12 1,9 3-1,3 1-727,3 1 1,9-2 571,0 1 0,0 6 0,-7-7 0</inkml:trace>
  <inkml:trace contextRef="#ctx0" brushRef="#br0" timeOffset="765">1873 937 8177,'0'12'917,"0"-2"1,10-13 0,4-4 0,3-10-836,-2-10 1,11-6-1,-4-11 1,2 1-112,1-1 1,-4 0 0,-1 1 0,-3 2-100,-3 4 0,-9-1 1,2 9-1,-7 2 201,-7 3 0,-8 12 1,-14 4-1,-4 6 313,-1 2 0,-7 10 0,4 7 1,-4 9-37,-2 11 0,1 6 1,6 6-1,7 4-132,5 2 0,12-4 0,5 7 0,4 0-339,3-2 1,5-3 0,9-9-1,16-3-354,8-5 1,15 1-1,6-13 1,3-7-512,4-5 0,2-5 0,4-9 986,8-6 0,-5-13 0,0-13 0</inkml:trace>
  <inkml:trace contextRef="#ctx0" brushRef="#br0" timeOffset="1182">2374 88 7786,'0'-22'970,"0"10"0,5 2 1,7 10-1,10 0-622,2 0 1,10 0 0,2 0 0,8-2-286,6-6 0,-4 6 1,8-5-1,-4 4-594,1 3 0,-10-7 531,-12 0 0,5 0 0,0 7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4:32.0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1796 9566,'22'0'214,"0"0"0,0 0-140,-1 0 0,3 0 0,3 0 0,5 0-75,1 0 1,-4 0-1,5 0 1,0 0-77,0 0 1,-5 0 0,5 0-1,0 0-75,0 0 1,0 0 0,2 0 0,-5 0 82,1 0 1,-6 0-1,8 0 1,-2 0 78,-6 0 0,-1 0 0,-4 0 0,1 0 25,0 0 0,0 0 0,-1 0 0,1 0-31,0 0 0,0 0 0,0 0 1,-1 0-56,1 0 1,0 0 0,0 0 0,2-3 34,5-4 0,-5 4 0,5-4 0,-5 5 38,-2 2 0,0-7 1,0-1-1,-1 3 138,1 3 0,0 0 0,0-3 0,0-2-116,-1 2 1,1 2 0,0 3-1,0 0-101,-1 0 0,1-7 1,0 0-1,0 2 81,0 2 0,7 3 0,0 0 1,0 0 16,2 0 1,-4 0-1,7-2 1,-3-3 41,-4-2 1,7 0 0,-1 7 0,1 0-36,-5 0 0,3 0 1,-3 0-1,0 0-38,2 0 1,-4 0 0,7 0 0,0 0-41,0 0 1,-5 0-1,7 0 1,0 0 10,-2 0 1,5 0 0,-8 0-1,3 0 57,5 0 0,-5 0 0,0 0 1,-1 0 6,1 0 0,-5 0 0,5 0 1,-2 0-45,-6 0 0,1 0 0,-1 0 0,6 0 14,2 0 0,-8 0 0,6 0 1,-3 0-2,0 0 1,10 0 0,-3 0 0,3 0-2,-3 0 0,5 0 0,-5-3 1,8-2-19,7-2 0,-5-2 0,5 4 1,-3-3 7,3 4 0,-3-6 0,8 3 0,-3 2 39,-5 2 1,-2-4-1,-2 0 1,2 2-17,5 3 1,-5-1 0,5-2 0,-6-2-45,-1 2 1,0 3 0,-1 2 0,3 0-50,5 0 1,-5 0-1,5 0 1,-5 0 58,-3 0 1,1-3-1,-1-1 1,1-4 2,-1 3 0,3 3 1,3 2-1,2 0 13,-3 0 1,-2 0 0,-2 0-1,-1-2-2,1-6 0,-1 6 1,1-5-1,-1 4-4,1 3 1,-1 0-1,1 0 1,0 0-7,-1 0 0,-7 0 0,1 0 1,4 0-54,7 0 1,-9 0-1,4-2 1,-1-3-24,-1-2 1,5-1 0,0 8-1,0 0 95,-5 0 1,-3-2 0,6-3 0,0-2-2,-1 2 1,1 3 0,-1 2 0,1 0-6,-1 0 1,1 0 0,-1 0-1,1 0-7,0 0 1,-1 0 0,1 0-1,-1 0-12,1 0 1,-1-3 0,1-2 0,-1-2 2,1 2 1,2 3 0,2 2 0,3 0 13,-2 0 0,-3 0 0,-3 0 1,3 0 26,5 0 1,-5 0 0,2 0 0,-7 0 18,-4 0 1,1 0-1,8 0 1,0 0-61,-5 0 0,-2 0 0,5 0 0,-1 0-11,1 0 0,-3 0 0,-2 0 0,-3 0 39,3 0 0,2 0 0,2 0 0,1 0 40,-1 0 1,1 0 0,2 0 0,2 0-51,3 0 0,0 0 0,-7 0 0,2 0-21,4 0 1,-4 0-1,5 0 1,-2 0 3,1 0 1,-4 0-1,5 0 1,-3 0 0,3 0 1,-5-7 0,5-1 0,-3 4 1,3 1 1,-2 3 0,6 0 0,-1 0 10,-6 0 0,0 0 1,1 0-1,2 0-11,-3 0 0,-2 0 0,-3 0 0,1 0-8,0 0 1,2 0 0,0 0-1,-1 0 8,-3 0 1,-4 0 0,3 0 0,1 0 0,1 0 1,-11 0 0,9 0-1,-5 0 2,-2 0 1,2 0 0,5 0 0,-2 0 1,-3 0 0,1 0 1,4 0-1,-3 0-14,-1 0 0,-3 0 1,4 0-1,-1 0 44,1 0 1,-4 0 0,3 0-1,-1 0-23,-2 0 1,7 0-1,-7 0 1,2 0-19,0 0 1,-7-7 0,8 0 0,-1 2-33,-2 2 0,7-4 0,-5 0 0,5 2 18,3 3 1,-3-6-1,-2 1 1,-1 2 35,8 3 0,-2-5 0,7-1 0,-5 3 7,-3 3 0,3 2 0,3 0 0,2 0-9,-3 0 0,-2 0 0,0 0 0,2 0-4,3 0 1,2 0-1,-4 0 1,2 0 13,-3 0 1,5 0-1,0 0 1,1 0 32,-1 0 1,5 0 0,-5 0-1,3 0-32,4 0 0,3 0 0,3 0 1,-1 0-7,0 0 1,0 0-1,1-2 1,2-3 61,4-2 1,-4-3 0,4 5-1,1-2-14,7 2 0,-7 0 1,11 0-1,-4-2-31,-3 2 0,-2 3 0,8-1 0,1-2-20,-1-2 0,-11 0 0,3 7 1,-2 0 23,-1 0 0,1-7 1,-10-1-1,-5 4 208,-7 1 1,-3-4 0,1 0 0,-1 2-122,-7 2 0,-5 3 1,-9 0-2059,2 0 208,0 0 1726,-26 0 0,-6 0 0,-19 0 0</inkml:trace>
  <inkml:trace contextRef="#ctx0" brushRef="#br0" timeOffset="898">6838 10 8075,'19'-2'834,"-4"-6"0,2 8 1,-10 0-285,-2 12 0,-3 15 0,-2 4 0,3 6-104,4 9 0,-5 7 0,6 15 1,-6 4-533,-2 8 0,2-5 1,3-2-1,3-8-443,-4-7 0,6-2 0,0-10 529,2-3 0,-7 6 0,4-15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4:35.9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131 490 9632,'-12'9'276,"2"3"0,10 13 0,0 4-138,0 7 0,0 8 1,0 4-1,0 5-57,0 3 1,-2 2 0,-3 7 0,-2 1-29,2-1 0,3-7 0,2-2 1,0-6-79,0-8 1,2-9-1,5-11 113,8 0 1,4-10-1,3-5 1,0-7-202,0-7 1,-1-5 0,4-10 0,1 0-213,3 1 0,0-1 0,-7 0 1,2 0 12,5 1 312,-5-1 0,8 0 0,-10 0 0</inkml:trace>
  <inkml:trace contextRef="#ctx0" brushRef="#br0" timeOffset="217">66 490 8108,'-22'0'27,"3"-3"361,4-4 0,6 2 155,9-9 1,9 6 0,6-4 0,7 0-538,7 0 0,4 5 1,11-5-1,0 0-674,-1 0 1,1 7 667,-1-3 0,1-4 0,-1 0 0</inkml:trace>
  <inkml:trace contextRef="#ctx0" brushRef="#br0" timeOffset="864">654 620 7917,'10'12'2290,"-8"-2"-1331,8-10-589,-10 0 0,0 3 1,0 4-99,0 7 1,0 8 0,0 5 0,0 4-145,0 3 1,7 0-1,0 5 1,0-3-154,3 3 1,-5-1-1,7-1 1,0-8-35,0-5 1,-5-2 0,8-3-38,2-4 0,0-8 0,0-17 0,-3-12 16,3-12 0,3-2 0,1-5 0,1-5 34,0 0 1,0 0 0,-3 3 0,-2 1-323,-2 6 1,-8-3 0,5 10 0,-2 0-1103,-6-2 0,-1 7 431,-3-5 1,-3 12 1038,-4 2 0,-5 10 0,-10-4 0</inkml:trace>
  <inkml:trace contextRef="#ctx0" brushRef="#br0" timeOffset="1097">915 577 8129,'0'22'-1185,"0"-1"1261,0 1 0,-7 0 0,0 0 0,2-1 434,2 1 0,3 0 1,0 2-1,0 3-234,0 2 1,8 2 0,1-4 0,1 4 107,0 3 0,7 0 1,-3 2-10,6-7 1,1-4 0,1-6 42,0-4 0,0-8 0,-3-14 1,-2-10-144,-3-10 0,-1 0 0,1-9 0,-4-3-110,-1-2 0,-4-2 1,7-1-1,-2 1-681,-5-1 0,-3 3 1,-2 2-1,3 5-1194,4 3 1,-5-5 1709,6 7 0,-6-1 0,-2 9 0</inkml:trace>
  <inkml:trace contextRef="#ctx0" brushRef="#br0" timeOffset="1600">1242 991 10601,'0'-22'116,"2"2"-96,5 6 0,-2-3 0,10 10-352,2 2 0,-5 2 0,2 3 118,3 0 1,-7 3 0,-3 4 132,-4 8 0,-3 4 0,0 3 0,0 0-100,0-1 1,0 1 0,-3 0 0,-2 0-220,-2-1 1,0-6 0,7-1 240,0 3 0,0-4 1,2 1 279,6 3 1,-4-7 0,9-1 0,-1-1 414,0-1 0,-5 7 0,5-4 844,-2 2 1,4 3-868,-6 6 1,-11-1 0,-11-3 0,-6-5-332,-2-3 0,-7 6 0,0-8 1,0-2-907,-2-2 1,7-3-1,-5-3 724,4-4 0,-6-5 0,-3-10 0</inkml:trace>
  <inkml:trace contextRef="#ctx0" brushRef="#br0" timeOffset="2314">1656 403 8894,'14'21'560,"-2"1"0,0 2-370,0 5 1,-4-2 0,6 9-1,1 3 21,-3 2 1,7 3 0,-7 2 0,0 2-481,-4 3 0,-6 0 0,-2-8 0,0-2-329,0-4 1,-2-6 525,-6-9 1,3-12 0,-7-10 52,3-13 1,1-6 0,8-3 0,0-2 40,0-5 0,10 5 1,5-5-1,4 5 105,3 2 1,-8 10-1,1 2 1,2 3-4,2 0 0,3-1 1,0 8-1,-1 3-89,1 4 0,0 3 0,-3 7 0,-2-3-234,-2 3 0,-10 2 1,4 3-1,-1 0-1756,-1 0 1955,0 0 0,-7 9 0,0 3 0</inkml:trace>
  <inkml:trace contextRef="#ctx0" brushRef="#br0" timeOffset="2514">2244 882 8049,'7'14'0,"0"1"264,-2 2 0,-3 2 0,-2 5 1,0 3-81,0 2 1,0 2 0,0-4 0,3 4-291,4 3 1,-5-7-1,6 2 1,-6-5-799,-2-2 1,0 0 903,0-1 0,10 1 0,2 0 0</inkml:trace>
  <inkml:trace contextRef="#ctx0" brushRef="#br0" timeOffset="2916">2352 294 8049,'0'-22'96,"-2"10"1,-3 7 4,-2 10 1,-3 7 0,5 12 0,-2 3 64,2 2 1,-4 9 0,1-4 0,4 3-17,1-1 1,3-9 0,0 2-1,3-5 460,4-2 0,5-3-151,10-5 0,-1-4 0,-1-12-291,-6-6 1,-4-4 0,-10-12-1,0-2-224,0-3 1,0-1-1,0 9 1,0-1-544,0 0 1,-7 0-1,-1 1 1,1 1-1849,-2 6 2447,6-6 0,-16 8 0,7-10 0</inkml:trace>
  <inkml:trace contextRef="#ctx0" brushRef="#br0" timeOffset="3266">2461 403 7328,'15'0'426,"-1"0"1,-6 0 24,6 0 0,-7 7 0,5 3-232,-2 2 1,-3-5 0,-4 5 0,2 0 88,2 0 0,3-5 0,-3 8-341,7 2 1,-2-7-1,3-1-89,2 1 1,2-8-16,3 6 1,0-16 149,0-6 0,-10-6 758,-5-1-181,5-1-131,-10 10 1,1 5-375,-10 14 0,-1 5 1,8 10-604,0-1 0,0-6 0,3-3-773,4-2 1,3-1 0,7-4-353,-3 3 1643,1-1 0,6-27 0,1-4 0</inkml:trace>
  <inkml:trace contextRef="#ctx0" brushRef="#br0" timeOffset="3416">3006 163 7326,'7'-44'0,"0"3"-367,-2 5 0,0 12 1028,2 9 1,-4 13 0,4 2-319,-5 12 1,-2 17 0,0 5 0,3 2-162,4 1 1,-5-1-1,6 7 1,-6 1-272,-2-1 1,0 1-1,2 0 1,3-1-1720,3 1 1808,-1-1 0,-7 1 0,0-1 0</inkml:trace>
  <inkml:trace contextRef="#ctx0" brushRef="#br0" timeOffset="3583">2853 381 8049,'-12'0'-52,"5"0"0,17-3-20,11-4 0,4 5 0,8-6 0,1 6-359,0 2 1,5 0 430,12 0 0,-5 0 0,7 0 0</inkml:trace>
  <inkml:trace contextRef="#ctx0" brushRef="#br0" timeOffset="3833">3311 838 8130,'-15'0'2019,"1"0"-1571,9 0 0,5 0 1,14 0-1,6 0-591,1 0 1,4 0 0,1 0-1,3 0-815,-2 0 1,-3 0 957,-2 0 0,9-10 0,3-2 0</inkml:trace>
  <inkml:trace contextRef="#ctx0" brushRef="#br0" timeOffset="4016">3485 511 8060,'-7'15'137,"-1"0"0,-6-1 0,6 10 0,4 3 284,1 2 1,-4 7-1,0-2 1,2 5-56,2 7 1,3-5 0,0-5 0,0 3-287,0 2 0,0 3 0,0-3 0,0-5-80,0-7 0,-9-5 0,-3-2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4:40.9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22 763 8101,'-7'22'-35,"0"0"153,2-1 1,3 8 0,2 3 0,0-1 132,0 1 0,0 7 0,0-3 0,2 5-81,5 3 0,-2-11 0,10-4 1,-1-4 131,-2-4 0,8-8 0,-6-6 0,5-5 19,3-2 1,0-9 0,0-8 0,2-10-202,5-9 0,-12-5 1,5-5-1,-5-3-189,-5-2 0,7-9 1,-7 4-1,0 1-250,-4 4 0,-6 5 0,0 5 0,3 2-453,2 3 0,1 9 1,-11 0 771,-4 10 0,-5 8 0,-10 9 0</inkml:trace>
  <inkml:trace contextRef="#ctx0" brushRef="#br0" timeOffset="236">240 807 8101,'0'21'-31,"2"1"137,6 0 0,-6 7 1,5 0-1,-2-2 250,3-3 1,-6-2-1,5 2 1,-2 2-18,2 4 0,-4-1 1,6-8-1,-1 1 268,-1 0 0,7-8-135,-6 1 1,9-13 0,-5-4-285,0-17 0,5-13 1,-8-11-1,1-1-190,0 0 1,4-2 0,-4-2-1,0-3-731,-1 3 1,1 2 0,-5 5 0,5 2-632,2 3 0,-8 9 1364,4-2 0,4 5 0,0 2 0</inkml:trace>
  <inkml:trace contextRef="#ctx0" brushRef="#br0" timeOffset="569">545 1068 8089,'0'22'0,"0"0"-91,0-1 0,2 1 0,6 0 312,6 0 0,-2-1 0,3-1 0,2-6-129,2-6 1,10 1 0,0-1 0,-2-4-53,-3-1 0,-2-10 0,-1-3 0,1-2-94,0-5 0,0-10 0,-3-2 0,-2 3-24,-2 1 0,-11-4 0,4-2 0,-6-1 56,-2 1 1,0 2 0,0 7 654,0 0-379,0 10 0,-2 5 1,-3 17-1,-5 11-100,-2 13 0,7 0 0,-4 5 0,1 4-38,1 6 0,0 2 0,7-8 0,0 1-189,0-1 1,0 1 0,0-3 0,0-5-720,0-7 0,0-4 792,0-4 0,9 1 0,4 0 0</inkml:trace>
  <inkml:trace contextRef="#ctx0" brushRef="#br0" timeOffset="1467">1285 349 7734,'0'15'-179,"0"-1"511,0 3 0,3-5 0,2 3 0,2 2-165,-2 2 1,-3 5-1,1 3 1,1 5-24,4 1 1,-1 4 0,-7 6-1,0 1-97,0-1 0,7 1 1,0-1-1,-2-1-107,-2-6 0,-3 3 1,0-10-1,0-3-108,0-2 0,0-9 252,0-1-59,0-9 1,0-5 0,0-14-195,0-6 0,0 6 0,2 2 169,5 2 0,-4-7 0,6 5 0</inkml:trace>
  <inkml:trace contextRef="#ctx0" brushRef="#br0" timeOffset="2018">1307 1046 7307,'0'12'2222,"0"-2"-2118,0-10 0,3-2-80,4-6 0,2-4 0,8-7 1,-2 2 118,2 2 0,-5 3 0,2-5 0,3 5 16,3 3 1,-6 1 0,1 8 0,2 0-83,2 0 1,0 3 0,-2 4-1,-5 8-347,-2 4 0,5 3 0,-8-1 0,-2 1-256,-3 0 0,5 0 526,1 0 0,-1-1 0,-7 1 0</inkml:trace>
  <inkml:trace contextRef="#ctx0" brushRef="#br0" timeOffset="2350">1743 1003 8079,'21'-22'-73,"-6"7"1,-1 3 670,3 3 0,3 1 0,2 8 3,-1 0 0,-6 0-343,-1 0 1,-2 10 0,3 5-128,-8 4 0,-7 3 0,-5-1-214,-2 1 1,-7 0 0,4 0 0,0 0-8,1-1 1,-8 1 0,5 0-183,-1 0 1,4-1 161,9 1 1,0-7-1,2-3 135,5-2 1,6-3-1,8-7-228,1 0 0,7 0 1,0-3-1,-2-4-325,-3-7 1,-2 1 527,0-1 0,-1-1 0,1-6 0</inkml:trace>
  <inkml:trace contextRef="#ctx0" brushRef="#br0" timeOffset="2720">2265 371 8079,'-19'-2'97,"4"-6"1,-4 6 278,5-5 0,-6 4 0,-2 6-150,1 4 0,1 5 1,3 10-1,5 2-41,3 5 0,1-5 0,8 8 1,0-1-150,0 6 1,0-6 0,3-2-1,4-5-1,7-2 0,6-10 1,2-2-1,-1-3 214,1 0 0,0-2 0,0-12 0,-3-8-139,-4-4 0,2-3 0,-8 0 0,1 1-67,0-1 1,-3-7 0,-7 0-1,0 0-512,0-3 1,0 8-1,0-5 1,0 5-426,0 2 0,-7 0 1,-3 3 893,-2 5 0,-3-6 0,-7 8 0</inkml:trace>
  <inkml:trace contextRef="#ctx0" brushRef="#br0" timeOffset="3100">2309 393 7349,'12'10'965,"-2"-8"0,-3 10-323,0-5 1,3 5-450,-3 10 0,-2 0 1,7 0-1,0 0-110,0-1 0,-5-6 0,6-1 1,-1 1-31,0-3 1,0 0-1,5-7 1,-3 2-25,3-2 1,3-3 0,1-4-3,1-5 1,-7 2-1,-3-10 1,0-2-116,0-2 1,0-5-1,3-3 1,-6-2-75,1 3 1,-8 1 0,8 4 0,-3-1 221,1 0 1,-1 0 318,-7 1 1,0 11-171,0 10 1,-3 10 0,-1 11 0,-4 4 12,3 4 0,3-3 0,2 8 0,0 0-521,0 0 1,0-5-1,0 5 1,0-3-688,0-4 1,7-3 0,3-2-249,2 0 0,3-10 647,6-5 0,-1-17 587,-6-12 0,6-9 0,-8-13 0</inkml:trace>
  <inkml:trace contextRef="#ctx0" brushRef="#br0" timeOffset="3267">2831 219 6833,'0'-37'0,"0"4"102,0 1 1,3 3 279,4 7 1,-4 13-1,4 9 1,-5 14-48,-2 13 0,3-1 1,1 11-1,4 1-202,-3 3 0,-1 3 0,1 0 1,3-3-186,-4-5 0,6 5 1,-3-7-1,-2 2-248,-2 1 1,-3-11-1,0 3 1,0-5-1358,0-2 1657,0-10 0,0 8 0,0-8 0</inkml:trace>
  <inkml:trace contextRef="#ctx0" brushRef="#br0" timeOffset="3401">2657 436 8079,'-12'-2'382,"5"-5"0,7 4 0,7-4-403,8 5 1,6 2 0,6 0 0,5 0 20,1 0 0,4 0 0,6 0 0</inkml:trace>
  <inkml:trace contextRef="#ctx0" brushRef="#br0" timeOffset="4150">3136 197 8075,'22'-22'-10,"0"0"1,0 1 149,-1-1 1,1 2 0,-2 4 0,-3 3 134,-3 4 1,1-6-1,4 6 1,-2-1 75,-3 0 0,1 3-295,7 7 1,-3 10-1,-2 7 1,-5 9-38,-2 10 1,4 8-1,-7 7 1,1 7-143,1 5 1,-4 9-1,7 6 1,-2 4 40,-5 8 0,5 9 0,-1-2 1,1 2 176,-5-47 1,0 0 0,4 45 0,-4-5-1,2-13 527,-2-13 1,0-11 0,0-13 0,2-6 502,-2-7 0,0-15-179,2-6 1,-7-6 0,0-2-417,-12 0 0,-10 0 0,-4 0 1,-6 0-745,-2 0 0,-2 0 1,-10 2-1,-2 3-869,-3 3 1,0 9 0,7-3 0,1 5 1082,-1 3 0,1 0 0,-1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4:47.3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565 499 8339,'-44'0'0,"0"0"0,1 3 687,-1 4 0,10 5 0,3 12 0,2 8-453,0 11 0,0 1 1,10 9-1,4-2-254,8 0 1,7-3 0,7-9-1,10-5-34,10-3 1,-1-9 0,10-10 0,6-5 38,6-9 1,0-15 0,8-15 0,0-4 226,-1-10 0,-9 0 0,0-12 0,-9 0 126,-6 2 1,-2-4 0,-10 7 0,-4-1-236,-8 1 0,-7 0 1,-9 4-1,-13 1-61,-12 7 0,-7 0 0,-5 12 1,-5 0-228,-7-3 1,5 15-1,-1-4 1,4 1-482,-1 1 0,0 4 1,10 3-1,5 3-240,7 4 1,14 14 0,8 11 905,4 6 0,-6 13 0,-3-5 0</inkml:trace>
  <inkml:trace contextRef="#ctx0" brushRef="#br0" timeOffset="299">935 173 8336,'12'-10'276,"5"5"0,-8-7-36,4 2 1,-9 5 0,4 13 389,-6 6 1,-2 8-1,-2 5-216,-6 2 0,6 2 1,-5-2-1,4 5-247,3 0 0,0 7 1,0-2-1,0 7-516,0 4 1,3 9 0,4-11-1,7-5 197,6-4 1,11-12 0,6 2 0,6-7-8,8-8 0,-3-2 1,8-7-1,0 2-80,-1-2 1,-6-2 0,-1-3-1,-7 0-269,-4 0 1,-11 0 0,3 2 507,-5 5 0,-12 5 0,-2 10 0</inkml:trace>
  <inkml:trace contextRef="#ctx0" brushRef="#br0" timeOffset="531">107 1544 8290,'-29'3'166,"0"2"1,5 4 407,7 3 1,10 3 0,16 7-1,16-3-317,16-4 1,22 2-1,19-8 1,10 1-82,-42-5 1,2 0 0,6-2-1,2-2 1,5-3 0,1-3 0,7-1-1,1-2-38,8-2 1,1 0 0,1 0 0,1-1 0,8 0-1,1 0 1,-4 0 0,-1 0-304,-6 0 1,-2 0 0,-1 1-1,-3 1 1,-11 0 0,-3 1 0,-6 2-1,-1 0-101,44-4 1,-33 3 0,-18 9 0,-23 6-1238,-16 6 0,-8 13 1503,-2 2 0,-4 9 0,-11-1 0,-9 4 0</inkml:trace>
  <inkml:trace contextRef="#ctx0" brushRef="#br0" timeOffset="933">891 2459 8142,'-24'-7'0,"-3"0"0,-2 2 230,3 2 0,2 6 1,2 6-1,-2 13 169,-5 12 1,4 7-1,-4 3 1,5 2 107,2 4 1,3-1 0,2 7 0,5-1-313,2 1 0,5-10 0,10-3 0,7-11-132,8-8 0,-3-12 0,14-7 0,1-10 196,4-9 0,-2-18 0,0-11 1,-1-13-139,1-7 1,-7-2-1,2-1 1,-5-1-126,-2-6 0,-10 10 0,-5-7 0,-4 2 76,-3 8 0,-10-3 0,-7 12 0,-9 3-241,-11 2 1,-14 4 0,-7 6-1,-5 7-135,-2 5 0,0 9 0,2 3 0,5 3-50,7 4 1,7 15 0,11 9 0,8 10-457,8 5 0,13 2 0,-4 8 0,6-3 810,2-5 0,19 15 0,5-5 0</inkml:trace>
  <inkml:trace contextRef="#ctx0" brushRef="#br0" timeOffset="1416">1087 2590 8061,'-19'9'-185,"4"6"903,8 4 1,5 10 0,2 3 0,0-1-139,0 1 1,0 6 0,2-4-1,5 3-466,8-1 1,7-10 0,4 1 0,3-10-91,-2-10 0,-1-4 0,1-3 1,2-3-225,-2-4 0,-3-8 0,-2-14 0,0-7-76,-1-5 0,-1-3 0,-3 1 0,-5-1 216,-3 1 0,-1 2 1,-8 4-1,0 8 342,0 5-275,0 12 1,0 14-1,0 20 1,0 12 181,0 7 0,0 5 0,0 3 0,2 1 48,5-1 1,5-3 0,10-5 0,2-2 176,5-3 0,-2-19 1,9-3-1,1-11 85,-4-10 0,6-8 0,-10-14 1,-2-7-110,-3-5 0,-12-5 0,-5-3 0,-4-4-193,-3-3 0,-3 8 0,-4-3 0,-7 5-511,-6 3 0,-2-1 1,1 0-1,-1 3-2295,0 5 0,0-3 2609,1 10 0,-1 0 0,0 8 0</inkml:trace>
  <inkml:trace contextRef="#ctx0" brushRef="#br0" timeOffset="1965">1980 2829 8565,'-14'0'2168,"-1"0"-1995,10 0 0,5 0 0,12-2 1,3-3-7,-1-2 1,1-3-1,7 5 1,2-2-137,5 2 1,-5 3 0,5 2 0,-5 0-84,-2 0 1,-7 0 0,-1 2-1,1 5 68,-3 8 1,-3 4-1,-9 3 1,0 0-134,0 0 0,0-1 0,-2 1-445,-5 0 0,-3 0-191,-5-1 742,6-8 0,11-4 0,5-9 564,8 0 0,4 10 0,1 4-106,-6 6 1,-4 2 0,-10 2 0,0 2 301,0 3 0,-3 8 0,-6-8 0,-11 0-430,-6 2 1,-10-9 0,4 2 0,-2-9-755,-5-6 0,1-1 0,1-8 0,8-3-855,5-4 1,-2-15-1,1-12 1290,6 0 0,2-16 0,-5 4 0</inkml:trace>
  <inkml:trace contextRef="#ctx0" brushRef="#br0" timeOffset="2331">2851 1828 8005,'-22'-22'3516,"13"10"-3308,9 4 1,19 6-1,17 2 1,5 0-309,3 0 1,7 0-1,2 0 1,0 0 99,0 0 0,8 0 0,-5 0 0</inkml:trace>
  <inkml:trace contextRef="#ctx0" brushRef="#br0" timeOffset="2464">3308 1370 8014,'-63'0'402,"5"0"0,-5 0 1,5 0-1,-4 3 489,-4 4 1,3-2 0,3 9 0,4 1-2091,3-3 0,5-2 1199,11-10 0,6 0 0,9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6:26.45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956 638 8086,'-10'-23'19,"0"8"1,-8 0-1,3 0 278,-3 2 0,-4-5 1,-9 11-1,-7 2 231,-5 2 1,-2 6 0,-1 7-1,3 10-360,5 8 0,-5 12 1,8-2-1,-3 5-331,0 3 1,13 2-1,0 2 1,10 6 32,4 2 0,4-15 0,7 0 0,2-10 192,6-13 0,7-7 0,13-13 0,2-5 475,-2-11 1,5-1-1,-3-21 1,1-3-39,1-2 1,-9-2-1,2-1 1,-9 1-371,-6-1 0,5-2 0,-7-2 0,-3-3-60,-3 2 1,-7 6-1,-8 4 1,-12 6-314,-8 2 1,-7-5-1,-13 10 1,-8 5-312,-5 6 0,6 12 0,2-3 1,2 8-292,5 8 0,6 7 0,7 13 846,8 2 0,4 21 0,4-3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6:21.7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56 251 8181,'-23'0'59,"8"0"1105,0 0 1,13 0-584,2 0 1,10-2 0,15-3 0,8-5-222,12-3 0,3 0 0,13-4 0,5 1-162,7-1 1,8 4 0,10-2 0,3 0-83,4 2 1,-47 7 0,2 2 0,4 3 0,2 2 0,1-1-1,1 0-122,4 0 1,-1 0 0,2 1 0,0 0-1,0 2 1,-1 0 0,0 1 0,-1 2 11,2 0 1,0 0 0,2 0-1,0 1 1,3 2 0,0 0 0,0-3-1,-1 0 148,-3-1 1,0 0 0,2 3 0,-1 0 0,-5-4 0,0-1 0,3 1 0,0 0-36,2 1 0,0 0 0,-7-4 0,-1 0 0,5 3 0,-1 0 0,-4-2 0,-1-2 113,-1 1 0,-2-2 0,-4 1 0,0 0 0,44 0 0,-10 0-1,-11 0 0,-14-2 0,-10-3 0,-8-3-958,-5 3 1,-18-5 0,3 3-1869,-3 1 1,-10-6 2594,-3-3 0,6 5 0,0-1 0</inkml:trace>
  <inkml:trace contextRef="#ctx0" brushRef="#br0" timeOffset="4149">4948 69 7932,'-23'-10'2199,"8"8"1,2-9 2198,3 1-5215,3 8 817,7-8 0,10 0 0,2-3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6:22.32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865 478 8103,'-23'-2'0,"0"-3"180,1-3 0,-1 0 1,0 8-1,-2 0 407,-6 0 0,4 11 1,-9 4-1,1 7 89,-1 9 1,6 4 0,-5 11 0,2-1-613,5 1 1,-5-1-1,5 1 1,8-3-2,10-5 1,8 2-3,2-10 0,10-9 0,5-16 0,5-13 240,3-15 1,7-10-1,0-12 1,-2-1 76,-2 1 1,-4-1-1,-1-2 1,-4-2-74,-2-3 0,-10 0 1,3 7-1,-8 1-357,-8-1 0,-4-7 0,-13 0 1,-6 2-250,-7 3 1,-7 10 0,-6 3 0,-4 2-251,-4 5 1,9 6-1,-3 6 1,7 9-260,8 4 1,6 8 0,11 8 0,6 12-1885,8 8 2694,4-5 0,-7 25 0,-3-5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19:36:31.7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193 137 7734,'-23'13'0,"-2"-3"-75,-6 0 1,6-8 0,-5 6 0,7-3 2106,8 3-1441,-5-6 1,20 8-1,2-10-196,18 0 1,23 0 0,23 0 0,15 0-239,18 0 1,-42-3 0,2-1 0,7 0 0,2 0 0,8 1 0,2 1-95,4 0 0,3 1 1,11 1-1,3 0 1,-29 0-1,2 0 1,0 0-1,6 0 0,0 0 1,2 0-146,5 1 0,2-1 0,-2-1 0,-3 1 0,-2-1 0,1 0 0,3 0 0,-1-1 1,0 0-1,-4-1 0,0 0 0,-2-1 221,0 0 0,-1-1 1,-1 1-1,-2 2 1,-1-1-1,0 1 1,-2-3-1,-1 0 0,0-1 1,27-1-1,-3-1 204,-8 2 1,-3 0 0,-5 0 0,-2 1 0,-8 4 0,0 0 0,-2-1 0,-1-1-143,-3 0 0,-1-2 1,-6-2-1,-2-1 0,44 1 1,-12-1-469,-16-2 1,-12 7-733,-19-4 1,-19 4 0,-25 3 0,-21 0 998,-13 0 0,-12-7 0,0-1 0,0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37.4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87 8185,'0'-12'-300,"-8"-7"300,1 4 0,-3-2 2426,3 3-1952,5 4 0,-8 20 1,10 4-1,0 6-173,0 1 0,0 4 0,0 4 0,0 5-130,0-1 0,0 9 1,0-6-1,0 5-53,0 3 0,0 1 0,0 4 1,2 4-193,6 3 1,-6-5-1,5 7 1,-4 0-167,-3-3 0,2-1 0,3-13 0,2-3 230,-2-1 0,0-11 1,2 3 36,8-4 1,7-13 0,4-5 43,3-5 0,3-2 0,-3 0 0,5 0 26,-1 0 0,11 0 0,-3 0 0,8 0-294,-1 0 1,-9 0 0,-3 0-1,3 0-298,2 0 0,0 0 0,-5 0 1,-7 0-1476,-5 0 1970,-2 0 0,10-9 0,2-3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44.7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8347,'0'15'1611,"2"-1"-1415,5 3 1,3 2 0,9 6 0,1 1-325,4 3 1,10 8 0,-3-6 0,3 0-463,5 1 0,2-3 590,2-7 0,1-1 0,0 1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45.00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0 8120,'0'15'0,"0"-1"0,-2 3 238,-6 3 0,6 11 0,-8 5 0,1 10 463,-6 12 0,3 10 0,-2 22 0,-3 4-475,7-44 0,0 2 0,3 4 0,0 1 0,-1 4 0,1-1 1,0 2-1,0 0-308,1 1 0,0 0 1,-3-1-1,1-1 0,2-6 1,2-1-1,-1-1 1,0 0-343,0-1 0,1-2 0,-4 42 1,6-20 423,-5-13 0,-5-21 0,-10-6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45.3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8090,'15'0'0,"-3"2"399,-2 5 0,4-2 0,-7 12 1,1 7 108,1 10 0,-6 7 0,4 5 1,-5 5-250,-2 7 1,8 12 0,-1 3 0,-2-3-482,-3-2 1,1-10 0,2 0 0,2 0-1124,-2-2 1,-3-13-1190,-2-14 2534,-10-14 0,-2-15 0,-10-12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45.72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22 8090,'22'-2'135,"-1"-5"0,1 4 0,0-4 318,0 4 1,-3 6-1,-2 4 1,-2 5 64,1 0 1,-3 15 0,1-5 0,1 2-132,-3 0 0,-3 5 1,-9 0-1,0 0-46,0 3 0,0-8 0,0 7 1,0-2-286,0 0 1,-9 0 0,-3-7 0,-3 0-743,1 0 1,6-10 435,-6-5 1,2-7 0,-3-7 0,8-10 159,4-10 0,3 1 1,0-11-1,0-1-43,0-3 0,10 4 0,2 3 0,3 0-61,-1 1 1,-2 6 0,5-2 0,-2 7-1068,2 8 1,5-3-853,7 9 2113,-5 1 0,17 17 0,-7 2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46.2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1 240 8004,'0'-12'921,"2"2"1,3 13-526,2 4 1,3 5 0,-5 10 0,2 0 1,-2-1 1,4 1 0,-1 0 0,-3 0 414,-3-1 0,5 1 203,1 0-1044,-1-10 1,-7-12 0,0-14 0,0-8-397,0-7 0,0-3 0,0-6 1,0 1-529,0-1 0,0-1 0,0 3 1,0 4-384,0 1 0,0 6 1335,0-4 0,0 5 0,0 2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46.8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1010 8028,'21'0'-1056,"-6"0"1909,-1 0 0,1-3-427,7-4 1,-10-5 0,-5-10-200,-5 0 1,-2-2 0,0-2 0,0-3-108,0 2 0,0 3 0,-2 2 1,-3 0 116,-2 0 1,-10 3 0,5 2 0,-3 5-55,1 2 0,-1 3-148,-6 7 1,8 10-1,6 4 1,5 8-248,2 7 1,0 3-1,0 6 1,2-1-242,5 1 1,6-6-1,8-3 1,1-5-183,0-2 1,7-3 0,2-4 0,1-8 239,-1-5 1,6-4 0,-6-5 0,0-10 378,1-10 0,-5 0 0,-11-6 0,-3-1 60,-4 0 1,6 5-1,-8-5 1,-2 2 570,-3 6 1,-4 2-1,-5 2 1,-8 3 474,-4 4 1,-3 5-1,0 10-599,0 0 0,3 3 1,2 6-1,5 11-392,2 6 0,3 13 1,7-3-1,0 6-183,0 1 1,0-7-1,0-2 1,3-2-67,4-6 0,5 3 0,10-7 1,2-7-253,5-3 0,-3-12 0,8 0 1,-2-15 2,-6-11 0,-1-8 1,-4-10-1,1 1 112,0-1 0,-10-7 0,-5 0 1,-4 1 308,-3-4 1,-3 6 0,-2-8 0,-4-2-167,-3-5 0,-3 10 0,-7-10 0,-2 5 16,-5 3 0,5 6 0,-5-2 1,7 8 95,8 6 1,-3 13 45,9 10 0,1 28 0,7 8 0,0 17 116,0 12 0,10 4 0,2 13 0,2 2 59,1 3 0,0 7 0,6-5 0,1 2-83,0 5 1,-3 1 0,-2-1-107,-2-2 0,9 0 0,10 7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47.4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 8044,'3'-12'626,"4"5"0,5 5 1,10 2-1,0 2-747,-1 5 0,8-2 0,3 7 0,2-2-644,4-5 0,3 0 0,3-1 765,0 4 0,-1-1 0,1-7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47.5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523 66 8044,'-21'-19'0,"-1"2"0,0 5 135,0 2 1,-7 3 0,-2 7-1,-3 0 258,-5 0 0,5 0 1,-2 0-1,0 0-743,2 0 0,-5 0 0,10 0-975,3 0 1325,1 0 0,4 9 0,-1 3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48.1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174 305 8282,'22'0'106,"-7"0"1,-3 3-1,0 2 146,0 2 1,-5 10 0,5 0-1,0 7-46,0 5 0,1 7 0,3-4 1,-1 2-43,2 4 1,-5 3 0,0 3 0,-2 0-205,-5-1 1,-3-2 0,-4-4 0,-6-8-90,-6-5 0,-5-5 1,-3-4-1,0-8-55,0-5 1,-7-11 0,0-6 0,3-4 217,1-3 0,-4-9 1,0-6-1,3-6 43,1-8 1,6 3 0,2-8 0,5 0-80,2 1 0,3-1 1,7-5-1,0 6 73,0 2 0,17 2 0,5 10 0,4 2-22,6 3 1,2 16 0,9 1 0,-2 7-279,-4 7 1,4 3 0,-5 4 228,5 5 0,3 5 0,-1 10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48.6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0 8133,'-10'22'39,"-2"0"1,-2 0 191,-1-1 0,3 11 1,-5 4-1,5 5 118,3 3 1,-1 9 0,5 5 0,-2 5 13,2 2 0,2 1 0,6-1 0,4 0-267,8 1 1,6-3 0,6-3 0,2-4-375,-2-3 1,4-2 0,1-10-1,-1-5-498,1-7 1,4-7 0,-5-7 0,1-8 775,-1-5 0,8-2 0,-5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49.2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88 228 7882,'-22'-12'338,"7"2"-184,1 10 0,2 10 0,-3 4 1,8 8 119,5 7 0,2 3 1,0 6-1,0 1-213,0 7 1,0-5 0,2 5 0,5-10 7,8-4 1,-3-3-1,2-10 1,3-4 162,3-8 0,2-9 0,-1-11 0,1-11 40,0-7 0,-8 2 1,-1-8-1,-4-1-240,-4-3 0,-3-3 0,-2 0 0,0 1-449,0-1 1,-7 3 0,-2 3 0,-1 4-41,0 2 0,0 3 1,6 7-1,-4 1-710,4-1 0,1 7 1167,3 1 0,0 11 0,0 3 0,7 3 0,3 11 0,0 3-30,-1 3 1,1 1 0,-5 1 0,5 0 202,2 0 0,-5 7 0,5 0 0,0 0 202,0 2 0,0-7 0,5 6 0,-5-4-24,-2 3 0,7-5 1,-2 5-1,4-4-183,3-4 1,-1 1 0,1-3 0,0-4-163,0-8 0,-8-4 1,1-3-1,2-3 39,2-4 1,3-5-1,-3-10 1,-2 0 41,-2 1 1,-10-8 0,4 0 0,-2-1-58,1-1 0,-1 7 0,-7-8 0,0 3-12,0 0 0,0 0 0,0 7 1,0 1 47,0-1 0,-2 0 92,-6 0 0,3 10 0,-7 7 71,3 10 0,1 10 0,8 11 0,0 6 73,0 2 0,0 0 0,0 4 0,0-1-260,0 1 0,10 1 0,2 0 0,3-5-670,-1-3 1,1-2 0,7-10 0,2-4-550,5-8 0,-5-4 1,5-6 1176,-5-4 0,8-15 0,2-12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49.40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8133,'0'21'346,"0"1"0,0 7 1,2 3-1,3 1 83,3 6 1,9 10 0,-3 4 0,5 5-363,3 10 1,0-10 0,0 9 0,-1 1-489,1 2 0,0 5 0,0-4 0,-3-1 421,-4-7 0,4-8 0,-7-11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49.57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0 131 8638,'12'-10'479,"8"8"0,-6-6 0,8 6-374,7 2 0,5 0 0,10-2 1,-1-3-180,1-2 0,6-10 0,4 2 74,1-4 0,3-3 0,8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49.7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0 8133,'21'59'24,"4"-1"1,1 4 237,3 9 1,10-1 0,-5 7 0,2 1 409,0-1 1,-9-4 0,2 7-1,-7 2 167,-8 2 0,-6 4 0,-16 1 0,-9 3-685,-9 2 0,10-44 0,-2 0 0,-26 37 1,1-10-1105,-1-7 0,8-16 0,0-8 950,-3-8 0,7-21 0,1 3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51.3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738 804 8173,'-24'0'0,"-2"0"0,-3 0 547,2 0 1,3 0 0,2 0 0,-2 2-204,-5 5 0,5 13 0,-5 11 0,4 3-36,4 5 1,-1 4 0,2 6-1,6 4-106,7 2 1,4-4 0,3 7 0,5-2-223,10-8 1,-1 1-1,18-23 1,-3-6-163,0-11 0,7-11 0,-5-13 0,1-14-43,-1-9 1,6-8-1,-8-5 1,-3-7-41,-2-5 1,-11 5 0,-6 2 0,-5 1-55,-2-1 1,-2 5 0,-8-2 0,-12 4 44,-12 8 0,-9 5 0,-8 0 0,-5 7 89,1 5 0,-8 2 0,5 2 1,-5 3 181,-2 3 0,2 9 1,7-2-1,12 4-216,13 3 0,9 3 0,8 4 219,6 8 0,16 14 0,4 5 0</inkml:trace>
  <inkml:trace contextRef="#ctx0" brushRef="#br0" timeOffset="467">1065 782 8252,'15'7'337,"-1"0"0,-7 8 0,8-6-101,2 4 1,-5-6-1,2 7-504,3 3 1,3-7-1,2 0-176,-1-1 1,-6-6 0,-1 4 192,3-5 0,3-2 0,-1-2 0,-2-3 87,-3-2 1,-1-10-1,3 5 1,-3-3 109,-4 1 1,1 2 0,-5-5 491,2 2 255,0 1 1,-7 4-1,0 10-139,0 12 1,0 17 0,0 7-1,0 8-188,0 7 0,3 4 0,2 11 0,4-1-409,3 0 1,0 3-1,5 2 1,-2 3-343,2-3 1,0-5 0,0-6 0,-3-11-532,3-9 0,-5-1 916,3-9 0,-10-9 0,4-11 0</inkml:trace>
  <inkml:trace contextRef="#ctx0" brushRef="#br0" timeOffset="900">1936 608 8185,'0'31'44,"0"-4"1,0 6-1,0 1 192,0 0 0,3-5 1,1 5-1,6 0-397,2 0 1,-7-5 0,5 5 0,-3 0-1031,0 0 1191,10-8 0,-14 15 0,6-7 0</inkml:trace>
  <inkml:trace contextRef="#ctx0" brushRef="#br0" timeOffset="1134">1871 520 8197,'14'-19'307,"1"5"1,-1-3 132,8 9 0,0 3 0,0 13 1,-3 6-53,-4 6 1,1 1-1,-6 1 1,0 2-160,0 5 0,-3-4 1,-7 4-1,0-5-242,0-2 0,0-1 0,0 1-3223,0 0 3236,0 0 0,-10 0 0,-2-1 0</inkml:trace>
  <inkml:trace contextRef="#ctx0" brushRef="#br0" timeOffset="1367">2176 760 8185,'9'22'141,"-6"-8"777,4 1 0,-5-8-161,-2 8 0,0-13 0,0-2-503,0-12 1,0-3 0,0-4 0,0-5-301,0 0 1,0-3 0,0-2 0,0-5-295,0 0 1,0 0-1,0 8 1,3-3-747,4 2 1,-2 3-1,7 2 1086,-2 0 0,7 1 0,-5-1 0</inkml:trace>
  <inkml:trace contextRef="#ctx0" brushRef="#br0" timeOffset="1701">2415 695 8105,'10'21'-1,"-8"-6"460,6-1 1,4-9-206,2 3 0,6-16 0,-1-6 0,-2-6-151,-3-1 1,-6-1 0,4 0 0,-3-2-128,-4-5 1,5 5-1,-3-5-137,-2 4 1,-5 4 516,-7-1 0,-5 10 18,-10 4 0,0 6 1,3 4-1,2 6-81,2 6 0,10 6 0,-4 1 0,2 4-506,-1 4 0,1-5 1,7 5-1,0-3-260,0 4 0,10-6 0,4 5 0,6-5-85,1-2 0,1-10 1,2-2-1,3-3-161,2 0 0,10 0 0,-5-9 719,-1-5 0,9-15 0,-9-12 0</inkml:trace>
  <inkml:trace contextRef="#ctx0" brushRef="#br0" timeOffset="2051">2894 499 8128,'0'-22'534,"0"0"0,-2 3 466,-5 4 0,-5 6-620,-10 9 1,0 9 0,3 6-382,4 4 1,5 3 0,10 2 0,0 3-215,0 2 1,0 0 0,3-7-1,4-1-240,8 1 1,-3 0 0,2-3 0,1-2-425,-3-2 1,7-11 0,-4 4 638,4-6 0,3-4 0,-3-6 0,-2-6 165,-2-5 0,-11-13 0,4-4 0,-3-5 85,2-3 1,-5 1 0,6-1-1,-6-2 2,-2-5 0,-2-2 1,-3-5-1,-3 5-12,4 0 1,-6 14 0,3-2-1,-1 9 116,-1 13 1,6 9-1,-4 17 300,5 8 1,2 16 0,0 13-1,2 12 57,5 7 0,-2 4 1,10 3-1,2 5-9,2 3 1,-5-8 0,1 5 0,2 0-1063,2 5 598,-7-5 0,8 10 0,-8-8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3:58.7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0 729 11510,'0'21'0,"3"1"101,4 0 1,-5 0 0,8-1-1,-3 4-733,1 4 0,9-5 0,-3 5 1,3-5 631,-3-2 0,16 0 0,-6-1 0</inkml:trace>
  <inkml:trace contextRef="#ctx0" brushRef="#br0" timeOffset="200">349 729 8171,'-15'24'101,"1"2"1,-1 6 333,3 2 1,0 4 0,7 11 0,-5 4-41,-2 3 1,8 2-1,-6 7 1,3 0-331,-1 1 0,-1-1 0,4-2 0,-2-5-495,2-7 0,2-8 0,3-6-1066,0-8 1496,0-15 0,10-14 0,2-12 0</inkml:trace>
  <inkml:trace contextRef="#ctx0" brushRef="#br0" timeOffset="434">566 750 8227,'0'29'0,"0"3"365,0 2 0,0 2 0,3 8 0,2-1 163,2 1 1,8 2-1,-6 2 1,3 5-417,5 3 1,-5 0 0,0 2 0,1-8-447,-1-4 1,-8-5-1,4-4 1,-3-8-1946,2-5 2279,-5-12 0,8-2 0,-10-10 0</inkml:trace>
  <inkml:trace contextRef="#ctx0" brushRef="#br0" timeOffset="800">566 576 8114,'0'-22'67,"0"1"1,0-1 0,0 0 357,0 0 0,3 8 1,4 2 47,8 2 1,-3 3 0,2 9-1,3 3-115,3 2 1,-6 17-1,1-2 1,2 2-87,2 1 0,-5 4 0,-1 0 1,-4-3 47,-4-2 1,5-2 0,-3 0-430,-2 0 0,-3 0-13,-2-1 0,-2-9 1,-5-4-122,-8-6 1,3 5 0,-3 1 156,-2-4 0,-2-1 0,0-6 0,2-4 153,2-7 0,10 2 1,-4-3-1,2-2-17,-1-2 0,1-10 1,7 0-145,0 2 1,0 3 0,2 2-1,6 0-591,6 1 1,-2 6 0,3 3 0,2 0-856,2 0 0,3 7 1540,0-2 0,9 4 0,3 3 0</inkml:trace>
  <inkml:trace contextRef="#ctx0" brushRef="#br0" timeOffset="1716">1002 576 8105,'12'0'309,"-2"10"0,-8 2-19,5 0 0,-4 7 0,4-4 91,-4 4 1,4 3-1,0 0-5,-2 0 0,-3-1 0,-2 1 131,0 0 1,0-8-214,0 1 0,-2-10-318,-5 2 0,4-14 0,-6-8 0,1-7-136,1-7 1,0 5 0,7-7 0,0 2-518,0 0 1,0 0 0,0 7-1,2 0-225,5 0 1,-4 1 0,7 1 901,-1 6 0,3-6 0,10 8 0</inkml:trace>
  <inkml:trace contextRef="#ctx0" brushRef="#br0" timeOffset="2064">1242 794 8168,'12'22'-77,"0"-3"1,-5-4 115,8-8 1,-3-5-1,2-4 168,3-5 0,-5-6 0,0-8 1,0-1-21,0 0 0,1 0 0,1 1 0,-7-4-36,-4-4 1,4 5 0,0-5 0,-2 5-21,-2 2 0,-6 3 0,-2 2 1,-2 2 186,2-2 1,-7 8-1,-2 1 365,-6 6 1,-2 2-365,1 0 0,1 10 0,3 4 1,5 6-427,3 1 0,1 1 0,8 0 1,0 2-275,0 5 0,0-5 0,0 5 0,3-4-186,4-4 1,5 1 0,12 0-1,3-3-242,2-4 1,10-6 0,-3-9 0,5 0 808,3 0 0,-1-9 0,1-3 0</inkml:trace>
  <inkml:trace contextRef="#ctx0" brushRef="#br0" timeOffset="2401">1786 641 8166,'7'-21'0,"0"-1"154,-2 0 0,-2 0 0,-6 3 535,-4 4 0,2-2 1,-9 10 295,-3 2 1,-3 5-784,-1 8 1,1 4 0,6 10-1,6 2-127,6 5 1,2-5-1,0 5 1,0-5-198,0-2 0,2 0 1,6-3-1,6-2-356,6-2 0,1-11 0,1 4 0,0-6-152,0-2 0,0 0 0,-1-2 0,1-6 188,0-6 1,-3-13 0,-2-4-1,-5-1 245,-2 1 0,-3-8 1,-7 3-1,0-5 171,0-3 0,0 1 0,-2-1 1,-3 1 75,-2-1 0,-10 0 1,2 1-1,-2 2-42,3 4 0,-6-1 1,8 9-1,0 2 289,5 3 0,5 14 1,2 10 39,0 12 0,0 17 0,0 10 0,2 12 188,5 14 1,3 3-1,7 12 1,-3 0-240,3-3 0,3 5 1,1-7-1,1 0-1238,0 0 0,0 3 952,-1-13 0,11 5 0,2-14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4:18.3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1220 8424,'-8'-22'389,"1"0"1,0 8 260,7-1 1,2 10 15,6-2 0,-4 7 0,13 7 1,5 10-451,5 10 0,4-3 0,-4 5 0,4-2-762,3 2 1,-5-5 0,5 5 0,0-5 40,0-2 0,-8-8 0,4-1 0,-4-1 505,3 0 0,-5-7 0,8 4 0</inkml:trace>
  <inkml:trace contextRef="#ctx0" brushRef="#br0" timeOffset="183">524 1024 8297,'0'-12'618,"0"4"-184,0 16 0,-3 13 1,-2 16-1,-4 6-25,-3 8 0,4 5 0,-6 11 1,-3 6-146,-2 7 1,4 5 0,0 2 0,1 0-234,2 0 0,-5-10 0,7-4 0,1-10-875,-1-12 1,3-3 843,7-19 0,0 0 0,0-7 0</inkml:trace>
  <inkml:trace contextRef="#ctx0" brushRef="#br0" timeOffset="481">763 741 8297,'0'21'275,"0"1"1,0 0 0,3 0 178,4 0 1,-5 2 0,8 5 0,-3 7-74,0 5 0,3 3 0,-5-1 0,2 1-538,-2-1 1,5 1 0,-3-1 0,-2 1-659,-3 0 1,-2-3 0,0-5 814,0-7 0,0-5 0,0-2 0</inkml:trace>
  <inkml:trace contextRef="#ctx0" brushRef="#br0" timeOffset="1065">545 479 9053,'22'0'102,"0"0"1,0 0 0,-1 3 0,4 2-137,4 2 1,-3 7 0,11-4 0,-1 2 141,-2 5 1,5 2 0,-10 1 0,0-1 61,2 3 1,-14-12-1,2 11 1,-7-1 152,-7-1 1,-2 3-1,-6 0 1,-6-3-36,-13-4 1,0 4-1,-9-7 1,2 2-563,0 1 0,-3-10 0,5 2 0,-2-4-1038,3-3 1,2 7 1311,2 0 0,0 0 0,0-7 0</inkml:trace>
  <inkml:trace contextRef="#ctx0" brushRef="#br0" timeOffset="1333">1068 632 8287,'12'22'0,"-2"-1"-40,-1 1 0,-4 0 0,7 0 0,-2-1 604,-5 1 0,-3-7 1,-2-1-1,3 1 1371,4-3-1036,-5 7 0,-2-16-803,-14 4 0,4-14 1,3-8-1,5-4-309,2-3 0,0-2 0,0-3 1,0-2-487,0 2 0,0 3 0,0 3 1,0-4-35,0-4 0,9 12 1,3-4 732,0 1 0,8 1 0,-8-3 0</inkml:trace>
  <inkml:trace contextRef="#ctx0" brushRef="#br0" timeOffset="1648">1329 784 8353,'22'0'-1855,"0"0"1643,0 0 1,-8 0 0,1-2 233,2-5 0,0 2 1,0-7-1,-5-1 25,-3 1 0,6-2 1,-8-8-1,0 0 114,3 1 0,-8 6 1,6 0-1,-6-1 227,-2-4 0,-7 6 0,-3 2 0,-2 2 259,-5 5 1,-2 3 0,-3 2 0,0 0-70,0 0 0,8 0 1,-1 2-1,1 5-395,2 8 1,-5 7-1,10 4 1,2 3-378,2-2 0,3-3 0,0 0 1,0 3-877,0 2 0,10 0 0,7-7 1070,10 0 0,6-1 0,11 1 0</inkml:trace>
  <inkml:trace contextRef="#ctx0" brushRef="#br0" timeOffset="1915">1808 632 8296,'-21'-22'0,"-1"0"0,0 3 601,0 4 0,8-2 0,-1 10-72,-2 2 1,8 5-447,1 8 0,6 4 0,2 9 0,0 4-134,0 4 0,2-5 0,3 5 0,5-5-155,2-2 0,3 0 0,6-3 0,1-2-153,0-3 1,0-9 0,-1 3 0,1-6-160,0-2 1,0 0-1,0-2 1,-3-6 517,-5-6 0,3-6 0,-7-1 0,0-4 0,-1-4 0,-1 3 0,-6-11 0,3-4 0,2-7 0,0 0 0,-7-13 0,0-7 0,0-7 0,0-12 0</inkml:trace>
  <inkml:trace contextRef="#ctx0" brushRef="#br0" timeOffset="2015">1983 0 8119,'-8'37'-188,"1"-1"1,0 3 0,7 11 0,0 11 315,0 9 0,0 3 0,0 11 0,-3 6 75,-4-1-203,5 11 0,-8-1 0,10-45 0,0 1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5:11.7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44 219 8413,'-7'-15'28,"0"1"0,-3 9 175,3-2-193,4-5 24,-6 9 1,18-7-1,6 10 1,4 0 30,3 0 0,2 0 1,5 0-1,7 0 30,6 0 1,11 0-1,5 0 1,5 0 32,2 0 0,3 0 0,4-2 1,8-3 17,5-2 0,2-8 1,0 6-1,0-1-50,0 0 0,1-7 1,-1 5-1,-3 0-35,-4 5 0,5-3 1,-8 3-1,3 0-31,0-3 1,-10 8-1,5-6 1,-2 6 62,-1 2 0,11 0 1,-6 0-1,3 0-33,0 0 1,-8 0 0,8 0 0,2 0-90,3 0 0,0 0 0,-3 0 0,-2 0-19,2 0 0,5 0 1,5 0-1,0 0 0,-7 0 1,2 0 0,-10 0 0,3 0 66,0 0 1,-10 0-1,0 0 1,-7 0 13,-5 0 0,-7 0 1,5 0-1,-3 2-26,-5 6 0,-2-6 0,-2 5 0,0-4 67,-1-3 1,-2 0 0,-4 0 0,-8 0 151,-5 0 0,-2 0 0,-1 0-221,1 0 0,-7 0-217,-1 0 0,-7 0 0,6 2-638,-4 5 327,-2-4 435,-7 7 671,0-10 355,0 0-995,0-10-754,0 7 79,0-6 662,0 9 0,0 9 1,0 6 84,0 4 1,0 3 0,0 2-1,0 5 30,0 8 1,0 13-1,0 8 1,0 8 63,0 6 0,0 8 0,0 15 0,0-45 0,0 1-15,0 2 1,0 1-1,0 1 1,0 1 0,0 1-1,0 0 1,0 1-1,0 0-29,1-1 0,-2 0 0,-2 0 0,-1-1 0,0-1 0,-1-1 0,0-1 0,0-2 112,-5 41 1,-4-17-1,6-2 1,4-8-87,1-7 0,1-5 0,-3-9 0,-2-3 43,2-5 1,2-4 0,3-10 0,0-1-163,0 1 1,0-7-1,0-1-1275,0 3 1,0 2 1302,0 3 0,0 0 0,0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6:43.85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1893 197 8256,'14'-22'-556,"-2"0"146,-2 1 1,5 6 785,-8 1 1,7 11-173,-6 3 0,1 10 0,-4 12 0,2 2-114,-2 5 0,5-3 0,-3 11 0,1 1-9,1 4 1,1 8 0,7 1-1,-5 0-120,-2 2 1,4-4 0,-4 9 0,-1 2 28,1 3 0,5-5 1,-6-2-1,1 0 44,0-1 1,-3 1 0,-7 2 0,0-7 46,0-5 0,-7-10 0,-3 0 0,-2 1 152,-5-4 1,0-1 0,0-13 0,3-2 110,-3-2 0,-10-10 1,-2 2-1,2-5-102,3-2 1,-5 0 0,-2 0 0,-3 0-109,-5 0 0,-2 0 0,-5-2 1,-5-3 8,-7-2 0,-7-1 0,-8 8 0,-4 0 180,-1 0 1,-14 0 0,5 0 0,-2 0-74,-1 0 1,13 3 0,7 2 0,7 2-358,5-2 0,9-3 0,1-2 0,9 0-798,10 0 1,5 0-1,2-2-1276,0-5 1,10 2 292,5-10 1888,5 10 0,2-14 0,0 7 0</inkml:trace>
  <inkml:trace contextRef="#ctx0" brushRef="#br0" timeOffset="600">499 1155 7922,'-10'-12'1161,"6"2"-734,-11 10 0,8 0 0,-8 0-277,-2 0 1,-2 8 0,-3 1 0,1 1-124,-1 0 1,0 7 0,-2-5 0,-3 2-44,-2 1 1,-7-1-1,7 8 1,0 0-117,-3 0 1,8-1-1,-5 1 29,5 0 0,5 0 150,4-1 0,8-1 0,16-3 0,11-5 127,6-2 1,13 4 0,-3-4-1,3-1 5,-3 1 0,6 5 0,-6-6 1,5 1-599,3 0 1,-11 4 0,-4-4-1,-4-1-740,-4 1 1159,1 7 0,10-5 0,2 10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6:58.72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44 925 8415,'-10'-22'64,"6"7"-509,-11 1 1159,10 9 0,-4-2 1,9 14-1,2 10-320,5 10 0,-2-3 0,10 5 0,4-5-810,8-2 0,-3 7 0,5 0 0,-5-5-647,-2-7 0,7 0 1063,0-10 0,9 10 0,-4-5 0</inkml:trace>
  <inkml:trace contextRef="#ctx0" brushRef="#br0" timeOffset="184">458 881 8185,'-3'22'0,"-1"0"143,-4-1 1,-6 11 0,4 7 0,0 9 211,1 10 0,-6 15 0,6 4 0,-1 3-405,0 0 0,-4 0 0,6 7 0,1-3-421,-3-4 0,8-7 0,-5-15 0,4-10 471,3-9 0,0-7 0,0-11 0</inkml:trace>
  <inkml:trace contextRef="#ctx0" brushRef="#br0" timeOffset="418">480 555 6272,'12'21'1472,"-5"1"1,-5 2-1063,-2 5 0,0-2 1,0 9-1,0 3-284,0 2 0,0 10 0,0 0 1,0-3-508,0-2 0,0-2 0,3-1 0,2 1 381,2-1 0,0-9 0,-7-2 0</inkml:trace>
  <inkml:trace contextRef="#ctx0" brushRef="#br0" timeOffset="702">436 271 8117,'22'0'190,"-8"0"1,1 0 193,2 0 1,2 8-1,3 1 1,-3 6 12,-4 9 0,4-2 1,-7 9-1,3-2-166,-1 0 1,-9 8 0,2-8-1,-4 0-152,-3 2 0,0-7 1,-3 8-1,-4-3-507,-7 0 1,-8 0-245,-7-7 0,5-3 0,-5-7 161,4-12 0,11-2 1,2-13-1,2-2-1226,5-2 1737,3-3 0,11-9 0,4-3 0</inkml:trace>
  <inkml:trace contextRef="#ctx0" brushRef="#br0" timeOffset="918">763 729 8117,'9'22'-913,"-6"-1"0,4 1 1856,-5 0 0,-2-8-231,0 1 0,-2-10 0,-5 0-343,-8-10 0,6-7 0,1-13 0,6-1-162,2-3 0,0-10 0,0 3 0,0-5-68,0-3 0,0 8 0,0-1 0,0 1-400,0 2 1,2-4-1,3 9 1,5 2-722,2 3 1,2 4 0,6 3 0,-3 5 981,-3 3 0,10 1 0,10 8 0</inkml:trace>
  <inkml:trace contextRef="#ctx0" brushRef="#br0" timeOffset="1401">959 576 7726,'9'22'-441,"-6"-7"1,4-1 1044,-5 3 0,-2-5 1,0 3-367,0 2 1,0-5-1,3 0 153,4-3 1,-2-1-256,9-8 0,-1-10 1,4-4-1,-5-6-135,-3-2 0,8 1 1,-5-1-1,3-2 0,-1-5 0,-6 2 0,4-7 1,-3 3-50,-4 4 1,-2 3 0,-3 2 0,0 0 19,0 1 1,0 6 0,-3 3 144,-4 2 0,-5-4 1,-10 9 213,0 7 1,8 8 0,-1 12 0,1 2-201,2 5 1,0 5-1,7 9 1,-3-1-116,4-6 0,1 5 1,3-5-1,3 3-348,4-3 1,-2-7-1,9-12 1,6-5-111,6-2 1,-2-3-1,8-7 1,-3-2-25,0-5 0,0-13 0,-7-9 0,0 0 174,-1-2 0,1 4 0,-3-7 1,-2 0 231,-2 0 0,-10 5 0,4-7 1,-1 0 220,-1 2 1,0-7 0,-7 5-1,0-6 120,0-1 1,-2-1-1,-3 3 1,-2 2 392,2 3 1,-5 10-300,3-3 1,-8 16 0,6 13-192,-3 13 1,7 16 0,-2 7 0,4 7-39,3 8 1,-2 5 0,-3 7 0,-2-3-556,2-2 0,2 3 1,3 7-1,0-1-1721,0-4 2130,0-2 0,0 4 0,0 0 0</inkml:trace>
  <inkml:trace contextRef="#ctx0" brushRef="#br0" timeOffset="1768">1568 1360 8537,'25'0'747,"4"0"0,-3 0 1,11 0-1,1 0-241,3 0 0,3 0 0,-1 0 1,1-2-378,0-5 1,-11 4 0,-3-4 0,-6 4-348,-3 3 218,1 0 0,-10 0 0,-2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7:02.70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174 1 8392,'-24'2'0,"-2"3"-208,-3 2 1,7 10 0,10-2 0,0 6 414,0 8 1,7 8 0,-5 14 0,3 9 121,-1 10 0,1 8 0,7 11 0,0 3-261,0 2 1,4-42-1,2 0 1,1-1 0,3 0-1,2 2 1,2 1-76,4 0 1,1 0-1,1 4 1,1 1 0,1-2-1,2-1 1,0-1 0,3-1-1926,0-1 1,4-2 1931,4-4 0,2-2 0,1 0 0,2-3 0,3-4 0,1-1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27:02.0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153 480 8243,'0'-22'60,"0"1"0,0 6 1,-2 3 713,-6 2-470,6-7 1,-8 17-1,10 0-14,0 12 1,0 8 0,0 4-1,0 5-102,0 7 1,0-2 0,0 2 0,0 1-40,0-3 1,3 7-1,1-5 1,6 5-231,2 3 0,-4-8 1,6-2-1,3 0-144,2 0 1,3-8-1,2 1 1,3-10 149,2-10 0,7 3 0,-7-3 0,0-5-363,3-6 438,-8-9 0,7-18 0,-9-3 0</inkml:trace>
  <inkml:trace contextRef="#ctx0" brushRef="#br0" timeOffset="167">1 828 8277,'14'-14'57,"1"-1"0,-1 3 0,8-2 0,2 4-109,5 0 0,-5 1 0,8-6 52,-1 8 0,3-15 0,10-2 0</inkml:trace>
  <inkml:trace contextRef="#ctx0" brushRef="#br0" timeOffset="1119">567 88 8103,'0'-22'-183,"9"1"1,6 1 84,4 6 1,13 4 0,4 12 0,5 8 502,3 12 0,7 9 0,2 15 0,0 5-145,0 7 1,-2-2 0,-10 2 0,-7 5 45,-12 7 1,-3 5 0,-14 5-1,-10-5-69,-14 0 0,-13-5 1,-11 7-1,-1-2-325,1-4 1,-1-6 0,1-7-1,2-10-2372,4-9 2460,6 2 0,-1-17 0,-2 8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0:34.39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66 41 8123,'-22'-12'663,"8"-5"-1371,-1 10 1,11 2 1134,-4 13 1,6 13 0,2 16-1,0 4-38,0 2 1,7 3 0,3 3 0,2 1-427,5-1 0,-5 4 0,2-2 0,1-3-697,-3-2 1,7-9 733,-4-1 0,4-10 0,3 6 0</inkml:trace>
  <inkml:trace contextRef="#ctx0" brushRef="#br0" timeOffset="201">415 412 8138,'21'0'-177,"1"0"479,0 0 1,2 0-1,5-3 1,7-2 69,6-2 0,4 0 0,4 4 0,6-1-826,0-4 1,4-9 453,-9 3 0,9-5 0,-4-3 0</inkml:trace>
  <inkml:trace contextRef="#ctx0" brushRef="#br0" timeOffset="451">1329 325 7410,'12'0'-477,"8"0"0,-8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0:35.6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1675 1220 8124,'12'10'41,"-2"-5"1,-8 9 222,6 3 1,-3-5 0,7 3-1,0 2 192,0 2 1,2 3-1,8 0 1,0-1-398,0 1 1,9 0 0,3 0 0,2-1-414,1 1 1,-8-7 0,4-3 353,-1-3 0,7-1 0,-5-8 0</inkml:trace>
  <inkml:trace contextRef="#ctx0" brushRef="#br0" timeOffset="202">2154 1177 8124,'-9'36'-93,"-6"-2"0,-4 0 377,-3-1 0,7 6 0,1 12 0,-3 7 161,-2 5 1,-1 10 0,3 2 0,3 2-39,-3 5 0,5 10 1,0 3-1,0-1-655,-1 3 0,9-10 0,-4 2 0,6-14-2762,2-14 3010,0-13 0,0-26 0,0 0 0</inkml:trace>
  <inkml:trace contextRef="#ctx0" brushRef="#br0" timeOffset="467">2459 1068 8113,'0'36'74,"0"0"0,0 1 1,0 6-1,0 1 299,0-1 0,3 8 0,1 2 0,4 3-286,-3 4 1,-3 1 0,-2-1 0,0-4-1284,0-3 1,0 3 1195,0-13 0,10-4 0,2-17 0</inkml:trace>
  <inkml:trace contextRef="#ctx0" brushRef="#br0" timeOffset="836">2372 719 8113,'7'-14'709,"3"2"-446,2 2 1,3 3 0,4 9-1,-2 5-45,-3 8 1,1 4-1,7 3 1,-1 2-167,1 5 1,-2 3 0,-3 6 0,-5-1-35,-3 1 1,-1 1 0,-8 0 0,0-5-66,0-3 1,-3 5 0,-4-6 38,-8-4 0,-4-4 0,-3-8-34,0-6 1,3-8-1,5-8 1,4-6 58,0-5 1,8-6 0,-5-1-1,4-3 136,3 2 1,7 3 0,3 2 0,0 0-336,-1 1 1,8-1-1,-2 0-89,4 0 0,3 10 0,0 5 1,0 4-45,-1 3 0,1 0 0,0 0 0,0 3-384,-1 4 0,-1-2 699,-6 9 0,6 1 0,-8 7 0</inkml:trace>
  <inkml:trace contextRef="#ctx0" brushRef="#br0" timeOffset="1236">2786 915 8113,'0'15'693,"0"-1"0,0 1 249,0 7 1,0-1-561,0 1 1,2-3 0,3-2 151,2-2 0,3-10-144,-3 2 0,-4-7-496,4-7 1,-5-5-1,-2-10 1,0-2-282,0-5 1,0 2-1,0-7 1,0 0-307,0 0 1,0 5 0,0-4 0,3 1-1697,4 5 2389,-5 13 0,18-5 0,-8 6 0</inkml:trace>
  <inkml:trace contextRef="#ctx0" brushRef="#br0" timeOffset="1504">2982 1002 8113,'2'22'-22,"5"0"1,-4 0 0,4-1 234,-4 1 0,-1-7 1,5-1 56,8 3 1,-3-7-1,2-3 1,3-4-11,3-3 1,1-10-1,1-5 1,0-4-42,0-3 0,0 0 0,-1-2 0,1-2-140,0-3 1,-3-8 0,-2 6-1,-5-1-255,-2 1 0,4 2 0,-6 7 0,-3 0 92,-3 1 0,-4 6 0,-6 3 236,-6 2 1,-6 5-1,-4 13 1,-2 6-95,-3 6 0,7 9 0,7 2 0,1 1-577,2-1 0,2 5 1,10-4-1,0-1-538,0 1 0,5-3 1057,9-8 0,1 1 0,16 0 0</inkml:trace>
  <inkml:trace contextRef="#ctx0" brushRef="#br0" timeOffset="1868">3635 893 8113,'15'-21'9,"-3"-1"1,-3 0 213,-4 0 0,-5 3 1,-5 2-1,-4 3 417,-3-3 0,-3 5 1,-7-1-1,1 4 303,-1 4 0,7 2 0,1 3-607,-3 0 0,0 10 0,0 7 1,5 10-315,2 9 0,3 5 0,7 3 0,0-1-359,0 1 0,2-1 0,3-2 0,5-2-370,2-3 0,5-16 0,9 2 0,3-5 72,-2-5 1,0-3 0,-1-11 0,3-5 203,-2-8 1,-5-11 0,-5-6 0,-5-2 236,-3-5 1,-1-2 0,-6-5 0,3-2 158,2-3 1,1-9 0,-8 2 0,0-5 36,0-3 1,0-13-1,-3-4 1,-2 3-123,-2 3 0,0 4 1,7 10-1,0 8 198,0 11 1,2 25-1,3 26 149,2 20 1,8 24 0,-8 14-1,-2 12 16,-3 8 1,-2 5-1,3 6 1,-1-44 0,1 0-200,0 1 1,1 1 0,0 2 0,-1-1 0,-1 40 0,3-4-45,3-1 0,9-3 0,-5 0 0</inkml:trace>
  <inkml:trace contextRef="#ctx0" brushRef="#br0" timeOffset="2500">238 981 8091,'-44'65'40,"1"10"0,2 10 0,22-38 0,1 2 139,2 5 0,3 1 1,5 6-1,2 2 0,1-2 1,0 1-1,1 2 0,1 0-61,-1 1 1,1 1 0,-1 3 0,3 0 0,3-1 0,3-1 0,2-3 0,3-2-241,2-5 1,3-3 0,21 36 0,15-20 0,7-9-268,5-11 1,12-13-298,5-8 1,14-15 0,5-4-1</inkml:trace>
  <inkml:trace contextRef="#ctx0" brushRef="#br0" timeOffset="2870">4179 1 8222,'22'14'233,"0"1"1,0 2 209,0 2 0,9 22 0,5 12 0,3 20-219,-20-27 0,-2 2 0,2 2 0,-1 2 0,-5 10 1,-2 2-1,-2 1 0,-1 0 39,-1 3 1,-2 0-1,-1 6 1,-3 2-1,-5-1 1,-2 0-1,-3 4 1,-1 2-263,-2 1 0,-3 0 0,-7-2 0,-2 0 1,2 2-1,-2 0 0,-2 1 0,-4-1-257,-3 1 1,-1-2 0,5-7 0,0-2-1,-3-3 1,1-3 0,3-9 0,0-3-647,4-7 0,0-4 0,-20 15 1,8-24 901,7-15 0,7-7 0,8-19 0,4-10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0:49.79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2440 8216,'0'-22'1878,"-7"0"1,-1 0-2438,4 1 0,4 8 0,7 6-940,7 5 1499,6 2 0,2 0 0,-1 0 0</inkml:trace>
  <inkml:trace contextRef="#ctx0" brushRef="#br0" timeOffset="2264">564 1438 8233,'-21'-12'1961,"9"2"-1658,-8 10 0,18 3 1,-3 4-1,10 7-89,9 6 1,13 9 0,4 0 0,3 0-301,5 2 0,2-4 0,5 7 1,2-3-326,3-4 1,2-3 0,-4-2 410,2 0 0,9-10 0,-4-3 0</inkml:trace>
  <inkml:trace contextRef="#ctx0" brushRef="#br0" timeOffset="2481">1152 1177 8164,'-14'21'0,"2"4"-7,2 4 0,-4 12 1,4 12-1,0 5 509,1 10 1,-6 9 0,8 20 0,4-43 0,1 1-354,0 5 0,2 1 0,-1 3 0,2 0 1,-1 1-1,0 1 0,0-1 0,0 0-117,0 1 0,0-1 1,0-5-1,0-1 1,0-5-1,0-2 1,0 38-324,0-15 1,0-17 0,0-8 0,0-6-1287,0-8 1577,0-4 0,0-20 0,0-2 0</inkml:trace>
  <inkml:trace contextRef="#ctx0" brushRef="#br0" timeOffset="2747">1370 1046 8293,'0'31'0,"-7"-4"0,0 9 0,2 3 933,2 2 1,3 5-1,0 5 1,0 7-128,0 5 0,3 2 0,2-2 1,2-2-844,-2-3 0,0-10 0,-1 3 1,4-8-881,-3-6 1,-3-13 0,0-12-1772,6-2 2688,-6-3 0,8-17 0,-10-2 0</inkml:trace>
  <inkml:trace contextRef="#ctx0" brushRef="#br0" timeOffset="3296">1218 610 8233,'-15'8'489,"1"-1"0,-1 0 2270,-7-7-1243,1 10-1417,9-8 0,12 1 1,16-13-1,9 0-249,4 1 0,7 1 0,-5 8 0,1 0-15,-1 0 0,6 0 1,-6 3-1,1 4 203,-1 8 0,-2-1 1,-7 5-1,0 6 237,-1-1 1,-9 7 0,-4 1 0,-6 2 0,-2 4 0,-10-4 1,-6 0-1,-9-2-271,-4-6 0,-7-2 1,5-2-1,-3-2-909,-5-6 1,8-4-1,1-10-2671,6 0 3575,2 0 0,10-20 0,3-4 0</inkml:trace>
  <inkml:trace contextRef="#ctx0" brushRef="#br0" timeOffset="3528">1610 741 8233,'7'22'0,"0"0"0,0-1 274,3 1 1,-5 0-1,7 0 1,-2-1 441,-5 1 1,-3 7 0,-2 0 250,0-2 0,0-3-174,0-2-1,-2-15-778,-6-14 1,6-5 0,-5-20 0,4 1-425,3-5 1,0 2 0,0-3-1,3 1-658,4 2 1,3-4 0,7 6-1,-3 1-1225,3-1 2293,2 3 0,3 7 0,0 1 0</inkml:trace>
  <inkml:trace contextRef="#ctx0" brushRef="#br0" timeOffset="3814">1871 872 8042,'0'21'25,"0"1"1,0 0 266,0 0 0,10-10 0,4-5-172,6-4 0,1-6 0,1-4 0,0-5-153,0 0 1,-1-10-1,1 3 1,0-8-126,0 0 1,0 3-1,-3 0 1,-2-3 47,-3-2 0,-9 0 0,2 8 0,-4-1-21,-3 0 0,-3 0 0,-4 3 382,-7 4 1,-6 6-1,-4 9 1,-2 0 327,-4 0 0,1 9 0,8 8 0,-1 7-206,0 5 0,8 3 0,1-5 0,4 4-352,4 3 1,3 0 0,4 4 0,5-4-693,8-2 1,11-3 0,6-7 670,2-1 0,2 1 0,8 0 0</inkml:trace>
  <inkml:trace contextRef="#ctx0" brushRef="#br0" timeOffset="4196">2590 545 8233,'-22'-34'207,"0"3"1,0 4 316,1 5 1,-1-4 0,0 14-1,0 0 158,0 4 1,1 6 0,1 4 0,3 8-472,3 12 1,9 2 0,-2 12 0,4 3-210,3 2 1,0-5 0,0-2 0,3 0-383,4 0 0,5-7 0,10 2 0,0-8-117,-1-6 1,1-5-1,0-10 1,0 0 5,0 0 1,-1-10-1,1-5 1,0-4 151,0-3 1,-1-7 0,-1-2 0,-6-1 299,-6 1 0,1-8 0,-2 3 0,-2-5 89,-2-3 0,-3-7 0,0-2 0,0 0 42,0 0 1,-3-1 0,-4 8 0,-7 1 8,-6 3 1,-2 23 0,1 4 10,-1 11 0,7 18 0,3 13 1,3 16 254,4 11 1,2 13 0,3 13 0,0 5-129,0 2 1,0 0 0,0 3 0,0 6-462,0-42 1,0 1 0,3 3-1,2 0 1,-1 3 0,1-1 0,0-3-1,0-2-757,0-2 1,0-2 0,2 33 978,-7 4 0,7-4 0,0 1 0,-2-8 0,-2-2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4:20.7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697 371 8141,'-22'-12'217,"8"-5"1,-1 9 0,-2 4 228,-2 1 0,4 3 1,-2 0-1,-4 3-207,-6 4 1,-2 5 0,7 12 0,0 5-20,1 7 0,-6 6 1,3 1-1,4 3-200,1 5 0,9 5 0,3 9 1,5-2-273,2-5 0,0-7 0,2-15 1,8-9 226,12-10 1,-1-8 0,11-11 0,-3-8 147,0-12 1,7-11 0,-4-16 0,-1-4 73,1-3 0,-3 1 0,-8-6 0,1 5-66,0 3 0,-10-5 0,-5 7 0,-4 3-187,-3 2 0,-12 5 1,-8 2-1,-11 5-133,-10 3 0,0-6 0,-15 8 0,0 3-115,1 2 1,-1-3 0,-2 5 0,7 10-183,5 7 0,10 5 1,2 5-1,2 10 486,6 14 0,-8 19 0,0 8 0</inkml:trace>
  <inkml:trace contextRef="#ctx0" brushRef="#br0" timeOffset="2701">1263 480 7819,'-22'2'-190,"1"5"1,-1-4 0,0 6 0,3 1 236,4 5 0,-4 4 1,7 3-1,-3 2 112,1 5 1,9 2 0,-2 8 0,4-3-62,3 3 0,0 2 1,0 0-1,3-7 120,4-12 1,5-3 0,10-11-1,-1-3 151,1-3 1,0-4 0,0-6 0,0-6-35,-1-6 0,1-11 1,0-3-1,-3-2-174,-4-1 1,2 8 0,-10-4 0,-2 1-193,-3 5 1,-2-4 0,0 2 0,0 2-313,0 3 1,-7 10 0,-3-1 0,-2-2-201,-5-2 0,-2 7 1,-3 4-1,3 4-1290,4-4 1833,-4 6 0,7-8 0,-10 10 0</inkml:trace>
  <inkml:trace contextRef="#ctx0" brushRef="#br0" timeOffset="3116">1481 458 7931,'12'0'1039,"-2"10"0,-10 4-683,0 5 1,0 10-1,2 3 1,3 2-276,2 4 0,3 1 1,-5 0-1,4-3-229,3 3 1,3-10 0,4-5 0,1-9-97,2-6 0,-6-1 0,13-11 0,-4-4-89,-4-8 0,1-11 0,0-6 0,0-2-2,0-4 0,-3-1 1,-2 0-1,-5 3 155,-2-3 0,4 5 1,-7 1-1,-2 1 87,-2 5 1,-3 3 0,0 3 990,0-1-777,0 0 0,-8 12 1,-1 10-1,-1 12 151,0 8 0,3 2 0,5-1 1,-3 3 107,-2 6 1,-1-4 0,8 8 0,0 0-201,0 0 1,0 2 0,0 5 0,0-2-418,0-3 1,8-7-1,1 5 1,3-2-251,5-6 1,3-9 0,1-5 0,1-2 486,0-5 0,0-22 0,0-7 0</inkml:trace>
  <inkml:trace contextRef="#ctx0" brushRef="#br0" timeOffset="3367">2178 1 7975,'-10'21'-58,"8"4"0,-6 1 1,6 3 402,2-2 1,0 7 0,0 2 0,0 7 12,0 8 0,0-5 0,0 8 0,0-4-439,0 1 0,2 2 0,3-7 0,5-2-263,2-10 0,3-8 0,6-6-43,1-6 1,-7-4 0,-1-12-908,3-6 1294,-7-4 0,9-19 0,-7-3 0</inkml:trace>
  <inkml:trace contextRef="#ctx0" brushRef="#br0" timeOffset="3550">1895 371 10857,'29'0'0,"2"-3"-24,3-4 1,2 5-1,10-8 1,3 3-287,1-1 0,4-1 310,-3 2 0,-5 4 0,7-7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4:27.1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1767 8082,'-12'-10'1501,"0"5"804,5-9-1100,4 9-1235,-6-5 0,18 10-1058,6 0 1,-3 0 1087,2 0 0,1 10 0,7 2 0</inkml:trace>
  <inkml:trace contextRef="#ctx0" brushRef="#br0" timeOffset="549">1460 830 8554,'0'-21'346,"0"-1"1,-3 7-1,-4 1-247,-8-3 1,-4 7-1,-3 3 1,0 4-71,1 3 1,-1 10 0,-2 5 0,-3 4 13,-2 3 0,0 9 1,7 5-1,0 6-156,1 1 0,1-2 0,3-2 0,5-3-192,3 3 0,4-10 349,12-7 1,5-10 0,12-17 0,3-7-7,2-10 1,7-21 0,-4-3 0,-1-5 0,1-2 1,-6-1 0,-9 6-1,-5-3 61,-2 3 1,-3 2 0,-12 2 0,-7 3 56,-10 5 0,-14 4 0,-3 11 0,-6-4-144,-6-4 1,-7 12 0,7-2 0,2 5-136,3 2 1,3 7 0,2-3 0,4 6-396,8 2 0,12 10 1,5 4 516,3 6 0,1 11 0,8 3 0</inkml:trace>
  <inkml:trace contextRef="#ctx0" brushRef="#br0" timeOffset="1430">1699 656 6572,'2'-12'439,"3"2"666,3 1 223,-1 6-1256,-7-6-272,0 9-97,0 0-33,0 9 228,0 3-25,0 10 1,0-7 83,0-1 1,2-9 161,6 2 0,-6-7 28,5-7 0,3 2 431,-3-9 0,8 6 584,-8-6-525,0-1-561,-7-6 1,-10 8 0,-2 9 0,-2 8 12,-1 11 1,1 4 0,-8 3-1,3 2-76,4 5 0,-4-2 1,7 9-1,0 3-53,4 2 0,6-5 0,2-2 0,0-2 44,0-6 0,10-9 0,4-5 0,6-2 117,1-5 0,3-5 0,3-7 1,2-10-75,-2-10 0,4 0 1,-4-9-1,-5 0-7,-5 2 1,-13-7 0,4 7 0,-6-2-31,-2-1 0,0 11 1,-2-6-1,-6 3-343,-6 0 0,-5 0 1,-3 7-1,0 3-84,0 5 0,8-3 0,2 7 0,-1 0-2480,1 1 2897,8 1 0,-16 18 0,8 2 0</inkml:trace>
  <inkml:trace contextRef="#ctx0" brushRef="#br0" timeOffset="1814">1960 634 8094,'8'-14'1253,"-1"-1"-947,0 10 1,-7-2 0,0 14 0,0 8-4,0 4 0,0 3 0,0 0 0,0 0-188,0-1 0,0 4 0,0 1 0,0 3-238,0-2 0,3-10 0,1-3 0,6 1-94,2-3 0,3-2 0,6-10 0,1 0 55,0 0 1,0-3 0,0-2 0,-1-4 113,1-3 0,0-3 1,-3-7-1,-2-2 4,-2-5 0,-8 5 0,8-5 0,-1 2 18,-2-2 1,-2 5 0,-8-5 0,3 5 291,2 2 0,1 7-15,-8 1 1,0 12-54,0 2 0,0 9 1,0 15-1,0 3-166,0 2 1,0 3 0,0-6 0,0 6-331,0 1 0,0-6 0,0 2 0,0-5-547,0-2 0,9-3 0,6-4-97,4-8 0,-4-4 942,-1-3 0,1-10 0,6-2 0</inkml:trace>
  <inkml:trace contextRef="#ctx0" brushRef="#br0" timeOffset="1997">2505 46 8094,'0'-21'-24,"0"-1"1,0 19 0,0 13 0,0 14 276,0 13 0,0 4 0,0 5 1,0 4-174,0 9 0,0 6 0,0 5 0,2 3-238,5-3 1,6-2 0,8-3-1,4-5-290,4-9 0,-5-2 448,5-20 0,5-10 0,0-9 0</inkml:trace>
  <inkml:trace contextRef="#ctx0" brushRef="#br0" timeOffset="2233">2287 460 8094,'12'3'406,"-2"1"0,-1 4-152,6-4 0,4-1 0,6-1 0,4 3-161,7 2 0,15 1 1,9-8-1,10 0-332,10 0 1,2 0 0,1 0-1,-6 0-192,-2 0 1,-5 0 430,-12 0 0,-4 9 0,-11 3 0</inkml:trace>
  <inkml:trace contextRef="#ctx0" brushRef="#br0" timeOffset="2583">610 1658 8401,'-22'7'343,"1"0"0,11 1-163,10-8 1,19 0 0,23-3 0,13-4 67,18-8 1,21-2 0,-39 9-1,1 0 1,8 0 0,1 1-94,5-1 1,2-1-1,13-4 1,2-1 0,6 0-1,3-1 1,-28 6 0,2 0-1,0 1-262,4-1 1,0 1 0,1 1-1,-3 0 1,-1 0 0,1 1-1,-1 0 1,-1 1 0,-1-1-1,27 0 1,-3 0 86,-6 2 1,-2-1-1,-7-3 1,-4 1-1,-7 3 1,-3 1-1,-8 0 1,-3 1 16,27-1 1,-22 3-1,-22 3 1,-9 4-134,-10 8 0,0-3 1,-10 2-1,-5 3-1136,-6 3 1272,1-8 0,-7 17 0,10-5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4:31.9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719 436 8180,'-22'0'1,"0"0"1,1 0 84,-1 0 1,0 8 0,0 1 0,3 3 74,4 5 1,-4 3 0,5 1 0,-3 4-19,2 4 0,-2 2 0,10 8 0,2-3-133,3 3 1,2-8 0,0-2 0,2-4 8,5-4 1,-2-9 0,10-4 0,2-8 186,2-8 0,10-6 0,0-15 0,-2-7-43,-3-6 0,5-4 1,0-2-1,-5-3-154,-7 3 0,-5-3 0,-7 5 0,2 5-22,-2 0 1,-7 2 0,-10 0 0,-13 8-67,-6 7 1,-13-3-1,-11 13 1,-6-3-26,-7 2 0,-2 5 0,7 10 1,3 3-19,2 4 1,9 5 0,1 10-1,9 2-275,10 5 0,8-5 0,6 5 397,8-4 0,4-4 0,3 1 0</inkml:trace>
  <inkml:trace contextRef="#ctx0" brushRef="#br0" timeOffset="1164">1046 262 9579,'0'24'317,"0"5"1,2-2 0,3 12 0,5 4-272,2 6 1,-5 11 0,7-2 0,3 5 5,3 2 0,1-11 0,1-11 0,0-11 52,0-8 1,0-12-1,-1-5 1,1-9 15,0-13 1,0-9-1,-1-19 1,1-3-20,0-5 1,0 2 0,0-9-1,-1 0 53,1 3 1,-3 1-1,-2 11 1,-4-1-297,-4 1 1,1 6 0,-5 4-1,2 1-662,-2 5 1,-3 10-2096,-2 3 2899,-9 9 0,-4-5 0,-8 10 0</inkml:trace>
  <inkml:trace contextRef="#ctx0" brushRef="#br0" timeOffset="1482">1394 306 8266,'0'21'259,"0"1"0,0-7 0,0-1 0,0 3 64,0 3 1,2-6 0,3 1 0,5 2 23,2 2 1,-5 10 0,8 0 0,2 0-120,2 2 0,3-4 0,0 7 0,-1-3-23,1-4 0,-2-3 0,-3-4 0,-3-6 120,3-7 0,-5-4 1,0-6-1,0-4-175,0-7 1,-4-8-1,4-10 1,0-9-33,0-7 0,-7-5 1,4 4-1,-1-4-246,-1-3 0,0 5 0,-4-4 1,1 2-282,4 4 0,-1 10 1,-7 6-1,0-1-1593,0 0 1,0 15 2001,0-3 0,10 14 0,2-1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5:33.60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1010 7910,'2'-12'-544,"5"4"1132,8 6 1,14 2 0,7 0-1,8 0-151,7 0 0,7-7 0,14-1 0,8 4-224,5 1 1,2 1 0,-2-3 0,-6-2-175,-6 2 1,-8 2-1,-9 3-2608,-12 0 1371,-11 0 1,-23 0 1197,-10 0 0,-10 0 0,-11 0 0</inkml:trace>
  <inkml:trace contextRef="#ctx0" brushRef="#br0" timeOffset="714">1090 73 8159,'-3'-22'-458,"-4"1"1,4 6 905,-4 1 0,7 21 0,7 5 23,8 12 0,-3 13 0,3-4 0,-1 6-196,-2 7 1,5 5 0,-7-3 0,-1 6-184,1 1 1,5 10 0,-8 8-1,0-5-134,3-8 0,-8 1 0,6-13 0,-6-7-121,-2-9 291,0-8 0,0-14 1,0-10-123,0-12 0,0-15 0,2-5 1,3 1-179,2 0 1,8-1 0,-5 6 0,2-4 23,5 4 1,2 2-1,3 4 1,-3 3 190,-4 3 1,4 9 0,-4-2 0,4 4 119,3 3 0,0 8 1,-1 4-1,1 5-90,0 7 0,-3 2 0,-2-1 0,-5 1-174,-2 3 1,-3 8 0,-7-8 0,0-3-705,0-2 1,0-2 0,0 0-1185,0 0 1989,0-10 0,0 7 0,0-7 0</inkml:trace>
  <inkml:trace contextRef="#ctx0" brushRef="#br0" timeOffset="1049">1830 509 8103,'14'-7'411,"1"-1"0,-8 1 131,8 7 1,-10 2-1,4 8-190,1 12 1,-8 2-1,6 12 1,-4 6-6,4 6 0,-6-2 0,8 5 0,-3-3-292,0 3 0,1-5 0,-8 5 0,0-8-1347,0-6 1,0 1 1291,0-9 0,9 0 0,3-7 0</inkml:trace>
  <inkml:trace contextRef="#ctx0" brushRef="#br0" timeOffset="1780">785 835 8023,'-20'-14'1277,"6"-1"-372,4 11-668,10-6 0,3 10 0,4 2 0,7 3-51,6 2 1,1 1-1,1-6 1,0 3-101,0 2 0,0 0 0,2-7 0,2 3-178,3 4 0,0-4 1,-7 6-254,0 1 0,0-5 377,0 9 1,-8-2-1,-2 5 37,-2-2 1,-3-8 0,-9 8 0,-6 2 155,-6 2 0,-5 0 0,-3-2 1,0-2-170,0 2 0,3 2 0,2 3 1,2 0-700,-2-1 0,1-6 0,-1-1 643,2 3 0,10 3 0,-4 1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5:37.25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131 675 8016,'0'-21'86,"0"-1"202,0 0 1,-3 8-1,-1-1 440,-4-2 0,-1 7 1,1 3-358,-6 5 1,2 4-1,0 8 1,0 9-286,-1 8 0,6 12 1,-5-3-1,2 7-124,6 8 0,1-12 0,3 4 0,0-4-1,0-5 1,0-3 0,0-9 0,3-2 197,4-6 1,-2-4 0,9-10 0,1-3-68,-3-4 0,5-5 1,-10-10-1,-2 0-225,-3 1 0,-2-1 1,0 0-1,0 0-440,0 1 1,0-1 0,-2 0 0,-3 0-1400,-2 0 1972,-1 1 0,-1-1 0,-3 0 0</inkml:trace>
  <inkml:trace contextRef="#ctx0" brushRef="#br0" timeOffset="365">174 697 8420,'-12'0'2609,"3"3"-2488,9 4 0,0-2 1,0 9-238,0 3 0,7 2 1,3 1-1,-1-3-406,1-3 1,7-6 179,-3 6 1,6-9 0,1 2 147,1-4 0,-2-13 1,-3-5-1,-3-4 141,3-3 0,-5 0 1,0-2-1,-2-2 118,-5-3 1,4-3 0,-1 6 0,-4-3 133,-1 2 1,-3 10-1,0 2 363,0-1 1,0 8 41,0 8 0,0 10 0,-3 12 1,-1 0-407,-4-1 1,1 3 0,7 3 0,0 2-602,0-2 1,0 4 0,3-2-1,1-2-200,4-3 0,9-2 603,-3 0 0,5-1 0,3 1 0</inkml:trace>
  <inkml:trace contextRef="#ctx0" brushRef="#br0" timeOffset="567">588 0 8757,'-12'10'368,"5"5"0,4 14 0,3 9 0,3 11-173,4 9 0,-2 7 1,9 10-1,3 12-630,-7-38 1,0 1 0,11 47 0,4-5 0,1-12-11,3-15 0,0-11 0,-7-18 445,0-7 0,9-5 0,3-2 0</inkml:trace>
  <inkml:trace contextRef="#ctx0" brushRef="#br0" timeOffset="732">436 588 8018,'0'-14'115,"2"2"1,8 2-123,12 5 0,9-5 0,15 1 0,7-1 7,13 0 0,9-7 0,12 5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6:40.9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219 88 8529,'9'-22'-92,"-4"7"1,7 1-1,0-1 266,1 3 1,1 3-1,8 9 1,0 0 44,-1 0 1,1 9-1,0 8 1,-3 10 64,-4 9 1,2 13-1,-10 4 1,-2 2-178,-3 6 0,-2 12 0,0 6 0,-2 6-211,-5 2 1,-13 0 0,-11 0 0,-3 1-319,-5-1 0,-2-10 1,-2-7-1,1-12-122,6-14 0,-3-3 0,10-12-490,3-2 1034,2-13 0,2-4 0,0-10 0</inkml:trace>
  <inkml:trace contextRef="#ctx0" brushRef="#br0" timeOffset="282">1 937 8285,'0'22'-214,"0"-8"0,0 1 175,0 2 1,0 5 0,2 4 0,3 3 445,3-2 0,6-3 0,-4 0 0,-1 3-197,1 2 1,0 0 0,-5-7-1,4-1-59,3 1 0,0-7 1,5-3-1,-2-2-22,2-6 0,2-1 1,3-6-1,0-4-20,0-7 0,7-8 0,2-5 0,0-2-275,1 3 1,4-1-1,-7 0 1,-2-2-398,-3 3 0,5 4 563,0 7 0,0-14 0,-7 5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6:45.5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0 346 8473,'0'-36'-393,"0"2"1,0 3 112,0 4 0,0 0 1,0 1-1,0-3 494,0 2 0,0 3 0,0 2 98,0 0 0,0 8 184,0-1-492,0 10 1,0-2-1,0 14 1,0 8 12,0 4 1,0 3 0,0 2 0,0 3-26,0 2 0,0 10 0,0-3 0,0 7 10,0 8 1,3-2 0,2 6 0,2 1-24,-2 0 1,-3 2 0,1 7 0,1 0-12,4 1 0,-1 1 1,-7 4-1,0 1 56,0-2 0,0-2 0,0-3 0,0 1 13,0-1 0,0 0 0,0-2 0,0-5-31,0-7 1,0 5 0,0 0-1,0-1-2,0-4 0,0-3 1,0 1-1,0 4-10,0 3 1,0 2-1,0 5 1,0-3-43,0-2 0,2-7 0,3 5 0,3-1-9,-4 1 1,-1-8-1,-1 3 1,3-5 72,2-2 0,1 2 1,-8 2-1,0 3 13,0-3 0,0 5 0,0 1 0,2-1-112,5 0 1,-4-2 0,4-7 0,-5-1 54,-2 1 1,0-1 0,0 3 0,0 3 51,0 1 1,-2 4 0,-3-6 0,-2 3-27,2-3 1,3-2-1,2-2 1,0 2 98,0 4 1,0-4 0,-3 5 0,-2-2-27,-2 1 0,0-1 0,7 7 1,0-1-86,0 1 0,0-5 1,0 4-1,0 1 15,0 0 1,-3-1 0,-1 6 0,-4-3 24,3 2 0,3 13 0,2 4 0,0 3-5,0 0 1,0-7 0,0 4-1,0 3 112,0 5 1,0-13-1,-2 8 1,-3-10 27,-3-5 1,1 1 0,7-1 0,0-2-161,0-5 0,0 3 0,0-8 0,0 0-178,0 0 0,0-2 0,0-7 0,0-3 177,0-5 0,10 5 0,2-7 0</inkml:trace>
  <inkml:trace contextRef="#ctx0" brushRef="#br0" timeOffset="1299">937 912 7993,'-10'-21'-15,"-4"-1"1,2 10 0,-3 4 449,-2 6 1,-2 2-1,-3 0 1,0 2-214,0 6 0,1 4 0,-1 10 0,0-1-97,0 1 1,1 10-1,-1 1 1,2 4-204,6-1 1,-3 8 0,10 6 0,2-4-32,2-7 0,3 0 0,3-10 0,2-3 229,2-1 1,17-13 0,-2-5 0,2-7 47,0-7 1,5-8 0,3-11 0,-1-6 46,1-2 1,-1-9-1,-4-11 1,2 1-96,-3 0 0,-11 2 0,-5 5 1,-3-2-102,0-3 1,-2 0 0,-12 10-1,-8 2-161,-4 3 1,-13 9 0,-1-2 0,-4 5-48,1 2 1,2 8 0,-5 2 0,5 2-393,3 5 0,2 3 1,10 4-1,2 6-268,2 6 1,10 13 0,-2 2 848,5-3 0,-8 8 0,-2 0 0</inkml:trace>
  <inkml:trace contextRef="#ctx0" brushRef="#br0" timeOffset="1632">1133 607 8127,'-7'-9'759,"-1"9"1,1 9 0,7 13-1,-2 0-635,-6 0 0,6 2 0,-5 3 0,4 4-229,3 3 1,0 2-1,0 10 1,0 3-202,0 1 1,3-6-1,4-10 1,5-3 259,0-4 1,15-5-1,-5-5 1,4-5 212,6-3 0,-1-1 0,8-8 0,-3-3 117,3-4 1,2 2 0,2-9 0,1-1-539,0 3 0,-11-7 0,-4 7 0,-4-1-2167,-4 6 2421,1-5 0,-10 10 0,-2-8 0</inkml:trace>
  <inkml:trace contextRef="#ctx0" brushRef="#br0" timeOffset="1884">567 1609 8276,'-22'7'70,"0"3"289,0 2 1,10-5-1,7 6-15,10-4 1,17-1 0,17-8 0,9 0-115,10 0 0,15-3 1,7-4-1,4-8-126,3-4 1,8-3 0,2 0 0,-3 3-304,-5 5 1,-1-3 0,-23 9 0,-9 3-2506,-8 3 2704,-14 2 0,-3 0 0,-9 0 0</inkml:trace>
  <inkml:trace contextRef="#ctx0" brushRef="#br0" timeOffset="2251">937 2110 8292,'-32'10'-77,"6"4"1,-8 13 0,2 4 489,6 3 0,9-5 0,5 7 0,2 1-132,5-3 1,3 4 0,2-9-1,2-4-205,6-8 1,4-5-1,9-8 1,1 4 27,0-3 0,7-10 0,0-7 0,0-5-21,3-7 1,-8-13 0,5 3 0,-5-2-96,-2 0 1,-8 7 0,-2-8 0,-2 1 1,-5 2 1,-5 0-1,-7 8 1,-8-3-70,-4 2 1,-13 3 0,-4 2 0,-5 0 114,-3 1 1,-9 6 0,-3 3-1,-2 2-30,0 5 1,17 3-1,0 4 1,7 6-410,8 6 1,4 8 0,5 5 0,5 2-1922,2-3 2324,3 8 0,16 0 0,4 10 0</inkml:trace>
  <inkml:trace contextRef="#ctx0" brushRef="#br0" timeOffset="2881">1307 2023 8085,'-2'-22'-1057,"-6"0"1,6 8 1767,-5-1-446,4 10 0,1 3 0,-3 12 1,-2 2-88,2 5 0,2 2 0,3 5 0,0 3-20,0 2 1,-7 7 0,0-4 0,2-1-67,3 1 1,2-1 0,0-4 0,2 2 74,5-3 0,-4-9 0,6-5 1,1 1 46,5-1 1,-3-8 0,2 4 0,3-8 9,3-8 0,-1 1 0,-2-12 0,-3-5-124,3-1 1,0-6 0,0 0 0,-5-1-116,-2 1 1,0-6 0,-5 6 0,2-1-128,-2 1 0,-3 2 0,-2 7 30,0 0 1,-2 10-1,-3 7 73,-2 10 0,-8 7 1,8 13-1,2 1 108,2 3 0,3 10 1,0-5-1,0 2 147,0 0 1,8-2 0,1 3 0,4-8-11,3-5 1,4-5 0,2-4 0,-1-8 50,1-5 0,0-2 1,0-2-1,-1-5-94,1-8 1,-7-4 0,-3-5 0,-2-3-172,-6-2 1,-1-7 0,-3 4 0,0 1-216,0-1 1,0 3 0,-3 10 0,-1 2-890,-4 2 1,-6 1 0,4-5 1111,-2 4 0,-3 5 0,-6 10 0</inkml:trace>
  <inkml:trace contextRef="#ctx0" brushRef="#br0" timeOffset="3532">1895 2154 8153,'2'-13'97,"6"6"1,-6 2-1,8 1 391,-1-4 0,-4 1-159,10 7 1,-1 0-276,8 0 1,0 0-155,0 0 1,-3 10 0,-4 4 0,-8 6 61,-5 1 0,-2-6 1,0-1-1,0 3-101,0 3 0,-9 1 1,-4 1-302,1 0 1,3-7 28,9-1 498,0-9 0,2 5 0,5-10 178,8 0 0,2 2 0,0 3 0,-3 5 324,3 2 1,-7-5-1,-3 7 1,-2 1-17,2-3 1,-4 7 0,1-4 0,-8 4-553,-11 3 1,-7 0 0,-4-3 0,-6-2-234,-2-2 0,1-3 1,-6 2-1,5-7-1678,2-4 0,1-3 1890,2 0 0,5 0 0,-8 0 0</inkml:trace>
  <inkml:trace contextRef="#ctx0" brushRef="#br0" timeOffset="3948">2113 1587 8228,'14'0'510,"1"-2"-54,2-5 0,2 4 0,3-4 1,0 5-190,-1 2 1,4 0 0,1 0 0,6 0-663,2 0 0,-5 0 0,4 0 395,-1 0 0,-3-10 0,-7-2 0</inkml:trace>
  <inkml:trace contextRef="#ctx0" brushRef="#br0" timeOffset="4182">2505 1261 8186,'-32'0'0,"-2"0"0,-2 0 597,0 0 0,2 0 1,-5 0-1,3 2-439,-3 5 1,1-4 0,-1 4 0,5-4-354,2-3 1,3 0 194,8 0 0,-1 9 0,0 3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6:51.6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524 1285 8179,'-21'-12'886,"6"3"393,1 9 1,9 2-826,-3 5 0,16 5 0,6 10 1,6 0-323,1 0 0,11 0 0,4-1 0,3 1-447,-3 0 0,5-8 0,-4 1 0,4-1-1213,2-1 0,-6 3 1528,-1-8 0,-10-1 0,6-7 0</inkml:trace>
  <inkml:trace contextRef="#ctx0" brushRef="#br0" timeOffset="183">960 1198 8179,'-15'22'0,"3"0"432,3 0 1,-6 7-1,5 2 1,1 3-7,-1 5 1,3 9-1,7 5 1,0 3-218,0 5 1,0 1-1,2 4 1,3-1-414,2 0 1,8-2 0,-8-5 0,0-7-1605,3-5 1808,-8-12 0,18-2 0,-8-11 0</inkml:trace>
  <inkml:trace contextRef="#ctx0" brushRef="#br0" timeOffset="469">1112 828 8276,'-7'22'192,"0"0"1,2-1 449,3 1 0,2 2 0,0 3 0,0 5 7,0 1 1,0 4-1,0 6 1,2 1-502,5-1 0,-2 8 0,7 2 0,0 1-268,0-1 0,-7-2 0,5-10 0,-3-5-1041,0-7 1,3 0 1160,-3-7 0,-4-5 0,6-17 0</inkml:trace>
  <inkml:trace contextRef="#ctx0" brushRef="#br0" timeOffset="752">1112 632 8355,'22'-12'306,"-7"2"1,-1 10 0,3 0 11,2 0 1,3 0 0,0 0 0,-3 3-78,-4 4 1,4-2 0,-4 9 0,2 3-55,-3 3 1,3 2-1,-10-1 1,-2 1-23,-2 0 0,-3 0 0,-3-1-234,-4 1 0,-5 0 0,-10-3 1,0-2-334,1-2 1,-1-8 0,0 5 0,0-2-774,0-5 0,1-3 1175,-1-2 0,0 0 0,0 0 0</inkml:trace>
  <inkml:trace contextRef="#ctx0" brushRef="#br0" timeOffset="1002">1374 850 8256,'9'12'-567,"-6"7"1190,4-4 0,-5-3 0,-2 3 334,0 1 1,0-3 948,0 1-1556,0-9 1,-2 5-1,-3-13-247,-2-4 1,0-8 0,7-11 0,0-3-249,0 2 1,2-4 0,3 2-1,5 2-748,2 3 1,-5 2-1,7 0 1,1 1-808,-3-1 1,7 10 1699,-4 4 0,4-4 0,3 0 0</inkml:trace>
  <inkml:trace contextRef="#ctx0" brushRef="#br0" timeOffset="1319">1570 872 8256,'0'14'543,"0"1"0,0-1-273,0 8 0,2-10 0,5-5-137,8-4 0,-3-3 1,2 0-1,3 0-157,3 0 0,2-10 0,-1-4 0,1-6-19,0-2 0,-8 1 1,-2-1-1,-2 0-68,-5 0 1,5 1 0,-3-1 0,-2 0 112,-3 0 0,-12 3 0,-2 2 0,-2 5 192,-1 2 0,1 3 0,-8 7 1,0 0-11,1 0 1,1 2 0,3 6 0,5 6-96,2 6 0,-4 9 0,7 0 1,2 0-152,2 2 1,3-7-1,3 5 1,2-5-492,2-2 0,12 0 0,1 0 0,6-3-722,1-4 1,7-6 1274,2-9 0,5 0 0,3 0 0</inkml:trace>
  <inkml:trace contextRef="#ctx0" brushRef="#br0" timeOffset="1651">2114 698 8028,'-14'-20'0,"-1"3"280,-2 3 1,-2 6 0,-3-4 609,0 3 1,0 1-1,3 11 1,2 4-446,3 8 1,6 4 0,-4 3 0,3 0-307,4-1 1,2 8 0,3 0 0,0-2-428,0-3 0,10-2 0,4-3 1,6-2-126,2-2 1,-1-10 0,1 2-1,2-5 4,5-2 0,-4-9 0,4-6 0,-5-4 30,-2-3 1,-1-2 0,1-3-1,0-4 236,0-3 0,-8 5 1,-2-8-1,0-1 136,1-3 1,-9-10-1,4-2 1,-6-3 7,-2-5 1,0-1 0,-2-1 0,-3 5-130,-2 7 1,-10 7 0,2 8-1,-4 9 190,-3 10 1,7 8 0,3 14-1,3 9 214,4 15 0,2 10 1,3 7-1,0 2-2,0 3 0,0 7 0,0-5 0,0 3-316,0 4 0,0-6 1,0-4 41,0-4 0,10 8 0,2 1 0</inkml:trace>
  <inkml:trace contextRef="#ctx0" brushRef="#br0" timeOffset="1969">1853 1612 9958,'21'0'73,"4"0"0,1-2 0,6-3-805,2-2 0,2-8 0,5 5 732,-5-2 0,5-2 0,-7-8 0</inkml:trace>
  <inkml:trace contextRef="#ctx0" brushRef="#br0" timeOffset="2302">2528 1198 8175,'0'-12'828,"0"3"1,-7 11-1,-3 5-433,-2 8 0,4 7 1,-6 4-1,-1 6-244,3 2 0,-5 2 0,10 7 1,2 1-35,3-1 1,2-1 0,0-4 0,0-4-202,0-2 0,10 2 0,7-10 0,7-7-377,5-5 0,9 2 0,-4-6 0,3-4-192,-1-1 1,-2-13 0,2-4 0,-4-6 652,-1-2 0,-7-9 0,8-3 0</inkml:trace>
  <inkml:trace contextRef="#ctx0" brushRef="#br0" timeOffset="2467">2245 1438 8175,'-22'0'-177,"0"0"3,0 0 0,10-3 1,7-1 641,10-4 1,10 1 0,14 7 0,7-2-541,5-6 1,5 6-1,5-5 1,5 4 71,-1 3 0,8-9 0,-7-3 0</inkml:trace>
  <inkml:trace contextRef="#ctx0" brushRef="#br0" timeOffset="2886">307 850 8463,'-37'29'-80,"1"0"0,7 17 0,-5 0 0,3 7 658,4 8 1,3 4-1,2 8 1,0 9-223,1 10 1,8-3 0,6 8-1,5 0-375,1-47 1,2 2-1,6 4 1,3 1 0,1 2-1,2-2 1,2 0-1,4-2-336,2-2 0,4-2 0,1-6 0,3-3 355,6-4 0,3-4 0,39 24 0,-33-31 0,-1 0 0</inkml:trace>
  <inkml:trace contextRef="#ctx0" brushRef="#br0" timeOffset="3253">3007 349 8133,'36'7'-91,"0"1"1,-7 11 0,8 0-1,1 13 452,4 9 0,-6 0 0,-2 17 0,-3 5 194,-4 7 0,-3 3 0,-2 14 0,-3 7-338,-4 3 1,-9-44-1,-3 0 1,-4-2-1,-2 0 1,-2 2 0,-3 1-89,-1 1 1,-3-2 0,-25 39 0,1-7 0,-5-7-308,-3-8 1,1-3-1,2-4 1,4-2-451,8-3 1,5-10 0,2 3 0,3-5 627,5-2 0,-6-1 0,8 1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6:56.3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1263 8170,'12'3'850,"-5"4"0,-4-2-379,-3 9 1,0-6-308,0 6 0,0-7 0,0 8-212,0 2 0,0-5 23,0 2 146,0-9 89,0 5-15,0-10 0,7-10 400,0-4 1,0 2-59,-7-3 1,0 8-173,0-8 0,-2 10-320,-5-2 0,4 7 0,-6 5-251,-1 2 1,7 10 223,-4-2 0,5-3 783,2 2-542,0-9 0,2 5-451,5-10-1876,-4 0-1041,7 0 3109,-10 0 0,0-10 0,0-2 0</inkml:trace>
  <inkml:trace contextRef="#ctx0" brushRef="#br0" timeOffset="2036">415 980 8179,'0'22'389,"0"0"1,7-8 0,3-2 0,2 0-817,5 1 0,4-1 1,6 5 426,2-3 0,10 1 0,-5 6 0</inkml:trace>
  <inkml:trace contextRef="#ctx0" brushRef="#br0" timeOffset="2253">763 915 8239,'-10'14'78,"-4"1"1,2-1 0,0 11 258,2 4 1,3-3 0,7 11 0,-3 1 265,-4 3 1,5 5 0,-6 5 0,6 7-277,2 5 1,0 5-1,0 2 1,0 5-646,0 2 1,0 3 0,0 5 0,0-8-1049,0-11 1,0-6 1365,0-16 0,-10 4 0,-2-14 0</inkml:trace>
  <inkml:trace contextRef="#ctx0" brushRef="#br0" timeOffset="2537">850 784 8425,'0'22'132,"0"0"0,0 2 0,0 3 0,0 2 416,0-3 0,0 8 0,0 0 0,0 2-92,0 1 0,0-4 0,3 6 1,1-3-706,4 3 0,-1 0 0,-7-3 0,2-7-663,6-5 0,-6-2 912,5 0 0,5-10 0,0-2 0</inkml:trace>
  <inkml:trace contextRef="#ctx0" brushRef="#br0" timeOffset="2786">763 479 8313,'22'0'273,"-8"0"0,1 0 144,2 0 1,0 3 0,0 2 0,-3 4 85,3 3 1,-5 3 0,0 7 0,0-1-221,0 1 1,-7 2-1,5 3 1,-3 2-187,0-2 1,1-3 0,-8-2 0,-3-1-274,-4 1 1,2-7-1,-7-1 1,0 1-722,0-3 1,-3 7 896,-6-4 0,-1-6 0,0 1 0</inkml:trace>
  <inkml:trace contextRef="#ctx0" brushRef="#br0" timeOffset="3019">981 719 8313,'12'22'-36,"7"-8"0,-7 1 1,3-1-33,-1-2 1,1 5 0,4-7 0,-2 0 1405,-2-1 0,-8 1 680,7-3-1594,-9-4 1,3 6-1,-16-11-276,-6-5 1,2 2 0,0-10-1,2-2-166,5-2 1,-5-3-1,3 0 1,2 1-821,3-1 1,2 0 0,0 0-1,0 1 838,0-1 0,10 0 0,2 0 0</inkml:trace>
  <inkml:trace contextRef="#ctx0" brushRef="#br0" timeOffset="3319">1286 741 8313,'-12'9'-57,"2"3"1,10 10 171,0 0 1,0-8-1,0 1 150,0 2 1,2-7-1,6-3-167,6-5 0,5-2 0,3 0 0,-2-2-24,-6-5 1,5 2-1,-4-10 1,4-4-104,3-8 1,-7 3-1,-3-5 1,0 2 139,0-2 1,-7 5 0,2-5 0,-5 5 190,-2 2 0,0 0 1,0 1-1,-2 1 227,-5 6 1,-5-3 0,-10 10 0,0 2-129,0 2 0,3 6 0,2 4 1,2 7-334,-1 6 1,3 4 0,1 3 0,3 4-597,4 3 0,2-5 0,3 5 1,0 0-635,0 0 0,10-8 0,5 3 1162,4-5 0,12-2 0,3 0 0</inkml:trace>
  <inkml:trace contextRef="#ctx0" brushRef="#br0" timeOffset="3736">1656 654 8299,'12'9'104,"-5"6"1,-4-3 0,-3 2 140,0 3 0,0-5 1,2 0 29,5-2 1,-4 7-170,4-2 0,5-6 63,3-1 0,4-6 0,3-2 1,-1-2-32,1-6 0,-2-4 0,-3-10 1,-3 1-24,3-1 1,2-2-1,1-3 1,-3-4-174,-3-3 1,-2 7 0,3-4-1,-6-1 2,1-4 1,-7 2 0,4 0 0,-5 0 158,-2 0 0,0 5 0,0-5-620,0 3 0,-9 4 276,-6 13 1,3 7-1,0 14 1,0 7 249,0 6 0,4 9 1,-4 2-1,3 1 151,4-1 1,2 1-1,3-6 1,0 3-368,0-2 0,0 4 1,0-2-1,0-2 207,0-3 0,10-2 0,2 0 0</inkml:trace>
  <inkml:trace contextRef="#ctx0" brushRef="#br0" timeOffset="4271">1678 762 8432,'0'-14'527,"0"-1"0,7 1 0,3-8-288,2 0 1,-5 3 0,5 2 0,0 5-210,0 2 0,-5-4 0,8 6 0,2 1-462,2-2 0,-4 6 0,-1-4 432,3 4 0,3 3 0,1 0 0</inkml:trace>
  <inkml:trace contextRef="#ctx0" brushRef="#br0" timeOffset="4805">2004 109 7871,'0'-22'-530,"0"1"0,0 6 0,0 1 1865,0-3-925,0 7 1,-2 0 0,-3 13-62,-2 4 1,-1 7 0,8 13 0,0 2-85,0-2 1,0 4 0,0 1-1,-2-1-292,-5 0 0,4 6 1,-4-6-1,5 1-698,2-1 0,0 1 0,0-6 725,0 3 0,-10 10 0,-2-5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7:02.27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197 545 8299,'-22'22'-253,"0"-1"1,1 8 0,-1 5-1,0 5 530,0 7 0,3 19 0,2 3 0,5 7 278,2 7 0,3 3 0,7 7 0,0 5-295,0-47 1,0 1-1,1 2 1,0-2 0,4 39-1,5 0-78,2-6 1,2-14 0,6-4-1,-3-15-154,-3-13 0,-6-6 1,6-11-1,3 1-710,2 0 1,-4-10-1,-1-5 1,3-7 681,3-7 0,1-5 0,1-10 0</inkml:trace>
  <inkml:trace contextRef="#ctx0" brushRef="#br0" timeOffset="201">458 1155 8299,'0'14'972,"-2"1"-391,-5 2 0,4 9 1,-4 6-1,4 2-252,3 4 0,0 3 1,0 3-1,3-1-627,4 1 1,-2-8 0,9-2 0,1 0-192,-3 0 0,7-7 0,-4 2 489,4-5 0,3-2 0,0-1 0</inkml:trace>
  <inkml:trace contextRef="#ctx0" brushRef="#br0" timeOffset="384">763 1438 8338,'0'-22'1260,"2"3"-1012,6 4 0,4-2 0,12 10 0,3 2-932,2 3 684,0 2 0,2-10 0,3-2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7:11.5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1133 10590,'15'0'739,"-1"0"0,3 2-836,3 6 1,1 1-1,3 8 1,3-2-984,2 2 0,0-5 1080,-7 2 0,0-9 0,-1 5 0</inkml:trace>
  <inkml:trace contextRef="#ctx0" brushRef="#br0" timeOffset="181">436 1002 8364,'-8'15'143,"-1"-1"0,-1 3 309,0 3 0,-4 9 0,7 2 0,-1 3-27,-1 5 0,6 9 1,-4 3-1,2 0-408,-2 2 0,4 3 1,-4 9-1,2-2-708,-2-5 1,5 2 690,-6-9 0,-4 0 0,0-7 0</inkml:trace>
  <inkml:trace contextRef="#ctx0" brushRef="#br0" timeOffset="449">588 828 8620,'-2'22'421,"-6"0"0,6-1 1,-5 1-1,4 0-125,3 0 0,0 7 1,0 2-1,0 1-22,0-1 1,0 5-1,0-4 1,0 2-585,0 4 0,0-6 0,3-1 310,4 1 0,-5 2 0,8 9 0</inkml:trace>
  <inkml:trace contextRef="#ctx0" brushRef="#br0" timeOffset="767">457 458 8279,'0'-22'118,"0"0"0,0 8 0,0-1 1,3 1 347,4 2 0,-2 2 0,10 10-211,1 0 1,4 0-1,2 2 1,-3 6-10,-5 6 0,6 6 0,-6 4 0,3 2 68,-2 3 0,2 3 1,-10-6-1,-2 6-79,-3 2 0,-2-5 0,0 5 0,0-3-451,0-4 1,-2-3 0,-5-5-1,-6-2-474,1-2 0,-7-8 241,4 8 1,-4-11 448,-3 4 0,1-6 0,-1-2 0</inkml:trace>
  <inkml:trace contextRef="#ctx0" brushRef="#br0" timeOffset="1066">871 763 8229,'-9'22'266,"-4"-3"1287,-8-5 1,9-6-1126,4-16 0,3-4 1,1-9-1,-4-1-182,4 0 1,1-7 0,3 0-1,0 0-407,0-3 1,7 8 0,3-5 0,0 5-554,-1 2 1,6 0-1,-5 3 1,2 2-56,5 3 0,-5 6 0,2-4 769,3 3 0,3 1 0,1 8 0</inkml:trace>
  <inkml:trace contextRef="#ctx0" brushRef="#br0" timeOffset="1383">1002 697 8229,'-12'3'-300,"2"2"1,3 4 54,0 3 0,-1-4 1793,8 6-1469,0 1 0,10-3 1,5-5-1,4-4-29,3-3 1,-1-3-1,1-4 3,0-8 0,0-4 0,-3-3 1,-2 0 146,-2 1 1,-8-1 0,5 0 0,-2 0 190,-6 1 1,-1-1-1,-3 0 1,0 0 248,0 0 1,0 1-1,-3 1 130,-4 6 1,-5 4 0,-10 10-583,1 0 1,-1 10 0,2 4 0,3 6-607,3 1 0,9 1 0,-2 0 1,4 0 129,3 0 0,3-1 0,4 1 0,8 0-2400,4 0 1,3-8 2687,0 1 0,9-1 0,3 8 0</inkml:trace>
  <inkml:trace contextRef="#ctx0" brushRef="#br0" timeOffset="1749">1394 610 8229,'12'-9'114,"-5"-6"770,-4-4 1,-3-3 156,0 0 1,-10 3 0,-5 4-390,-4 8 1,-3 5-1,1 2 1,-1 0-200,0 0 0,3 9 0,2 6 1,5 4-405,2 3 0,-5 7 0,8 0 0,2 0-343,3 3 0,2-8 1,2 5-1,3-5-542,2-2 0,10-3 0,-2-4 0,4-8 81,3-5 1,7-2-1,0 0 1,-2-2 48,-3-5 1,-2-8-1,-1-12 1,1-4 351,0-3 1,-8 0 0,-1-4 0,-1 1 342,0-1 0,-7-4 0,2-1 1,-5-1 1,-2 1 0,-2-1 1,-3 1-1,-5 2 149,-2 4 0,5-1 1,-5 8-1,2 4 510,5 2 1,1 4-324,-4 6 1,6 14 0,-5 17 0,4 9 91,3 11 0,0 4 0,0 2 0,0 3-178,0 5 0,0-2 0,0 6 0,0-2-229,0-4 0,0-1 0,0 1 1,0 1-1790,0-1 1777,0-3 0,10-12 0,2-3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7:26.0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3594 8255,'-12'-3'585,"5"-4"1,5 2-241,2-9 1,0 6 262,0-6 0,2 9 844,5-2-999,-4 4 0,9 3-51,-5 0-11,-5 0-398,8 0 1,-10 3-48,0 4 1,0-2 40,0 9 193,0-9 449,0 5 162,10-10-627,-8 0 17,8 0-183,-10 0-318,0 0 435,0 9 0,0-4 679,0 10 0,0-8 25,0 8-632,0-11-1871,0 6-1743,-10-20 3427,8-2 0,-18-9 0,8-1 0</inkml:trace>
  <inkml:trace contextRef="#ctx0" brushRef="#br0" timeOffset="533">523 2853 8143,'0'-10'535,"0"10"0,0 10 0,0 14 1,0 5-272,0 8 1,7 6-1,1 6 1,-1 4-172,3 3 0,-6-6 0,9 8 0,-4 0-127,-4-2 0,5 2 0,-3-12 0,0-7-1222,3-5 993,-8-5 0,8-20 0,-10-11 231,0-17 0,0-3 0,0-10 0,0 3 182,0 0 1,2 0 0,3 8 0,3-1 23,-4 0 1,6 0 0,0 3 195,2 4 0,2-2-128,8 10 0,0 7 0,-3 10 1,-2 2-339,-2 5 0,-8 2 0,5 3 0,-2 0-255,-5 0 0,4-1 0,-1 1 0,-4 0-434,-1 0 785,-3-1 0,0 1 0,0 0 0</inkml:trace>
  <inkml:trace contextRef="#ctx0" brushRef="#br0" timeOffset="733">1002 3441 8085,'12'3'0,"-4"4"-12,-6 7 0,-2-2 0,2 3 1,3 2 4,3 2 0,1-4 1,-4-1-1,2 3-1288,-2 3 1295,-2 1 0,6 1 0,3 0 0</inkml:trace>
  <inkml:trace contextRef="#ctx0" brushRef="#br0" timeOffset="1150">980 2527 8368,'0'-15'313,"-2"3"58,-5 2 0,2 3 0,-7 9 0,2 6-183,5 6 0,3 6 1,2 1-1,0 1-67,0 0 1,0 7-1,0 0 1,0 0-144,0 2 0,2-6 0,6 4 74,6-5 1,5-5 0,3-4 236,0-8 0,-7-5 0,-1-4-125,3-5 0,-7-5 0,-3-10 0,-5 0-133,-2 0 0,0 1 1,0-1-1,0 0-185,0 0 1,-7-7 0,-3 3 0,1 4-578,-1 5 0,-7 2 0,3-4-848,-6 4 1,6 6 1578,-1 9 0,1 0 0,-8 0 0</inkml:trace>
  <inkml:trace contextRef="#ctx0" brushRef="#br0" timeOffset="1552">1133 2570 8258,'0'-14'1968,"-3"1"1005,-4 4-2488,5 2 0,-8 9 1,10 5-281,0 8 1,0 4 0,0 3-256,0 0 1,7-1-1,3 1 1,2-2-414,5-6 0,2 5 0,3-6-182,0-1 0,0-3 1,0-9 353,-1 0 1,-6 0-1,-1 0 1,1-2 186,-3-5 0,0 2 0,-7-10 0,2-2 422,-2-2 1,-3 4-1,-2 1 1,0-3 46,0-2 0,0-3 0,0 0 85,0 0 1,0 8-48,0-1-325,-9 10 1,6 5 0,-4 15-1,5 4-240,2 3 0,0 0 0,0 0 0,0-1-644,0 1 0,0 0 1,0 0-476,0 0 1,2-3 1280,5-5 0,5 6 0,10-8 0</inkml:trace>
  <inkml:trace contextRef="#ctx0" brushRef="#br0" timeOffset="1752">1438 2069 8206,'-12'22'641,"4"0"0,6 2 0,2 5 0,0 7-454,0 5 1,0 3-1,2 0 1,3-1-420,3 1 0,6-1 0,-4 1 0,-1-3-1797,1-5 2029,7-4 0,-5-11 0,10 1 0</inkml:trace>
  <inkml:trace contextRef="#ctx0" brushRef="#br0" timeOffset="1900">1264 2418 8253,'-15'-8'235,"1"1"0,9-3 327,-3 3 0,18 5 0,9-8 1,11 3-219,3 0 0,11-3-344,7 3 0,9 4 0,-4-6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7:32.242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194 175 10895,'-12'-22'-218,"-5"0"0,10 1 479,2-1 0,2 7 1,3 1 72,0-3 1,0 5-1,3 0-131,4 2 1,-2 3-175,9 7 1,1 7-1,7 3 1,-3 2-131,-4 5 0,4 9 0,-5 6 0,6 2 66,2 4 0,-1 6 0,1 7 0,0 7 135,0 5 0,-1 12 1,-1 5-1,-6 7-1,-6 7 1,-6-44-1,-2 2 1,-1 4 0,-3 1-1,-1 2 1,-2 1-48,-2 1 1,-4-1 0,-4-3 0,-2 0 0,1 0 0,0-1 0,-2-4 0,-1-2 269,-23 37 1,0-7 0,3-12-1,3-3-204,1-9 1,3-8 0,-2-9 0,10-8-1050,9-9 1,9-15-784,16 0 1813,4-14 1,10-15 0,-1-11-1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14.0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197 153 7955,'-22'-7'1131,"0"-1"1,10-9-763,5 3 0,7 4 0,7 1 0,10-1-155,10-5 1,-1 3-1,11 0 1,1 2-81,4 6 0,-6-6 1,-2 3-1,0 2 23,-1 2 0,-6 6 0,0 4 0,-8 8-177,-4 4 0,-11 3 0,4 2 0,-11 5-64,-11 7 0,-1-2 0,-16 2 0,2 1 18,0-3 1,-8-3-1,8-9 1,0 0-83,-2-1 1,7-9-1337,-5-4 1236,14-6 1,15-2 0,15 0 0,4 0 171,3 0 0,0 0 0,-1 0 440,1 0 0,-3 3 1,-4 4-1,-8 7 100,-4 6 0,-3 2 0,-3-1 0,-4 1-73,-8 0 1,-6 0 0,-6-1 0,-4-1-323,-3-6 0,-3 6 1,-4-8-1,5 2-1012,7 1 0,-2-10 943,1 2 0,-8-5 0,4-2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4:25.17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44 1109 8386,'-9'22'160,"6"-8"1,-4 1 0,5 2 376,2 2 0,-8 3 0,1 2 0,2 3-274,3 2 0,2 10 0,0-3 1,0 5-192,0 3 1,0-3 0,0-3 0,2-4-2,5-2 0,-2-3 1,7-7-1,0-1 4,1 1 0,-1-7 0,5-3 0,-3 0 157,3 0 0,2-7 0,3 4 0,2-1-19,5-1 0,-2 7 0,7-6 0,0-3-160,0-3 1,2-2-1,7 0 1,-1 0-306,-6 0 1,3 0 0,-10 0-1,-3 0-1139,-2 0 0,-2-7 1391,0-1 0,-10-9 0,-2 5 0</inkml:trace>
  <inkml:trace contextRef="#ctx0" brushRef="#br0" timeOffset="250">502 1501 9756,'24'0'587,"5"0"1,-3 3 0,13 1 0,7 4-238,10-4 1,9-1-1,5-3 1,5 0-204,3 0 0,-8 0 0,2 0 0,-6 0-461,-8 0 0,-7 0 1,-15 0-766,-7 0 1,-14 10 1078,-8 4 0,-5 5 0,-2 3 0</inkml:trace>
  <inkml:trace contextRef="#ctx0" brushRef="#br0" timeOffset="786">1264 1305 8274,'-7'-14'1402,"-1"-1"-633,1 1 1,9 1-475,6 6 1,-3 12-1,9 5 1,3 2-173,2 5 1,6-5 0,1 2 0,3 3-284,-2 3 1,-1-6 0,1 1 0,4-1 1,3-2 0,-7 5 0,2-7 0,-5 2 61,-2 5 1,-3-5-1,-2 0 1,-5 0 337,-2 0 0,-3 3 0,-7 7 63,0-1 0,-9 1 1,-6 0-1,-4 0-229,-3 0 1,0-1 0,0 1 0,1 0-371,-1 0 1,0-3 0,0-2 0,3-3-871,4 3 0,-1 3 1165,8 2 0,-9-1 0,5 1 0</inkml:trace>
  <inkml:trace contextRef="#ctx0" brushRef="#br0" timeOffset="1267">2113 1153 8038,'2'-12'465,"6"4"1,-3 6-373,9 2 0,1 10 1,6 4-156,1 5 1,0 3-1,2 0 1,3 0-234,2 0 0,0-8 0,-5 1 1,3 2-803,2 2 1097,0-7 0,-8 7 0,1-7 0</inkml:trace>
  <inkml:trace contextRef="#ctx0" brushRef="#br0" timeOffset="1431">2505 1044 7779,'0'22'637,"0"2"0,0 7 0,0 10-60,0 8 0,-2 18 0,-3 1 0,-2 7-335,2 8 1,2 8 0,3 4 0,0-3-758,0-3 0,0-14 0,-2-12 515,-5-17 0,-6-2 0,-8-10 0</inkml:trace>
  <inkml:trace contextRef="#ctx0" brushRef="#br0" timeOffset="1714">2592 826 8173,'0'22'-1281,"0"0"980,0-1 0,7 1 0,1 0 312,-4 0 0,1-8 0,0 1 0,2 2-11,-2 2 0,-2-7 0,6 7 0,3-6 0</inkml:trace>
  <inkml:trace contextRef="#ctx0" brushRef="#br0" timeOffset="2298">2592 804 7512,'3'20'852,"1"-3"0,4-3-493,-4 3 1,1 2 0,0 6-1,5 1-132,2 3 1,-5 3 0,5-6-1,0 6-143,0 2 1,-4-8 0,4 3 0,0-2-769,0 2 0,-5-7 0,5 2 684,-2-7 0,7-3 0,-5 8 0</inkml:trace>
  <inkml:trace contextRef="#ctx0" brushRef="#br0" timeOffset="2615">2549 695 8173,'12'-21'-423,"5"6"1,-8 3 0,1 0 803,0 0 1,7 7 0,-3-2-113,5 4 1,3 3 0,0 0 0,0 0-90,0 0 0,-1 10 0,1 2 0,0 5-55,0 5 1,-1-13 0,1 13 0,-2-2-2,-6-1 1,-4 3 0,-10-1 0,0 1-26,0 0 0,-3-3 0,-4-2 1,-7-2-114,-6 2 0,-11-8 0,-3-1 1,0-6-686,5-2 0,-2 0 0,1-2-1167,4-6 1866,2-4 0,2-9 0,0-1 0</inkml:trace>
  <inkml:trace contextRef="#ctx0" brushRef="#br0" timeOffset="2848">2984 848 8173,'10'22'41,"-8"-1"1273,5 1-667,-4-10 1,-6-5-498,-4-14 1,2-5-1,-7-10 1,3 1-78,4-1 0,0-2 1,0-3-1,-2-2-579,2 2 0,3 3 0,2 2-289,0 1 0,0 6 1,2 3-826,5 2 1620,5 3 0,10-3 0,0-2 0</inkml:trace>
  <inkml:trace contextRef="#ctx0" brushRef="#br0" timeOffset="3181">3202 848 7964,'-12'9'-449,"2"-4"727,10 10 1,3-10 0,4 2-106,7-5 0,-2-2 0,3-2-77,2-5 1,-5 2 0,0-10-147,-2-2 0,4-2 1,-7-3 72,-2 0 0,5 8 0,-3-1 217,-2-2 1,-5 5-1,-7 0 208,-8 3 0,-4-6 0,-3 8 233,0 2 0,1 3-538,-1 2 0,3 9 0,4 6-363,8 4 1,4 3 0,3 0 0,3-1-584,4 1 1,5-2 0,10-3 0,2-5-1107,5-3 1909,-5 8 0,17-14 0,-7 6 0</inkml:trace>
  <inkml:trace contextRef="#ctx0" brushRef="#br0" timeOffset="3517">3594 695 8028,'-12'-21'-167,"4"-1"0,-1 7 0,-1 1 947,-2-3 0,5 7-559,-8 3 0,8 7 0,-5 7 0,2 8-112,5 4 0,3 10 1,2 0-1,0 0-168,0 3 0,0-8 0,0 5 0,0-5-43,0-2 1,2-3-1,6-4 1,4-6-145,0 1 0,7-8 1,-4 6-1,4-8 3,3-8 1,-3-4 0,-2-12 0,-2-5 181,2-7 1,-5-5-1,2-3 1,1 1 180,-3-1 1,5-9 0,-10-5-1,-2-5 38,-3-3 0,-2 1 0,0 0 0,0 2-133,0 5 0,-9 7 1,-6 15-1,-4 9-172,-3 10 1,0 10-1,0 17 1,3 11 63,5 13 1,-3 10-1,9 4 1,3 8 33,3 7 1,2 0-1,0 14 1,0-2-179,0-5 1,2-2 0,3 0 226,3 4 0,18 6 0,-2 9 0</inkml:trace>
  <inkml:trace contextRef="#ctx0" brushRef="#br0" timeOffset="3849">3637 1566 8214,'-9'0'550,"9"0"1,12 0-1,17 0 1,7 0-353,5 0 1,13 0-1,6 0 1,10 3-188,10 4 1,14-4-1,6 4 1,-4-5-257,-9-2 1,-4 0-1,-18 0 1,-12 0-1498,-12 0 1742,-9 0 0,-30 0 0,-4 0 0</inkml:trace>
  <inkml:trace contextRef="#ctx0" brushRef="#br0" timeOffset="4133">4356 1262 8214,'22'0'-357,"0"0"651,-1 0 0,1 2 1,0 5-1,2 8-20,5 4 1,-5 3 0,8 0 0,-1-1-4,6 1 0,-4 0 0,1 0 0,-2 0-8,-6-1 1,6 1-1,-3 0-113,-3 0 0,-11-8 0,-8 1-278,-4 2 0,-6-5 0,-4 2 0,-8 1 81,-4-3 1,-10 7 0,0-4-1,0 4-255,-2 3 0,6 0 1,-4-1-1,5 1-263,2 0 0,3 0 0,2-3 0,5-2-1216,2-2 1781,-7-1 0,15-2 0,-8-2 0</inkml:trace>
  <inkml:trace contextRef="#ctx0" brushRef="#br0" timeOffset="4484">5271 1283 8172,'-25'-2'-60,"-4"-5"0,5 4 0,-7-4 0,2 5 385,0 2 1,0 2 0,7 8 0,0 9-176,0 8 0,3 9 0,4-5 0,8 1 0,5-1 1,2 6 0,0-8 0,2-3 20,5-2 0,13-2 0,11-2 0,3-6-45,5-7 0,2-4 0,3-6 1,-1-4-20,1-7 0,-8-6 0,0-4 0,1-3 14,-4-2 0,-1-7 1,-13 5-1,-2-3-97,-2-5 0,-11 0 1,4 3-1,-6 5-475,-2-1 0,-2 8 0,-3-5 0,-5 5-681,-2 2 0,-2 10 0,-8 2 1132,0 0 0,0 8 0,1-8 0</inkml:trace>
  <inkml:trace contextRef="#ctx0" brushRef="#br0" timeOffset="4766">5401 1153 7351,'8'14'1234,"-1"1"0,7-1-933,-6 8 1,-1 0-1,-5 0-180,6-1 1,-6 1 0,8 0-136,-1 0 1,-4-3-1,7-2 1,0-5-36,0-2 1,-4-3-1,6-7 71,3 0 0,3 0 0,-1-2 0,-2-3 98,-3-3 0,-6-8 0,4 1-160,-3-4 1,6-3 0,-8 0-106,-2 0 0,-3 8 154,-2-1-36,0 10 0,-2-2 1,-3 14 81,-2 8 0,0 4 0,7 3 0,0 0-374,0 0 1,0-1-1,0 1 1,0 0-930,0 0 0,9-10 1248,6-5 0,14-4 0,5-3 0</inkml:trace>
  <inkml:trace contextRef="#ctx0" brushRef="#br0" timeOffset="4982">5967 739 8255,'3'-56'-568,"2"3"0,4 5 747,4 4 1,-6 8 0,7 21 121,3 8 0,-7 7 1,0 7-1,-3 10-139,0 10 0,0 7 0,-7 12 1,0 4 68,0 9 0,0-4 0,3 3 0,2 3-296,2 2 1,0 2 0,-7 0 0,0-2-219,0-5 0,0 3 0,0-10 0,0-5-86,0-8 1,0-6-1,-2-10 369,-6-1 0,-13-9 0,-13-2 0</inkml:trace>
  <inkml:trace contextRef="#ctx0" brushRef="#br0" timeOffset="5131">5597 1044 8255,'22'0'123,"7"0"0,0 0 0,0 0 189,3 0 1,4 0-1,15 0 1,7 0-93,5 0 0,4 0 1,6 0-1,4 0-257,1 0 1,4 0-1,-12 0 37,-7 0 0,3-10 0,-11-2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4:31.107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1 695 9615,'31'0'670,"3"0"1,12 0 0,5 0-460,7 0 1,15 0 0,9 0-1,7 0-366,6 0 1,-3 0 0,-12 0 0,-10 0-442,-10 0 0,-2 0 596,-14 0 0,-15-9 0,-19-4 0</inkml:trace>
  <inkml:trace contextRef="#ctx0" brushRef="#br0" timeOffset="286">698 390 8395,'-12'0'522,"2"0"0,20 10 0,7 2 1,7 3-283,5-1 0,10 1 0,-3 6 0,5-1-42,2-6 1,1 6 0,-3-8 0,-2 2-51,-3 1 1,-2-1 0,2 6 0,-9-3-103,-10-3 1,-7 1 0,-10 6 0,-5 1 56,-10 0 0,-2 0 0,-19 2 1,-3 3-141,-2 2 1,-2 0-1,1-8 1,6 1-553,7 0 0,0-8 0,5 1 0,7 2-1942,5 2 2531,-5-7 0,15 8 0,-8-8 0</inkml:trace>
  <inkml:trace contextRef="#ctx0" brushRef="#br0" timeOffset="934">1612 347 8204,'-12'0'155,"3"9"1,9 6 332,0 4 0,0 3 0,0 0 1,2 0-307,5-1 0,5 1 0,10-2 1,0-6-141,0-7 1,2-4 0,2-3 0,4 0-99,-4 0 1,-2-3 0,-2-4 0,2-10-100,5-9 1,-9-1 0,4-7 0,-2 0 123,-5 0 1,-10 5-1,3-5 1,-3 3 46,0 4 0,-2 6-137,-12 6 0,-3 8 0,-7 16 0,2 11 144,-1 6 1,6 11 0,0-6 0,3 3 179,0 5 0,-1-8 0,8-2 1,3-5 302,4-2 0,0-7 1,15-3-1,7-5 136,3-9 1,16-8 0,-4-14-1,2-5-338,0-8 1,-5-4 0,-5-2 0,-7-1-211,-5 1 0,-4-1 0,-6 3 0,-7 5-352,-4 7 1,-6 4 0,-2 4 0,-4-1-2268,-3 0 0,-3 10 2525,-7 5 0,1 14 0,-1 5 0</inkml:trace>
  <inkml:trace contextRef="#ctx0" brushRef="#br0" timeOffset="1400">2266 369 8027,'-15'0'0,"3"-3"888,2-4 0,3 2-438,7-9 1,0 6 0,2-4 0,8 2-387,12 6 1,2-6 0,15 3 0,4-1-107,6-1 0,2 6 1,-8-4-1,-2 5 93,-4 2 1,1 9-1,-9 6 1,-4 4-13,-9 3 1,-6 0 0,-10 2 0,-2 3-2,-6 2 0,-4 7 0,-9-7 0,-1-2-190,0-3 0,0-5 0,0-2-391,1-2 1,6-8 324,1 7 0,11-9 1,3 2-1,12-4 168,8-3 0,1 0 0,1 0 0,0 0 488,0 0 1,0 0 299,-1 0 1,-9 10 0,-7 4-69,-10 5 0,-16 3 0,-18 0 1,-7 0-345,-5 0 0,0-1 1,8-1-1,-1-3-1164,1-3 1,2-9-2598,4 2 3435,16-14 0,11-15 0,10-12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4:36.763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23 482 8084,'0'-22'-55,"0"-2"27,0-5 0,-8-2 0,1-6 1047,2 8 1,3 12-854,2 3 1,2 9 0,3 0 0,2 12-13,-2 15 1,7 2 0,0 13-1,3 1 38,-1 3 0,1 1 0,7-1 0,-3-3-50,-4 1 0,2 7 0,-8-12 0,1 2 53,0 1 0,-3-11 0,-7 3 0,0-5 221,0-2 0,-3-10 0,-4-7-322,-7-10 1,2-9 0,-3-13 0,1-4-228,1-3 0,1-10 0,7-7 0,-2 3-378,2 2 1,3 3 0,2-1-1,0-2-461,0-5 1,7 15-1,3-3 1,2 10 238,5 7 0,2-2 0,3 17 733,0 2 0,9 12 0,3 5 0</inkml:trace>
  <inkml:trace contextRef="#ctx0" brushRef="#br0" timeOffset="360">371 395 8084,'2'-15'-940,"6"1"0,-6 7 1274,5-8 1,-4 13 0,-3 2 0,0 12 146,0 7 1,0 5 0,0 5 0,0 5-171,0 0 0,0 5 1,0-8-1,0 1-124,0-1 0,2-2 0,3-7 0,5 0-201,2 0 0,2-3 0,8-5-88,0-6 1,0-6-1,-1-4 1,1-8 20,0-12 0,-3-2 0,-2-10 0,-2 0 77,2 0 1,-5-2 0,0-7 0,0 1 9,0 6 0,-7-3 0,2 10 0,-4 3 22,-3 2 34,0 2 0,0 12 0,0 13 1,0 13 45,0 11 0,0 9 0,0-4 1,0 2-107,0 4 0,0 1 1,0 0-1,2-5-533,5-3 0,-2 1 1,7-6-354,-2 3 0,7-2 0,-3-13 884,6-6 0,-6-8 0,1-8 0,-1-13 0,8-13 0</inkml:trace>
  <inkml:trace contextRef="#ctx0" brushRef="#br0" timeOffset="726">981 242 8084,'0'-29'-106,"2"-2"0,3 0-25,2-1 0,1-4 1,-8 7 312,0 2-32,0 3 0,0 22 0,0 11 1,0 13 25,0 7 0,0 10 0,0-3 0,0 5 102,0 3 0,0-1 0,0 1 0,2 2 83,5 5 0,-2-5 0,10 4 0,2-4-226,2-2 1,3-1 0,-1-1 0,4-6-15,4-7 0,2-7 0,8-8 0,-3-7-295,3-4 1,2-13-1,0-7 1,-5-7 74,-7-5 0,-4-10 0,-4 5 1,-1-2 155,-6 0 0,-4 7 0,-10-5 1,-2 3 22,-6 4 0,1 3 1,-12 2-1,-6 3 24,1 4 1,-7 5-1,-1 10 1,1 0-123,-1 0 0,3 10 0,8 7 0,-1 7 124,0 5 0,3 0 0,4-5 0,8 3 358,5 2 1,4 10 0,8-5-1,11 2-40,13 0 1,20-2 0,11 2-1,15-4-505,12-1 1,0-9 0,-42-10-1,1-2 1,1-4 0,0-2-1110,2-3 1,-1 0 0,46-1 833,-5 0 0,-14-19 0,-5-6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4:34.173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1610 110 6533,'0'-15'461,"0"1"0,0 6-82,0-6 1,0 7 466,0-8-176,0 10 47,0-14 114,0 16-476,0-6 0,0 18 0,0 6-74,0 4 1,0 3 0,0 2 0,0 3-102,0 2 1,2 2 0,3-4 0,2 2-191,-2-2 0,5-3 1,0-5-1,-1-2-112,1-2 1,7-10 0,-3 2-69,6-5 0,1-4 0,1-5 0,0-8 26,0-4 0,-3-3 0,-2-2 0,-2-3 167,2-2 1,-8-2-1,1 4 88,0-2 0,-8 0 284,5 7-261,-4 10 1,-11 5 0,1 14 0,2 8 138,3 4 1,2 3-1,0-1 1,0 1-115,0 0 1,0 0-1,0 0 1,0-1-247,0 1 0,2 0 0,6 0-309,6-1 1,5-1-1,3-6 416,0-6 0,9 4 0,3 0 0</inkml:trace>
  <inkml:trace contextRef="#ctx0" brushRef="#br0" timeOffset="900">434 1264 8221,'-22'-10'109,"0"8"0,1-8 1,-1 3 60,0 0 1,0 2 0,-2 10 0,-3 4 32,-2 3 0,-7 3 1,7 9-1,0 3 28,-2 2 0,6 2 1,-1-4-1,6 2-182,6-3 0,9 6 1,-2-3-1,7-3-187,7-1 1,5-4 0,12-1 0,5-6-209,8-6 1,4-6 0,2-2 0,1 0 345,-1 0 0,11 0 0,1 0 0</inkml:trace>
  <inkml:trace contextRef="#ctx0" brushRef="#br0" timeOffset="1550">586 806 8246,'0'22'65,"0"-7"0,0 2 0,0 4 232,0 6 0,0 9 1,0-4-1,3 2 167,4 4 1,-2 13 0,7 5-1,-2 2-220,-6 0 0,-1 0 1,-3 7-1,0-2-285,0-5 1,0 1 0,0-16-1,0-9-11,0-7 1,0-11 35,0-8 1,0-18 0,0-21-83,0-3 1,0 7-1,0-2 1,2 5-181,6 2 1,-4 0-1,11 3-26,2 4 0,2 6 1,3 9 37,0 0 0,0 2 0,-1 5 0,1 8-241,0 4 0,0 3 1,-1 0-1,1 0 507,0-1 0,7-6 0,2-3 0,1-2 0,-1-5 0,6-3 0,-6-7 0,1-7 0,-1-10 0,5-7 0,-7 3 0,-2-6 64,-3-2 0,-4 8 0,-6-6 0,-7 3 823,-4 0 0,-6 3 1,-6 9-1,-11 5-92,-6 2 1,-13 3-1,3 7 1,-5 2-523,-3 5 0,0 1 1,1 11-1,2 5-106,4 0 1,6 0 0,12-2 0,4 0-227,8 0 1,4 7 0,3 0 0,3-3-557,4-1 0,15-11 1,17-2-1,7 0 171,4 0 0,4-7 0,-6 0 0,3-10 347,-3-9 1,-2 2 0,-5-3 0,-4-2 63,-8-2 1,-5-5 0,-2-3 0,-3-2 395,-5 2 0,3 3-59,-9 2 0,-1 8-283,-7-1 1,0 13-1,0 2 52,0 12 1,0 7 0,0 3 0,0 2-256,0 5 1,7-4 0,0 4 0,1-5-386,1-2 1,-4-1-1,7 1 1,-2 0-1550,-5 0 2116,7-10 0,0 7 0,10-7 0</inkml:trace>
  <inkml:trace contextRef="#ctx0" brushRef="#br0" timeOffset="1700">1719 1416 8246,'0'-34'60,"0"5"1,0-2-1,0 2 667,0 2 1,2 5-544,5 8 1,-4 7 0,4 16 0,-5 11-62,-2 6 1,0 11 0,0-6 0,3 3-410,4 5 1,-4-5 0,6-1-1,-1-1-2141,-1-6 2427,10-1 0,-5 6 0,10 3 0</inkml:trace>
  <inkml:trace contextRef="#ctx0" brushRef="#br0" timeOffset="2050">1784 1264 8246,'-7'-41'-187,"0"4"1,-8-4 0,8 7-1,2-2-351,2 0 0,3 9 0,0-2 678,0 5 1,3 12 0,4 5 4,8 4 1,2 6 0,0 4 0,-3 7-9,3 6 1,-5 1-1,3 4 1,2 1 85,2 3 0,-5 8 0,1-6 0,-1 1 13,-1-1 1,4 8-1,-8-3 1,1 5 94,0 3 0,-1-8 0,-4-2 0,2 0-64,-2 0 0,-2-8 0,-3 3 0,0-5 1118,0-2-1028,0-10 0,-8-4 0,1-16 0,2-6-510,3-6 1,2-11 0,0-3 0,0-2-51,0 0 0,7 6 0,3-3 0,2 1-19,5 6 1,2 4-1,3 7 23,0 8 0,-1 5 0,1 4 0,0 5-186,0 8 1,-8 14-1,-2 7 1,-2 5-724,-5 3 0,5-3 1108,-3-5 0,0 15 0,-7-5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8:41.7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937 371 8185,'0'-22'714,"-2"3"0,-6 2-392,-6 2 0,-6 10 0,-1-2 0,-1 5 29,0 2 0,-7 9 0,0 8 1,0 7-192,-3 5 0,8 10 0,-2 0 0,6 7-202,6 5 1,9 0 0,-2-10-1,4-3-209,3-1 0,10-18 0,4 0 0,8-7 127,7-7 0,12-12 0,10-10 0,0-9 195,2-11 0,-4-14 1,6-4-1,-1-3 137,-6 0 0,-4 2 0,-11-5 1,-8 6 64,-8 2 0,-13-3 0,-1 12 0,-13 11-153,-12 6 0,-21 5 1,-3 3-1,-5 4-179,-2 8 0,-5 5 1,4 2-1,1 2-534,0 5 1,2 5 0,8 10 0,1 2 592,6 5 0,-5 5 0,7 10 0</inkml:trace>
  <inkml:trace contextRef="#ctx0" brushRef="#br0" timeOffset="218">1 1089 8293,'21'0'614,"13"0"0,10 0 0,14 0-274,12 0 0,12 0 0,17 0 0,-44 0 0,2 0-245,2 1 1,0-2 0,5-2 0,1-1 0,1 0 0,1 1 0,-5 0 0,-1 1-95,-3 1 0,-2 0 0,-3 0 0,-2 2 1,33-1-1,-8 0-1177,-18 0 0,-15 2 1176,-21 5 0,0 5 0,-1 10 0</inkml:trace>
  <inkml:trace contextRef="#ctx0" brushRef="#br0" timeOffset="1282">1525 109 8042,'-22'0'-4,"0"0"0,1 3 86,-1 4 0,7 5 0,1 10 1,-1 2 88,3 5 1,0 8 0,7 11 0,-2 5-195,2 3 1,3 2 0,2 7-1,0-2-224,0-5 1,9-14 0,6-15 0,7-5 544,7-2 0,-5-10 0,7-5 0,-2-4 51,0-3 0,10 0 1,-5-3-1,0-2 271,-5-2 0,2-8 1,-2 8-1,0 0-705,3-3 1,-8 8 0,5-5 84,-5 4 0,-2 3 0,0 0 0</inkml:trace>
  <inkml:trace contextRef="#ctx0" brushRef="#br0" timeOffset="2884">2069 1198 9056,'22'-9'1180,"-7"6"1,-1-4-831,3 4 0,2 3 0,3 0 0,2 0-830,5 0 1,-2 0 0,7 0 479,-3 0 0,8 10 0,-5 2 0</inkml:trace>
  <inkml:trace contextRef="#ctx0" brushRef="#br0" timeOffset="3017">2440 893 8122,'-46'0'241,"-3"0"0,-2 0-262,3 0 0,4 3 21,8 4 0,5-5 0,9 8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8:42.38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784 240 8943,'-31'3'0,"-3"2"561,0 2 1,2 3-1,8-3 1,-3 7-107,-2 6 0,-7 11 1,7 3-1,3 2-169,1 1 1,11-1 0,2 8 0,2-3-194,5-5 0,3 3 1,4-10-1,5-5-135,8-7 0,12-7 0,4-10 1,0-3 40,1-4 0,7-8 0,-3-14 0,5-7 39,3-5 0,-10-3 0,-5 1 0,-5-1-63,-2 1 1,-10-1-1,-5 3 1,-5 2-77,-2 3 1,-9 2-1,-8-5 1,-10 6-12,-9 1 1,-15 3 0,-7 7 0,-5 0-46,-2 1 1,2 9 0,2 4 0,6 6-20,1 2 0,4 12 0,6 10 0,0 12-708,1 7 1,9 2 883,5 1 0,5-1 0,2 1 0</inkml:trace>
  <inkml:trace contextRef="#ctx0" brushRef="#br0" timeOffset="1397">1154 175 8119,'0'-22'412,"0"10"1,0 5 0,0 14 0,0 10-106,0 10 0,0-1 0,0 11 0,0 4-151,0 7 0,7-2 0,3 5 1,2-7-253,5-8 0,2 5 0,3-10 0,0-2-158,0-7 1,2-14-1,3-1 1,2-5-24,-3-2 0,-2-9 0,-4-6 0,-3-7 56,-3-7 1,-6 3 0,4-8 0,-3 2 209,-4 6 0,-2 1 1,-3 4-1,0-1 44,0 0 0,-3 10 290,-4 5 1,2 9 0,-7 10 0,2 10-30,5 2 0,3 8 0,2-1 0,0 1-10,0-1 1,0-2 0,2-7-1,6-3 102,6-4 0,6-6 0,1-9 0,1-2 35,0-5 0,-3-5 0,-2-10 0,-5 0-253,-2 0 0,0-7 0,-5-2 0,2-1 70,-2 1 1,-3-1-1,-4 6 1,-3-3-1325,-2 2 0,-8 3 0,8 2 0,2 0 1086,2 1 0,-6-1 0,-3 0 0</inkml:trace>
  <inkml:trace contextRef="#ctx0" brushRef="#br0" timeOffset="1780">1851 458 8708,'-22'22'944,"10"-7"1,5-1-744,4 3 1,6-5 0,4 0 0,8-2-377,4-5 1,10-3-1,2-2 1,3 0-1042,5 0 1,-5 0 1215,2 0 0,1-10 0,6-2 0</inkml:trace>
  <inkml:trace contextRef="#ctx0" brushRef="#br0" timeOffset="1930">2156 328 8106,'-3'19'142,"-4"-5"1,5 6-1,-5-6 1,2 8 20,-3 7 1,6 5 0,-5 10 0,4-1-177,3 1 1,0 2 0,3 2 0,2 3 12,2-3 0,10 8 0,-5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8:50.8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 1871 8275,'-13'10'1032,"1"-8"-808,5 6 0,14-6 1,3 0-1,14 3 83,13 3 1,16-1 0,15-7-1,19 0-187,-35 0 1,2 0 0,9 0 0,2 0 0,8 0 0,2 0 0,3 0 0,1 0-18,4 0 1,1 0 0,-2-4 0,1-2 0,0-1 0,1 0 0,-3-2 0,0 1 14,-5 0 0,-2 1 0,-5 1 0,-3 0 0,33 1 0,-11-2 66,-13 2 1,-20 3-648,-11 2 0,-20 2 0,-19 5 463,-10 8 0,-7-5 0,-10-1 0</inkml:trace>
  <inkml:trace contextRef="#ctx0" brushRef="#br0" timeOffset="447">990 1174 8115,'-22'-21'231,"0"-1"1,0 7 0,1 3 0,-1 3 345,0 4 0,0 2 0,1 6 0,-4 4-361,-4 8 0,5 4 0,-7 5 0,2 5-138,0 7 1,7-2-1,7 3 1,1 1-208,2 3 0,2-7 0,12-5 1,6-7-46,6-7 0,15-6 1,7-11-1,8-8 65,7-12 1,-5-2 0,7-12 0,-2-5 100,0-8 0,-8 3 0,-9-7 0,-2 2-33,-6 1 1,-4-4 0,-8 6 0,-9 0-18,-10 6 0,-9 1 0,-18 10 0,-9-1-25,-7 1 1,-15 4-1,0 10 1,-7 5 19,0 3 1,4-6-1,8 8 1,8 4-229,4 8 1,9 3-1,3 11 1,5 5 290,10 0 0,-3 0 0,10-2 0</inkml:trace>
  <inkml:trace contextRef="#ctx0" brushRef="#br0" timeOffset="750">1207 674 9187,'0'14'1458,"0"1"-1040,0 2 0,-2 9 0,-3 6 1,-2 4-539,2 10 0,3 2 0,2 15 0,0 7-219,0 5 1,0 0-1,0-2 1,2-17 202,5-15 1,8-10 0,12-11 0,4-6 325,3-7 0,2-4 0,8-6 0,-1-2 248,1-2 0,-1-10 0,1 3 1,-1-6-250,1-1 0,-8 1 0,1 3 0,-1 5-1142,-2 3 953,-3-8 0,-9 14 0,0-6 0</inkml:trace>
  <inkml:trace contextRef="#ctx0" brushRef="#br0" timeOffset="1816">685 2699 7887,'-7'-15'219,"-1"1"1,-6 6 0,4-4 0,-2 3 425,-5 4 1,-2 2 0,-3 1 0,0-3-343,0-2 0,1 0 1,-4 9-1,-1 3-346,-3 2 0,0 13 1,7-1-1,0 8-303,0-1 1,3 8 0,2 2 0,5 3 109,2-3 1,3 3-1,7-8 1,3-1-43,4-6 0,12 0 0,13-17 1,1-2 350,6-3 1,2-11-1,3-8 1,-1-10 192,1-9 1,-10 2 0,-5-2-1,-7-3-164,-8-2 0,3-3 0,-10 1 1,-4-1-56,-8 1 0,-14-1 1,-13 1-1,-4 1-119,-10 6 0,2-3 0,-9 10 1,0 3-172,-5 2 0,2 2 0,0 2 0,3 6 5,5 7 0,12 7 0,4 9 0,5 11-100,6 6 1,4 13 0,17-3-1,0 3 338,0-3 0,9 15 0,4-5 0</inkml:trace>
  <inkml:trace contextRef="#ctx0" brushRef="#br0" timeOffset="2080">924 2655 10925,'22'12'0,"0"-2"-477,0 0 1,7-8 0,2 5 0,3-4 476,5-3 0,2 9 0,2 4 0</inkml:trace>
  <inkml:trace contextRef="#ctx0" brushRef="#br0" timeOffset="2231">1295 2481 8025,'-20'2'-66,"6"6"1,-3-3 0,7 9 0,0 3 482,1 2 1,-6 13 0,8 7 0,2 9 70,3 10 1,2 0 0,0 5 0,2 7-406,5 5 1,-2-2-1,7 7 1,0-1-1155,1-1 0,-9-13 0,6-16 1071,0-11 0,2-6 0,10-10 0</inkml:trace>
  <inkml:trace contextRef="#ctx0" brushRef="#br0" timeOffset="2482">1512 2459 8308,'-12'22'889,"-5"0"1,10 2 0,2 3-295,3 2 0,2 9 0,2-1 0,3 6-385,2 8 1,8-3 0,-8 8 0,0 0-480,3-1 1,-8-4 0,6 5 0,-3-5 268,2-10 0,-5 2 0,8-9 0</inkml:trace>
  <inkml:trace contextRef="#ctx0" brushRef="#br0" timeOffset="2717">1491 2263 8766,'9'-12'2261,"-4"2"-1559,10 10 0,-8 0 0,7 0-545,3 0 1,-5 8 0,1 1 0,-4 4 12,-4 3 1,-3 4-1,-2 2 1,0-1-671,0 1 1,0 0-1,0 0 500,0-1 0,-9 1 0,-3 0 0</inkml:trace>
  <inkml:trace contextRef="#ctx0" brushRef="#br0" timeOffset="2949">1795 2459 8174,'13'3'578,"-4"1"755,1 4 423,-8-1-1406,8-7 1,-12-10-570,-6-4 0,6-6 0,-8-1-311,1-1 0,6 0 0,-4 0-77,4 1 1,3-1 0,3 2 606,4 6 0,5-5 0,10 6 0</inkml:trace>
  <inkml:trace contextRef="#ctx0" brushRef="#br0" timeOffset="3266">1948 2416 8174,'0'21'-1848,"0"1"2328,0 0 0,2-3 0,6-4-113,6-8 1,-2-4 0,3-3 0,2 0 42,2 0 1,3-3-1,2-4-111,5-8 0,-12-4 0,5-3 0,-3 0-105,0 1 1,-4-8-1,-3 0 1,0 0-134,0-3 1,-7 8 0,2-8 0,-4 3-103,-3 0 1,0 0-1,0 8 1,-3-1 349,-4 0 0,-3 8 0,-7 1 0,3 4-74,-3 4 0,-2 5 0,-3 7 0,3 8-54,4 4 0,-4 3 0,7 2 1,-1 3-166,6 2 0,2 7 1,1-5-1,-4 1-230,3-1 1,10-2 0,5-7 0,2 0-301,5 0 0,5-3 1,4-4-1,6-8-921,2-5 1435,-8-2 0,15 0 0,-7 0 0</inkml:trace>
  <inkml:trace contextRef="#ctx0" brushRef="#br0" timeOffset="3716">2514 1980 8126,'-2'-12'1153,"-6"5"-109,-6 4 0,2 3 0,-3 0-537,-2 0 1,5 10-1,-2 5 1,-1 4-161,3 3 1,-5-1 0,10 4 0,0 4-223,-3 7 0,8-2 1,-6 0-1,6 0-353,2 0 1,2-5-1,6 2 1,6-4-344,5-8 0,3-5 1,0 1-1,0-8-269,0-4 0,2-6 0,2-4 0,3-8 118,-2-4 0,-3-5 0,-2-3 1,-3-4 721,-4-3 0,-3 0 0,-7-5 0,2 3 0,-2-3 0,-3-2 0,-2-2 0,0-1 0,0 1 0,-9-8 0,-4 0 0,-1 3-342,-1 2 0,8 4 0,-5 6 756,2 7 0,3 17 0,7 14 86,0 18 1,0 14 0,0 14-1,0 5 296,0 3 1,0 4 0,3 11 0,1 1-391,4-2 1,9-2 0,-5 0 0,2 2-538,1 3 1,-1-1 130,8-6 0,0-1 0,0 0 0</inkml:trace>
  <inkml:trace contextRef="#ctx0" brushRef="#br0" timeOffset="4016">3167 1849 8706,'0'-21'503,"0"-1"1,3 3-1,4 2 2,8 2 0,-3 10-1488,2-2 983,1 5 0,6 2 0,1 0 0</inkml:trace>
  <inkml:trace contextRef="#ctx0" brushRef="#br0" timeOffset="4680">4648 1044 7741,'-22'-10'-33,"1"-4"1,-8 4 0,0 0 0,2 3 330,3 0 0,-8-1 1,-2 8-1,-2 0-82,0 0 1,9 10-1,-4 7 1,2 7-223,0 5 1,2 10 0,10-3 0,5 5-141,2 3 0,3 0 0,7-3 0,2-5 144,6-7 1,6-7 0,15-8 0,8-6 94,4-6 0,2-2 0,1-5 0,-3-7 92,-5-10 0,5-14 0,-4 0 0,1-5-144,-1-3 1,-6 0 0,-11 1 0,-6-1-192,-7 1 0,-4-8 0,-6 0 0,-4 0-17,-7-2 0,-13 5 0,-7-8 1,-5 3-7,-7 4 1,-4 11-1,1 4 1,-4 0 87,-3 0 1,8 17 0,-3 3 0,5 9-190,3 5 1,9 12-1,5 10 1,4 12-564,4 7 837,9 2 0,2 10 0,10 3 0</inkml:trace>
  <inkml:trace contextRef="#ctx0" brushRef="#br0" timeOffset="5082">4931 935 8402,'-12'22'1371,"5"-1"-775,4 1 1,13 0 0,5 0 0,4-3-766,3-4 1,0 2 0,-1-8-1,1 1-1568,0 0 1737,9-3 0,-6 3 0,6 2 0</inkml:trace>
  <inkml:trace contextRef="#ctx0" brushRef="#br0" timeOffset="5247">5345 761 8139,'-15'19'118,"1"-4"1,9 6 0,-5-1 0,3 9 202,0 5 0,-8 4 0,8 13 0,2 7 15,3 5 1,-1 5 0,-1 4 0,-4 8-496,4 5 1,-6 2-1,3 0 1,2-2 158,2-5 0,-6-5 0,-3-10 0</inkml:trace>
  <inkml:trace contextRef="#ctx0" brushRef="#br0" timeOffset="5480">5628 543 8042,'-12'22'163,"-5"-1"0,10 1 0,2 2 385,3 5 1,-6-2-1,1 9 1,2 3-113,3 2 0,2 3 0,0-1 0,0 1-758,0-1 1,0 1-1,0 2 1,0 0-1793,0-3 2114,0 6 0,0-25 0,0 8 0</inkml:trace>
  <inkml:trace contextRef="#ctx0" brushRef="#br0" timeOffset="5716">5563 260 8042,'12'9'224,"7"-4"0,-4 7 278,4-2 1,3 5-1,0-6 1,-1 3 22,1 5 1,-7 3-1,-3 4 1,-3 3-132,-4 2 1,-2 0 0,-3-5 0,-3 2-525,-4 3 1,-7 0-1,-13-7 1,-2 0-1407,2 0 1,3-10 1535,2-5 0,-9 5 0,-3 0 0</inkml:trace>
  <inkml:trace contextRef="#ctx0" brushRef="#br0" timeOffset="5982">5933 586 8042,'10'13'-214,"-6"6"1,9-5-1,-4 6 948,-4 2 0,-2-8 0,-3 1 111,0 2 0,-3-8 1,-4-2-363,-8-4 1,-4-3 0,-3-3-1,3-4-330,4-7 0,-4-6 1,7-1-1,-3-4-313,1-4 0,9 5 1,-2-7-1,4 2-453,3 0 0,0 0 1,3 7-1,4 0-340,7 0 0,-1 8 1,1 2-1,3 0 953,2-1 0,13 9 0,2-6 0</inkml:trace>
  <inkml:trace contextRef="#ctx0" brushRef="#br0" timeOffset="6282">6064 565 8042,'0'21'619,"0"-6"97,0 0 1,0-8-201,0 7 0,2-2-283,5 3 0,-2 2 0,10-10-255,2-2 1,4-5-1,4-7-127,-4-8 0,6-4 1,-10-5-1,5-3-76,-1-2 0,11-3 1,-15 3-1,0-4 76,2-1 0,-7-5 1,0 8-1,-2-1 175,-5 1 0,-3 2 519,-2 7 0,-9 10 0,-6 4 0,-4 11-139,-3 11 0,0 3 1,0 20-1,1-1-319,-1-2 1,7 7 0,3-7-1,3 0-92,4-5 0,2 2 0,3-2 0,0-2-382,0-3 0,10-9 1,4-3-1,6 0-423,2 0 1,-1-7 809,1 2 0,10-14 0,1-5 0</inkml:trace>
  <inkml:trace contextRef="#ctx0" brushRef="#br0" timeOffset="6699">6695 412 8042,'0'-14'455,"0"-1"1,0 8 1776,0-8-1723,0 1 0,-7 4 0,-3 8 0,-2 9-272,-5 5 0,5 3 0,0 6 0,0 1-111,0 0 0,7 0 0,-2 0-396,4-1 1,6 1-308,4 0 1,5-10 0,10-5 0,2-4 17,5-3 1,-5-3-1,5-4 1,-2-10 222,2-10 0,-5 3 1,5-7-1,-5-1 241,-2-4 0,0-5 1,-3-3-1,-2 1 238,-2-1 1,-8 3 0,5 2 0,-2 6 95,-5 1 0,-10 3 1,-5 10-1,-2 4-226,-5 8 1,-2 7-1,-3 10 1,0 11-3,0 13 1,8 7 0,2 3 0,0-1-28,0 1 1,7 7 0,-5 2 0,3 0-313,-1 1 0,1-4 1,7-6-1,0-1 328,0 1 0,-9 9 0,-4 3 0</inkml:trace>
  <inkml:trace contextRef="#ctx0" brushRef="#br0" timeOffset="7049">4234 1741 8129,'-29'0'604,"0"0"0,8 0-391,6 0 1,22 0 0,8 0 0,19 0 63,14 0 1,20 0 0,19 0 0,-36 0 0,2 0-114,6 0 1,3 0 0,4-3 0,3-2-1,13 1 1,3-1 0,7-1 0,3 0-28,-27 0 0,1 0 0,2 1 0,2 1 0,2 1 0,-1 0 0,1 0 1,0 1-1,0 0 0,2 0 0,0 1 0,-1-1-120,1-1 1,0 1 0,-1 0 0,-2 1 0,0 0 0,-2 0 0,27-2 0,-4-1 0,-11 2 0,-4 2 165,-9-1 0,-4 2 1,-11-1-1,-3 0 0,32 0 1,-17 0 115,-15 0 0,-24 0-1654,-7 0 1355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8:58.98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697 218 8126,'-14'0'80,"-1"0"0,-2 0 282,-2 0 1,0 3 0,2 4 0,2 7-133,-2 6 0,-2 11 0,0 5 1,2 8-79,2 7 0,10-3 1,-2 8-1,5-3-142,2-5 0,9-11 0,8-11 0,7-9-89,5-9 1,10-8 0,-3-10-1,6-12 95,1-12 1,-2-9 0,-2-6 0,-5-4-61,-3-3 1,-11 8 0,-13-5-1,-5 2-10,-2 0 0,-4 0 1,-11 10-1,-16 2-93,-15 3 0,-17 12 1,-12 0-1,0 9 61,0 6 1,-5 1 0,7 8 0,3 0-64,2 0 1,13 20 148,4 9 0,-5 9 0,1 6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02.5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8119,'0'0'0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01.5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153 479 8148,'-15'0'105,"1"0"0,-1 10 0,-4 4 0,2 8 21,3 7 0,-1-2 1,-4 12-1,4 4 25,8 6 0,5 1 0,2-6 1,0-3-23,0-5 1,9-4 0,6-10 0,4-3 65,3-5 0,2-6 0,3-16 0,2-6 11,-3-5 1,6-11-1,-3-1 1,-3-3-215,-1-5 1,-13-2-1,-3-2 1,-1 2-149,-1 4 1,0-4-1,-7 7 1,-2 0-332,-5 5 1,2-2 0,-10 2 0,1 2-729,2 3 1,-5 2 1214,9 1 0,-9-1 0,5 0 0</inkml:trace>
  <inkml:trace contextRef="#ctx0" brushRef="#br0" timeOffset="333">371 457 8148,'0'22'4,"0"7"1,0 0 0,0-2 147,0-3 0,0 0 0,0 3 0,2 4 4,5 3 1,-4-5 0,7 5 0,-1-2-108,6-6 0,-3 3 0,2-5 0,3-7-79,3-5 0,1-4 0,1-11 0,0-4-116,0-7 1,-3-8-1,-2-5 1,-2-4-10,1-3 1,-6 0 0,0-5 0,-3 3 108,0-3 1,1 5 0,-8-2 0,0 0-22,0 2 1,0-5-1,0 10 1,0 3 30,0 1 300,0 4 1,0 11-1,0 10 168,0 12 1,0 10-1,-3 7 1,-2 7-89,-2 5 0,0 3 0,7-1 0,0 1-93,0-1 1,0 1 0,0-3-1,2-2-518,6-3 1,-4-9-1,11 2 1,2-7-2251,2-8 2517,3-4 0,9-10 0,3 0 0</inkml:trace>
  <inkml:trace contextRef="#ctx0" brushRef="#br0" timeOffset="516">1002 0 8148,'-9'22'-156,"6"-5"0,-7 2 0,3 5 561,0 1 1,0 8 0,7 4-1,0 4-108,0 2 0,0 1 0,0 2 0,0 2-384,0 3 0,7 7 1,3-5-1,-1-2-771,1-5 0,0 0 858,-3-17 0,5 0 0,10-7 0</inkml:trace>
  <inkml:trace contextRef="#ctx0" brushRef="#br0" timeOffset="683">719 349 8916,'29'-8'410,"0"1"1,10 0 0,0 7 0,7 0-979,4 0 1,11 0 567,-3 0 0,5-10 0,2-2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05.9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37 131 8181,'-14'0'609,"2"-3"-343,2-4 0,15 5 0,19-8 0,17 3 76,15 0 0,26-8 1,15 5-1,-41 5 1,4 1-48,8-1 1,2 0 0,6 0 0,3 0 0,11 3 0,3-1-1,4 0 1,0-1-135,-30 2 0,0 1 0,0-1 0,30 1 0,-1 0 1,-6 1-1,-3 0 0,-4 0 0,-1 0-74,-5 0 0,-2 0 0,-10 0 0,-2 0 0,-2 0 0,-3 0 0,41 0-862,-19 0 0,-22 0 207,-14 0 568,-20 0 0,-24-10 0,-12-2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03.2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436 719 8162,'-15'-2'-76,"1"-6"0,6 6-24,-6-5 1,9 7 0,-5 4 226,1 4 0,4 9 1,-7-3 4,2 6 1,3 1 0,4 1-1,-1 0-66,-4 0 1,1-8-1,7 1 1,0 2-222,0 2 1,0-4-616,0-1 0,2-9 770,6 2 0,4-4 0,10-3 0</inkml:trace>
  <inkml:trace contextRef="#ctx0" brushRef="#br0" timeOffset="183">436 697 6693,'0'0'0</inkml:trace>
  <inkml:trace contextRef="#ctx0" brushRef="#br0" timeOffset="916">479 763 6303,'7'-15'227,"1"1"1,6-1 398,-6-7 0,1 8-74,-2-1 1,-4 8-307,4-8 1,-7 11 0,-7-4-90,-8 6 1,-4 12 0,-3 4 0,0 5-37,1 3 0,-1 0 0,3 0 0,2 2-66,2 5 0,3-2 0,-5 7 0,5-3 97,2-4 1,3-3 0,7-2 17,0-1 1,10-9 0,4-4 0,8-6-106,7-2 0,-2-10 0,6-4 1,-1-8-90,-5-7 1,4-5-1,-2-9 1,-2-1-37,-3 1 0,-12-1 0,-5 0 0,-4-2-174,-3-4 0,0 4 0,-5-5 0,-7 7-81,-10 8 0,-14-5 0,-3 7 0,-7-2 150,-5-1 1,0 11 0,5-1 0,-2 10 73,-3 10 1,0 5-1,10 2 1,5 4-118,7 11 1,5 2-1,4 17 1,6 0-363,7 0 0,4-5 570,3 7 0,10 0 0,2 8 0</inkml:trace>
  <inkml:trace contextRef="#ctx0" brushRef="#br0" timeOffset="1583">1089 545 8260,'22'-3'-157,"0"-4"0,-8 2 1,-2-9 42,-2-3 0,-3 5 0,-7-3 453,0-2 1,-10 8 0,-4-1-73,-5 0 1,-3 8 0,-2-3 0,-3 7-52,-2 6 1,-3 9 0,6-3 0,-3 5-167,2 3 0,3 7 0,2 3 1,0 2-79,1 4 1,-1 3 0,2 3 0,6 0-84,7-1 0,7-7 0,7-2 1,7-5 154,6-9 1,11-8 0,6-12 0,4 0 172,2 0 1,-2-12 0,-2-8 0,-5-9-44,-3-5 0,-1 5 0,-9-7 0,-1-3-121,-6-2 1,-4 5 0,-10 2-1,-3 0-48,-4 0 0,-5 8 0,-10-3 0,-2 4-291,-5 4 1,5-1 0,-5 3 0,5 2-713,2 2 1,0 10-1,0-2 998,1 5 0,-1 11 0,0 3 0</inkml:trace>
  <inkml:trace contextRef="#ctx0" brushRef="#br0" timeOffset="1934">1241 545 8164,'0'14'215,"0"1"1,0-1-1,0 8 354,0 0 1,0 0 0,0-1-225,0 1 0,0 0 0,0 0-409,0 0 1,3-3-1,2-2 1,4-5-179,3-2 1,3-3 0,7-10 0,-1-1-77,1-4 1,0-9 0,-3 3 0,-2-5 85,-2-3 0,-1 0 0,6 0 0,-6 0 163,-6 1 0,1-1 1,-2 0-1,-2 0 284,-2 1 0,-3 6 1291,0 1-1065,0 9 1,-3-5 0,-2 12 0,-2 6 11,2 6 0,3 6 0,2 1 0,0 1-628,0 0 1,0 0-1,2-1 1,6 1-461,6 0 1,-2-7-1,3-3 1,2 0-1718,2 0 2352,3-7 0,0 4 0,-1-9 0</inkml:trace>
  <inkml:trace contextRef="#ctx0" brushRef="#br0" timeOffset="2133">1829 0 8162,'-2'37'-4,"-5"-1"1,4-2-1,-4 5 1,5-1 118,2 8 0,7-2 0,3 7 0,-1-5-40,1-3 1,4 3 0,-4 3-1,2-1-213,5-7 1,-5-7 0,0-12 0,0-1 137,0 1 0,3-10 0,7-2 0</inkml:trace>
  <inkml:trace contextRef="#ctx0" brushRef="#br0" timeOffset="2333">1437 349 8394,'15'0'557,"-1"0"0,3 0-198,3 0 0,11 0 1,5 0-1,8 0-103,7 0 0,12 0 0,12-3 0,0-1-246,0-4 0,2-1 1,-9 4-1,-5-2-759,0 2 1,-20 2-1,-6 1 749,-11-5 0,-14 4 0,-2-7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08.9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567 501 8392,'-22'0'0,"0"0"107,0 0 0,0 3 1,1 4-1,-1 10 152,0 10 1,-7 7 0,0 12 0,2 2-17,3 3 1,5 7-1,4-7 1,8-3-121,5-2 0,2-12 1,4-8-1,9-9 86,8-9 0,8-8 0,0-10 0,8-12-38,4-12 1,-5-9 0,-2-8-1,-3-7-20,-4-5 0,-3 0 0,-4 3 1,-6 4 18,-7 3 1,-4-1-1,-6 4 1,-6-6-156,-13 0 0,-9 3 0,-15 10 0,-5-1-66,-7 0 0,2 11 0,0 4 0,3 7-241,5 7 1,2 6-1,5 9 1,4 2-367,8 5 1,12 15 0,5 14 0,3 5 657,4 3 0,2 0 0,3-1 0</inkml:trace>
  <inkml:trace contextRef="#ctx0" brushRef="#br0" timeOffset="450">741 414 8238,'12'12'1990,"-2"1"-1443,-10-6 1,0 5-1,0 10 1,0-1-434,0 1 0,2 0 0,3 2 0,4 3-224,4 2 1,1 0 0,8-10 0,0-2-24,-1-2 1,1-10-1,0 2 1,0-7 16,-1-7 1,1-1 0,0-11 0,-3-5 81,-4 0 1,2-10 0,-7 0 0,-1 0 115,1 5 0,-3 5 0,-7 2 23,0 0 1,0 12 0,-2 10-118,-6 13 1,6 16 0,-8 4 0,3 6 66,0 5 0,0-6 0,7 13 1,2-5 98,5-2 0,-2-10 1,12-5-1,5-5 273,4-2 1,6-10 0,-5-5 0,4-9 241,3-13 0,-8-9 0,1-20 1,-8 1-441,-4-1 0,-10 1 0,2-1 1,-5 1-226,-2-1 0,-2 0 1,-3 3-1,-4 5-482,-4 7 1,1 5 0,-5 2-1,5 0-4470,3 0 4948,-8 10 0,5 3 0,-10 9 0</inkml:trace>
  <inkml:trace contextRef="#ctx0" brushRef="#br0" timeOffset="867">1481 632 8192,'0'22'0,"0"0"480,0-1 1,0-6-1,0-1 12,0 3 0,10 3 0,2 2-286,0-1 0,7-6 0,-4-3 0,7 0-343,7 0 1,-3-5-1,8 5 1,0-2-96,0-5 0,2-5 0,5-7 0,-4-8 0,-8-4 0,-5-3 1,-2-2-1,-1-3 114,1-2 0,-7-7 1,-3 5-1,-3-1 169,-4 1 0,-2-1 1,-3 6 42,0-4 0,-10 4-132,-4 11 0,-6 15 0,1 17 0,2 10 143,2 9 0,11 8 1,-6 7-1,3 7 105,-1 5 1,1 4-1,7 3 1,0 8-142,0 7 0,0-13 0,0 8 0,3-10-442,4-4 0,-2-11 373,9-4 0,1-5 0,6-2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17.2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66 7600,'-14'-19'1775,"-1"4"-1128,11-4 1,-4 16 0,16-4-129,6 5 1,13 2-1,4 0 1,3 0-208,5 0 1,2 0 0,2 0 0,1 0-149,-1 0 0,-6 0 0,-3 0 0,-3 0-654,-4 0 1,-6 2-1604,-6 5 2093,-5-4 0,-20 6 0,-2-9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17.53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22 11784,'24'0'1478,"5"0"1,8-2-957,4-5 1,5 4 0,2-4 0,3 5-225,-3 2 0,-2 0 0,-2 0 0,-3 0-510,-5 0 1,-7 2 0,-12 3-2228,-2 2 2439,-10 10 0,4-5 0,-9 10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19.10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1426 8157,'-12'-12'2550,"4"2"-2265,16 10 1,1 10 0,11 4-1,-1 3-364,5-2 0,5 4 0,-2-4 0,4 1-564,3-1 0,-5 2 0,5-7 0,0-1-1632,0 1 2275,-7-3 0,14-7 0,-7 0 0</inkml:trace>
  <inkml:trace contextRef="#ctx0" brushRef="#br0" timeOffset="183">477 1230 8157,'-2'-12'195,"-6"4"0,4 8 0,-8 8 1,2 9 61,5 9 0,3 8 0,2 12 1,0 5-7,0 7 0,-3 7 1,-2 8-1,-2 7-271,2 4 1,3 4 0,2-1 0,-3 0-327,-4 0 1,5-19 0,-6-13 0,6-14 345,2-12 0,10-14 0,2-5 0</inkml:trace>
  <inkml:trace contextRef="#ctx0" brushRef="#br0" timeOffset="669">651 838 8212,'0'-22'-7,"0"8"214,0-1 1,0 5 248,0 3 1,0 10 0,0 21 0,0 5-128,0 7 0,3 5 0,2 3 0,4-1-228,3 1 1,-7-1 0,5 1-1,-3-1-270,0 1 1,8-3 0,-5-2-1,2-5-488,5-3 0,-8-2 657,-1-7 0,4 0 0,0 0 0</inkml:trace>
  <inkml:trace contextRef="#ctx0" brushRef="#br0" timeOffset="950">477 620 8212,'3'-19'-13,"1"2"0,6 2 210,2-2 0,3 0 0,9 3 0,3 7 127,2 4 0,2 3 0,-4 3 1,4 4-27,3 7 0,-7 8 0,2 5 0,-3 2-191,3-3 0,-7 1 0,2 0 0,-9 2-79,-6-3 1,-1-1 0,-8-4-1,-3 1-61,-4 0 1,-12-8-1,-13 1 1,-2-1-125,-4-2 0,4 5 0,-3-9 1,1-3-222,2-3 1,3-2-1,9-2 1,0-3-1029,0-3 1406,10-9 0,3 5 0,9-9 0</inkml:trace>
  <inkml:trace contextRef="#ctx0" brushRef="#br0" timeOffset="1184">1000 968 8212,'-10'22'140,"-4"0"0,4 0 1,0-3-1,3-2 578,0-2 1,-3-11 0,3 4-102,-8-6 1,6-4-1,1-6 1,6-6-81,2-5 0,0-6 1,0-1-1,0-6-154,0-2 0,0-2 0,0-5 0,0 2-376,0 3 0,7 7 1,3-5-1,0 3-784,-1 4 1,8 3 0,-2 4 0,4 6-1005,3 7 0,0 4 0,-1 3 1781,1 0 0,0 10 0,0 2 0</inkml:trace>
  <inkml:trace contextRef="#ctx0" brushRef="#br0" timeOffset="1601">1174 881 9545,'22'0'-32,"0"0"1,-1 0-261,1 0 0,0-7 0,-3-3-428,-4-2 0,4 5 690,-4-7 0,-3 6 1067,2-6 644,-9 9 952,5-5-1277,-20 10 0,-2 0-474,-10 0 0,8 3 1,-1 4-281,-2 7 0,0 6 1,0 2-1,5-1-404,3 1 1,-6 0-1,8 0 1,2-1-548,3 1 0,2 0 0,0 0-628,0 0 0,9-3 0,8-5 0,7-6-623,5-6 1,3-2-1,-6-2 1,3-3 531,-2-2 0,5-8 1,-3 5 1067,-3-2 0,8-2 0,0-8 0</inkml:trace>
  <inkml:trace contextRef="#ctx0" brushRef="#br0" timeOffset="2165">1718 881 7587,'0'-21'-60,"3"1"1,2 3 0,2 3 626,-2-3 1,0 7 0,-1 1 317,4-1 0,-1-2-529,-7-10 1,-2 7 0,-6 3-71,-6 3 1,2 1 0,-3 8-1,-2 3-113,-2 4 0,4 5 0,1 8 0,-1-4-131,3-1 0,-5 0 0,10 9 0,2 2-334,3 3 1,2 0 0,0-7-340,0 0 0,2-8 0,5-1-17,8-4 1,4-2-1,3-9 1,0-5 98,0-8 1,-1-4 0,1-5 0,0-5 431,0-8 0,-1-4 1,1-2-1,-2-3 167,-6-5 1,-2 3 0,-7-11-1,2-1 3,-2-3 0,-2 0 0,-3 3 0,0 2 25,0-3 0,0 8 0,-3 4 0,-2 11-29,-2 9 0,-10 17 0,5 14 344,0 17 0,0 15 0,7 20 0,-2 11 203,2 12 1,2 8 0,3 2 0,0 0-262,0 0 0,3 0 1,2 1-1,4-1-1120,4 0 524,1-20 1,8 6-1,0-17 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24.8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347 0 8308,'-32'24'-98,"-4"5"0,-5 8-142,-3 4 0,8 12 0,2 5 1,0 10 765,0 12 1,15-5-1,-1 17 1,8 2-273,8 3 1,7-47 0,3 1-1,3 4 1,2-1 0,2 1-1,3-1-281,0 1 0,1-1 0,1 1 0,1-1 0,2-1 0,1 0 0,1 0 0,0-2 27,1 1 0,3-2 0,4-8 0,3-2 0,5 3 0,0-1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23.9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 1927 8169,'-12'0'1148,"5"0"0,14 0 0,10 0-605,9 0 0,8 7 1,10 0-1,-1-2-952,1-3 0,-8-2 0,1 0 0,-1 0-832,-2 0 0,4 0 1241,-8 0 0,8-9 0,-4-3 0</inkml:trace>
  <inkml:trace contextRef="#ctx0" brushRef="#br0" timeOffset="281">739 1121 8169,'12'-10'594,"-3"8"1,-9-5-115,0 14 0,3 5 0,2 12 0,2 5-18,-2 7 0,-3 8 1,-2 4-1,0 6-317,0 1 0,0 1 1,0 4-1,3-4-99,4-3 1,5-9 0,10-10-1,0-5-309,-1-10 1,1 0-1,0-11 1,0-3-183,-1-3 1,8-12 0,0-4-1,-2-3-604,-3 2 0,-4-4 1049,-6 4 0,6-14 0,-8-4 0</inkml:trace>
  <inkml:trace contextRef="#ctx0" brushRef="#br0" timeOffset="450">630 1426 8315,'22'0'1315,"2"0"-1171,5 0 0,-3-3 0,11-1 0,1-4-1,4 3-143,1 3 0,10-8 0,3-2 0</inkml:trace>
  <inkml:trace contextRef="#ctx0" brushRef="#br0" timeOffset="1317">1435 642 8139,'20'-15'0,"-3"3"141,-3 3 0,8 4 1,10 12-1,-1 7 60,0 6 1,6 14 0,-6 9 0,1 13 106,-1 7 1,5 5-1,-7 7 1,-4 9-77,-8 8 1,-11-40-1,-3 0 1,-3 47 0,-5 1-140,-9-6 1,-10-14 0,-20-8-1,1-6-158,-1-8 0,0-7 0,1-13 0,2-4-180,5-2 0,-3-10 1,10-8-1,2 1-2270,3-3 2515,2-3 0,0 1 0,1 2 0</inkml:trace>
  <inkml:trace contextRef="#ctx0" brushRef="#br0" timeOffset="1567">2023 1774 8915,'13'-2'2072,"-4"-3"-1219,1-2-1950,-8-1 1097,8 8 0,-20 0 0,-2 0 0</inkml:trace>
  <inkml:trace contextRef="#ctx0" brushRef="#br0" timeOffset="2180">2437 1164 8171,'-9'-12'770,"6"3"1,-7 11-1,13 5-615,4 8 0,5 7 1,8 4-1,-1 3-550,3-2 0,-5-10 0,12-3 1,-3 3-174,3 3 1,-4-6 567,4 1 0,4-10 0,1 4 0</inkml:trace>
  <inkml:trace contextRef="#ctx0" brushRef="#br0" timeOffset="2347">2807 1077 8059,'0'32'203,"-2"-3"0,-5 12 1,-5 7 44,0 6 0,-5 13 0,7 13 0,0 7-65,1 8 0,-1-6 0,5 6 0,-5-8-423,-2-7-10,7-5 1,-14 0 0,7 2 0</inkml:trace>
  <inkml:trace contextRef="#ctx0" brushRef="#br0" timeOffset="2615">3090 707 8289,'0'22'180,"0"2"1,0 3 0,0 4 288,0 3 1,0-5-1,0 7 1,0 6-168,0 6 0,0-2 0,3 7 0,2-2-306,2 0 0,0 2 0,-7-5 0,0 3-1447,0-2 0,0-13 1451,0-7 0,0-5 0,0-2 0</inkml:trace>
  <inkml:trace contextRef="#ctx0" brushRef="#br0" timeOffset="2897">2960 555 8191,'22'-10'-122,"-1"0"0,1-4 1,0 7 653,0 4 0,-5 3 0,2 3-260,5 4 0,3 5 0,-5 10 1,-1 2-142,1 5 1,-2-5 0,-4 5-1,-3-5-121,-4-2 0,-2 0 1,-7 0-1,0 0-33,0-1 1,-2-6-1,-5-1 1,-8 3-490,-4 3 1,-5-6 0,-3-2-1,-2 0 512,2 0 0,-6-7 0,-1 5 0</inkml:trace>
  <inkml:trace contextRef="#ctx0" brushRef="#br0" timeOffset="3183">3352 729 7676,'0'22'-19,"0"0"1,-7-8-1,-1 1 1180,3 1 0,3 4-159,2 2 0,-2-10-587,-6-5 1,4-7-1,-9-7-280,4-8 0,1-4 1,8-3-1,0 0-285,0 1 0,0-9 0,3 1 0,2 3-193,2 2 0,10 2 0,-5 0 0,3 0-1207,-1 1 0,1 6 1550,6 0 0,11 1 0,2-8 0</inkml:trace>
  <inkml:trace contextRef="#ctx0" brushRef="#br0" timeOffset="3500">3526 838 7698,'-12'12'1166,"5"-2"0,12-13 1,4-4-958,3-8 1,3 3 0,7-2-1,-3-6-137,-5-6 1,6 2 0,-8-5 0,2 4-59,1 4 0,-3-1 0,3 0 0,-8 0 142,-5 1 0,-2-1-172,0 0 0,-2 10 1,-5 5 56,-8 4 0,-4 13 1,-3 7-1,0 7-90,0 5 1,8 7-1,2-4 1,0 2-316,0 4 1,7-4 0,-3 0 0,8-2-196,8-6 0,6-2 0,13-4 0,4-6-1531,3-6 2090,2-6 0,18-12 0,1-2 0</inkml:trace>
  <inkml:trace contextRef="#ctx0" brushRef="#br0" timeOffset="3833">4070 620 8172,'0'-22'0,"-2"1"-51,-5-1 1,2 7 0,-10 1 789,-2-3 0,-2 0 0,-3 2 0,1 8 107,-1 5 0,0 4 1,0 3-654,0 2 1,3 17-1,5-2 1,6 2-173,6 1 0,2-4 0,0 3-343,0 6 0,0-6 0,2 5 0,3-5-446,2-2 0,10-10 1,-2-2 142,4-1 1,3-6 0,0 1 0,0-8 368,-1-11 0,-6-4 0,-1-3 0,3-2 115,3-5 0,-1 2 1,-2-9-1,-5 0 154,-2 2 0,4-15 0,-4 3 1,0-5 194,-1-2 1,6-5-1,-8 5 1,-2 0 34,-3-1 0,1 6 1,2 12-199,2 7 1,-2 17-1,-10 14 1,-2 17 94,2 15 0,-5 17 0,3 10 0,0 6 99,-3 6 1,7 7-1,-4-8 1,5-1-408,2-4 0,2 6 168,5-1 0,6 1 0,8-8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32.04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542 611 8513,'-22'-22'-280,"0"7"0,1 3 1,-3 3 170,-6 4 0,6 12 0,-7 8 1,-1 6 295,-4 8 0,2 15 1,-2 14-1,0 5 38,2 2 1,0 10-1,7 5 1,-2 7 23,3 8 1,9-4 0,5 6 0,2-5-121,5-7 0,12-13 0,10-1 0,7-13-281,5-15 0,8-2 1,-6-14-1,3-5-325,5-5 0,-8-5 0,-2 2 0,-4-6 477,-4-6 0,1-2 0,0 0 0</inkml:trace>
  <inkml:trace contextRef="#ctx0" brushRef="#br0" timeOffset="233">629 1090 8153,'7'14'104,"1"1"0,-1-6 1,-5 11-1,3 4 148,2 0 1,1 8 0,-8-1-1,2 3-177,5 5 0,-4-1 0,4 1 0,-2-3-616,2 3 0,-4-7 1,6-3 540,1-5 0,2-2 0,10-1 0</inkml:trace>
  <inkml:trace contextRef="#ctx0" brushRef="#br0" timeOffset="399">825 1438 8153,'0'-14'311,"0"-1"0,3 3 1,4-2-1,7 6-427,6 6 0,9-5 0,2-1 1,1 3 115,-1 3 0,8-8 0,-5-2 0</inkml:trace>
  <inkml:trace contextRef="#ctx0" brushRef="#br0" timeOffset="784">1282 1155 8153,'0'-14'978,"0"-1"-516,0 10 1,0-2-262,0 14 0,0 5 0,0 10 0,3 0-175,4 0 0,-2-1 1,9 1-1,3 0-147,3 0 0,-6-3 0,1-2 1,2-2-455,2 1 0,0-3 575,-4 1 0,4-9 0,-7 5 0</inkml:trace>
  <inkml:trace contextRef="#ctx0" brushRef="#br0" timeOffset="934">1544 1068 7883,'0'31'0,"0"6"235,0 4 0,-7 5 0,-1 5 1,3 9-57,3 10 1,2 0-1,0 8 1,0-1-342,0 1 0,0-3 1,0 0 161,0-10 0,-10-14 0,-2 2 0</inkml:trace>
  <inkml:trace contextRef="#ctx0" brushRef="#br0" timeOffset="1199">1805 850 8341,'0'34'16,"0"5"1,2-8-1,3 3 131,3 5 1,1 2 0,-4 3-1,2-1 241,-2 1 1,-2-1 0,-3 1 0,0-1-650,0 1 1,0-3 0,0-5-1,0-7 261,0-4 0,0-4 0,0 1 0</inkml:trace>
  <inkml:trace contextRef="#ctx0" brushRef="#br0" timeOffset="1517">1696 567 8377,'22'-10'-339,"-8"8"0,1-5 782,2 4 1,2 6 232,3 4 0,0 5 1,-3 10 16,-4 0 0,4-1-464,-4 1 0,-3-2 1,0-3-1,-3-3-371,-4 3 1,-2-5-62,-3 3 0,-3-3 0,-4 2 0,-7-7-245,-6-4 1,6 4 0,-1 0-1,-2-2-953,-2-2 1,-3 4 1400,0 0 0,1-9 0,-1-10 0</inkml:trace>
  <inkml:trace contextRef="#ctx0" brushRef="#br0" timeOffset="1783">1936 785 8377,'12'22'87,"-2"-1"1,-8 1 459,5 0 1,-4-7 1147,4-1-1428,-5-9 1,-2 2 0,0-14 0,0-8-231,0-4 0,0-5 0,0-3 1,0-2-348,0 3 0,3-6 0,2 3 0,2 2-270,-2 3 0,4 2 1,1 1 579,2-1 0,3 0 0,6 0 0</inkml:trace>
  <inkml:trace contextRef="#ctx0" brushRef="#br0" timeOffset="2398">2110 785 8304,'2'14'-239,"6"1"1,1-8 0,8 5 457,-2-2 1,-8-3 0,8-7-37,1 0 1,1-2 0,0-5 0,-2-8-67,2-4 1,-8-3 0,-1 0 0,-3 0 16,2 1 1,-5-1 0,6 0 0,-6 0 112,-2 0 0,-2 8 0,-6-1-55,-6-2 0,-6 8 0,-1 4-380,-1 10 0,2 0 1,4 9-1,3 3-196,4 2 1,-6 6 0,8 1 0,2 3-178,3-2 0,9-3 0,3-5 0,2-2 561,5-2 0,4-10 0,6 4 0,5-1 0,1-1 0,-6 0 0,4-9 0,-1-3 0,-1-2 0,0-10 0,-8 2 0,1-4-1,0-3 0,-3 0 0,-4 1 537,-8-1 1,-5 0-1,-4 0 2,-5 0 0,-5 10 1,-10 5-1,0 5-267,0 2 1,1 2-1,-1 3 1,0 5-287,0 2 0,8 2 1,2 10-1,0 1-71,-1-4 1,9 6-1,-4-12 1,6 4-106,2 3 1,2-3 0,6-2 0,6-5-80,5-2 0,3-3 1,0-7-1,0-2-150,0-6 0,2-4 0,2-10 0,3-2 79,-2-5 1,-5 3-1,-5-11 1,-5-1 250,-2-4 1,4-1-1,-7-1 1,-2 1 71,-2-1 0,-3 1 1,0-1-1,0 1 22,0-1 1,0 10-1,-3 5 10,-4 5 1,-3 14 0,-7 10 145,3 12 0,9 15 0,-2 4 0,4 3 125,3 5 1,0 2 0,0 3 0,0-1-186,0 1 0,0-1 1,0 1-101,0-1 0,0 1 0,0 0 0</inkml:trace>
  <inkml:trace contextRef="#ctx0" brushRef="#br0" timeOffset="2817">2937 1 8193,'34'43'-95,"-2"1"0,-3 2 226,0 5 1,7 2 0,-7 8 0,0-1 178,3 8 0,-15 0 0,2 11 1,-7 4 47,-7 1 0,-5 6 1,-7 4-1,-1-42 0,-1 0-230,-3 5 0,-3 0 1,-1-6-1,-2 0 1,-4 0-1,-2-1 1,0-3-1,0-2-114,-1-1 0,-1-1 0,-4 1 1,0-1-1,-26 40 0,0-11-460,5-14 0,8-19 1,7-12-1,7-8-985,4-4 1431,13-11 0,-7-4 0,7-12 0</inkml:trace>
  <inkml:trace contextRef="#ctx0" brushRef="#br0" timeOffset="3081">3482 1571 8178,'-10'-22'1533,"5"3"1,-7 2-262,3 2 1,1 8 0,6-5 303,-5 2-2835,4 3 1259,-6 7 0,18 0 0,3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36.8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0 100 8251,'0'-22'0,"0"0"-59,0 0 1,0 8 541,0-1-59,0 10 1,0 5 0,0 17 0,0 7 57,0 5 0,8 10 0,1 0 1,1 7-183,0 5 1,7 9 0,-5-2 0,0 3-228,-5-3 0,3 12 0,-3-5 1,0 5-248,3 6 1,-8-9-1,6 3 1,-6-9-325,-2-10 0,0-8 1,0-6-73,0-8 0,-10-17 430,-4-12 0,4-10 1,3-14-1,4-3 13,3-2 1,0-7 0,0 4-1,0 1-72,0 0 0,3-1 0,2 5 1,4-2 133,3 3 0,3 4 0,7 5 1,-1 5 159,1 2 0,0 3 1,0 7-1,2 2-6,5 6 0,-2 11 0,7 10 0,-3 0 238,-4 3 1,-3-6-1,-5 8 1,-2-2-17,-2-6 0,-11 6 0,4-3-1635,-6-3 1324,-2-2 0,0-2 0,0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40.6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41 152 8255,'-2'-14'910,"-5"-1"1,4 8 0,-4-7-480,4-3 0,11 5 1,1 0-174,3 2 1,3-5 0,4 6 0,-2-1 194,-2 0 1,-1 3-141,8 7 1,-7 0 0,-3 2-143,-3 6 1,-1 4 0,-8 10 0,-3 2-250,-4 5 0,-5-3 1,-10 8-1,0 0 94,1 0 0,1-7 0,3 2 0,3-5 255,-3-2 1,5-8 93,-3 1 1,10-8-411,-2 7 1,14-11 0,8-3 0,4-10-693,3-2 0,7-5 1,2 8-1,1-4 737,-1-4 0,8-2 0,-5-3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40.9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172 141 8235,'-22'0'92,"1"0"1,6 0 0,0 2 152,-1 6 1,-1 4 0,0 12 0,5 2-61,2 3 1,0 8 0,5-6 0,-2 1 19,2-1 1,5 1 0,8-6 228,6 3 0,-2-7 1,3-10-98,2-2 1,2-5-1,3-13 1,-3-6-112,-4-5 1,2-3-1,-10 0 1,0 0-238,3 0 1,-8-2 0,5-2 0,-4-3-382,-3 2 1,0 3 0,0 2 0,0 0-212,0 0 1,0 8 0,0-1 602,0-2 0,-10-2 0,-2-3 0</inkml:trace>
  <inkml:trace contextRef="#ctx0" brushRef="#br0" timeOffset="384">303 250 8235,'-15'0'1694,"1"0"1,9 9-1,-2 6-1209,4 4 0,-4 3 0,0 0 0,2 0-462,2-1 1,6 1 0,2 0 0,4 0-280,3 0 0,3-10 0,9-3 0,3-1-172,2-1 1,0 0-1,-7-9 1,-1-3-11,1-2 0,0-10 1,0 2-1,-3-4 314,-4-3 0,2-2 0,-10-3 0,0-2 338,3 3 0,-8 1 1,5 4-1,-4-1 371,-3 0 0,0 0-16,0 0 1,-3 10-333,-4 5 0,5 14 0,-6 8 0,4 4-172,-4 3 1,6 0 0,-5 0-1,4-1-418,3 1 0,0 0 1,0 0-1,0-1-437,0 1 0,8 0 1,1-3-1,3-2-689,5-2 0,-5-10 1479,3 2 0,9-5 0,10-2 0</inkml:trace>
  <inkml:trace contextRef="#ctx0" brushRef="#br0" timeOffset="569">847 10 8279,'0'-9'1077,"0"9"-574,0 12 1,0 14 0,3 6 0,1 2-313,4 4 0,-1 3 0,-7 3 0,0 0-187,0-1 0,0 1 0,2-3 0,3-3-1165,2-1 0,1-11 1161,-8 3 0,9-4 0,3-4 0</inkml:trace>
  <inkml:trace contextRef="#ctx0" brushRef="#br0" timeOffset="751">695 272 8235,'-12'-3'865,"4"-4"1,8 4-1,8-6 1,9 1-260,9 1 0,8-2 1,12 4-1,5-3-450,7 4 1,12-6 0,5 0 0,0 1-2450,0-1 2293,-12-7 0,0 15 0,-7-8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53.0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825 371 8218,'-55'-15'331,"4"1"0,2 9 1,-1-2-1,-8 9 4,-5 13 1,-3 9-1,1 19 1,0 3-55,-1 5 1,8 12-1,3 14 1,4 3-84,10 3 0,16-6 0,18-16 1,7-6-343,7-2 0,13-4 1,14-13-1,4-7-582,8-5 0,12-12 1,3-4 725,9-6 0,-2-2 0,7 0 0</inkml:trace>
  <inkml:trace contextRef="#ctx0" brushRef="#br0" timeOffset="333">1152 741 8218,'-22'-29'0,"0"2"370,1 8 1,-4 0 0,-1 11 0,-3 4 671,2 1 1,-7 15 0,-4 8 0,-8 9-495,-5 4 1,7 1 0,10 5 0,3-3-429,4 3 1,5 2-1,8 0 1,7-2-533,4-3 0,6-9 0,4 4 1,7-2-377,6 0 0,9-9 0,2-13 0,3-4 303,5-3 0,-5-10 0,0-5 0,-3-4 409,-4-3 1,-3-2 0,-2-3 0,-1-2 515,1 3 0,-2 2 0,-3 2 788,-3 0 1,-7 7-1144,8 1 0,-8 9 0,8-2-408,2 4 0,-8 13 0,1 5 0,0 4-699,4 3 0,-2 0 0,3-3 1022,2-5 0,2 6 0,3-8 0</inkml:trace>
  <inkml:trace contextRef="#ctx0" brushRef="#br0" timeOffset="566">1326 284 8164,'-22'14'0,"3"1"0,4 4 58,8 8 1,-2-1 0,1 11 0,3 1 529,3 3 1,9 10-1,3 3 1,2 1-634,5 6 1,2 2 0,3-1 0,0-3-521,0-9 0,-1-4 0,-1-5 0,-3-4 565,-3-8 0,-9-5 0,5-2 0</inkml:trace>
  <inkml:trace contextRef="#ctx0" brushRef="#br0" timeOffset="750">1479 1 8289,'9'29'0,"3"5"269,0 7 0,15 2 0,-5 25 1,0 12-36,-5 9 1,-8-37-1,-2 0 1,-1-1-1,-2 0 1,1 1-1,0 0-66,-1-1 0,2 0 1,1 0-1,0-1 0,3 35 1,-1-12-368,1-11 0,-3-13 1,-7 4 198,0 0 0,10-16 0,2 4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55.0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218 785 8086,'-22'-10'510,"0"8"1,0-6 167,1 6 1,-1 4-1,0 8 1,0 12-380,1 12 0,6 7 0,3 2 0,2 1-197,5 0 0,3 6 0,2 1 0,0-2-394,0-3 0,10-5 1,4-5-1,6-9 46,1-10 0,-6-8 0,-1-9 0,3-2 49,3-5 1,-1-15-1,-2-15 1,-5-4 0,-2-2 1,-3-3 0,-7-5 0,0-5-14,0 1 0,-2 1 1,-6 8-1,-6-2 212,-6-3 1,6-9-1,-1 2 1,-2-3 100,-2 3 0,5-2 1,2 6-1,-1 1 100,1 0 1,7 2 0,1 10-1,8 5 71,11 7 1,14 0-1,10 4 1,9 9-238,10 3 0,8-1 0,6 4 0,8 1-352,5-1 1,-6 0 0,-1 5-1,-3-2 314,-5 2 0,8 3 0,-1 2 0</inkml:trace>
  <inkml:trace contextRef="#ctx0" brushRef="#br0" timeOffset="385">523 1307 7342,'-20'3'0,"3"4"0,3 8 0,7-3 0,-6 5 0,1 4-198,0 6 0,5 5 0,-5-6 1,2 3 218,5-2 1,5-3 0,5-2 0,5 0 116,2-1 1,3-9 0,6-4 0,1-8 85,0-8 1,0-4 0,-3-9 0,-2-4 18,-3-4 1,-1 3 0,1-8 0,-7 0-113,-4 0 1,-3 5 0,0-5 0,0 3-87,0 4 0,-3-4 0,-4 2-324,-7 2 0,-6 5 0,-2 5-652,1 3 0,9 11 931,4 3 0,-4 10 0,0 12 0</inkml:trace>
  <inkml:trace contextRef="#ctx0" brushRef="#br0" timeOffset="752">740 1329 7826,'-21'0'505,"6"0"1,3 3 0,2 4-213,6 7 0,1-1 0,3 1 0,0 3-309,0 2 1,0-4-1,0-1 1,3 1-24,4-3 0,2 0 0,8-7 0,-2 2-171,2-2 0,2-3 1,3-2-1,0-2 45,0-5 1,-1-5 0,1-10 139,0 0 1,0-9 128,-1-6 1,-9 6 0,-4 2 802,-6 5-633,-2 2 1,-10 12 0,-2 10-1,-2 12-159,-1 8 1,11 1 0,-6 1 0,3 2-152,-1 5 0,1-4 0,7 4 1,0-5-380,0-2 0,7-1 0,3 1 1,2 0-324,5 0 0,2-10 0,6-5 1,1-4 737,3-3 0,10-10 0,-5-12 0,9-12 0</inkml:trace>
  <inkml:trace contextRef="#ctx0" brushRef="#br0" timeOffset="919">1241 807 8180,'-14'-10'-200,"-1"10"1,10 10 0,-2 14 0,5 5 546,2 7 0,2 5 0,3 5 0,5 3-531,2 1 1,0 8 0,5-4-1,-3-1-433,3 0 0,3-4 617,1-13 0,1 5 0,0-7 0</inkml:trace>
  <inkml:trace contextRef="#ctx0" brushRef="#br0" timeOffset="1118">980 1090 7120,'-12'-10'-322,"9"5"0,16-7 0,3 2 386,9 6 0,13 1 0,4 3 1,6 0-72,0 0 1,8-7-1,2 0 1,5 2 6,2 2 0,-9 3 0,-3 0 0</inkml:trace>
  <inkml:trace contextRef="#ctx0" brushRef="#br0" timeOffset="1352">1873 1177 7863,'2'-12'1027,"5"4"0,8 6 1,12 2-827,2 0 1,9 0-1,-1-2 1,4-3-1266,2-3 0,3 1 0,3 5 1064,2-5 0,9-6 0,-4-8 0</inkml:trace>
  <inkml:trace contextRef="#ctx0" brushRef="#br0" timeOffset="1502">2570 785 8058,'-44'0'217,"1"0"0,-1 0 1,0 0-1,-2 0 399,-4 0 0,1 9 0,-6 4 0,-1 1-592,0 1 0,10-8 0,0 5 0,10 0-24,5 0 0,2-7 0,7 5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39:58.0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712 1459 8613,'-12'-9'1559,"7"6"1,8 10-1191,4 6 0,10-1 0,-3 5 0,6-3-547,2 3 0,7 0 0,2 0 1,0-5-1927,1-2 2104,7-3 0,-5 3 0,9 2 0</inkml:trace>
  <inkml:trace contextRef="#ctx0" brushRef="#br0" timeOffset="167">1126 1220 7982,'-15'34'107,"1"-5"1,2 4-1,-3 6 1,6 7 406,-1 5 0,8 12 1,-6 2-1,3 15-223,-2 12 1,5-2-1,-5 4 1,4-2-410,3 2 0,-7-4 0,0 2 1,2-12-718,2-15 1,3-19 0,0-17 834,0-5 0,-9-12 0,-3-2 0</inkml:trace>
  <inkml:trace contextRef="#ctx0" brushRef="#br0" timeOffset="417">1344 871 8081,'0'15'0,"0"-1"0,0 3 556,0 3 0,0 9 0,0 2 0,0 3-80,0 5 0,0 2 0,0 5 0,2 2-521,5 3 1,-2 9 0,7-4 0,-2 2-774,-5 0 1,0-12 0,0 0 817,2-7 0,0-12 0,-7 4 0</inkml:trace>
  <inkml:trace contextRef="#ctx0" brushRef="#br0" timeOffset="670">1191 588 8081,'15'-12'141,"-1"5"0,1 4 0,7 3 0,-1 3 373,1 4 0,7 5 0,0 10 1,0 0-351,3 0 1,-8-1 0,3 3 0,-8 3-120,-5 2 0,-9 7 0,3-7 1,-6 1-218,-2 1 1,-10-4 0,-7 6-1,-7-1-565,-5-5 0,-10 4 0,6-2 737,-1-2 0,-7-3 0,7-2 0</inkml:trace>
  <inkml:trace contextRef="#ctx0" brushRef="#br0" timeOffset="919">1540 1002 8081,'0'22'4852,"0"0"-4259,0-10 0,0-15 1,0-16-339,0-8 0,2-4 0,3 2 1,2-5-123,-2 0 1,-2-7-1,-1 7 1,3 0-812,2 5 1,3 5-1,-3 0-565,7-5 0,6 7 0,2-2 1243,-1 7 0,11 12 0,2-5 0</inkml:trace>
  <inkml:trace contextRef="#ctx0" brushRef="#br0" timeOffset="1236">1801 893 8078,'-12'2'791,"5"6"1,4-3 0,6 7-1,4-3-465,7-4 1,-1-2 0,4-3 0,4 0-201,6 0 1,2-8 0,-7-1 0,-3-3-18,-4-5 0,4-3 0,-5-4 0,3-3-188,-2-2 1,-5 0-1,-10 8 1,0-1 37,0 0 0,0 0 1,-3 3-1,-4 2 313,-8 2 0,-4 11 1,-3-4-1,0 6 44,1 2 1,-1 12 0,0 7 0,3 10-368,4 5 0,-2-5 1,10 5-1,2 0-560,3 0 0,2-7 1,0 2-1,2-5-610,6-2 0,11-3 0,12-5 0,3-6 1221,5-6 0,2-2 0,3 0 0</inkml:trace>
  <inkml:trace contextRef="#ctx0" brushRef="#br0" timeOffset="1553">2324 719 8212,'-8'-15'1681,"-1"3"-971,-3 3 0,-3 4 0,-7 10 0,3 4-228,4 3 0,-4 3 0,7 7 0,0-1-454,5 1 1,-3 0 0,3 0 0,2 0-252,2-1 0,6-6 0,4-3 1,8-2-418,4-6 1,3-1 0,0-3 0,-1-3 42,1-4 0,7-5 0,0-10 0,-2 1 286,-3-1 0,-9-7 0,-1-3 0,1 1 278,-3-1 0,5-6 1,-10-1-1,-2-7 183,-3-5 1,-2-7 0,0 5 0,0-3 14,0-4 1,0 6 0,-2 6-1,-6 7 142,-6 5 1,-5 11-198,-3 4 0,10 28 1,2 22-1,3 10 97,-1 4 0,1 13 0,7 7 0,0 9-118,0 6 0,7 2 0,1 4 0,-1-1-849,3-4 0,-5-8 1,7 4 759,-3 0 0,8-17 0,-5 5 0</inkml:trace>
  <inkml:trace contextRef="#ctx0" brushRef="#br0" timeOffset="1786">2563 1568 8576,'-9'0'1248,"9"0"1,9 0-1,13 0 1,2-2-1183,5-6 1,-2 6-1,9-5 1,0 2-884,-2-2 817,7 4 0,-7-6 0,10 9 0</inkml:trace>
  <inkml:trace contextRef="#ctx0" brushRef="#br0" timeOffset="2153">3543 850 6517,'-14'2'912,"-1"5"0,8 5 1,-5 10-1,2 0-617,5 0 0,0 9 1,1 5-1,-4 6-148,3 1 1,3 8-1,4 0 1,6-3-203,6-2 1,8-10 0,5-2 0,4-5-283,3-9 1,-5-1 0,7-12 0,3-2-204,2-3 0,-5-4 1,-2-8-1,-2-9-1069,-6-8 1609,-11-2 0,4-2 0,-7-3 0</inkml:trace>
  <inkml:trace contextRef="#ctx0" brushRef="#br0" timeOffset="2302">3282 1220 8025,'-22'0'-458,"15"-3"1,12-2 0,16-2 506,11 2 0,7-7 1,11 0-1,8-2-233,5-1 0,3 3 184,-1-2 0,20-16 0,4 6 0</inkml:trace>
  <inkml:trace contextRef="#ctx0" brushRef="#br0" timeOffset="2753">298 523 8220,'-33'43'0,"1"3"134,1 5 0,6 15 0,-6 13 0,2 6 202,0 2 0,14-39 0,1 1 0,3 2 0,3 2 0,-1 3 1,1 2-129,0 3 1,1 1-1,4-1 1,1-1 0,0 2-1,2 0 1,4-1 0,4 1-338,5-1 0,3-1 0,4 0 0,4-2 0,3-4 0,4-4 0,3-1 0,4-3-329,2-4 0,2-4 0,2-7 0,2-4 0,0-4 0,2-3 458,3-3 0,0-2 0,1 0 0,0-1 0,1-2 0,0-2 0,2-3 0,-1-2 0,3-3 0,0 1 0</inkml:trace>
  <inkml:trace contextRef="#ctx0" brushRef="#br0" timeOffset="3170">4305 87 8130,'20'-21'0,"-3"-1"0,0 2 302,7 6 1,0 4-1,10 13 1,0 6-1,0 13 1,-5 19-1,7 17 1,0 8 65,-2 6 0,-2 8 1,-13 14-1,-11-42 1,-2 0-195,-1 5 1,-2 0 0,-3 3 0,-3 1-1,-2 4 1,-4 1 0,-5-2 0,-4 0-171,-4-2 1,-2-1-1,1 1 1,-2-3-1,-3-2 1,-2-2-1,1-1 1,0-2-199,1-5 1,0-2-1,-25 35 1,12-17-1,2-3-828,3-2 1,9-9 0,-2 2 1021,5-5 0,5-10 0,4 0 0,5 1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0:02.23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0 153 8906,'3'19'967,"2"-2"0,4-2-1035,4 2 1,3 2 0,11 0 0,5-2-1035,1-2 1,1-3 1101,3 2 0,4-4 0,-7-10 0</inkml:trace>
  <inkml:trace contextRef="#ctx0" brushRef="#br0" timeOffset="180">371 1 8100,'-15'2'141,"3"5"1,0 8 145,0 4 0,5 13 0,-5 4 0,-1 7 24,1 8 0,0 15 0,-5 13 0,5 8-116,3 8 1,-6 2 0,11-47-1,1 1 1,-5 44-128,-1-6 0,6-2 0,-6-5 0,1-9-613,1-15 1,0-17-1,5-7 545,-6-2 0,-4 6 0,-10-4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0:03.4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1055 8428,'-2'20'91,"-5"-6"0,4 6 0,-4-4 0,5 9-84,2 4 0,0 2 1,0-4-1,0 4-245,0 3 1,7-5-1,3 5 238,2-3 0,2 8 0,8-5 0</inkml:trace>
  <inkml:trace contextRef="#ctx0" brushRef="#br0" timeOffset="247">44 620 8205,'22'12'253,"0"-5"1,0 3 0,-1 0 0,1 2 162,0 5 0,0 2 0,-1 3 0,1-1-158,0 1 0,-10 7 0,-5 0 0,-4 0-77,-3 3 1,-10-1-1,-4 6 1,-8-8-436,-7-5 0,2-2 1,-7-1-1,3-1-961,4-6 1,3-4 1214,2-10 0,0-10 0,1-2 0</inkml:trace>
  <inkml:trace contextRef="#ctx0" brushRef="#br0" timeOffset="498">284 903 8205,'12'34'9,"-2"-5"1,-3-5 177,0-2 1,0 0-1,-7-1 1,0 1 726,0 0 0,-2-3-498,-5-4 0,2-6 1,-7-11-206,2-5 0,-4-8 0,6-11 0,3-6-236,3-2 0,2-2 1,0-8-1,0 1-203,0-1 1,10 1 0,2-1-1,2 3-418,1 5 0,-1-3 1,8 10-1,0 5-448,0 7 1,-1 0 1093,1 10 0,10 9 0,2 10 0</inkml:trace>
  <inkml:trace contextRef="#ctx0" brushRef="#br0" timeOffset="816">589 968 7732,'-12'22'2082,"4"-10"-1861,16-5 0,4-7 1,9-7-1,1-7-221,0-6 0,0-2 0,-3-2 0,-2-2 29,-2-3 1,-3 0 0,2 7-1,-7 0-8,-4 0 0,-3 0 309,0 1 1,-10 9 0,-4 4 0,-6 6-33,-1 2 0,6 2 0,0 6 0,-1 6-252,-4 5 0,6 3 0,2 2 0,2 3-173,5 2 0,3 7 0,2-4 1,2-1-668,5 1 1,1-3 0,11-7 0,8-3 19,4-5 0,-2-4 0,7-10 1,3 0 773,2 0 0,-5-10 0,1-4 0,-1-15 0,8-5 0</inkml:trace>
  <inkml:trace contextRef="#ctx0" brushRef="#br0" timeOffset="1116">1024 859 8219,'0'-21'341,"-2"8"1,-3 4 0,-5 2 383,-2-1 1,5-1 0,-8 4 106,-2-3 1,-2 1 0,-3 10-520,1 4 1,1-2 0,6 9 0,6 3-323,6 3 0,2 9 0,0 0-176,0-3 0,10-2 0,7-4 0,7-6-534,5-6 1,2-6-1,-2-4 1,5-6-47,0-6 1,-3-13 0,-9-4-1,0-3 345,0-5 0,-3 3 1,-4-5-1,-8-5 298,-5 0 0,-2-7 0,0-1 1,0-1 36,0-6 1,-7-2 0,-3-2 0,-2 0 86,-5-1 0,-2 11 0,0 6 0,2 11 145,2 8 0,10 18 1,-2 15-94,5 16 1,2 22 0,0 20 0,0 7 143,0 4 1,2 10 0,3-2 0,5 5 107,2 2 1,-5 0-621,8 0 0,-1 10 0,-3-47 0,0-1 0</inkml:trace>
  <inkml:trace contextRef="#ctx0" brushRef="#br0" timeOffset="1533">1830 663 8005,'-3'-43'0,"-4"-1"64,-7 1 0,-6 18 0,-1 11 0,-1 9 393,0 5 0,-2 19 0,-3 13 0,-4 14 35,-3 12 0,0 7 0,-5 8 0,5 9-88,3 10 1,2 0 0,18-42 0,3 2 0,0-1-1,1 2-176,3 0 1,1 0-1,1 2 1,1-1-1,1 0 1,0-1 0,2-2-1,1-1-90,12 45 1,2-16 0,19-6 0,3-8-354,2-7 0,0-7 0,-2-15 0,-3-9-601,3-10 0,-1-7 0,-1-13 0,-6-4 816,1-8 0,-8-23 0,7-8 0</inkml:trace>
  <inkml:trace contextRef="#ctx0" brushRef="#br0" timeOffset="1700">2004 1251 8021,'0'22'27,"0"2"1,3 3 257,4 2 0,-5 10 0,8-5 1,-3 2 39,0 0 0,8-2 0,-5 5 0,2-5-1323,5-3 1,0 5 997,-3-7 0,5 0 0,-6-7 0</inkml:trace>
  <inkml:trace contextRef="#ctx0" brushRef="#br0" timeOffset="1865">2309 1534 8021,'22'-14'280,"0"2"23,-1 2 1,3 0 0,3 6-1,5-4-339,1 3 1,-4 1-1,5-1 1,0-2 35,0 2 0,2 2 0,8 3 0</inkml:trace>
  <inkml:trace contextRef="#ctx0" brushRef="#br0" timeOffset="2216">2853 1055 9063,'15'10'451,"-1"5"0,3 4-466,3 3 0,1-1 0,1 1 0,0 0-473,0 0 488,9 9 0,3-7 0,10 8 0</inkml:trace>
  <inkml:trace contextRef="#ctx0" brushRef="#br0" timeOffset="2399">3332 990 8043,'-21'0'357,"1"2"0,3 6 1,5 6-198,3 6 0,-6 6 0,8 8 0,2 12 128,3 7 1,2 13-1,0 9 1,0 2-71,0 5 0,0 1 0,0-1 0,0-5-463,0-2 0,0 5 0,0-5 0,0-2 245,0-6 0,-10-6 0,-2-18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0:09.1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66 990 8079,'0'-21'1921,"0"11"-1396,0 10 1,0 10-1,2 14 1,3 2-286,2 3 0,10 10 0,-5-3 1,3 3-305,-1-3 1,-7 6 0,5-9 0,1 4-495,-1-1 0,-7-9 1,2 2-1,-2-5 558,2-2 0,-5-1 0,8 1 0</inkml:trace>
  <inkml:trace contextRef="#ctx0" brushRef="#br0" timeOffset="233">0 685 8001,'22'0'-43,"2"0"0,3 0 361,2 0 1,2 0 0,-4 3 0,4 4 82,3 8 1,-7 4 0,2 3 0,-5 2-166,-2 5 0,-3-2 0,-4 7 0,-8-3-177,-5-4 1,-2-1 0,-2 1-1,-5-1-150,-8-6 0,-4 2 0,-3-10 0,-2 0-583,-5-5 0,2 3 0,-7-3 0,3-2-916,4-3 1590,3-2 0,-7-9 0,-3-4 0</inkml:trace>
  <inkml:trace contextRef="#ctx0" brushRef="#br0" timeOffset="484">370 947 8001,'0'22'0,"0"-1"238,0 1 1,0 0 0,0 0 0,0-1 523,0 1 1,0 2-294,0 5 0,0-4-225,0 4 1,-7-17-1,0-12-143,2-12 1,3-8-1,2-4 1,0-5-267,0-7 0,0 2 1,0-2-1,0-3-221,0-2 1,9 0 0,6 4 0,2 6-162,-3-1 1,6 8-1,-3-5 1,7 7-379,5 8 0,0 4 925,-7 10 0,-1 0 0,1 0 0</inkml:trace>
  <inkml:trace contextRef="#ctx0" brushRef="#br0" timeOffset="1032">654 1056 7878,'0'21'966,"2"-8"0,5-6-830,8-5 0,4-11 0,0-6 1,-2-4-160,-2-3 1,-1-2-1,8-3 1,-2-2-7,-6 2 0,3 3 0,-10 0 0,1 0 129,1 2 1,-6-5 0,1 15 256,-8 0 1,-8 3 0,-10 9-171,0 0 1,0 9 0,0 8 0,3 7-95,5 5 1,-3 3 0,9-6 0,3 4-321,3-4 1,2 6 0,0-3-1,2-3-470,6-2 1,6-9-1,13-3 1,4-2 154,3-5 1,-5-3-1,8-2 1,-1-2 283,-2-6 1,4-4 0,-9-10 0,-2 1 313,-3-1 1,-2-7 0,0 0 0,-3 2 237,-4 3 1,-6 2-1,-9 0 225,0 1 1,-7 6-1,-3 3 1,-2 2 313,-5 6 1,-2 1-1,-3 3-317,0 0 0,1 3 0,1 4 0,3 7-62,3 6 1,7 9 0,-5 0-1,2 0-311,5 2 1,0-7 0,0 8-1,-2-3-389,2 0 1,5 0-1,8-7-128,6 0 1,5-10-1,3-5 1,0-5-437,0-2 1,-8-9-1,1-8 1,2-7 144,2-6 0,-7-8 0,-2 4 0,-3-2 343,0-1 0,1-6 1,-8-8-1,0 3 163,0 2 1,0 0 0,0-5-1,0-7 159,0-5 0,-8 0 0,1 5 0,-10-5 0,5 7 0</inkml:trace>
  <inkml:trace contextRef="#ctx0" brushRef="#br0" timeOffset="1114">1089 272 8001,'0'21'-587,"0"-6"1,2 2-1,3 5 920,3 4 0,-1 6 1,-5-1-1,3 10 12,2 8 1,3 11-1,-5-2 1,2 5-208,-2 3 1,0-4-139,2-3 0,5 13 0,10-4 0</inkml:trace>
  <inkml:trace contextRef="#ctx0" brushRef="#br0" timeOffset="1641">1590 119 7928,'22'-43'0,"2"9"0,2 7 0,4 13 219,-4 14 0,8 19 0,0 22 1,2 12 71,0 13 1,-2 23 0,-15-42 0,-1 1 0,-3 3-1,-1 2-80,-2 1 0,0 1 0,-1 2 1,0 2-1,-1 1 0,-1 1 0,-1 0 1,-1 1-171,-3 1 0,-1 0 0,-3 0 0,-3 0 0,-2-5 0,-4 0 0,-4 3 0,-3 1 33,-2 2 0,-3 1 1,-4 2-1,-3 1 1,1-2-1,-2-1 0,1-5 1,-2-2-137,1-4 1,0-1 0,1-1 0,0 0 0,-1-4 0,0 1 0,3-2-1,2 0-1075,0-2 0,2-1 1,-12 44 1136,5-23 0,7 3 0,7-18 0,8-1 0,5-3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0:17.5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501 458 7358,'0'-22'0,"-2"3"-23,-5 4 1,4-4 0,-6 7 0,1-3 852,1 0 0,-10 11 0,3-4 0,-6 6-425,-2 2 1,-2 2-1,-2 8 1,-3 12-119,2 12 0,-4 7 0,2 5 1,4 5-185,8 7 1,0-3 0,10 1 0,2-5-154,3-10 1,4 0-1,8-14 1,12-8 41,12-9 1,7-13 0,2-9-1,1-12 24,-1-7 1,-1-8-1,-4-10 1,-4-1-47,-2 1 1,-11-6 0,-8-1 0,-4 0-91,-4 5 0,-5-2 0,-7 2 0,-10 3-12,-10 2 1,-7 5 0,-9 2 0,-1 5-187,1 3 0,-3 2 1,-3 10-1,-1 4-88,1 8 0,13 4 1,7 3-1,5 5-1453,2 10 1859,0-1 0,0 27 0,0-7 0</inkml:trace>
  <inkml:trace contextRef="#ctx0" brushRef="#br0" timeOffset="333">893 218 8165,'-2'-14'1780,"-5"-1"0,4 13 1,-4 2-1225,5 12 1,2 7 0,0 3 0,0 0-379,0-1 1,0 8 0,0 3-1,0-1-170,0 1 1,7 4 0,2-7 0,4-2-19,4-3 0,4-2 0,6-3 0,4-2-111,3-2 0,5-11 0,9 4 0,3-6-155,-2-2 0,4-2 0,0-6 0,3-6-281,4-5 0,-7 4 0,-4 3 0,-11 0-2515,-8 0 3072,-6 7 0,-22-5 0,-4 10 0</inkml:trace>
  <inkml:trace contextRef="#ctx0" brushRef="#br0" timeOffset="533">218 1089 8119,'-24'12'0,"0"-2"0,0-3 754,4 0 0,6 3 0,2-5-306,12 2 1,19 0 0,20-7 0,9 0-61,10 0 1,15 0 0,7 0 0,9-2-282,-38-1 1,0-1-1,-1 2 1,1-1 0,8-3-1,1 0 1,-1 0 0,1 0-223,1-1 1,1 2 0,-2 2 0,-1 1 0,-2-2 0,-1 1 0,-4 1 0,-2 1-937,37 1 1,-22 0 1050,-21 0 0,-20 20 0,-14 4 0</inkml:trace>
  <inkml:trace contextRef="#ctx0" brushRef="#br0" timeOffset="2216">2418 1242 8087,'-12'-10'1873,"4"7"1,16-4 0,6 5-1656,5 2 1,6 0 0,4 0-1,7 0-1647,5 0 0,3-7 1,-1-1 1428,1 3 0,-1-7 0,1 0 0</inkml:trace>
  <inkml:trace contextRef="#ctx0" brushRef="#br0" timeOffset="2333">2875 958 8340,'-29'0'0,"-3"0"654,-1 0 1,-4 0-1,-6 0 1,-3 0 2,-5 0 1,3 0 0,-8 3 0,3 2-453,4 2 0,6 8 0,6-8-205,8-2 0,-4-3 0,-1-2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0:18.4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719 348 7960,'-44'10'171,"3"2"0,2 10 0,5 0 378,3 0 0,2 9 0,7 3 0,3 0-258,4-5 0,6 2 0,9-2 0,0-2-72,0-3 0,2-5 1,5-4-1,10-8 126,10-4 0,0-15 1,9-10-1,0-12-109,-2-7 1,5-3 0,-10 1 0,-3-3-133,-1-5 1,-6 5-1,-5-7 1,-4 2-174,0 0 1,-8 7-1,3 8 1,-12 0-247,-15 2 0,-9 5 0,-15 12 0,-8 5-127,-11 2 1,-3 3 0,-9 9 0,2 6-496,5 6 1,4 13-1,8 4 1,10 3 936,9 5 0,-2 2 0,7 3 0</inkml:trace>
  <inkml:trace contextRef="#ctx0" brushRef="#br0" timeOffset="538">1067 370 8061,'-2'-19'310,"-5"4"0,4-4 2008,-4 4-1762,-5 6 0,9 9 1,-4 14-358,5 6 0,2 4 0,2 2 0,5 3-95,8-2 1,-3-3 0,2-2 0,3-3-372,3-4 1,2 2-1,-1-10 1,1-2-97,0-3 1,0-2 0,-1-2 249,1-5 1,-7-8-1,-3-11 1,0-3 394,0 2 1,-7 0-1,2 1 278,-4-3 1,-3 7-126,0 7 0,0 20 0,0 2 0,0 10-222,0 5 1,0 2 0,0 3-1,0 2-38,0-2 1,7-10 0,2-5 0,4-3 355,3-4 1,6-2 0,5-6 0,2-6-178,-2-13 1,-1-2-1,-2-13 1,1 1-296,-6 2 0,-12-7 0,0 7 1,-4-2-384,-3 0 1,-3 9 0,-4-2 0,-5 5-2504,0 2 0,-7 7 2827,4 1 0,-4 9 0,-3-5 0</inkml:trace>
  <inkml:trace contextRef="#ctx0" brushRef="#br0" timeOffset="1035">1677 523 8025,'-12'-3'1298,"5"-4"0,4-5 1,3-10-779,0 0 1,10 8 0,4-1 0,6-2-177,1-2 0,4 4 0,1 3 1,6 3-374,2 4 1,-8 2 0,6 3 0,-3 0-144,0 0 1,-7 3 0,-8 4 0,1 8-163,-3 4 0,-3 3 0,-9 2 0,-2 5-290,-5 7 0,2-4 1,-10-3-1,1-5-74,2-2 1,-5 0 0,7-3-324,-2-5 981,7-4 0,5-10 0,15 0 625,4 0 0,3 0 0,0 0 252,-1 0 1,-1 10 0,-6 4-1,-7 8-80,-4 7 0,-3-5 0,-3 5 0,-6-2-335,-13 2 0,-2-5 1,-10 5-1,0-7-687,0-8 0,5 3 0,-5-9 0,3-6-989,4-7 1,-2-7 0,5-10-1,7-2 1254,5-5 0,-5-5 0,5-9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0:15.6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719 1 8251,'-14'7'106,"-1"0"0,10 3 0,-4-3 0,1 8 164,1 4 0,0 10 1,7 3-1,0 4 76,0 10 0,0 0 0,2 12 0,6 0-372,6-2 0,-2 7 1,3-5-1,-1 2-1892,-2-2 1918,8-14 0,-8-3 0,10-7 0</inkml:trace>
  <inkml:trace contextRef="#ctx0" brushRef="#br0" timeOffset="217">1 458 8200,'21'0'214,"1"0"0,12-2 1,12-3-1,17-5 250,14-2 1,-27 2-1,2-2 1,3-2 0,1-1-1,2 1 1,0-1-246,2-1 0,-1 1 0,-5 3 0,-2 0 0,38-17 0,-13 4-735,-11 4 1,-20 6 515,-10 1 0,-5 9 0,-18-5 0</inkml:trace>
  <inkml:trace contextRef="#ctx0" brushRef="#br0" timeOffset="600">1046 88 8777,'14'2'825,"-1"6"1,-1 6-328,0 6 1,0 4 0,5 5 0,-3 7 92,3 5 1,0 5 0,0 5-1,-5 5-528,-2-1 1,4 8 0,-6-7-1,-4-1-347,-1-4 1,-3-7 0,0-8 0,-3-9-192,-4-10 1,2-8 0,-7-11 55,3-5 0,-1-5 1,5-10-1,-2-2 208,2-5 0,3 2 0,2-7 0,2 0 406,5 0 1,-2 10 0,10 0 0,2 7 332,2 0 0,3 7 0,-1 3-265,1 5 1,0 4 0,0 5 0,0 8-344,-1 4 0,1 3 0,0-3 0,0-2-321,-1-2 0,1-1 0,0 6 1,0-3-320,0-3 0,-3-7 0,-2 6 0,-3-4-488,3-4 1,3-3 1207,1-2 0,1 0 0,0 0 0</inkml:trace>
  <inkml:trace contextRef="#ctx0" brushRef="#br0" timeOffset="834">1830 523 8210,'12'-21'-941,"-2"-1"0,-10 0 1415,0 0 1,0 1 0,-3 1 167,-4 6 0,-5-3 1,-10 10 107,0 2 1,1 2 0,-1 3-84,0 0 1,0 3-1,0 4 1,3 7-266,5 6 0,-3 2 1,9 2-1,1 2-218,-3 3 0,8 3 1,-5-5-1,7 4-134,7 3 1,5-8 0,10 6 0,0-3-735,-1 0 1,11 0 0,4-10 0,5-2-1037,3-2 0,-3-10 0,-2 2 1720,-3-5 0,0-2 0,8 0 0</inkml:trace>
  <inkml:trace contextRef="#ctx0" brushRef="#br0" timeOffset="1100">2048 632 8210,'0'15'329,"0"-1"115,0 3 0,0-5 0,0 3 0,0-8 546,0 8-928,0-10 0,0-5 0,0-15 24,0-4 0,0-10 0,0 0 0,0 2 259,0 3 0,2 2 0,3 0 0,5 0 387,2 1 0,-5 9 0,7 4-441,3 6 1,3 2-1,-1 2 1,-2 6-458,-2 6 0,-1 13 1,5 4-1,-2 1-60,-2-1 0,-3 8 226,3-3 0,14-4 0,-5-1 0</inkml:trace>
  <inkml:trace contextRef="#ctx0" brushRef="#br0" timeOffset="1234">2657 719 9985,'0'0'0</inkml:trace>
  <inkml:trace contextRef="#ctx0" brushRef="#br0" timeOffset="1332">2657 458 8089,'-21'-22'0,"-1"1"0,0 1 1164,0 6-1164,10 4 0,-7 0 0,7-2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0:21.1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153 916 8175,'-3'-22'51,"-4"0"1,5 0 0,-8 0 615,0 1 0,5 9 1,-9 4-277,-3 6 0,5 7 0,0 7 0,0 12-91,0 7 1,4 3-1,-4 7 1,3 1-165,4 4 0,2 0 1,3-8-1,0-1-395,0 1 0,8-6 0,1-3 0,1-5-62,0-2 0,7-10 1,-3-7 117,5-10 1,-4-10 0,-3-14-1,-2-7 42,-5-5 0,-3-3 0,-2 1 0,0-1 152,0 1 0,0-8 0,0 0 0,-2 3 117,-6 2 1,3-5 0,-7 0-1,3 3-73,4 2 1,2 2 0,3 1-1,3 1-16,4 6 1,5-3-1,15 8 1,7 0-51,9-1 0,18-4 0,2 4 0,12 1-223,9-1 1,-1-4 0,11 5 0,-4-1-158,-3 1 1,-10 9 0,-7 10-1,-12 2 411,-14 5 0,-10 3 0,-12 2 0</inkml:trace>
  <inkml:trace contextRef="#ctx0" brushRef="#br0" timeOffset="383">675 1199 8080,'-21'0'162,"-1"0"0,0 2 0,0 3 1,1 5 61,-1 2 0,7 5 0,3 9 0,0 6-21,0 2 0,5-5 0,-5 4 0,2 1 0,5 0 1,5-7 0,7-1 37,8-9 0,4-7 1,3-10-1,2-2-58,5-6 1,-5-11 0,3-10 0,-8 0-165,-4-3 1,-10 8 0,2-7 0,-5 2-11,-2 0 0,-2 0 0,-3 7-891,-2 0 0,-10 8 0,2 2 882,-4 2 0,-3 3 0,1 7 0</inkml:trace>
  <inkml:trace contextRef="#ctx0" brushRef="#br0" timeOffset="700">784 1395 8080,'0'14'1275,"0"1"1,0-8-599,0 7 0,0 1-581,0 7 0,3-10 1,2-3-1,4-1-364,3-1 1,3 0 0,7-7-129,-1 0 0,-1-2 1,-3-3-1,-3-5 149,3-2 1,-5 0 0,0-5-1,-2 3 167,-5-3 0,5 5 0,-3-3 424,-2-2 396,7 8 1,-10 1-1,5 16-241,-4 6 0,-3 5 1,0 3-1,0 0-401,0 0 0,0-8 1,0 1-1,2-1-560,6-2 0,-4 0 1,11-7-1,4 3-2015,8-4 2477,-3-11 0,17-15 0,-7-12 0</inkml:trace>
  <inkml:trace contextRef="#ctx0" brushRef="#br0" timeOffset="850">1481 698 8109,'-12'22'218,"-5"-8"1,10 1 0,2 4 69,3 8 1,-6-1-1,1 10 1,2 3-65,3 2 0,2 5 0,2 3 1,3 4-243,2 3 0,8-8 0,-5 3 18,2-5 0,2 7 0,8 3 0</inkml:trace>
  <inkml:trace contextRef="#ctx0" brushRef="#br0" timeOffset="1050">1111 1112 8278,'-12'-10'307,"5"-5"0,7 6 0,7-1 0,10 3 127,9-1 0,8-1 0,12 4 0,3-2-821,1 2 1,11-5 0,-5 3-1,2 2 387,0 3 0,0-8 0,7-2 0</inkml:trace>
  <inkml:trace contextRef="#ctx0" brushRef="#br0" timeOffset="1201">2113 1220 10082,'-12'-2'108,"4"-5"-108,6 4 0,-8-16 0,-2 7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0:27.5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695 850 8053,'-19'-10'-78,"4"-4"0,-4 4 1,4 0-1,-4 3 272,-3 0 1,-7 0 0,0 9 0,0 5 146,-2 8 0,4 14 1,-7 5-1,0 2-287,0 0 1,15 1 0,-3 4-1,5-3-26,5-1 1,3-3 0,9 2 0,2-7 36,5-5 0,13-5 1,11-4-1,3-10 48,5-10-1,2-10 1,2-14 0,1-7 13,-1-5 1,-6-5 0,-3-5 0,-3-4-59,-4-1 1,-10-7 0,-5 5-1,-3-5-111,-4-2 1,-14 7 0,-13 2 0,-12 0-73,-7 1 0,-3 14 0,-2-1 0,-2 6 74,-3 2 0,-2 8 1,4-3-1,-1 7-205,1 7 1,6 8 0,6 14 0,8 8-318,5 4 1,12 13-1,5 4 1,7 3 562,7-3 0,5 15 0,10-5 0</inkml:trace>
  <inkml:trace contextRef="#ctx0" brushRef="#br0" timeOffset="283">1065 458 8121,'12'14'274,"-4"1"1,-6-8 0,-2 8-56,0 2 1,-2 0-1,-3 0 1,-2-1-110,2 9 1,2-4-1,3 11 1,0-3-164,0 0 1,0 7 0,0-4 0,0-1-80,0 1 0,10-3 0,5-8 1,6 1 106,8 0 0,-2-7 0,9-3 0,3-3 121,2-4 0,5-2 1,2-3-1,3 0-52,-2 0 0,-6 0 1,-4-3-1,-5-2-1246,-3-2 1202,-2 0 0,3-3 0,2-2 0</inkml:trace>
  <inkml:trace contextRef="#ctx0" brushRef="#br0" timeOffset="549">20 1590 8100,'-7'15'146,"0"-1"1,2-2 265,12 3 0,24-5 0,23-10 0,13-3-148,13-4 0,-29 2 0,2-2 0,6-4 0,1 0 0,7 0 0,1 0-38,8 0 1,1 1 0,-2-1 0,0 0-1,2 0 1,1 0 0,-5 1 0,-1 1-147,-2 1 1,0 1 0,-4 1 0,-1 2 0,-5 4 0,-2 0 0,-2 0 0,-3 0-155,39 0 0,-24 8 0,-24 1 1,-13 1-429,-7 0 0,-12 7 1,-7-5-2141,-10 0 2642,-7 7 0,-19-7 0,-3 10 0</inkml:trace>
  <inkml:trace contextRef="#ctx0" brushRef="#br0" timeOffset="2270">2611 1590 8108,'22'0'496,"0"0"1,2 0-386,5 0 0,-2 0 1,9 0-1,3 0-1575,2 0 1464,3 0 0,-1 0 0,1 0 0</inkml:trace>
  <inkml:trace contextRef="#ctx0" brushRef="#br0" timeOffset="2382">2982 1264 7955,'-51'2'155,"0"5"0,-2-4 1,4 4-1,-1-5-177,1-2 0,3 0 0,5 0 22,5 0 0,-5 10 0,7 2 0</inkml:trace>
  <inkml:trace contextRef="#ctx0" brushRef="#br0" timeOffset="2966">3875 567 8118,'-10'-20'315,"-5"6"0,-4 4 1,-3 13-1,0 4-146,1 7 1,6 13-1,1 5 1,-1-1-77,3 0 0,2 6 0,10-6 0,0 1-85,0-1 1,0-2 0,0-7-1,3 0-247,4-1 0,5-8 0,10-6 41,0-5 0,7-11 0,0-8 1,-3-8 70,-1-4 0,-6-9 0,-2 1 1,-3-4 149,3-2 0,-7 2 0,-3 2 0,-4 3-2,-3-3 1,-3-2 0,-6 0 0,-13 2-142,-12 3 1,-5 2 0,0-5-1,6 5 365,1 3 0,-4-6 0,7 11 0,5 4-94,7 5 0,7 10 0,12-5 1,6 2-20,6 5 0,18-5 0,9 3 1,10 2 64,4 3 1,11 0-1,9-3 1,0-3-482,0 4 1,7-1 0,-5 0 0,1-2 283,-6 2 0,-4-7 0,-3 0 0</inkml:trace>
  <inkml:trace contextRef="#ctx0" brushRef="#br0" timeOffset="3349">4245 806 8062,'-10'15'-800,"-4"-3"735,-6-2 1,6 4 0,-1-4-1,-2 4 323,-2 11 1,4-4-1,1 11 1,-1-3 6,3 0 1,2 7 0,10-4 0,0-1-41,0 1 0,3-3 1,4-10-100,8-5 0,6-4 0,6-10 0,2-2 23,-2-6 1,-3-4 0,-5-9 0,-2-4-73,-2-4 1,-8 3 0,5-8-1,-2 0-139,-5 0 0,-3 7 1,-2-4-1,0 2-361,0 0 1,-7-7 0,-3 7 0,0 2-449,1 3 1,-6 9-1,6 3 871,-4 3 0,9-8 0,-6 4 0</inkml:trace>
  <inkml:trace contextRef="#ctx0" brushRef="#br0" timeOffset="3666">4266 893 8042,'15'8'-28,"0"-1"1,-3 10 0,5-5 561,-3 0 0,-7 7-237,8-4 0,-3 4 1,5 1-230,-3-6 1,1 3 0,7-10-245,-1-2 0,1-2 0,0-3 1,0-3-147,0-4 1,-3 2 0,-2-9 0,-5-3 87,-2-3 0,4 6 0,-7-1 1,1-2 145,1-2 1,-6-3-1,4 0 621,-5 1 0,-2 6 243,0 1 1,-2 9-602,-5-2 0,-3 14 1,-4 7-1,6 6 2,6 1 1,2 4 0,0 1 0,0 3-239,0-2 1,0 4 0,2-2 0,6-2-432,6-3 1,5-2 0,3 0 0,0-3-1485,0-4 1976,0-6 0,-1-9 0,1 0 0</inkml:trace>
  <inkml:trace contextRef="#ctx0" brushRef="#br0" timeOffset="3866">4876 327 7321,'0'37'0,"0"-1"-134,0 3 1,0 2 0,3 5 0,4 4 713,7 9 1,3 1-1,0 1 1,-2-3-527,2 2 1,2 1 0,3-6-1,0-11-666,-1-13 1,-6-9-831,-1-7 1442,-9-6 0,-5-28 0,-12-5 0</inkml:trace>
  <inkml:trace contextRef="#ctx0" brushRef="#br0" timeOffset="4016">4571 632 7936,'10'-12'484,"5"2"1,6 3-488,8 0 1,5 0 0,12 7-1,5 0-945,7 0 0,-2 0 948,2 0 0,0-10 0,7-2 0</inkml:trace>
  <inkml:trace contextRef="#ctx0" brushRef="#br0" timeOffset="4150">5399 806 8042,'2'12'41,"6"-4"0,4-6 224,9-2 0,-6 0-265,-1 0 0,1 10 0,7 2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0:28.4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632 347 8054,'-24'7'0,"-3"3"182,-2 2 0,-10-5 1,5 8-1,1 1 183,4 4 1,-3 9-1,3 0 1,2 0-22,3 2 0,12-4 1,5 7-1,5-3-120,2-4 1,9-3 0,6-5-1,6-4-25,9-8 0,3-7 0,11-7 0,-1-8-36,1-4 0,0-12 0,-3-6 1,-5-4-158,-7-2 0,3-3 1,-6-3-1,-4 1-87,-5 7 0,-12-3 0,2 8 0,-7-5-64,-7-3 0,-18 8 0,-16 2 0,-12 3 0,-10 4 0,0 10 1,-14 5-1,2 2 196,5 5 1,4 3 0,8 4 0,7 6-607,6 6 1,11 13 0,7 2-1,10 0-68,10 2 1,4-4 0,6 7 622,4-3 0,15 8 0,12-5 0</inkml:trace>
  <inkml:trace contextRef="#ctx0" brushRef="#br0" timeOffset="433">763 260 8054,'14'-10'-128,"1"-5"514,2-4 3,-8 7 1,1 5-1,-10 14 1,0 7 163,0 6 0,0 9 1,0 2-1,2 3-250,6 5 1,-4-5-1,9 0 1,-1-3-192,0-4 0,2-3 0,8-5 0,0-2-95,0-2 0,-1-10 0,4 2 1,1-7-180,3-7 0,0-6 1,-7-8-1,0-1-40,0 0 1,-8 0 0,-2 1 0,0-1-226,0 0 303,-7 10 0,5 5 0,-10 14 225,0 7 1,0 6 0,0 2 0,0-1 111,0 1 0,2 0 0,6-3 0,6-2 270,5-2 0,3-10 1,0 2-1,0-7 106,0-7 0,2-8 1,2-14-1,1-7-330,-8-5 1,1-3 0,-13 0 0,-2 1-241,-3-1 1,-2 1 0,0-1 0,-2 3-507,-5 5 1,-6-3 0,-8 10-2191,-1 2 1,0 13-695,0 7 3371,10 14 0,-7 15 0,7 12 0</inkml:trace>
  <inkml:trace contextRef="#ctx0" brushRef="#br0" timeOffset="833">1634 347 8265,'0'14'793,"0"1"1,7-8-1,3 5 1,2 0-801,5 0 1,2-4 0,5 4 0,3-3-397,2-4 0,2-2 1,-4-3-1,2 0-81,-2 0 1,-3 0-1,-2-3 1,-1-4-27,1-8 0,-10 3 1,-5-2 509,-4-3 0,-3-3 230,0-1 1,-3 9-1,-4 7 373,-7 10 1,2 7 0,-1 12-1,4 5-148,4 7 0,3 8 0,2 4 1,0 5-189,0 3 1,0 0-1,2 4 1,3-2-246,2 3-22,10-8 0,-5 0 0,10-9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0:25.8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218 930 8102,'-22'2'-288,"0"3"206,1 2 1,6 8 0,3-6-68,2 4 149,-7-9 0,15 16 0,-8-8 0</inkml:trace>
  <inkml:trace contextRef="#ctx0" brushRef="#br0" timeOffset="535">327 864 8102,'-22'-2'520,"0"-5"0,1 2 0,-1-7-40,0 2 1,0 3 0,0 9 0,1 3-174,-1 2 0,3 10 0,2 0 1,2 7-115,-2 6 0,5 6 0,-2-7 0,-1 0-294,3 2 0,2-6 0,10 4-144,0-5 0,3-5 0,4-4 1,10-8-11,9-5 0,-1-4 0,6-5 0,-2-8-31,0-4 1,0-3 0,-5-2 0,3-3 171,2-2 0,0 0 0,-7 7 399,0 1 1,-8 6-1,1 3-88,2 2 1,-8 5-72,-1 13 1,-6 4-1,-2 12 1,0 3-7,0 2 0,0 7 0,0-5 1,0 1-137,0-1 1,0-2 0,0-4 25,0 4 1,0-5 91,0 5 0,-2-7 0,-3-10 98,-3-12 1,1-10-1,7-12 1,0 0-83,0 1 0,7-8 0,3 0 1,0 0-60,-1-3 1,8 8 0,-2-3 0,4 8 40,3 4 1,0 8 0,0-5 0,-1 2-293,1 6 1,0 4 0,0 7 0,0 5-179,-1 0 1,1 15 0,0-6 0,0 4-586,-1-1 0,1-5 0,0-2 0,0-5 955,0-2 0,-1 7 0,1-5 0</inkml:trace>
  <inkml:trace contextRef="#ctx0" brushRef="#br0" timeOffset="848">1045 995 8102,'10'-31'-273,"-7"6"0,4-4 0,-5 5 840,-2 2 0,-2 8 1,-5 2-1,-8 2 299,-4 5 0,-10 3 0,0 2 0,2 2-564,3 6 1,2 4 0,0 12 0,3 5-176,4 7 1,-2-2 0,10 0 0,2-3-263,3-4 0,4 2 0,3-5 0,5-4-305,2-1 0,10-9 0,7-3 0,0-5-331,2-2 1,-4-9-1,9-6 1,0-7 95,-2-7 0,5-5 1,-10-9-1,-5-1 495,-7 1 0,0-1 1,-10 1-1,-2-1 130,-2 1 1,-3-8 0,0-2 0,0-3 63,0-5 1,-8-4 0,-1-5-1,-3-3 64,-5 3 1,0 5 0,0 7 0,2 7 176,-2 5 1,5 22 0,0 12 7,3 14 1,1 22 0,8 20 0,3 14 96,4 12 0,-2 15 0,9 12 1,-5-48-1,-1 1-156,2 2 0,0 0 0,-1 1 0,1 0 0,-1 1 1,-1 1-1,-2 1 0,0-1-384,-1 4 0,0-1 1,2-8-1,0-1 0,0 48 180,-2-13 0,-2-9 0,-3-2 0,0-15 0,0-10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0:24.0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1 947 8073,'0'-12'236,"0"7"1,0 17 180,0 10 1,7 14 0,3 1 0,2 6-92,5 8 1,-5-3 0,2 10 0,3 3-241,3 2 0,-6 2 1,-2-2-1,-2-3-434,-5-1 1,-3-13 0,-2-3 152,0-11 0,0-16 0,0-6 142,0-7 1,-7-8 0,0-17-1,2-2 25,2-5 0,3 2 1,0-7-1,0 0 66,0 0 1,8 8 0,1-3-1,3 5 54,5 2 0,3 3 0,-1 2 0,-2 4 63,-2 4 1,-1 2 0,8 9-1,-3 5-157,-4 8 0,4 14 0,-7 5 1,3 2-211,-1 0 0,-9 1 0,2 6 1,-2 1-1797,2-1 2008,-4-9 0,6 7 0,-9-7 0</inkml:trace>
  <inkml:trace contextRef="#ctx0" brushRef="#br0" timeOffset="218">589 1535 8073,'14'10'382,"1"4"1,-8-2 0,5 3 18,-2 2 0,4 2 0,-4 3 0,0 0-371,-1-1 0,-1 1 1,-8 0-1,2 2-384,5 5 0,-4-5 0,4 8 0,-5-3-1481,-2 0 1835,0 0 0,10-7 0,2 0 0</inkml:trace>
  <inkml:trace contextRef="#ctx0" brushRef="#br0" timeOffset="667">806 751 8036,'-2'-19'455,"-5"4"1,2-2-39,-10 10 1,3 2 0,-5 12-1,5 8-208,3 4 1,-1 3-1,5 2 1,-2 3-63,2 2 0,3 0 0,2-7 1,2-1 67,5 1 1,-2-2-1,10-6 1,2-7-106,2-4 1,3-6-1,-1-4 1,1-7-104,0-6 0,0-9 1,-3-2-1,-2-3-212,-2-5 1,-11 0 0,4 1 0,-6 4 29,-2 2 0,-10 3 0,-4 5 1,-5 0-257,-3 2 1,0-2-1,0 17-707,0 2 0,1 2 537,-1 3 0,7 10 0,3 5 601,3 4 0,1 3 0,8 0 0</inkml:trace>
  <inkml:trace contextRef="#ctx0" brushRef="#br0" timeOffset="1085">1024 599 9114,'0'-22'1456,"0"10"0,0 4-1317,0 16 0,-7 4 0,0 10 0,2-1-149,2 1 0,3 7 1,3 0-1,2-2-230,2-3 1,10-2 0,-3-3-48,6-4 1,-6-6 0,1-9 0,2 0 118,2 0 0,-4 0 1,-1-2-1,1-5 70,-3-8 0,7-4 0,-7-5 1,3-3 42,-1-2 1,-6 0 0,4 5 0,-3-3 32,-4-2 1,5 7-1,-3 8 417,-2-3-56,-3-3 1,-2 18 0,0 12-117,0 14 1,0 0 0,0 8-1,0-3-199,0 0 1,0 0 0,0-8-1,0 1-531,0 0 1,8-7-1,1-3 1,3-3-810,5-4 1,3-2 1315,1-3 0,11-10 0,2-2 0</inkml:trace>
  <inkml:trace contextRef="#ctx0" brushRef="#br0" timeOffset="1268">1634 76 6817,'0'-22'0,"0"0"139,0 1 0,0 11 231,0 10 0,0 12 1,0 17-1,0 7 16,0 6 1,7 8 0,0 4 0,1 1-307,1 6 0,-6 2 0,7 2 0,-3 0-451,0 1 1,0 6 0,-7 1 0,3-5 370,4-8 0,-5-7 0,8-9 0</inkml:trace>
  <inkml:trace contextRef="#ctx0" brushRef="#br0" timeOffset="1434">1394 555 8045,'15'0'314,"-1"0"-110,3 0 0,3 0 0,4 0 1,5 0-284,7 0 0,13 0 0,6 0 0,6 0 79,7 0 0,11 0 0,-1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0:32.7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0 837 8103,'0'15'-66,"0"2"547,0 7 1,0 3 0,0 14 0,0 7-12,0 5 0,0 13 1,0 6-1,0-2-426,0-2 0,0 0 1,0 0-1,0-3-92,0-9 1,0-10 0,0-10-287,0-7 1,0-17 175,0-12 1,0-10 0,0-11 0,0-1 86,0 0 0,0-2 0,0-3 0,0-2 140,0 3 0,2 4 0,3 5 279,3 2 0,8 11-303,-1-4 1,2 8-1,0 8 1,-3 6-108,3 5 0,-5 6 1,3 1-1,2 3-616,2-2 1,-4 4-1,-1 1 678,3 2 0,3-8 0,1 6 0</inkml:trace>
  <inkml:trace contextRef="#ctx0" brushRef="#br0" timeOffset="317">348 1708 8175,'10'-21'423,"-7"-1"1,6 0-59,1 0 0,2 8 0,10 2 0,0 0-18,-1-1 1,1 9 0,0-4 0,0 6-107,-1 2 1,1 0 0,0 0 0,0 2-104,0 6 0,-10 4 1,-5 9-95,-5 1 0,-2 0 0,-2 0 0,-5 2-121,-8 5 0,3-5 0,-2 5 0,-3-2-131,-3 2 0,6-5 0,2 5 0,0-5 76,-1-2 0,9-7 0,-1-1 233,10 3 0,7-7 1,9-3-1,4-5-187,4-2 0,-3 0 1,11-2-1,-1-3-815,-2-2 0,-3-10 901,-9 2 0,9-4 0,3-3 0</inkml:trace>
  <inkml:trace contextRef="#ctx0" brushRef="#br0" timeOffset="636">784 663 8038,'-22'-12'164,"0"-5"0,1 10 166,-1 2 1,0 5-1,0 7 1,1 8-28,-1 4 1,7 10 0,3 3 0,2 1-162,6 6 0,1-5 1,3 0-1,0-3 14,0-4 1,12-5 0,8-8 0,9-6 35,5-6 0,-5-2 1,5-2-1,-3-6-131,-4-6 1,-3-6 0,-2-4 0,-1-2-21,1-3 0,-10 0 0,-5 4 0,-4-1-234,-3-3 1,0 0 0,0 7 0,0-2-358,0-5 1,-10 12 0,-4-5 0,-3 3-753,2-1 1,-2 6 1301,10-1 0,-10 1 0,5-8 0</inkml:trace>
  <inkml:trace contextRef="#ctx0" brushRef="#br0" timeOffset="936">871 554 7266,'0'22'1028,"-7"-7"1,0-1-557,2 3 0,2 2 1,3 3-1,0 0-259,0 0 0,0-1 0,0 1 1,3-2-79,4-6 0,5 3 0,10-10 0,0-2-233,-1-2 0,8-3 0,0 0 0,-2-3-236,-3-4 1,5-5-1,-2-10 1,-5 0 190,-5 0 1,-5 1 0,2-1 0,-6 0 182,-6 0 1,-2 1 0,0-1 0,0 0 174,0 0 1,0 0 227,0 1 0,-2 1 0,-3 8-118,-3 12 0,-6 10 1,7 12-1,-1-1-321,-1 1 1,6 7 0,-4 3-1,5-1-329,2 1 1,2-3 0,5-8 0,8 1-672,4 0 1,10-3 0,0-4 995,-2-8 0,7-4 0,0-3 0</inkml:trace>
  <inkml:trace contextRef="#ctx0" brushRef="#br0" timeOffset="1102">1546 32 7934,'0'-22'-286,"0"12"0,-2 13 595,-6 16 0,6 12 0,-5 15 1,4 5 94,3 7 1,0 5-1,0 2 1,0 1-358,0-1 1,8 10 0,-1 3-48,-2-1 0,7-2 0,0-10 0</inkml:trace>
  <inkml:trace contextRef="#ctx0" brushRef="#br0" timeOffset="1284">1176 554 8083,'-19'-2'0,"2"-5"297,2-8 0,13-2 0,4 0 210,18 3 0,11 9 0,15-2 0,5 4-550,7 3 0,7-2 0,8-3 0,9-5-1180,10-2 1,7 5 1222,-45 0 0,1-1 0,0 1 0,-1 0 0,0-4 0,1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3:56.42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523 545 8033,'-22'-19'82,"0"4"40,1 8 0,6 5 0,1 2 0,-3 0-80,-3 0 1,-9 12 0,0 9 0,0 13 46,-2 7 0,6 3 0,-4 0 0,5-1-67,2 1 0,8 6 0,2 1 1,2-5 58,5-7 1,13-10 0,6-12 0,8-5 201,7-2 0,-2-13 0,9-14 0,3-9-14,2-11 0,2-6 1,1-6-1,-3-1-116,-5 1 0,-4-4 0,-11 0 0,-1 0-95,-6-1 0,-4 4 0,-15 6 1,-7 0-95,-10 1 0,-14-1 0,-3 3 0,-7 5-184,-4 7 0,-1 5 0,7 2 0,-2 0-130,-5 0 0,13 10 1,-3 5-394,7 5 1,7 11 0,13 6 742,6 4 0,6 13 0,2 1 0</inkml:trace>
  <inkml:trace contextRef="#ctx0" brushRef="#br0" timeOffset="333">871 1 11075,'0'21'0,"0"1"326,0 0 0,0 9 1,0 6-1,0 4-183,0 2 1,0 8 0,0 5 0,0 4-446,0 8 1,8 7-1,1-7 1,3-8 118,5-4 0,3-15 0,1-14 0,4-10 272,4-10 0,-3-5 1,11-4-1,4-5 121,7-8 1,-2-11-1,5-6 1,-3 1-200,3-1 0,-5 3 1,2 10-1,-6 2-947,-6 2 1,-10 11-1738,4-4 2673,-16 6 0,-4 12 0,-10 2 0</inkml:trace>
  <inkml:trace contextRef="#ctx0" brushRef="#br0" timeOffset="567">109 1220 8043,'3'12'490,"4"-4"1,15-4 0,19 1-1,14 2-87,18-2 1,21-2-1,-39-3 1,2 0 0,6 0-1,2 0-211,6 0 0,1 0 0,1 0 0,1 0 1,-1 0-1,-1 0 0,-2 0 0,-2 0-140,0 0 1,-3 0-1,-9 0 1,-3 0-1,39 0 1,-24 2-802,-22 5 0,-15-2 1,-18 10-502,-13 2 1,-20 0 1249,-16-3 0,-5 15 0,-3-5 0</inkml:trace>
  <inkml:trace contextRef="#ctx0" brushRef="#br0" timeOffset="918">719 1721 8057,'-36'22'-170,"-1"0"0,-1 2 420,-4 5 0,-1 5 0,-1 9 0,1 1 251,-1-1 0,3 3 1,5 3-1,9 2-276,10-3 1,0-9 0,10-6 0,5-3-20,6-11 1,9-7 0,11-12 0,5-5 129,7-9 1,5-11 0,3-18 0,2-3-96,5-5 0,-5-5 0,4-9 0,-6 0-152,-8-1 0,-4 8 0,-11 3 0,-1 2-69,-6 4 0,-6 3 0,-18 5 0,-12 5-257,-12 7 1,-24 7 0,-10 7 0,-4 6 38,-3-1 0,-5 8 0,7-3 1,6 7-27,6 5 0,8 13 1,12-1-1,7 10-523,12 5 0,3 2 0,12 8 0,2-1 747,2 1 0,13 0 0,2-1 0</inkml:trace>
  <inkml:trace contextRef="#ctx0" brushRef="#br0" timeOffset="1386">719 1939 10479,'0'22'483,"0"-6"1,0 4-1,2 4-192,6 0 0,-4 3 0,11-1 0,2 6-122,2 2 1,5-8-1,3 1 1,2-8-69,-2-4 0,4-10 0,-2 2 1,0-7-125,3-7 1,-8-8 0,2-14 0,-6-5-122,-6 0 1,-6-7 0,4 5 0,-3-3 11,-4 3 0,-2 5 1,-3 9 176,0 0 1,-3 12-102,-4 10 0,5 12 0,-6 15 0,3 4 142,-2 3 0,5-7 0,-5 2 0,7-5 318,7-2 0,5-10 1,10-5-1,-1-4 24,1-3 0,7-10 0,3-7 0,-1-9-103,1-11 1,4-11 0,-9-5 0,-6-1-42,-4 1 0,-12 2 0,2 8 0,-4-1-367,-3 1 0,-10 9 0,-4 5 1,-6 7-878,-2 7 1,8 6 0,-1 9 0,1 2-1657,2 5 0,0 1 2616,4 14 0,6-6 0,-8 16 0</inkml:trace>
  <inkml:trace contextRef="#ctx0" brushRef="#br0" timeOffset="1736">1459 2091 7989,'12'-2'1279,"-4"-5"-795,4 4 0,-7 3 0,7 15 1,-3 6-229,-4 8 0,-2-2 1,-1 7-1,3 0-241,2 0 1,0-8 0,-7 3 0,0-2-421,0 2 1,3-7 0,2 2 404,2-7 0,0-3 0,-7 8 0</inkml:trace>
  <inkml:trace contextRef="#ctx0" brushRef="#br0" timeOffset="1884">1742 1939 7989,'12'2'686,"-4"5"1,-3 6-1,-1 11 1,4 2-180,-3 3 1,-1 10 0,1 0 0,5 7-371,2 5 0,-7 7 0,2-7-137,-5-3 0,-2 8 0,0-1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3:54.01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44 382 8182,'-7'-21'146,"0"-1"1,-8 7 109,8 1 0,0 21 0,7 8 0,0 14 14,0 5 0,0 9 0,0-2 0,0 8-46,0-1 1,0 8 0,0 2 0,0 5-162,0 2 0,7 3 0,0 4 0,-2 6-147,-3-1 0,6-12 1,-1-16-1,0-10 78,3-10 0,-5-8 0,9-6 247,3-8 0,-5-9 0,3-8 1,2-9 71,2-5 0,5 4 0,3-9 0,4 5-237,3 2 1,-7 0 0,4 1 0,-2-1-127,0 0 0,8 3 0,-8 2 0,0 2-279,2-2 1,-14-2-1,5-3 1,-3 3 64,1 4 1,-8-4 0,-3 4-1,-1-4 190,-1-3 0,0 1 0,-7-1 0,-2 0 80,-6 0 1,4 3-1,-8 2 1,-1 5 348,1 2 0,-2-4 1,-8 6 254,0 3 0,8 3 0,-1 2-134,-2 0 1,-2 7 0,0 5 0,2 5-185,2 8 0,10 1 1,-2-2-1,2 3-181,-2 2 1,5 7 0,-6-4 0,8-1-113,8 1 1,-4-3 0,11-8 0,2 1-665,2 0 0,10 0 0,0-3 0,0-2-321,3-2 1,-6-11 0,8 4-1,0-8-812,0-8 1,-7-6 1797,2-15 0,-5 5 0,-2-8 0</inkml:trace>
  <inkml:trace contextRef="#ctx0" brushRef="#br0" timeOffset="200">806 143 7428,'12'2'922,"-4"6"0,-6 13 1,1 18-1,1 9-569,4 11 1,6 6 0,-7 7 0,1 8-335,1 5 1,-4 2-1,7 0 1,-2-2-860,-5-5 1,5-15-1,-3-17 840,-2-9 0,7-7 0,0-11 0</inkml:trace>
  <inkml:trace contextRef="#ctx0" brushRef="#br0" timeOffset="516">632 644 8201,'0'-22'364,"12"10"0,8 2 0,9 3-541,5 0 1,2-8 0,7 8-1,1 0-274,-1-3 0,1 8 1,0-8-1,-1 0 451,1-4 0,-10 2 0,-5-3 0,-5-2 0,-2-2 0,-1-3 0,-1 0-428,-6 0 1,-4 1 996,-10-1 0,0 12 1,0 10 237,0 12 0,-3 10 1,-1 7-1,-4 7-323,4 6 0,1 1 1,3 3-1,0 2-478,0 3 0,0 0 0,0-7 1,0-3-288,0-5 0,0 10 281,0-10 0,10 10 0,2-12 0</inkml:trace>
  <inkml:trace contextRef="#ctx0" brushRef="#br0" timeOffset="783">1677 557 8182,'-21'-15'318,"-4"3"1,-1 2 761,-3 6 0,0 1 0,5 3 0,-3 0-691,-2 0 0,0 10 0,10 4 0,2 8-241,2 7 0,10-2 0,-2 9 1,5 0-311,2-2 1,9 5 0,6-8 0,4 1-28,3-1 1,9-2 0,3-7-1,3 0-183,-1 0 0,-7-3 0,5-2-75,-3-3 0,-11-6 434,-13 6 0,-17-9 1,-9 2-1,-10-4-568,-5-3 0,0 0 0,-5 0 581,3 0 0,0-10 0,-8-2 0</inkml:trace>
  <inkml:trace contextRef="#ctx0" brushRef="#br0" timeOffset="1435">2592 491 8117,'-29'-21'354,"0"-1"1,-7 2 0,4 6 0,1 7 152,-1 4 0,3 6 1,8 6-1,-1 11-385,0 6 0,0 15 1,3 1-1,4 6-254,8 0 0,5 6 0,2-4 1,2 1-78,5 2 0,5-14 0,10 2 0,2-9 170,5-13 0,-2-7 0,9-12 0,3-5 189,2-9 0,0-10 0,-2-20 1,-5-2 54,-3-5 0,-2 3 0,-7-8 1,-2 1 76,-6-1 0,-2 5 0,-7-7 1,2-2-189,-2-3 0,-5 5 1,-5 2-1,-4 3-52,-4 4 1,1 6 0,-5 6-1,3 8-1217,-3 5 730,7 12 1,1 15 0,9 18 0,0 13 104,0 7 0,7 10 0,3 2 0,-1 5 98,1 10 1,4-2 0,-6 9 0,-1-5 322,3-5 0,-6 5 1,11-14-1,2 2 271,2 0 0,3-12 1,0-2-1,0-13 99,-1-7 0,1-12 0,0-4 0,0-6 342,-1-2 0,1-12 0,0-10 0,0-12-324,0-7 0,-3 5 0,-5-1 0,-4-1-215,0-3 1,-8-1 0,5 4 0,-4 4-264,-3 2 0,-10-4 0,-4 7 0,-6 3-161,-1 1 0,-11 13 0,-4 5 0,-3 5-472,3 2 0,-5 9 0,7 6 0,0 4-672,5 3 1,5 9 0,4 3 1313,6 0 0,-6 7 0,8-7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3:52.69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88 349 8235,'0'-21'0,"0"-1"0,0 0 709,0 0 1,0 15-333,0 14 1,0 8 0,0 24 0,0 6-100,0 11 1,0 0-1,0 2 1,0 2-34,0 3 0,0 0 1,0-5-1,2-7-206,6-5 0,-6-5 0,5-5-726,-4-7 1,-3-19 529,0-17 1,-3-10 0,-1-24 0,-6-8 81,-2-4 0,5-5 1,-6-7-1,1-1-18,0 1 0,7-3 0,-4-2 0,1-2-228,1 1 0,0 16 0,9 11 272,6 13 1,4 16-1,12 13 1,3 14 141,2 17 1,2 19 0,-2 10 0,7 8-30,5 6 0,1 3 0,-4 8 1,-1-8 76,1-8 1,-4-6-1,2-20 1,1-7 363,-3-12 0,-3-13 0,-9-18 0,-3-13 159,-4-12 0,2-14 0,-10-6 0,-2 1-382,-3 0 1,-2-8-1,0 3 1,-2-4-290,-5-4 1,2 11-1,-10 4 1,1 5-668,2 2 0,-5-4 0,9 4 0,4 10-3799,1 8 4473,3 14 0,0 2 0,0 10 0</inkml:trace>
  <inkml:trace contextRef="#ctx0" brushRef="#br0" timeOffset="233">698 524 8222,'0'41'199,"0"-5"1,0-2 0,0-5 0,0 7 51,0 5 1,2-4 0,5-3-1,8-3 159,4-4 1,3 2-1,2-8 1,3-8 35,2-9 0,7-6 0,-7-5 0,-2-10-170,-3-10 0,-2-7 1,-3-9-1,-4-1-328,-8 1 1,3-1-1,-3 0 1,-5 3-126,-6 5 0,-9-3 1,-8 10-1,-1 3-256,0 2 1,-7 9 0,0 3 0,0 2-1155,-2 5 1,6 3 1586,-4 2 0,-5 0 0,1 0 0</inkml:trace>
  <inkml:trace contextRef="#ctx0" brushRef="#br0" timeOffset="649">1112 567 8222,'-15'0'765,"0"0"0,11 3 1,-4 4-1,6 7-545,2 6 0,0 9 1,0 0-1,0-3-131,0-1 1,10 4 0,4 0-1,6-3-52,1-2 0,-1-9 0,-3-3 0,-3-2-198,3-5 0,2-5 1,3-5-1,0-7 74,0-8 1,-3 3 0,-2-14 0,-2 2 113,1 0-1,-6 0 1,0 7 0,-3 0 59,0 0 0,3 10-27,-3 5 0,-4 7 0,4 10 0,-2 9 60,2 8 1,-2 12 0,9-6 0,3 4-73,3-1 0,-6-9 0,1-1 0,4-9 277,8-10 0,-3 3 1,3-5-1,-8-8-51,-5-9 1,-1-17-1,3-7 1,-3-5-344,-4-3 0,-2 1 1,-7-1-1,0 3-518,0 5 1,-2-5 0,-3 7-1,-4 0-2284,-4 5 2872,9 5 0,-16 2 0,8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5:30.905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1 1143 11986,'14'7'0,"1"3"436,2 2 0,12 2 1,7 8-1,5-2-1083,3-6 0,2 3 0,2-7 0,6-1-677,1 1 0,-6-3 1324,1-7 0,-4-9 0,-2-3 0</inkml:trace>
  <inkml:trace contextRef="#ctx0" brushRef="#br0" timeOffset="148">502 990 8190,'-22'0'0,"7"0"0,1 0 292,-3 0 0,5 10 1,0 7-1,2 12 95,5 15 0,0 4 0,1 17 1,-4 13-289,4 11 0,1 11 1,3-45-1,0 1 0,0 3 1,0 0-100,1 7 0,-2-1 0,-3-4 0,-2-1 0,0 4 0,0 0 0</inkml:trace>
  <inkml:trace contextRef="#ctx0" brushRef="#br0" timeOffset="517">763 990 8060,'3'29'0,"1"3"-73,4 2 1,6-5 0,-4 5 0,-1-3 42,1-4 1,5 7 0,-6 0 29,3-1 0,-7 9 0,5-9 0</inkml:trace>
  <inkml:trace contextRef="#ctx0" brushRef="#br0" timeOffset="783">654 424 8060,'22'0'-191,"-7"0"0,1 0 0,6 0 782,5 0 0,9 0 0,-4 0 0,-1 0-39,0 0 1,6 10-1,-8 7 1,-3 7-273,-1 5 1,-6 7 0,-4-4 0,-8 2-117,-5 4 1,-4 4-1,-8-1 1,-9-5-318,-8-7 1,-9 3-1,4-3 1,1-5-611,-1-7 0,-4 0 1,7-10 762,3-2 0,1-3 0,4-2 0</inkml:trace>
  <inkml:trace contextRef="#ctx0" brushRef="#br0" timeOffset="1016">981 751 8060,'10'12'111,"-6"0"1,8-5 0,1 5 376,-1 1 1,-5 6 0,5-5 449,-2 6 0,-3 2 782,-7-1-1553,0-9 1,-7-4 0,-3-16-137,-2-6 0,7-8 1,-5-4-1,3-6-309,0-2 1,0 5 0,7-5 0,0 0-436,0 1 0,2 6 1,5-2-1,5 5-694,1 2 1,6 7 1406,-5 1 0,15-1 0,5-6 0</inkml:trace>
  <inkml:trace contextRef="#ctx0" brushRef="#br0" timeOffset="1365">1329 751 8060,'0'14'190,"0"1"0,0-8 426,0 8 1,3-10-413,4 2 1,5-5 0,10-2 0,0 0-51,-1 0 1,1-7 0,0-3 0,-3-2-35,-4-5 0,4-2 0,-7-3 0,3 0-56,-1 1 0,-9-1 1,2 0 36,-4 0 0,-6 0 1,-4 3-1,-7 2 295,-6 3 0,-2 9 1,1-2-1,-1 4 378,0 3 1,0 3-1,1 1 1,-1 6-483,0 2 0,8 10 1,1 7-1,4 0-367,4 2 0,3-4 0,2 7 0,2-3-579,5-4 0,8-5 0,11-5 0,6-5-646,2-2 1,2-3-1,7-7 1,1 0 524,0 0 0,-1-10 0,-2-4 0,-4-6 775,-8-2 0,-5-9 0,7 7 0,3-8 0</inkml:trace>
  <inkml:trace contextRef="#ctx0" brushRef="#br0" timeOffset="1515">1808 598 8060,'0'-33'82,"0"4"0,0 4 0,0 4 0,0-1 674,0 0 0,-7 0 0,-3 3-105,-2 4 0,5 6 1,-5 11-1,0 5-354,0 8 0,5 7 1,-6 4-1,4 6-349,4 2 1,2-5 0,3 7 0,0 0-493,0-2 1,10-2 0,5-11-1,4 1-379,3 0 1,0-10 0,-1-2 0,1-3-163,0 0 0,0-2 1085,-1-12 0,1-15 0,0-12 0</inkml:trace>
  <inkml:trace contextRef="#ctx0" brushRef="#br0" timeOffset="1631">1939 424 8060,'0'-36'0,"0"2"-98,0 3 0,-7-8 1,-3 0-1,0-4 132,1-1 1,-8-4 0,5 14 0,-3 0 67,1 5 1,9 17-91,-2 12 0,4 22 0,3 19 0,0 10-228,0 4 0,7 3 216,1 8 0,9 9 0,-5 2 0</inkml:trace>
  <inkml:trace contextRef="#ctx0" brushRef="#br0" timeOffset="1999">1939 1600 8061,'22'0'329,"0"0"1,2 0 0,7 0 0,13 0-159,11 0 1,20 0 0,13 0 0,-38 0 0,1 0-110,5 0 1,2 0-1,1 0 1,0 0-1,3 0 1,0 0-1,-5 0 1,0 0-10,-5 0 1,0 0 0,44 0 0,-11 0 0,-7 0-821,-13 0 767,-19 0 0,-24-9 0,-13-4 0</inkml:trace>
  <inkml:trace contextRef="#ctx0" brushRef="#br0" timeOffset="2299">2984 1274 8061,'10'12'-32,"2"0"0,10-7 0,0 4 154,-1 3 1,1-4-1,0 4 1,2 0 222,5 0 0,-5-5 1,8 5-1,-3 0 247,0 0 1,2-4 0,-4 4-1,0 0 607,-8 0 0,10 3-623,-7 6 1,-5 1 0,-10 0-441,-5 0 1,-2-1 0,-2-1 0,-5-3-277,-8-3 0,-4 8 1,-3 7-1,0-2-196,0-3 0,1 0 0,-1 3 0,0 2-421,0-3 0,8 6 0,2-3 0,0-3-975,0-1 1,7-11 1731,-3 1 0,6-1 0,2 8 0</inkml:trace>
  <inkml:trace contextRef="#ctx0" brushRef="#br0" timeOffset="2682">4095 1186 8032,'-15'-14'1038,"1"2"-816,-3 2 1,-2 3 0,-3 7-1,0 2 36,0 6 1,-2 6-1,-3 13 1,-2 4-151,3 3 1,9 2 0,5 5 0,2-2-35,5-3 0,3 1 0,2 4 0,2-5-102,5-7 1,8-14-1,14-8 1,5-5 171,0-2 0,7-4 0,-7-9 0,2-11 126,0-7 1,-9-3-1,2-5 1,-5 5-123,-2 3 0,-10-8 0,-2 3 0,-3-3-283,0 3 1,-2 2 0,-10 7 0,-4-2-1480,-3 3 1,-3 2-1226,-7 2 1464,0 10 1375,10 2 0,-7 10 0,7 0 0</inkml:trace>
  <inkml:trace contextRef="#ctx0" brushRef="#br0" timeOffset="2965">4095 1099 8032,'12'22'-234,"-2"0"0,-3 0 240,0-1 1,3-6-1,-5 2 1,4 5 635,3 4 0,-4-4 0,4-7 1,0 2-202,0 2 1,3 3 0,6-3 0,1-2-54,0-3 0,0-9 0,-1 3 0,4-6-134,4-2 0,-5 0 1,5-2-1,-5-6-239,-2-6 1,-3 2-1,-2-3 1,-5-2-97,-2-2 1,4-3 0,-4 0-1,0-2-225,-1-5 0,-1 5 0,-8-5 112,0 5 0,0 2 1,0 0 610,0 0 1,-3 8 82,-4-1 0,-5 13 0,-7 2-384,4 12 0,-2 7 0,10 3 0,2 0 21,3 0 1,2 2 0,0 2 0,0 4-694,0-4 1,7-2 0,3-2-1,2-3-473,5-4 0,2-5 0,3-10 0,0 0 1029,-1 0 0,11-20 0,2-4 0</inkml:trace>
  <inkml:trace contextRef="#ctx0" brushRef="#br0" timeOffset="3149">4879 294 6811,'10'-12'538,"-8"4"0,5 16 0,-4 8 8,-3 11 0,0 7 0,0 12 1,0 5-90,0 7 0,2 14 0,3 8 0,5 7-473,2 8 0,-5-8 0,7 0 0,1-12-223,-3-7 1,5-20-1,-7-9 1,-1-10-643,1-10 881,-3-12 0,-7-7 0,0-12 0</inkml:trace>
  <inkml:trace contextRef="#ctx0" brushRef="#br0" timeOffset="3331">4487 838 8032,'2'-19'2307,"6"4"-1591,6 8 1,18 4 0,11 3 0,13 0-417,7 0 1,12 0 0,7-2 0,7-3-445,6-2 1,-1-8 0,-9 6 0,-5-3 143,-8-5 0,-4-3 0,-3-1 0</inkml:trace>
  <inkml:trace contextRef="#ctx0" brushRef="#br0" timeOffset="3864">5358 1274 8140,'14'0'0,"1"0"0,2 0 297,2 0 0,5 0 0,8 0 1,11 0 607,13 0 1,19 0-1,12 0 1,12 0-691,-46 0 0,1 0 1,0-4-1,1 0 1,-1 1-1,1-1 1,-1 1-1,1 1-176,-1 1 1,0 0-1,43-6 1,-12-1-1,-17 3-1482,-15 3 0,-17 2 1443,-7 0 0,-14-10 0,-6-2 0</inkml:trace>
  <inkml:trace contextRef="#ctx0" brushRef="#br0" timeOffset="4146">6556 1078 8140,'-22'-22'-32,"0"0"0,3 7 0,2 3 0,5 0 732,2 0-139,3 7 1,16-4-1,8 9-204,10 0 0,-3 2 1,5 5-1,-2 8 86,2 4 0,2-4 1,8-1-1,-5 3-14,-3 3 1,6 1 0,-8 1 0,0-3 10,2-4 1,-7 4-1,5-4 1,-7 4 110,-7 3 0,2 0 0,-10 0-203,-2-1 1,-3-6 0,-4-3-105,-6-2 0,-4 4 1,-12-4-1,-2 0-631,-3-1 0,-8 1 0,6-3 0,-1 5-883,1 0 0,2 8 0,7-6 0,0 3 1270,1-2 0,-1 14 0,0-5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5:30.004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88 184 8150,'0'-34'287,"0"3"1,0 2 227,0 0 0,-3 2 0,-2 10-13,-2 3 0,-3 11-49,3 3 0,5 10 1,-6 14-1,6 3-19,2 2 1,-2 12 0,-3 0 0,-2 7-223,2 1 0,2-1 0,1 0 0,-3 6-164,-2 1 1,0 1-1,7 2 1,0-5-74,0 1 1,0-8 0,2 2-1,3-9 36,2-10 1,10-8 0,-3-6 0,8-8 191,7-4 1,3-3 0,9-3 0,0-4 87,5-8 1,5-4 0,0-3 0,4 1 62,1-1 1,7 0-1,-5 3 1,5 2-179,2 2 0,-9 10 0,-5-4 0,-5 1-666,-3 1 0,-7 0 0,-2 7-2323,-2 0 1,-3 7-1265,-7 0 4077,-1 1 0,-9-8 0,-2 0 0</inkml:trace>
  <inkml:trace contextRef="#ctx0" brushRef="#br0" timeOffset="234">980 511 8150,'-21'0'1312,"9"0"1,4 0 0,16 0 0,6 0-730,5 0 0,13 0 1,7 0-1,7 0-274,4 0 1,11 0-1,-3 0 1,5-3-511,2-4 0,3 5 0,0-8 0,-3 3-1772,-9-1 0,-8 1 1973,-4 7 0,-1-10 0,1-2 0</inkml:trace>
  <inkml:trace contextRef="#ctx0" brushRef="#br0" timeOffset="499">1525 336 8150,'-7'-21'661,"-1"-1"0,1 7 863,7 1 1,3 9-984,4-2 1,7 4-1,13 3 1,2 3-134,-2 4 1,4-2-1,0 7 1,3 0-133,5 0 0,-5 0 0,0 5 1,-3-2-105,-4 2 0,-10 2 0,-5 3 1,-2 2 36,-6 5 1,-1-5-1,-3 5 1,0-5-213,0-2 1,-10 7-1,-7 3 1,-7-1-801,-5 1 0,2-1 0,10-4 1,5 2 802,3-3 0,-8-1 0,5-4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5:41.368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0 611 8237,'12'2'-306,"-4"5"348,-6 8 1,1 4 0,1 5-1,6 5 413,2 8 0,-5 4 0,8 5 0,-1 2-64,-1 3 0,6 10 0,-5-3 1,3 2-268,-2-2 0,2 3 0,-10-11 0,-2-1-253,-3-3 1,-2-12 92,0-5 0,-2-17 0,-3-12 134,-2-12 1,-3-10 0,5-5 0,-2-4-78,2-3 1,3 0 0,2-5 0,2 6 13,5 1 0,6 3 0,8 7 0,1 3-131,0 4 1,0 6-1,-1 9 1,4 0 42,4 0 1,-3 9-1,8 6 1,-2 7-112,-6 7 0,1 5 0,-1 7 0,4-3-112,-4-1 1,-11-3-1,-6 4 1,-1-4-1293,-1-2 1568,0-3 0,3 2 0,2 3 0</inkml:trace>
  <inkml:trace contextRef="#ctx0" brushRef="#br0" timeOffset="199">741 1286 8562,'12'14'787,"-5"1"1,-2 2-589,2 2 0,-2 3 0,7 0 0,0 2-396,0 5 0,-4-5 1,4 5-1,0-5 197,0-2 0,-7 0 0,4 0 0</inkml:trace>
  <inkml:trace contextRef="#ctx0" brushRef="#br0" timeOffset="452">675 284 8094,'-12'10'-302,"3"-5"0,9 9 1,0 3 587,0 2 1,0 3 0,0 0-1,2 2-175,5 5 1,3-2 0,7 7-1,-3-3-500,3-4 0,-4 4 0,-1-2 389,-3-2 0,8-3 0,-5-2 0</inkml:trace>
  <inkml:trace contextRef="#ctx0" brushRef="#br0" timeOffset="666">697 44 8095,'-14'-12'466,"-1"5"-386,1 5-80,2 2 0,-8-10 0,8-2 0</inkml:trace>
  <inkml:trace contextRef="#ctx0" brushRef="#br0" timeOffset="984">871 371 8255,'0'22'-34,"8"0"1,-1-1 0,-2 1 264,-3 0 1,5 7 0,1 0-1,-3-2 242,-3-3 1,-2-2 0,0-1 0,0 4 195,0 4 0,0-5-436,0 5 1,0-12 0,-2-5-22,-6-2 0,6-15 0,-5-15-274,4-6 0,3-6 0,0 6 0,3-6-131,4-2 1,5 5 0,10-5 0,0 3 74,-1 4 1,-6 10 0,-1 5-1,3 3 23,3 4 1,1 2-1,1 6 1,0 7-187,0 11 1,-8 3 0,-2 13-1,0 1-393,1 4 0,-9 1 1,4 1 673,-6-1 0,-2 1 0,0-1 0</inkml:trace>
  <inkml:trace contextRef="#ctx0" brushRef="#br0" timeOffset="1318">1634 1351 8076,'-22'-22'359,"10"0"1,19 10-1,20 5 1,9 5-143,10 2 1,12 0 0,2 0 0,11-3-15,8-4 0,6 5 1,5-6-1,2 6-136,2 2 1,-2-7-1,-12-1 1,-10 4-578,-10 1 1,-9-4 0,-14 0 509,-8 2 0,-5 2 0,-2 3 0</inkml:trace>
  <inkml:trace contextRef="#ctx0" brushRef="#br0" timeOffset="1585">2461 894 6677,'22'14'368,"2"1"0,3 2-121,2 2 1,7 3-1,-5 0 1,3-1 119,5 1 1,0-7-1,-1-1 1,-4 3 219,-2 2 1,-3 3 0,-10 0-164,-4 0 0,-6 0 0,-9-1-136,0 1 0,-9 0 1,-6 0-1,-7-3-392,-7-4 0,12 4 1,-4-5-883,1 6 1,3 2 0,3-1-1949,7 1 2934,4 0 0,13 9 0,2 3 0</inkml:trace>
  <inkml:trace contextRef="#ctx0" brushRef="#br0" timeOffset="2134">3441 611 8265,'-10'-12'37,"8"-8"0,-8 20 0,10 3 0,0 14 247,0 9 0,0 13 1,3-3-1,4 5-98,7 3 0,6-1 0,2 1 0,2-1-188,5 1 0,-3-10 0,11-5 0,1-7-117,4-8 1,-6-4-1,0-12 1,0-6-6,-2-6 0,-2-13 1,-10-4-1,-1-3 83,1-5 1,-10-2 0,-5-3 0,-4 1 171,-3-1 0,0 8 0,0 2 0,-3 5 173,-4 10 0,2-1 0,-9 16-258,-3 6 1,5 8 0,0 14-1,2 2-96,5 3 0,3 10 0,2-5 0,0 2 58,0 1 0,7-11 1,5 1-1,5-8 269,7-4 0,13-10 1,-1-1-1,3-8 130,-3-11 1,3-4 0,-8-5 0,1-3-98,-1-2 0,-12-7 0,-9 4 1,-3-2-199,1-4 0,-1 4 0,-7 0 0,-3 2-792,-4 6 1,2 2 0,-9 2-2781,-3 0 3460,7 10 0,-9 2 0,7 10 0</inkml:trace>
  <inkml:trace contextRef="#ctx0" brushRef="#br0" timeOffset="2399">4356 894 8826,'0'21'560,"0"1"0,0 0 0,2 0 0,5 2-485,8 5 0,-3-2 0,2 7 0,1-1-639,-3 1 0,7-7 1,-6 2-1,1-7 564,1-8 0,-1 6 0,8-8 0</inkml:trace>
  <inkml:trace contextRef="#ctx0" brushRef="#br0" timeOffset="2566">4639 872 10613,'0'22'395,"0"-1"1,2 1 0,3 2 0,5 3-341,2 2 1,-5 7-1,8-4 1,-1 2-56,-2 4 0,8 4 0,-8 1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5:38.788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22 828 8124,'-2'-22'313,"-5"1"1,4 6 167,-4 1 1,5 21 0,4 7-1,3 18-130,2 9 0,10 5 0,-2 2 0,1 6-217,-1 1 0,4-4 1,-4 5-1,2-1-92,-3 1 0,3-5 0,-7 5 1,0-3-429,-1-5 0,1-4 1,-5-8 166,2-7 1,-2-17 282,-12-12 0,2-10 1,-7-11-1,0-4-32,-1-4 1,9-2-1,-4-8 1,6 5-66,2 3 1,10-5 0,4 7 0,3 2-154,-2 3 1,6 4-1,-1 6 1,6 7 181,1 4 0,4 3 1,-2 3-1,1 4 67,1 7 0,-7 6 0,5 4 0,-5 3-12,-2 2 0,-7 7 1,-3-5-1,-3 1-592,-4-1 1,5 6-1,-3-8 541,-2-3 0,-2-2 0,-3-2 0</inkml:trace>
  <inkml:trace contextRef="#ctx0" brushRef="#br0" timeOffset="215">719 1307 9644,'12'22'195,"-4"0"1,1 0 0,-2-1-1,1 1-620,1 0 1,-4 0 0,7 0 0,-2-1 424,-5 1 0,7 0 0,0 0 0</inkml:trace>
  <inkml:trace contextRef="#ctx0" brushRef="#br0" timeOffset="666">937 698 8114,'0'-22'-177,"-2"2"0,-3 4 1053,-3 1 1,-1 10-678,1-2 1,4 7 0,-8 7 0,2 10-184,5 10 0,3-3 0,2 5 0,0-2-1,0 2 1,0-5 0,2 5 159,5-5 0,-2-12 1,10-2 57,2-1 1,2-9 0,3 0-17,-1-12 0,-6-9 0,-3-6 0,-2-2-143,-5 2 0,-3 3 0,-2 2 1,0-2-227,0-5 1,0 5 0,-2-5-783,-6 5 0,-1 2 0,-8 3-1513,2 4 2447,10-4 0,-14 16 0,7-6 0</inkml:trace>
  <inkml:trace contextRef="#ctx0" brushRef="#br0" timeOffset="999">1155 502 8114,'-12'2'341,"2"3"1,3 5 115,-1 2 0,1-5 1,5 7-1,-3 3-109,-2 3 0,-1 1 0,8 1 0,0 2-171,0 6 1,3-6 0,4 2 0,8-6-286,4-6 0,3-2 0,-1 3 1,4-8-196,4-5 0,-5-2 1,5-2-1,-5-3-42,-2-2 1,-3-10 0,-2 3 0,-2-6 183,2-2 0,-8 1 0,-1-1 0,-4 0 187,4 0 1,-6 0-1,5 1 1,-4-1 602,-3 0 1,0 8 156,0-1 0,-3 10-491,-4-2 0,5 14 0,-6 8-420,6 4 0,2 10 1,0 0-1,0-2-551,0-3 1,10-2-1,4-3-1448,6-4 2124,1 4 0,1-17 0,0 8 0</inkml:trace>
  <inkml:trace contextRef="#ctx0" brushRef="#br0" timeOffset="1165">1764 1 8033,'0'22'-20,"0"-1"1,0 1 0,0 2 0,0 5 283,0 8 0,0 6 0,0 6 0,0 4-136,0 2 0,8 4 0,1 6 0,1 0 26,0 1-154,7-11 0,-15 8 0,8-7 0</inkml:trace>
  <inkml:trace contextRef="#ctx0" brushRef="#br0" timeOffset="1348">1525 393 7957,'0'-22'72,"10"10"0,7 5 229,9 4 0,1 3 0,11 0 0,8 0-422,10 0 1,17-2-1,7-3 1,4-2 120,3 2 0,0 2 0,1 3 0</inkml:trace>
  <inkml:trace contextRef="#ctx0" brushRef="#br0" timeOffset="1699">2004 1220 8090,'-10'-12'661,"10"2"-333,0 10 1,10 0 0,17 0 0,6 0 149,11 0 1,21 0 0,6 0 0,11 0-327,15 0 1,-45-3 0,2-1 0,3 0 0,0 1 0,0 0 0,-1 1-166,-2 1 1,-1 0 0,0 1 0,-2 0 0,38-3 0,-6-2-605,-6-2 0,-24 0-2258,-16 7 2875,-20 0 0,-8-10 0,-9-2 0</inkml:trace>
  <inkml:trace contextRef="#ctx0" brushRef="#br0" timeOffset="1965">3049 981 8066,'-19'-27'10,"4"5"1,3 8 0,7-3 735,-2 2-639,0 10 0,17-4 0,4 11-10,5 5 1,10-2 0,1 10-1,-1-1 54,2-2 1,3 8 0,7-8 0,-2 2 221,-3 1 0,0-3 1,8 5-1,-3-5 75,-5-2 1,3 4 0,-10-4 0,-2 0-212,-3-1 1,-2 8 0,-1-2-113,1 4 1,-12 5-1,-10 3-3,-12 2 1,-15 0-1,-4-7 1,-3 2-586,-5 5 1,5-2 0,0 7-1,3-3-461,4-4 1,3-3-1,2-2 924,1-1 0,-1 11 0,0 2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5:47.536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0 707 8150,'3'-10'303,"4"10"1,5 12 67,0 8 0,5 9 1,-7 2-1,-1 3-39,1 5 1,5-8 0,-8 1 0,0-3 229,3 0 0,-8 0 1,5-8 649,-4 1-1040,-3-10 0,0-14 0,-3-20 0,-1-12-24,-4-7 1,1-2 0,5-1 0,-3-2-1096,-2-5 1,-1 5 0,8-5 0,0 5-47,0 3 1,10 7-1,4 2 993,6 2 0,2 3 0,-1 7 0</inkml:trace>
  <inkml:trace contextRef="#ctx0" brushRef="#br0" timeOffset="283">283 707 7979,'0'22'354,"0"-1"0,0 1 90,0 0 1,0 0 0,0-1 0,0 1 98,0 0 0,0 0 0,3 0 1,4-3-324,7-5 0,-1 3 0,1-9 0,5-4-137,8-1 0,-3-6 0,5-4 0,-2-10-73,2-9 0,-5 1 0,3-6 0,-8 0-117,-4-6 0,-8 3 1,5-2-1,-2 0-32,-6 2 0,-1-5 0,-3 10 0,0 3 256,0 1 0,0 11 0,-3 2 283,-4 2 1,2 12 0,-7 15 0,3 8-79,4 4 1,2 9-1,3 1 1,0 7-296,0 5 0,0-3 1,3-9-1,4-3-614,8 3 0,4-8 0,3-2 0,-1-7-1397,1-7 0,7-8 1984,0-14 0,10-5 0,-5-10 0</inkml:trace>
  <inkml:trace contextRef="#ctx0" brushRef="#br0" timeOffset="683">915 32 7979,'-12'-10'291,"4"-4"1,-1 6 0,1 8 154,4 12 0,1 10 0,3 7 0,0 10-10,0 9 1,3 8 0,1 9 0,6 1-271,2-1 1,0 10-1,5 7 1,-2 5-239,2 0 1,2 3 0,3-20 0,2-7 171,5-10 1,-5-9 0,5-8 0,-2-9-51,2-10 1,-5-8 0,5-11-1,-5-5 51,-2-8 0,0-11 0,-3-6 0,-2-2-14,-2-5 1,-3-2 0,5-2 0,-5-1-38,-2 1 0,4-1 1,-7 1-1,1-1-32,1 0 1,-6 8 0,4 2 0,-7 0 34,-7 1 1,-5 8 0,-10 4 0,-2 11 342,-5 7 1,2 8 0,-9 10 0,-1 14 159,4 10 0,-6 14 0,10 2 0,2 4-35,3-1 1,9-3 0,3 6-1,5-6-315,10-1 1,9-4 0,17-6 0,9-3-502,11-5 1,6-7-1,11-12 1,-3-5-909,-5-2 0,2-7 0,-9-16 0,-5-8 1203,-7-3 0,2-20 0,-7-2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5:46.001"/>
    </inkml:context>
    <inkml:brush xml:id="br0">
      <inkml:brushProperty name="width" value="0.08571" units="cm"/>
      <inkml:brushProperty name="height" value="0.08571" units="cm"/>
      <inkml:brushProperty name="color" value="#008C3A"/>
    </inkml:brush>
  </inkml:definitions>
  <inkml:trace contextRef="#ctx0" brushRef="#br0">415 501 7984,'-32'-21'350,"8"-1"1,-5 2-1,5 6 348,2 7 0,-7 7 0,-3 7 1,-1 10-305,-6 9 0,5 8 0,0 10 0,3 2-162,4 5 0,12-5 1,8 4-1,5-4-177,2-2 1,9 2 0,8 0 0,10-3-539,9-9 0,8-17 0,4-9 0,5-6-535,3-2 1,2-5 1017,8-9 0,-1-11 0,0-18 0</inkml:trace>
  <inkml:trace contextRef="#ctx0" brushRef="#br0" timeOffset="317">698 0 7984,'-22'3'68,"2"4"0,6 8 8,7 4 0,-3 5 0,3 5 0,2 8 312,3 4 1,9 5 0,2 4-1,4 9-249,3 3 1,4 4 0,-1-1 0,-4 3-170,-8 4 0,3-1 0,-3 6 0,-2-2-306,-3-5 0,-2-4 0,0-8 0,0-8 116,0-4 1,-2-14 0,-6-13 451,-6-16 1,4-15 0,3-17-1,5-8 172,2-4 0,0-2 1,2 1-1,5 4 34,8 1 0,11 13 0,3 0 1,1 9-251,1 6 0,3 2 1,9 7-1,-1 2-378,-6 5 0,5 5 0,-7 10 1,2 2-719,0 5 1,-7-4-1,5 4 1,-2-8 907,-6-6 0,8 4 0,0-7 0</inkml:trace>
  <inkml:trace contextRef="#ctx0" brushRef="#br0" timeOffset="634">1373 872 7984,'-10'-34'96,"5"2"0,-9 10 1,-3 1 292,-3-1 0,-1 3 0,-1 4 1,0 8 352,0 4 1,-7 3 0,0 5-1,3 7-63,1 10 0,4 12 0,-1-3 1,2 3-448,6 5 1,4 0 0,10-1 0,0-4-669,0-2 1,10 2 0,7-10-1,7-5-456,5 1 1,7-11 0,-4-2-1,2-4 209,4-3 0,4-3 0,1-4 0,-2-7 473,-4-6 0,1-9 0,-9 0 0,-2 0 272,-3-2 0,-5 7 0,-2-8 0,-4 3 606,-4 0 1,-2 0-1,-7 7 3983,0 0-3941,0 10 0,-7 12 0,0 15 0,2 7-454,3 7 1,2 5 0,0 9 0,2 1-369,5-1 1,5-2 0,10-2 0,0-5-1050,0-3 0,7 6 1,2-11-1,1-4 1161,-1-5 0,8-12 0,-5 5 0</inkml:trace>
  <inkml:trace contextRef="#ctx0" brushRef="#br0" timeOffset="784">1917 567 7984,'-22'0'1167,"8"2"1,2 5-1,2 8-544,5 4 1,3 5 0,2 3-1,0 5-572,0 1 1,9 1 0,6 5 0,7-5-1004,7-3 1,-5-2 951,5-7 0,5 0 0,0 0 0</inkml:trace>
  <inkml:trace contextRef="#ctx0" brushRef="#br0" timeOffset="1170">1808 131 7542,'3'20'-494,"1"-4"537,4-1 0,6-1 0,-4 8 0,2 0-140,5 0 1,2 2-1,6 5 1,1 10-73,3 9 1,0 1 0,-7 9 0,0 0 387,0-3 1,-1 8 0,-1-5 0,-6 3 460,-7-3 0,-4-5 1,-3-12-1,0-2 201,0-3 0,-3-12-445,-4-2 0,2-10-390,-9-12 0,9-17 1,-2-4-1,4-4-122,3 1 0,0-5 0,3 0 212,4 3 1,3 1 0,7 6 0,-3 4 26,3 8 0,2 5 1,3 2-1,2 2-16,5 5 1,-2 13 0,7 11 0,0 6-552,0 9 1,-5 0-1,5 12 404,-3 2 0,-2-7 0,-7 1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5:56.5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22 175 7947,'-12'21'-157,"5"4"0,5 1 198,2 3 0,0 10 0,0 0 1,2 9 44,5 10 0,-2 7 0,10 6 1,2 6-65,2 8 0,-4 2 1,-8-35-1,0 2 1,1 2-1,1 0-29,1-1 1,-1 1 0,-1 0 0,-1-1 0,-1 0 0,0-1 0,0 2 0,0-1-68,1 3 1,-2 1 0,-2-4 0,-1 1-1,2 2 1,-1 0 0,-1-2 0,-1-1 69,-1 0 1,0-1 0,0 2 0,0-1 0,0 2 0,0 0 0,0 1 0,2 0-6,2-1 1,-1 0-1,-1-1 1,-1-1-1,2 0 1,1-1 0,-2 2-1,-2 0 5,0 2 1,0 0-1,1-6 1,1 0-1,0 1 1,1 0-1,0-2 1,1 0 30,1 48 1,-4-48 0,0 0 0,-1 2 0,0 0 0,0-1 0,0 0-66,0-1 1,0 0 0,0-1 0,0 1 0,0 5 0,0 0 0,-1 1 0,0 2-17,-3 3 0,1-1 0,1-6 0,1-1 0,-2-3 1,-1 0-1,1 41-128,3-5 1,0 2-1,0 3 1,0 0-24,0-7 0,0 9 1,0-4-1,0 7 204,0-46 1,0 2 0,0 0 0,0 0-1,0 2 1,0 1 0,1 2 0,1 1-1,2 2 1,-1 1 0,-2 3-1,1 1 1,1 0 0,1 1-1,-3-1 1,0 1 0,-1-3 0,0 0 1,0-5-1,0 1 1,0 0-1,0 1 0,0-1 1,0 0 57,0 1 1,0-1 0,0-6 0,0-1 0,0 0 0,0 0 0,0-2 0,0 0 227,0 48 0,0-7 1,-2 3-1,-3-6 27,-2-2 1,-3 0 0,5 0 0,-2 0-205,2 1 1,0-6 0,0-7 0,-2-12-156,2-8 0,3-11 46,2-8 0,0-12 0,0-2 0,0-10 0</inkml:trace>
  <inkml:trace contextRef="#ctx0" brushRef="#br0" timeOffset="984">110 175 8363,'-22'0'-735,"7"0"1,1 2 771,-3 5 226,7-4 0,-7 9-9,10-5 1,9-5 0,13 6-76,4-6 0,5-2 0,5 0 0,8 3-94,4 4 0,2-5 0,1 6 0,2-6-72,5-2 0,-3 0 0,10 0 0,3 0-66,2 0 1,4 0-1,4 0 1,4 0-22,2 0 1,-4 0-1,4 0 1,-2 0 46,-5 0 1,-7 0 0,-2 0 0,2 0-10,-3 0 1,-7-7 0,3-1 0,2 4 33,5 1 0,-10-4 1,12 0-1,-2 2 3,0 2 1,3-4-1,-1 0 1,-2 2 33,-5 3 1,2 2 0,-6 0 0,1-3 67,6-4 1,-8 5-1,0-6 1,-2 6-54,0 2 0,9 0 0,-4 0 0,2 0-106,0 0 0,-7 0 0,5 0 0,-1 0 20,1 0 0,-8 0 0,3 0 0,-5 0 82,-2 0 1,-8 7 0,-2 0 0,-3-2-1,-4-2 0,-3-3 0,-2 2 80,0 5 0,-8-4 0,1 4-205,2-5 0,-5-2 1,2 0 189,3 0 1,-5-9 180,3-6 1,-10-4-3,2-3 1,-5 0-605,-2 1 0,0-1-336,0 0 650,-9 10 0,-4-7 0,-8 6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5:58.4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0 8342,'-2'20'0,"-3"-3"-460,-2-3 1,-1 3 0,8 12 0,0 7 445,0 6 0,0 11 1,0 5-1,0 10 74,0 12 1,8 9 0,-4-34-1,1 1 1,1 3 0,0 1-29,3 5 0,-1 1 1,-1 0-1,-2 1 1,3 6-1,-1 1 1,0 3-1,0 1-197,0 4 0,-1 1 0,0-1 0,0 0 0,-4 1 0,0 1 0,2 1 0,0-1 184,-2 2 0,1 0 0,-1 1 0,0 0 0,1 0 0,-1-2 0,2 0 0,0 0 33,-2-1 0,0-1 0,3-5 0,0 1 1,0 2-1,0 0 0,0-1 0,-1 0 23,1 0 0,0-1 1,0 1-1,0 0 0,-3-3 1,1-1-1,0 0 1,1 0 17,-2 0 0,1 0 0,1 4 0,1 0 0,-1 0 0,0 0 1,-2-1-1,0-1-96,0 0 0,-1-1 0,-1-1 0,0 0 0,0 2 1,0-1-1,-1 2 0,-1-1-17,-1 2 1,-1 0-1,2-3 1,-1-1-1,-2-5 1,-2 0-1,2 0 1,1-1 29,1-2 0,1-1 0,-3 0 0,0-1 1,1-1-1,1-1 0,0-2 0,1-1-21,1-2 0,0-2 0,-3-5 0,0-2 0,-3 44 0,2-7-82,3-7 0,2-17 0,0-20 1,0-11-624,0-8 716,9-12 0,-1-2 0,14-10 0,4 0 0</inkml:trace>
  <inkml:trace contextRef="#ctx0" brushRef="#br0" timeOffset="750">349 66 8441,'-22'0'-280,"0"0"1,8 0 60,-1 0 1,8 0 372,-8 0-64,11 0 1,4 2 0,14 3 0,8 2-19,7-2 1,-2-2-1,11-3 1,6 0-125,4 0 0,13 0 0,-3 0 0,7 0 43,8 0 0,4 2 0,13 3 0,4 2-17,-44-4 0,2-1 1,4-1-1,1 0 1,3-1-1,1 0 0,2 0 1,0 0-63,3 0 1,1 0 0,1 0 0,0 0 0,-2 0 0,1 0 0,0 0 0,1 0 147,1 0 0,0 0 0,7 0 1,1 0-1,-3 0 0,-1 0 0,1 0 1,0-2-5,1-2 1,0 1-1,0 1 1,0 1-1,2-2 1,1-1-1,0 2 1,1 2 105,1-1 0,0 2 0,3-1 0,1 0 0,-3 0 0,0 0 0,0 0 0,0 0-166,0 0 1,0 0 0,6 0 0,0 0 0,-3 0 0,-1 0 0,-2-1-1,0-1 30,-2-2 0,0 1 0,-2 2 0,0-1 0,3-2 0,0-1 0,1 1 0,0 0 48,-2 1 0,-1-1 1,2 0-1,-2 1 1,-8 3-1,0 0 0,0 0 1,0 0 6,0 0 0,1 0 0,0 0 0,0 0 1,-5 0-1,-1 0 0,-4 0 0,-1 0-77,-3 0 1,0 0 0,-4 0-1,0 0 1,0 0 0,-2 0 0,46 2-355,-7 6 0,-18-4 0,-23 11 0,-11 2-336,-9 2 0,-14 3 686,-8 0 0,3 4 0,-3-4 0,0-5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6:14.26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816 358 8172,'-22'-7'0,"-2"0"-55,-5 2 0,5 3 1,-8 2-1,3 0 640,0 0 0,-7 12 1,5 7-1,-1 10-357,1 5 0,-6 10 0,8 6 1,5 1-206,7 2 1,8-4 0,9 7 0,0-3-132,0-5 0,12-14 0,7-12 0,10-13 191,5-6 1,-5-6 0,7-6 0,3-13 190,2-12 1,-5-17 0,-2-7-1,-2-5-2,-6-2 0,-1 7 0,-6 2 0,-5 1-180,-6-1 0,-8 0 0,-10-2 0,-14 7-240,-17 5 1,-10 10 0,-10 2 0,3 3-94,-2 4 1,4 13 0,0 6 0,3 11-247,5 11 0,4 6 0,6 21 487,1 5 0,11 12 0,-6-2 0</inkml:trace>
  <inkml:trace contextRef="#ctx0" brushRef="#br0" timeOffset="432">1099 97 8151,'0'-22'0,"0"1"-1862,0-1 2254,0 0 0,0 12 0,0 10-179,0 12 1,0 15 0,0 5 0,0 1-70,0 6 1,0 5 0,0 4 0,-2 5-127,-6 3 0,4 0 1,-8 7-1,-1-1-211,1 6 1,8-5-1,-4-7 1,6-3 43,2-5 1,2-7-1,6-9 1,8-13 345,11-7 0,7-7 0,12-10 0,2-7 3,3-7 1,10 2 0,-3-12 0,5 5 62,2 2 1,0 0 0,-2 0 0,-2 3-617,-3 5 1,-17-3 0,0 9 0,-7 4 352,-8 1 0,-11 3 0,-5 0 0</inkml:trace>
  <inkml:trace contextRef="#ctx0" brushRef="#br0" timeOffset="699">32 1534 7495,'-22'10'-441,"13"-5"1,11 7 1044,17-2 1,18-3-1,21-7 1,17 0-257,14 0 1,-34-4 0,2-2-1,8-1 1,3-3 0,7-2-1,2-2-301,8-4 1,2-1 0,3 0-1,1 0 1,4-1 0,-1 1 0,-4 2-1,-1 0-171,-3 1 1,-2 1 0,-8 0 0,-2 1 0,-8 3 0,-2 2 0,-7 1-1,-2 2-935,34-1 0,-28 7-914,-40 7 1973,-9 15 0,-2-8 0,2 5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6:21.7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44 9330,'2'-12'1432,"5"5"0,6 5 1,11 2-1,2 0-1035,3 0 0,8 0 0,-6 0 0,3 0-534,5 0 1,-1 0-1,-1 0 1,-6 0-1322,1 0 0,-8 0 1458,5 0 0,-5-10 0,-2-2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6:21.9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610 23 8097,'-43'0'323,"-1"-8"0,1 1 0,-1 2 339,1 3 0,-1 2 0,-2 0 0,-2 0-409,-3 0 1,7 0 0,11 0 0,1 2-420,5 5 166,3-4 0,3 7 0,-1-10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6:20.31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393 545 8246,'0'-22'257,"0"1"1,-8-1 0,-1 2 578,-4 6 0,-1-3 1,-8 10-1,0 2-452,1 2 1,-1 13 0,0 5 0,0 6-327,1 8 0,1 5 0,6 10 0,4-1-307,0 1 1,8 0-1,-5-1 1,4-2-198,3-4 1,10-13-1,7-12 1,7-3 297,5-4 1,10-19-1,-3-13 1,5-9 193,3-10 1,-8-12-1,-2 0 1,-3-3 91,-4 3 0,-12-2 0,-8 9 1,-5 0 162,-2-2 1,-17 7 0,-7-2 0,-7 6-131,-8 6 0,-2 9 1,-5-2-1,-3 8-207,-1 6 1,1-2 0,10 10 0,6 2-563,1 3 1,6 4-1,11 5 1,8 10 597,4 10 0,-6 7 0,-3 9 0</inkml:trace>
  <inkml:trace contextRef="#ctx0" brushRef="#br0" timeOffset="467">741 327 8141,'-15'-19'732,"3"2"1,0 5 125,0 2 1,5 3-1,-5 9-313,2 6 1,3 6 0,4 13 0,-1 2-276,-4-3 0,1 8 0,7 3 0,2 1-254,6-1 0,-3 1 0,9-9 1,3-2-265,2-3 1,3-4-1,0-3 1,2-5-109,5-3 1,-5-4 0,8-12 0,-3-8 197,0-4 1,0-5 0,-7-3 0,-3-4 131,-4-3 1,4 7 0,-7-2 0,0 5 708,-5 2-637,-4 10 0,-3 19 1,-3 18-1,-1 6-114,-4 8 0,1-1 0,7 1 0,0-5 376,0-2 1,2-3 0,6-8-19,6 1 1,8-10-1,5-7 1,2-10 279,-3-9 0,-2-15 0,-2-8 0,-2-6-78,-6-8 0,5 3 1,-6-10-1,-1-3-381,-5-2 0,3 5 0,-3 2 1,-2 3-408,-3 5 0,-4 4 0,-3 8 1,-5 9-902,-2 10 0,5 8 0,-5 11 1197,2 5 0,-7 25 0,5 14 0</inkml:trace>
  <inkml:trace contextRef="#ctx0" brushRef="#br0" timeOffset="734">1481 480 9977,'-12'2'3209,"5"5"-2541,5 8 0,2 4 0,0 6 1,0 4-382,0 7 1,2-2 0,3 2 0,2 3-694,-2 2 0,5 0 0,-1-5 1,1-7-1384,0-4 1,7-4-1877,-3 1 3665,5-10 0,3-21 0,0-16 0</inkml:trace>
  <inkml:trace contextRef="#ctx0" brushRef="#br0" timeOffset="867">1612 502 8129,'2'-20'580,"6"6"0,-6 6 0,5 16-60,-4 6 1,4 18-1,0 9 1,-2 7-328,-2 1 0,4 6 0,2 1 1,1 2-605,0 0 411,-3 0 0,3-2 0,2-3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6:25.31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654 499 8255,'0'-22'-85,"0"0"1,0 0 347,0 0 1,-8 1 0,-1 1 386,-3 6 0,-3 4 1,-7 10-1,-2 5-343,-5 10 0,2 1 1,-9 21-1,-3 4-226,-2 7 0,5 8 1,2 9-1,3 1-68,4-1 1,10-7 0,5-5 0,2-4-159,6-8 0,13-15 0,13-4 1,12-12 241,7-8 1,3-14-1,1-12 1,4-15 22,2-9 0,0-10 0,-10 5 0,-5-3-93,-7-5 0,-7 1 0,-8-1 0,-6 6-62,-6 2 1,-12-1 0,-7 6 0,-9-3-178,-11 3 0,-4 2 0,-5 5 0,-2 4-111,-3 8 1,-7 0-1,10 5 1,4 7-71,5 5 0,13 7 0,-3 12 1,5 8-433,2 4 0,10 13 0,4 2 825,6-1 0,12 18 0,2-5 0</inkml:trace>
  <inkml:trace contextRef="#ctx0" brushRef="#br0" timeOffset="316">915 303 8062,'0'21'147,"0"1"1,-2 0 349,-6 0 1,6-1 0,-5 1 0,4 2-41,3 5 0,0-2 0,0 7 1,0-3-215,0-4 0,7 4 0,3-1 0,2-6-41,5-7 1,2 0 0,3-10 0,0 0 6,0 3 0,7-8 1,2 5-1,1-7-50,-1-7 0,8 2 0,-3-7 1,3 3-256,-3 4 1,5-5 0,-4 3 0,1 0-627,-1-3 1,-6 7 0,-9-4-1,0 5 722,-1 2 0,1 0 0,0 0 0</inkml:trace>
  <inkml:trace contextRef="#ctx0" brushRef="#br0" timeOffset="566">66 1283 8120,'-10'7'705,"10"0"1,22 0 0,24-7-1,17 0-506,14 0 1,20-9 0,-44 2 0,3-1 0,5-2 0,1-2-83,5-2 0,2-1 1,1 3-1,0 0 1,2-3-1,-1 1 1,-6 2-1,-2 2-61,-6 3 1,-3 0-1,36-10 1,-20 10-1,-12 2-812,-14 2 1,-20 6 0,-19 4-2663,-10 8 3418,-7 14 0,-20-5 0,-2 7 0</inkml:trace>
  <inkml:trace contextRef="#ctx0" brushRef="#br0" timeOffset="882">414 1979 8172,'-43'25'0,"-1"1"659,0 3 1,11 12-1,6 0 1,10 8-340,10-1 0,4-4 0,3-5 1,0-6-97,0-1 1,10-13-1,7-12 1,10-4 72,9-3 0,-2-12 0,2-8 0,0-9-143,-2-4 0,-2-4 0,-11-6 0,1-1-193,0 1 1,-10-1 0,-5 3 0,-4 2-83,-3 3 0,-3 0 1,-6-6-1,-11 6-121,-6 7 0,-13 5 0,0 2 1,-7 0-174,-5 1 1,-7 9-1,8 4 1,4 6-391,7 2 1,0 7-1,13 3 1,4 2 804,5 5 0,12 12 0,-5 5 0</inkml:trace>
  <inkml:trace contextRef="#ctx0" brushRef="#br0" timeOffset="1216">567 1958 8486,'0'-22'1495,"0"10"0,7 4 0,2 16-1269,4 6 0,1-2 0,8 3 0,0 2-459,-1 2 1,8 3 0,3-3-1,-1-2-192,1-2 1,4-8 0,-4 5-1,-1-2-435,0-5 0,6-3 0,-8-4 0,-3-6 440,-1-6 0,-11 2 0,-2-3 0,-2-2 482,-5-2 1,-3-3 0,-2 0 215,0 1 0,-2 1 0,-6 6 234,-6 6 1,2 16 0,-3 9 0,1 9 417,2 11 1,0 4-1,7 2 1,-2 3-421,2 5 1,2 5-1,3 9 1,0 0-873,0 1 0,0-3 0,0-8 1,0-9-1253,0-7 1614,10-12 0,2 4 0,10-9 0</inkml:trace>
  <inkml:trace contextRef="#ctx0" brushRef="#br0" timeOffset="1465">1198 1718 8214,'0'22'209,"0"0"0,0-1 1,0 1-1,0 0 432,0 0 0,2 9 1,3 3-1,3 2-398,-4 1 1,6-1 0,0 7-1,-1 1-502,1 0 0,0-3 1,-5-3-1,2-4 259,-2-2 0,7-3 0,0-7 0</inkml:trace>
  <inkml:trace contextRef="#ctx0" brushRef="#br0" timeOffset="1699">1154 1566 8126,'13'-22'526,"6"0"1,-5 3 125,6 4 0,2 6 1,-1 9-182,1 0 1,2 2 0,3 3 0,2 4-259,-2 4 0,-10 1 0,-5 8-174,-3 0 0,-1 2 0,-8 2 0,-3 3-453,-4-2 0,-5-3 0,-12-2 0,-3 0-1547,-2 0 1961,0-1 0,7 1 0,0 0 0</inkml:trace>
  <inkml:trace contextRef="#ctx0" brushRef="#br0" timeOffset="2234">1459 1653 8107,'22'22'-229,"0"-1"1,0 1 982,-1 0 0,-6 0 0,-3-1 460,-2 1 0,-3-7-651,-7-1 1,-2-2 0,-6 3-334,-6-8 1,-3-7-1,0-7 1,2-8-130,-2-4 1,5-5 0,0-3 0,3-2-619,4 2 0,2 3 1,3 3-1,0-1-895,0 0 1,3 0 0,4 0 809,8 1 0,4 1 0,3 6 1,2 6 601,5 6 0,-5 2 0,5 2 0,-7 6 0,-8 6 0,6 6 0,-8 1 0,0 1-94,-5 0 1,-2 0 0,0 0-1,2-1 712,-2 1 1,-3-7 0,-2-1-1,3 1 392,4-3 0,-2 5-656,9-10 1,1 7 0,7-6-220,0-3 1,-8-13 0,1-6 0,-1-6-136,-2-1 1,5-1 0,-7 0 0,-1 0-144,1 1 1,-3-4 0,-7-1 0,0-3 81,0 2 0,0 3 0,0 2 285,0 0 1,-2 1 0,-5 1-1,-8 6 536,-4 6 0,-3 6 0,0 2-200,1 0 1,-1 2-1,0 6 1,3 6-349,4 6 0,3 1 0,7 1 1,-2 0-213,2 0 0,3-1 0,4 1-588,5 0 0,5-3 1,10-2-1,2-5-1298,5-2 0,-2-3 0,7-7 1886,-3 0 0,8 0 0,-5 0 0</inkml:trace>
  <inkml:trace contextRef="#ctx0" brushRef="#br0" timeOffset="2597">2287 1391 7899,'0'-21'254,"-3"9"1,-4 2 527,-7 0 0,2 8 1,-3-5-1,-2 4-75,-2 3 0,-3 7 0,3 3 0,-1 2-272,-2 5 0,13 2 0,-11 6 1,6 1-286,2 3 1,7 3 0,-2-6 0,4 3-235,3-2 1,0-3-1,3-4 1,4-4-609,7-1 0,6-10 0,2 2 1,-1-4-346,1-3 0,0-3 0,0-4 0,0-8 348,-1-4 0,-6-10 0,-3 0 0,0 0 689,0-3 0,-7 6 0,2-11 0,-4-1 0,-3-3 0,0-3 0</inkml:trace>
  <inkml:trace contextRef="#ctx0" brushRef="#br0" timeOffset="2732">2265 934 8069,'12'10'-555,"-2"4"1053,0 6 1,-6 11-1,8 5 1,1 8 138,-1 7 0,-5 4 0,5 11 0,0-1-569,0 0 0,0-7 0,5-2 0,-5-3-1240,-2-4 0,0-6 1172,-3-6 0,-5 4 0,8-7 0</inkml:trace>
  <inkml:trace contextRef="#ctx0" brushRef="#br0" timeOffset="2947">2766 1217 7969,'-7'-14'742,"-3"2"37,-2 2-779,7 3 0,-14-3 0,7-2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6:36.8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627 1218 8436,'-15'-22'139,"1"0"1,-1 0 0,-7 3 76,1 4 0,-1 6 1,0 9-1,0 0 395,0 0 0,-7 17 0,0 7 1,3 5-472,2 2 1,2 8 0,0-3 0,3 5-297,4 3 0,6 0 0,9-1 0,0-2 63,0-4 1,2-8 0,8-15 0,9-7 129,8-4 1,11-13 0,-1-7 0,1-9-134,-1-11 1,1-11 0,-9-5 0,-2-3 43,-3-4 1,-9 6 0,-3 3-1,-3 5 11,-4 3 0,-5-3 1,-9 0-1,-13 2-96,-12 11 0,-7 6 0,-5 5 0,-3 0-31,-1 1 0,-1 9 1,7 4-1,1 6-332,-1 2 0,10 2 1,5 6-1,7 8 500,8 11 0,-5-3 0,7 8 0</inkml:trace>
  <inkml:trace contextRef="#ctx0" brushRef="#br0" timeOffset="269">932 978 11541,'0'22'211,"9"0"0,6-1 1,4 1-579,3 0 1,2-8 0,3 1 0,4 2-1775,3 2 2141,-7-7 0,23 8 0,-4-8 0</inkml:trace>
  <inkml:trace contextRef="#ctx0" brushRef="#br0" timeOffset="419">1367 956 8162,'-22'8'-206,"1"1"8,-1 3 0,10 5 0,2 10 0,3 4 643,-1 3 0,1 5 0,7 12 1,0 7-250,0 5 1,0 4-1,0 6 1,0 7-616,0 5 1,0 2 418,0 0 0,0 10 0,0 2 0</inkml:trace>
  <inkml:trace contextRef="#ctx0" brushRef="#br0" timeOffset="669">1737 739 8085,'0'21'444,"0"1"0,-2 0 0,-3 2-263,-2 5 0,0-2 1,7 7-1,0-1 7,0 1 1,0 3 0,0 6 0,0 1-275,0-1 1,0-2-1,0-2 86,0-3 0,9 1 0,3 6 0</inkml:trace>
  <inkml:trace contextRef="#ctx0" brushRef="#br0" timeOffset="935">1650 434 8085,'22'-12'326,"0"-5"0,0 9 168,-1 4 1,1 4 0,0 7 0,-3 7-182,-4 6 1,4 1-1,-7 1 1,0 0-68,-4 0 0,-6 2 0,-2 3 1,0 2-121,0-3 1,0-2-1,-2-2 1,-6 0-402,-6 0 1,-3-8 0,-3 1-2091,-1 2 2365,-6 2 0,-7 3 0,3 0 0</inkml:trace>
  <inkml:trace contextRef="#ctx0" brushRef="#br0" timeOffset="1153">1933 717 8103,'0'14'2328,"0"1"-1649,10-1 1,-5 6 743,9-6-1376,-9-4 0,5-20 1,-10-4-343,0-6 0,2-9 1,3 0-1,2 3-466,-2 1 0,-2 4 0,-1-1 761,5 0 0,5-9 0,10-3 0</inkml:trace>
  <inkml:trace contextRef="#ctx0" brushRef="#br0" timeOffset="1800">2129 717 8085,'-2'19'0,"-3"-2"173,-2-2 0,0-1 0,7 8 452,0 0 0,0-8 0,0 1-135,0 2 1,9-8-1,6-1-132,4-6 0,3-2 1,0-2-1,-1-6-138,1-6 0,0-6 1,0-4-1,-1-2-117,1-3 1,-7-8 0,-1 6 0,1-1-202,-3 1 1,5 2-1,-10 7 1,-2-2-69,-3-5 0,-2 12-31,0-5 1,-9 15 0,-6 4 0,-4 13 43,-3 12 0,8 12 0,1-3 0,1 3-291,0 5 1,7 2-1,-2 3 1,5-3-2,2-5 0,5-5 1,7-11-1,9-6 293,4-6 0,8-6 1,4-4-1,4-6 133,2-6 1,-6-8-1,-3-7 1,-3-5 229,-4 0 1,4-7 0,-4 5 0,-5-3 227,-6 3 0,-11-3 1,3 10-1,-6 2 143,-2 3 1,-10 2 0,-4 3 0,-6 5-160,-1 6 0,-1 6 0,0 2 0,0 0-302,1 0 1,6 12-1,1 7 1,-1 8-142,3 0 1,2 4 0,10-2 0,0 0-52,0 3 0,0-6 0,3 8 0,4-3-45,7-4 0,13-5 0,5-8 1,1-6-141,6-6 0,2-2 1,3-2-1,-1-8-90,1-12 1,-8-2-1,-2-12 1,-2-1-22,-6 4 1,-9-9-1,-5 6 1,-2-5 125,-5-3 1,-3 1-1,-2-1 1,0 1-101,0-1 1,-2-2-1,-6-2 1,-4-1-264,0 8 1,-5 0-1,8 15 411,-3 6 0,4 11 0,-4 16 0,2 12 273,6 15 0,1 5 1,3 19-1,0 2 184,0 3 0,0 5 1,0 2-1,0 3 92,0-3 1,0-2-1,0-3 1,0 0-349,0 1 1,0-8 0,0-3 0,-2-1-9,-5-6 0,-6 8 0,-8-1 0</inkml:trace>
  <inkml:trace contextRef="#ctx0" brushRef="#br0" timeOffset="2202">82 2002 8331,'-34'0'117,"5"0"0,15 2 0,9 3 7,10 2 0,26 0 0,25-7 0,21 0 40,-27 0 0,2 0 1,10 0-1,4-2 1,11-1-1,4-1 1,8-3-1,3-1-45,-24 2 0,2-1 0,0 1 0,5-1 0,1-1 0,1 1 0,3 0 0,2-1 1,0 1-1,-1 0 0,1 1 0,-1 0-61,-1 1 1,-1 0 0,-1 0 0,-1 1 0,-1 1 0,-1 1-1,-6 1 1,0 1 0,-1 1 0,27-1 0,-2 0 173,-6 0 1,-4 0-1,-13 0 1,-2 0-1,-7 0 1,-1 0 0,-7 0-1,-2 0-41,36 0 1,-22-8 0,-21 1-541,-13 2 1,-21 5 348,-18 8 0,-4-16 0,-19 6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6:41.56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1699 8079,'0'-15'-64,"0"1"1,0-1-1,0-6 1</inkml:trace>
  <inkml:trace contextRef="#ctx0" brushRef="#br0" timeOffset="538">1024 850 8120,'0'-24'0,"0"-3"0,0-2 494,0 2 0,0 10 1,0 3-1,-3-3-177,-4-3 0,2 8 0,-9 5 0,-3 5-227,-3 2 1,-4 5 0,-2 7 0,-3 12-102,2 7 1,3 6 0,2 6 0,0 3-134,0 5 1,3-5 0,5 2 0,6-7 41,6-4 0,2-11 0,2 3 0,6-7 364,6-7 0,8-8 0,7-14 0,7-10 74,5-10 1,-4-7 0,-4-9-1,-1-3-71,-5-5 1,-3 3 0,-5-8-1,-2 0-150,-2 1 0,-11-4 0,1-6 1,-10 0-144,-9 0 0,-5 9 0,-6 5 0,-4 5-137,-7 3 0,-5-1 1,-3 3-1,-2 5-261,-4 7 0,4 7 1,-5 7-1,5 10-263,2 10 0,10 17 0,5 14 0,8 8-1347,6 7 2036,-4 4 0,7 11 0,-10-1 0</inkml:trace>
  <inkml:trace contextRef="#ctx0" brushRef="#br0" timeOffset="899">1372 850 8055,'0'-22'209,"0"0"1,0 0 0,0 1 536,0-1 1,-2 0-1,-6 0-98,-6 0 1,-5 10 0,-3 5-468,0 5 1,8 11 0,1 6-1,4 4-280,4 3 0,-5 7 0,3 0 0,2-2-446,3-3 0,2 5 0,2-2 0,5-6 76,8-4 1,-3-5 0,3 3 0,4-8 343,8-4 1,-3-3 0,5-3 0,-5-4 163,-2-8 1,0-4-1,-1-3 1,1-2 205,0-5 0,-3 2 0,-4-6 1,-6-1 207,1 0 1,-8 0 0,6-5 0,-6 5 115,-2 3 0,-10 2 0,-4 9-588,-5 6 1,4 4 0,1 10-752,-3 0 1,-3 10 0,1 4 0,2 6-58,2 2 1,3 7-1,-5 2 1,3 1 826,-3-1 0,-2 5 0,-3-7 0,-10 10 0,-1-5 0</inkml:trace>
  <inkml:trace contextRef="#ctx0" brushRef="#br0" timeOffset="1615">1677 763 7674,'12'-22'-207,"-2"7"1,-8 3 924,5 3 0,-7 4-508,0 12 0,-2-2 0,-10 9 0,0 6-25,0 6 1,7-2 0,-5 6-1,3-6-158,0-3 1,-1 1 0,8 0 0,0 0-22,0 0 1,10-8 0,5-2-61,4-2 0,5-5 0,3-13 0,4-8-10,3-11 1,-5-5 0,5-6-1,-2 1 23,-6-1 0,-2-3 0,-2-3 0,-3 0 0,-4 1 0,-3 7 1,-7 2-1,2 2 65,-2 6 0,-5 2 84,-7 2 1,-5 10 0,-8 7-1,3 10 192,3 9 1,7 13-1,-5 4 1,-1 1-166,1-1 0,7 5 0,-2-4 0,5-1-668,2 1 1,2-1 0,5-4-671,8 2 0,4-7 1203,3-8 0,10-9 0,1 5 0</inkml:trace>
  <inkml:trace contextRef="#ctx0" brushRef="#br0" timeOffset="1799">2417 0 8114,'0'22'0,"0"-7"0,0-1 0,0 6 210,0 6 1,0 3 0,0 12 0,0 8 67,0 4 0,0 5 0,3 10 1,2 2-443,2 3 1,7 6-1,-4-8 1,2-6-738,5-5 0,0-14 901,-2-2 0,14-10 0,-5-12 0</inkml:trace>
  <inkml:trace contextRef="#ctx0" brushRef="#br0" timeOffset="1999">2025 436 8113,'22'0'-18,"10"0"0,4 0 0,10 0-152,12 0 0,5-2 0,22-3 0,7-3 87,4 4 1,-4-6 0,3 3 0,-6 2-197,-2 2-47,-9-6 1,-13 6 0,-12-6 0</inkml:trace>
  <inkml:trace contextRef="#ctx0" brushRef="#br0" timeOffset="2332">0 1851 8254,'10'-19'0,"4"2"305,6 3 1,23-1 0,23-7-1,-19 11 1,5 1-231,13-1 0,5 0 1,13-4-1,4-2 1,9 0-1,4-2 0,-31 6 1,1-1-1,1 0 20,3-1 0,0 1 1,1-1-1,1 1 0,1-1 1,0 1-1,1-1 0,0 0 1,0 1-1,-2 1 1,-1 0-1,-1 1-18,-2 1 1,-2 2 0,-1-1-1,26-4 1,-1 2 0,-7 6 0,0 2-1,-4-1 1,-2 1 171,1-1 0,-1 0 0,-12 1 0,-1 1 1,0 2-1,-2 2 0,-7-1 0,-2 0-281,42 0 1,-17 0 0,-14 2-1150,-15 5 0,-26 3 1181,-35 4 0,6-4 0,-17-10 0</inkml:trace>
  <inkml:trace contextRef="#ctx0" brushRef="#br0" timeOffset="3115">1198 2418 8125,'0'-22'-117,"0"0"0,0 0 113,0 1 1,0-1-1,-2 2 1,-3 3 392,-3 3 0,-8 9 0,1-5 0,-4 3-231,-3 0 1,-7 0 0,-3 9 0,-2 5-134,-4 8 1,-1 7 0,0 4 0,5 6-45,3 2 1,-5 2 0,9 10-1,5 2-77,5 3 0,13 0 1,-4-10-1,6-5 43,2-7 0,2-7 0,8-7 0,12-8 433,12-5 0,7-11 1,2-8-1,1-12 23,-1-15 1,-6-2 0,-1-10 0,0 1-268,-2-1 1,-5 8-1,-14-5 1,-8 2-236,-5 0 1,-2 0 0,-2 8 0,-8-1-273,-11 0 0,-11 8 0,-11 0 0,-1 0 26,0 2 1,1 2-1,-1 10 1,1 1 94,-1-1 1,-4 10 0,4 7-1,10 10-398,8 9 1,4 15 0,0 8 647,0 4 0,1 2 0,-1 1 0</inkml:trace>
  <inkml:trace contextRef="#ctx0" brushRef="#br0" timeOffset="3684">1481 2004 8177,'0'24'-190,"0"5"0,2-5 1,3 8-1,3-1 633,-4 5 0,9 6 1,-1 4-1,2 2-121,1 3 1,-3 7-1,5-5 1,-5 0-312,-3 1 0,-1-6 0,-8-9 0,2-5 400,5-3-176,-4-12 0,4-11 0,-12-16 0,-2-6-202,2-6 0,3-1 1,2-3-1,0-3-149,0-2 0,0-3 0,2 6 0,5-3 42,8 2 1,-3 3 0,3 2 0,1 3 127,4 4 1,-6-2-1,1 10 1,2 2 73,2 3 1,3 4-1,-3 6 1,-2 6-133,-2 5 1,-3 10-1,2 0 1,-4 0-439,0 3 1,-8-5 0,5 9 0,-2 0-576,2-2 1,-4-3 1016,4-9 0,-4 0 0,-3 0 0</inkml:trace>
  <inkml:trace contextRef="#ctx0" brushRef="#br0" timeOffset="3865">2069 2526 8112,'0'15'343,"0"0"1,0-1 0,2 5 130,6-4 0,-6 4 1,5-4-1,-4 4-270,-3 3 0,7 2 0,3 3 0,-1 4-457,1 3 1,5-7-1,-8 2 1,0-5 252,3-2 0,-8 9 0,8 3 0</inkml:trace>
  <inkml:trace contextRef="#ctx0" brushRef="#br0" timeOffset="4415">2243 1917 8067,'-7'-22'89,"0"0"0,-8 8 1,6-1 195,-4-2 1,6 8-1,-7 1-175,-3 6 1,5 12-1,0 4 1,-1 5-76,1 3 1,7 7 0,-2 3 0,5-1 27,2 1 0,0 4 0,0-7 1,2-2 38,5-3 0,3-10 1,7-2-1,-2-2 269,2-5 0,2-3 0,3-4-210,-1-5 0,1-5 0,-2-10 0,-6-2-188,-7-5 0,-4 4 0,-3-4 1,0 5-85,0 2 1,0 1-1,0-1 1,-3 0-717,-4 0 0,-5 3-1305,-10 4 2132,0-4 0,1 17 0,-1-8 0</inkml:trace>
  <inkml:trace contextRef="#ctx0" brushRef="#br0" timeOffset="4798">2396 1873 9133,'0'15'378,"0"-1"1,0 3-351,0 3 0,0 1 1,0 1-112,0 0 0,9 0 1,6-3-1,4-4-22,3-8 1,0 2 0,0-1-1,-1-3 180,1-3 0,0-9 1,0-3-1,-1-2-5,1-5 1,-2-2 0,-4-3 0,-3 0 79,-4 0 0,6 1 0,-8-1 0,0 0-82,3 0 1,-8 0-1,8-2 1,-3-2 114,1-3 1,1 0-1,-4 7 983,2 0-767,1 10 0,-11 5 1,-2 14-1,-4 7-141,-3 6 1,7 4-1,-2 5 1,4 5-423,3 0 0,0 4 0,0-9 0,0 1-263,0 1 0,0-7 0,3 3 1,4-8-357,7-4 0,6-8 0,1 5 0,4-2-1350,4-5 2133,-5-3 0,7-21 0,-9-6 0</inkml:trace>
  <inkml:trace contextRef="#ctx0" brushRef="#br0" timeOffset="4998">3114 1568 8067,'0'25'-1,"0"1"0,0 3 178,0-2 0,0 7 1,0 0-1,3 2 135,4 0 1,-5 0 0,8 8-1,-3 0-377,1-1 0,6-7 1,-4-2-1,-1-2-910,1-6 975,-3-11 0,3 4 0,2-7 0</inkml:trace>
  <inkml:trace contextRef="#ctx0" brushRef="#br0" timeOffset="5165">2962 1786 8007,'-12'0'622,"7"0"1,17 0 0,12 0-270,8 0 1,4 0-1,8 0 1,-1-2-151,1-6-203,9 6 0,-7-17 0,7 7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6:39.9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480 545 8267,'-22'0'0,"0"2"0,0 5 421,0 8 1,1 4-1,-1 5 1,3 3-371,4 2 1,3 10 0,7-3 0,-2 5-74,2 3 1,10-3 0,5-5 0,4-7-59,10-5 0,-2-12 0,9-4 1,1-8 187,4-8 0,3-6 0,0-18 1,-3-11 81,3-13 0,-1-7 1,-1 0-1,-8 3-51,-5 2 0,-12 2 0,-5-4 0,-4 4-73,-3 3 1,-20 9-1,-11 10 1,-15 5-167,-12 10 0,-15 0 0,-4 11 0,-1 4 16,6 1 1,6 6 0,8 1 0,8 9-2177,4 6 2260,12-2 0,2 24 0,11-7 0</inkml:trace>
  <inkml:trace contextRef="#ctx0" brushRef="#br0" timeOffset="783">1242 610 8115,'-22'-12'-56,"0"5"43,0 4 0,1 3 0,1 3 0,3 4 293,3 7 0,7 8 1,-6 7-1,1 7-132,0 6 0,7-1 0,-2-3 0,5-1 30,2 1 1,2-6 0,3-3 0,5-5 118,2-2 0,2-10 0,8-5 1,0-4-3,0-3 0,-1-10 1,1-7-1,0-7-107,0-5 1,0-10 0,-3 5 0,-5-2-188,-6 0 1,-3 7-1,-1-8 1,4 1-329,-4 2 1,-1 3 0,-3 9-1,0 0-834,0 0 1,-3-4 0,-1 2 1160,-4 4 0,-9 3 0,5-4 0</inkml:trace>
  <inkml:trace contextRef="#ctx0" brushRef="#br0" timeOffset="1250">1307 588 8115,'0'22'288,"0"0"1,0-1-1,0 1-100,0 0 1,0 0-1,0 0 1,0-1 118,0 1 0,3 0 0,4 0-98,7-1 0,6-8 0,4-6 0,2-5-111,3-2 0,8 0 0,-8-2 0,0-5-292,2-8 1,-6 1 0,6-6 0,-4-4-24,-6 0 0,6 0 0,-15-1 0,0-1 61,-5-3 1,3 0 0,-3 7-10,-2 0 1,-2 0 307,-3 1 1,-3 9-1,-2 7 326,-2 10 1,0 7-1,7 9 1,0 1-141,0 0 0,-7 2 1,-1 3-1,3 2-477,3-3 0,4-1 0,6-4-205,6 1 0,6-7 0,1-3 0,1-3-449,0-4 1,0-12 0,0-10-1,-1-7 292,1-5 1,7-10 0,0 3 0,-2-5 509,-3-3 0,-2-7 0,-3-2 0,-2 0 0,-2 0 0,-8-5 0,5 4 0,-2 1 0,-6 0 0,-1 2 0,-3 10 526,0 5 1,0 9 0,0 22 46,0 20 1,-7 14-1,-1 17 1,3 2-180,3 3 0,2 9 1,0-2-1,0 5-250,0 3 0,0-1 0,0 0 1,0 3-384,0 5 1,2-8 0,3 0 0,5-11-1824,2-8 2062,3-13 0,6-1 0,1-10 0</inkml:trace>
  <inkml:trace contextRef="#ctx0" brushRef="#br0" timeOffset="1450">1743 392 9802,'24'-12'0,"5"5"197,7 4 1,8 1-1,7-3 1,9-2-497,10 2 1,0-5 0,13 1 0,1-1 298,1 0 0,7-7 0,-15 5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6:58.33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763 479 8139,'-29'-2'512,"0"-3"0,0-2-186,-2 2 1,6 3 0,-4 2-1,5 0-238,2 0 1,-7 2 0,0 3 0,3 5-100,1 2 0,11 2 0,2 8 1,2 0-18,5 0 1,3-1-1,4 1 93,6 0 0,4-10 0,12-5 1,5-4 34,7-3 0,5-12 1,3-8-1,-1-9 126,1-5 0,0-2 0,-3-10 0,-5-2-192,-7-3 1,-7 0 0,-8 7 0,-9 1-210,-10-1 1,-19 1 0,-17 2-1,-12 7-20,-10 12 1,0 0-1,-15 10 1,1 0-34,0 5 1,6 4 0,1 6-1,10 4-601,9 8 1,7 4 0,8 3 828,7-1 0,15 11 0,4 2 0</inkml:trace>
  <inkml:trace contextRef="#ctx0" brushRef="#br0" timeOffset="432">1090 436 8535,'0'14'1358,"2"1"-1058,5 2 1,-4 2-1,7 3 1,-3 0-125,0 0 0,8 7 0,-6 2 0,1 0-216,0 1 1,-1 4-1,-4-7 1,2-2-77,-2-3 0,-2-9 86,-3-1 0,0-11-68,0-3 1,0-10 0,0-12 0,2 0 113,5 0 1,-2 8-1,10-1 239,2-1 0,2-1 1,3 2-1,0 8-109,-1 4 1,1 3 0,0 3 0,0 4-235,-1 8 0,1 4 0,0 3-627,0-1 1,-8 1 0,-2 0 0,-2 0-820,-5 0 1534,-3-1 0,8 1 0,2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6:53.1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2047 9057,'-22'-9'1711,"7"6"-2058,1-4-493,9 5 840,-5 2 0,20 0 0,2 0 0</inkml:trace>
  <inkml:trace contextRef="#ctx0" brushRef="#br0" timeOffset="417">1307 1263 8074,'0'-33'340,"-10"-6"0,-4 10 0,-6 2 190,-1 3 0,-8 9 0,-3 3 0,-2 3-275,-5 4 0,-2 2 1,-5 8-1,-2 7-310,-3 10 1,0 14-1,10 3 1,5 7-225,7 5 1,5 0-1,4-8 1,6 1 134,7-1 0,7-9 0,7-5 1,10-7 160,9-7 0,8-6 0,10-14 0,-1-7 349,1-9 1,7-18 0,0-2 0,-3-10 51,-2-5 0,-10 8-1,-2-5 1,-2-1-81,-6-4 1,-11 3 0,-8-1 0,-7 3-275,-7 4 1,-15 3 0,-14 3 0,-6 2-227,-1 4 0,-10-1 1,-5 9-1,-5 0-150,-3-3 1,11 18-1,4-1 1,7 10-787,8 5 0,-3 10 0,13 7 1099,6 10 0,-1 6 0,9 11 0</inkml:trace>
  <inkml:trace contextRef="#ctx0" brushRef="#br0" timeOffset="2666">1808 588 8738,'9'22'251,"-6"2"0,7 5 0,-3 8-52,0 4 1,8 10 0,-8 2 0,0 2-242,3 6 0,-8-1 1,8 1-1,-3-5-135,0-3 1,1-12 0,-8-10 128,0 1 0,-10-18 36,-5 1 1,-1-13-1,-1-9 1,4-7-12,4-6 1,2-2 0,7-2 0,0-2-7,0-3 0,9 0 0,6 9 0,4 3 101,3 3 1,0 9 0,-1-2 0,1 4 120,0 3 0,2 3 0,3 1 1,2 9-104,-3 6 0,-1-2 0,-4 14 0,1-2-593,0 0 1,-3 0 0,-2-4 502,-2 4 0,-1 4 0,8 11 0</inkml:trace>
  <inkml:trace contextRef="#ctx0" brushRef="#br0" timeOffset="3231">2417 1176 9576,'0'22'597,"0"2"0,3 3-379,4 2 0,-4 2 1,6-4-1,-1 4-356,-1 3 0,7-7 0,-6 4 1,-1-2-1595,3 0 1732,-8 0 0,17-7 0,-7 0 0</inkml:trace>
  <inkml:trace contextRef="#ctx0" brushRef="#br0" timeOffset="3598">2613 392 7989,'-21'-7'0,"-1"0"39,0 2 1,0 3 0,1 2 123,-1 0 0,2 16 0,4 9 0,3 6 116,4 8 0,1 2 0,8 5 1,0 2-98,0 3 1,3-7 0,4-10-1,8-3-23,4-4 0,3 2 0,0-8 0,-1-8 74,1-9 0,7-4 1,0-4-1,-2-9-101,-3-8 0,-9-8 0,-3 2 0,-3-4-243,-4-3 0,5 5 1,-3-5-1,-4 2-204,-8 6 0,0-6 0,-10 3 1,1 0-322,2-2 1,-8 7-1,6-3 1,-3 8-1428,2 4 2063,-4 1 0,7 1 0,-10 4 0</inkml:trace>
  <inkml:trace contextRef="#ctx0" brushRef="#br0" timeOffset="3914">2657 414 8082,'15'0'-753,"-3"-2"1817,-3-6-763,8 6 0,-7-5 0,4 14 1,-6 8 89,-6 4 1,-2-2 0,3 2 0,1 5-224,4 1 1,-1 6-1,-5-2 1,3-2-197,2-3 0,8-2 0,-5-1-296,2 1 0,2-2-114,8-6 0,-3-7 0,-2-12 0,-5-4 196,-2-3 1,0-3 0,-5-7 0,2 1 169,-2-1 1,-3-2-1,1-3 1,1-2 27,4 2 1,-1 3 23,-7 2 77,0 1 0,0 11 0,0 10 146,0 12 0,0 7 1,0 3-1,0 2-121,0 5 0,7-4 0,0 4 0,1-5-299,1-2 1,-4-8-1,10 1 217,2 2 0,2-8 0,3 1 0</inkml:trace>
  <inkml:trace contextRef="#ctx0" brushRef="#br0" timeOffset="4114">3310 0 8082,'0'34'38,"0"7"0,0 8 145,0-1 1,8 5-1,-1 1 1,-2 1-106,-3 6 1,5-8 0,3-2 0,0-8-1267,-1-6 1188,8-6 0,-5-9 0,10 0 0</inkml:trace>
  <inkml:trace contextRef="#ctx0" brushRef="#br0" timeOffset="4297">3114 305 8082,'25'0'15,"4"0"1,-3 0-1,10 0 1,3 0 122,2 0 1,10 0 0,2 0 0,3 0-67,5 0 1,1 0 0,4 0 0,-3 0-73,-5 0 0,5-9 0,-8-4 0</inkml:trace>
  <inkml:trace contextRef="#ctx0" brushRef="#br0" timeOffset="4716">610 1917 8277,'10'12'582,"4"-3"1,15-9-1,12 0-306,15 0 1,29 0 0,-26 1-1,5-2 1,13 1 0,3-2-155,13-1 0,3-1 1,-26 2-1,2 0 1,2-1-1,6-2 1,3-1-1,0 0 1,0-1-1,1 1 1,-1-1-281,-2 1 1,0 0 0,-2 1-1,-3 2 1,-1 0 0,0 0 0,-3-1-1,0-1 1,-1 2 0,-4-1-1,0 1 1,0 0 112,30 0 0,-3 1 0,-19 1 1,-3 0-1,-5 0 0,-3 2 0,-12-1 1,-2 0-430,32 0 0,-9 0-662,-15 0 1,-29 0 1135,-29 9 0,-20 3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6:59.67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10468,'0'22'371,"0"0"1,2-1 0,3 4-216,2 4 1,8-5 0,-5 5-1,-1-5-559,1-2 0,0 0 0,-6-1 403,4 1 0,-1 0 0,-7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7:00.7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1564 7981,'0'-22'3203,"-10"0"-5584,8 10 2381,-8 3 0,20-1 0,2-2 0</inkml:trace>
  <inkml:trace contextRef="#ctx0" brushRef="#br0" timeOffset="466">1024 1107 7997,'0'-42'-114,"0"6"1,3-5 0,2 5 0,2-3 195,-2 3 1,-12 2 0,-8 10-1,-4-1 196,-3 6 1,-10 5-1,-1-1 1,-4 8-199,1 4 1,2 16 0,-5 6-1,5 10-111,3 5 0,-5 2 0,7 10 0,5 2-74,7 3 0,0 0 0,9-10 0,4-5 70,1-6 1,13-6-1,7-5 1,7-4 148,5-8 1,10-7 0,-3-7 0,8-10 38,6-10 1,-4-7 0,3-9 0,-8-3 27,-5-5 0,-12 2 0,1-9 0,-11-2 1,-4-3 1,-5-2 0,-13-1 0,-9 1-220,-9 0 1,-8 2-1,-12 2 1,-5 3-87,-7-2 1,-5 4 0,-2-2 0,2 2-242,5 8 0,5 9 0,9 25 0,0 9-1248,1 10 1612,-1 26 0,1 15 0,-1 19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6:59.9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0 218 7876,'0'15'987,"3"-1"-705,4 3 1,-5 5-1,8 4 1,-3 3-225,1-2 1,6-3-1,-4 1 1,-1 1-1251,1 3 1192,7 0 0,-5-7 0,10 0 0</inkml:trace>
  <inkml:trace contextRef="#ctx0" brushRef="#br0" timeOffset="150">44 44 7919,'-15'-12'-45,"1"5"1,9-6 0,-5 1-1</inkml:trace>
  <inkml:trace contextRef="#ctx0" brushRef="#br0" timeOffset="452">327 305 7993,'14'15'-1317,"-1"-1"1871,-4 3 1,6 3-1,-8 1-52,-2 1 1,0-10 0,-1-2-9,4 0 0,-1-10-95,-7 0 0,0-3 1,0-11-302,0-3 0,0-5 0,0-5-217,0-2 1,0 0 0,0 7 0,2 3 52,6 5 0,4 4 1,10 10 26,-1 0 1,1 0 0,0 2-1,0 6-96,-1 6 0,1 13 1,2 4-1,3 3 135,2 5 0,0 2 0,-7 2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7:05.3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653 327 8023,'-21'-7'0,"-1"-3"12,0-2 1,0 7 0,1-2 0,-1 5 212,0 2 0,0 2 1,0 5-1,1 8-40,-1 4 0,7 3 1,3 0-1,3 0 16,4-1 1,2 1 0,3 0-1,0 0-52,0 0 0,10-3 0,4-5 0,6-6 104,2-6 0,7-2 0,2-5 0,1-7-146,-1-10 1,-2-7 0,-7 0-1,0-7-228,-1-5 1,-9 5-1,-4 2 1,-6 0-3,-2 0 0,-17 0 0,-7-5 0,-7 5 148,-8 3 0,-10 2 1,-4 10-1,-2 2 93,-6 2 1,1 10 0,2-2 0,7 5-804,5 2 0,5 9 1,4 6 684,8 4 0,15 13 0,4 2 0</inkml:trace>
  <inkml:trace contextRef="#ctx0" brushRef="#br0" timeOffset="483">893 327 7999,'-22'-12'686,"8"-5"375,-1 10 0,8 2-739,-8 12 0,11 6 0,-1 8 0,7 1-128,5 0 1,10 0 0,-2-1 0,4 1-116,3 0 1,0-3 0,-1-2 0,1-5 59,0-2 1,0-3 0,0-7 0,-1 0-344,1 0 1,0-7-1,0-3 1,-3-4 139,-4-10 1,2 2-1,-8-10 1,1 3 118,0 0 1,-3 0-1,-7 8-221,0-1 0,0 10 0,-3 12 1,-1 17-1,-4 7 199,3 5 1,3 7 0,4-7-1,6-2 182,6-3 1,6-2-1,1 0 1,1-3 185,0-5 1,7-4 0,0-10 0,-2-2-42,-3-6 0,-2-6 1,-3-13-1,-5-4-319,-6-3 0,1 0 0,-1-5 0,-6 5-204,-7 3 0,-7-5 0,-10 7 0,1 2-783,-1 3 0,0 5 0,0 2-2541,0 2 3487,1 10 0,-1-4 0,0 9 0</inkml:trace>
  <inkml:trace contextRef="#ctx0" brushRef="#br0" timeOffset="733">1590 393 8760,'0'-10'628,"0"10"1,7 12 0,0 15 0,1 2-454,1-3 1,-6 6-1,6-1 1,-1 1-465,-1-1 1,7-2-1,-6-7 1,-1-3 288,3-4 0,2 4 0,9-7 0</inkml:trace>
  <inkml:trace contextRef="#ctx0" brushRef="#br0" timeOffset="867">1873 327 10006,'12'22'390,"7"10"1,-4 1-1,4 4-5,3-1 1,-3 8-386,-4 6 0,14 1 0,-5-7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7:02.9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639 436 8102,'0'29'-839,"0"2"0,0 3 1291,0 5 0,8 2 0,1 2 1,1 1-6,0 0 0,-1 6 1,-4 4-1,5-1-310,2 0 1,-5-2-1,5-10 1,-2-2-185,-5-3 1,0-12 0,0 0 27,2-7-24,0-12 0,-7-5 0,0-14 5,0-6 1,-2-1 0,-3-1 0,-2 0 34,2 0 0,2 0 0,3 1-104,0-1 0,10 2 0,2 4 0,3 3 14,-1 4 0,1 2 0,6 7 284,1 0 0,0 2 1,0 5-1,-3 8-106,-4 4 1,2 13 0,-8 1 0,1 4-294,0-1 1,-1 0-1,-4 5 1,2-2-1399,-2-3 1606,-2-9 0,-3 4 0,0-9 0</inkml:trace>
  <inkml:trace contextRef="#ctx0" brushRef="#br0" timeOffset="566">1227 1176 8102,'0'22'702,"0"0"-327,0-1 1,0 1 0,0 0 0,0 0-132,0-1 1,0 1-1,0 0 1,3 0-286,4 0 1,-2 2 0,9 2 40,3 3 0,3 0 0,2-7 0</inkml:trace>
  <inkml:trace contextRef="#ctx0" brushRef="#br0" timeOffset="850">1249 305 8128,'0'22'0,"0"2"72,0 5 0,3-2 1,1 9-1,4 0 132,-3-2 0,4 5 1,-1-8-1,-1 3-260,2 5 1,-6-8 0,4-2-1,-2-4-508,2-4 564,-4-9 0,16 8 0,-7-8 0</inkml:trace>
  <inkml:trace contextRef="#ctx0" brushRef="#br0" timeOffset="1267">1293 65 8128,'0'-14'606,"-3"2"-149,-4 2 1,5 0-1700,-6 3 1242,6 5 0,2-8 0,0 10 0</inkml:trace>
  <inkml:trace contextRef="#ctx0" brushRef="#br0" timeOffset="1601">1467 218 8128,'0'14'0,"0"1"0,0 2 210,0 2 0,7 3 0,1 0 0,-4 0 311,-1-1 1,4 1 0,3 0-1,-1 2 18,1 5 0,0-5 0,-5 5-450,2-4 1,3-6-1,-6-2 351,4-3-598,-1-9 1,-7-5 0,0-14-125,0-6 0,2-1 1,3-4-1,5-1-27,2-3 1,2 0-1,6 7 1,-3 3 230,-3 4 1,1-2 0,7 10 0,-1 2 153,1 3 1,-7 4 0,-1 8-1,1 11-95,-3 13 0,5 7 1,-8 5-1,1 5-704,0 7 0,-3-2 723,-7 2 0,0 0 0,0 7 0</inkml:trace>
  <inkml:trace contextRef="#ctx0" brushRef="#br0" timeOffset="2002">139 1808 8061,'-34'12'294,"-5"-3"1,10-9 236,2 0 1,18 0-160,16 0 1,17 0 0,29 0 0,15 0-142,17 0 0,-36 0 1,3 0-1,9 0 0,2 0 1,6 0-1,2-2-173,6-2 1,1 1-1,8 2 1,2-1-1,6-2 1,1-1-1,2 1 1,0 0-197,1 1 0,0-1 0,-1 0 0,-1 1 0,-3 2 0,-2 2 0,-7-1 0,-3 0 176,-9 0 1,-4 0-1,-14 0 1,-4 0-1,25 0 1,-17 0-247,-14 0 1,-30 2-1098,-14 5 1305,-10-4 0,-21 16 0,9-7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7:30.9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924 544 8198,'-12'-9'116,"-7"-1"0,4-7 1,-4 5 512,-3 2 0,0 3 0,1 7 0,-4 3-368,-4 4 0,5 15 0,-7 14 0,2 5-55,0 3 1,-8-1 0,8 1 0,5-1-71,7 1 0,8-1 1,9-2-1,0-4-248,0-8 0,9-15 1,8-6-1,10-11 89,9-11 1,8-13-1,4-21 1,3-8 208,-3-7 0,-2 3 0,-5-13 0,-4 5-46,-8 3 0,-8 0 1,-6 2-1,-8 5-241,-4 7 1,-23 5 0,-11 7-1,-15 8-221,-12 9 1,-12 15-1,-5-1 1,0 8-283,0 8 0,2 6 1,10 15-1,7 7 604,13 6 0,-1 1 0,10 1 0</inkml:trace>
  <inkml:trace contextRef="#ctx0" brushRef="#br0" timeOffset="1415">1512 544 7409,'10'-12'22,"-8"-7"636,6 4 0,-8 6 1,-8-1-384,-6 0 0,2 8 0,-3-5 0,-2 4-41,-2 3 0,4 8 0,1 1 0,-1 3-172,3 5 1,-5 3-1,8 4 1,-1 2-222,0 3 1,3 1 0,7-9 0,0 1 65,0 0 1,2-3 0,6-2-1,6-5 173,6-2 1,1-3 0,1-9 0,0-5 77,0-8 1,-1-4 0,-1-3 0,-6 0-100,-6 0 1,-6-7 0,-2 0 0,-2 3-310,-6 1 0,-4 4 0,-10-1 0,1 0-913,-1 0 1,-2 8 1162,-5-1 0,-5 1 0,-10-8 0</inkml:trace>
  <inkml:trace contextRef="#ctx0" brushRef="#br0" timeOffset="1750">1686 370 8195,'3'20'0,"2"-3"0,2-3 191,-2 3 1,-3-5 0,-2 3 0,0 2 181,0 2 0,0 3 0,0-1 0,0 1-192,0 0 1,8 0 0,1-3-1,1-2-93,0-2 1,6-3 0,-1 2-1,4-7-228,3-4 0,0-3 0,0 0 0,-1-3-35,1-4 1,-2-5 0,-3-10 0,-5 1-181,-3-1 0,6-7 0,-8 0 133,-2 2 1,-3 3 0,-2 2 0,0 0 199,0 1 1,0 6 0,0 1 404,0-3 1,-2 7-107,-5 3 0,4 7 0,-4 7 0,5 10 66,2 9 1,0-1 0,0 6 0,0-2-238,0 0 1,2 7 0,5-4 0,5-1-1841,0 1 1734,8-3 0,2-7 0,11-1 0</inkml:trace>
  <inkml:trace contextRef="#ctx0" brushRef="#br0" timeOffset="1934">2340 0 8228,'0'29'623,"0"0"1,0-2-323,0-3 1,0 0 0,0 5 0,2 5-119,5 0 1,6 7 0,6-5 0,-2 5-46,-3 3 1,1-3-139,7-5 0,-1 6 0,1-9 0</inkml:trace>
  <inkml:trace contextRef="#ctx0" brushRef="#br0" timeOffset="2117">2166 305 8228,'0'22'4,"2"-3"84,5-4 1,5-6-1,10-6 1,2 1 78,5 4 0,15-1 0,14-7 0,7 0-201,8 0 1,4-7 0,13-3 0,-1 0-416,-2 1 449,5-8 0,-24 5 0,7-10 0</inkml:trace>
  <inkml:trace contextRef="#ctx0" brushRef="#br0" timeOffset="2417">162 1394 8358,'-56'19'246,"6"-4"0,16-3-100,12-5 1,29-5 0,27 6 0,19-6 314,20-2 0,21 0 0,-40-1 0,1 0 0,7-2 0,2-2-71,6-1 0,3-2 1,9-6-1,3-1 1,-20 3-1,2 0 0,2 0 1,3-2-1,1 0 1,2 0-459,3 0 0,1-1 0,1 1 0,1 1 0,0 1 0,-1 1 0,-3-1 0,0 1 0,-1 0 0,-4 0 0,-1 0 0,-1 1 4,27-3 0,-3 0 0,-8 0 0,-3 1 1,-14 3-1,-5-1 0,-9 2 0,-3-1-297,25-5 0,-21 9 0,-20-3-173,-7 6 0,-17 12 0,-14 7 534,-18 9 0,-1-2 0,-11 8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7:33.81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785 1372 8197,'-24'15'-305,"-6"-1"0,-1-9 1,-8 3-1,5-4 1226,3 4 0,-5-4 1,4 11-1,1 2-582,-1 2 0,-4 10 0,7 3 1,2-1-112,3 1 1,12 4-1,5-5 1,7 1-225,7-1 1,8-9 0,14-10-1,7-2 38,5-5 0,3-13 0,-1-8 0,1-11 14,-1-9 1,-6-13-1,-4-2 1,-1 1-33,-5-4 1,-6 8 0,-4-4 0,-5 4-77,-2 2 0,-15 8 0,-17 2 0,-14 5-12,-12 10 0,-18 6 0,-13 13 0,-6 0-62,-2 0 0,9 0 1,8 3-1,10 4-2058,9 8 2184,5 4 0,2 3 0,1 0 0</inkml:trace>
  <inkml:trace contextRef="#ctx0" brushRef="#br0" timeOffset="1268">959 1089 8149,'0'22'0,"0"0"122,0 0 1,0-1-1,0 1 1,0 2 143,0 5 1,7-2 0,0 9 0,1 3-96,1 2 0,-4 3 0,7-1 1,0-2-247,1-4 0,-9-6 1,6-9-1,-3 0-187,1 0 225,-1-10 1,-10-12 0,-1-15-1,-4-4 175,3-3 1,3-2-1,2-3 1,0-2 20,0 3 1,2 4-1,3 5 1,5 2 29,2-2 0,3 8 0,6 1-83,1 6 0,0 4 0,0 6-165,-1 6 1,-1 8 0,-3 5-1,-5 4-315,-2 3 1,-1 0-1,-4 4 1,2-4 373,-2-2 0,7 7 0,0-6 0</inkml:trace>
  <inkml:trace contextRef="#ctx0" brushRef="#br0" timeOffset="1431">1460 1525 8170,'0'22'177,"0"-1"0,0 1 131,0 0 0,0 0 0,0 0 0,0-1-118,0 1 0,7 0 1,3 0-1,-1-1 61,1 1 1,0-7 0,-5-1-252,2 3 0,10 3 0,-5 1 0</inkml:trace>
  <inkml:trace contextRef="#ctx0" brushRef="#br0" timeOffset="1780">1590 915 8108,'-21'-10'189,"-1"-4"1,0 4-1,0 3-56,1 5 0,6 11 0,3 6 0,2 4 108,5 3 1,3 9 0,2 3 0,0 0-36,0-5 0,0 3 0,2-3 0,6-3 17,6-2 1,8-4-1,5-6 1,2-6 83,-3-6 1,6-2-1,-3-2 1,-3-6-184,-1-6 0,-11-6 0,-2-1 0,-2-1-144,-5 0 0,-3-7 0,-2 0 0,0 2-242,0 3 1,-7 2 0,-3 1 0,-2-1-407,-5 0 0,-2 8 1,-3 2-1,0-1 668,0 1 0,1 7 0,-1-4 0</inkml:trace>
  <inkml:trace contextRef="#ctx0" brushRef="#br0" timeOffset="2180">1830 893 8108,'12'-21'1741,"7"8"1,-16 6-1382,4 14 0,-12 6 0,-2 8 0,2 1-116,3 0 0,2 0 0,0-1-172,0 1 1,0 0 0,0 0 0,2-3-359,5-4 1,-2 2 0,10-10 0,2-2-120,2-3 1,3-2 0,0 0 81,-1 0 1,1-10 0,0-4 249,0-5 1,-3-3-1,-2-2 1,-5-3 11,-2-2 0,-3 0 0,-4 7 1,1 0 94,4 1 0,-1-1 0,-7 0 1052,0 0-911,0 10 1,0 5 0,0 14-1,0 8-98,0 4 0,0 10 0,0 0 0,0 0-314,0 3 1,0-8 0,2 5 0,3-5-632,2-2 0,10 0 0,-2-1 868,4 1 0,13-10 0,2-2 0</inkml:trace>
  <inkml:trace contextRef="#ctx0" brushRef="#br0" timeOffset="2364">2505 414 7679,'-10'12'1057,"8"8"0,-5-3-526,4 9 0,3 1 0,0 9 0,3 5-387,4 8 0,-2-3 0,7 7 1,0-2-701,0 0 0,-5 7 0,5-8 1,1-4 555,-1-7 0,-8 2 0,6-7 0</inkml:trace>
  <inkml:trace contextRef="#ctx0" brushRef="#br0" timeOffset="2514">2331 828 8342,'22'0'203,"9"0"0,5 0 0,6 0-509,1 0 0,1 7 1,-1 1 305,1-4 0,9 8 0,3 1 0</inkml:trace>
  <inkml:trace contextRef="#ctx0" brushRef="#br0" timeOffset="2833">3158 349 9229,'-12'-22'3240,"3"8"-1826,9-1 1,2 10-1099,5-2 0,5 5 1,13 2-1,1 0-489,3 0 1,10 2 0,-5 3-1,2 2-1063,0-2 1,1-3-1,4-2 1236,-5 0 0,5-9 0,-7-3 0</inkml:trace>
  <inkml:trace contextRef="#ctx0" brushRef="#br0" timeOffset="2982">3681 109 8183,'-29'-14'182,"0"-1"1,0 3-1,5-5 1,-3 5 872,-2 3 0,-10-1 1,3 5-1,-8-2-599,-6 2 0,4 3 0,-8 2 0,4 2-896,-1 5 0,0-2 0,10 7 440,5-2 0,-6 16 0,9-1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7:57.1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109 267 8132,'-22'-20'-1499,"2"3"2481,5 2 1,-2 8 280,9-8 0,-6 13-804,6 2 0,3 12 0,10 15 1,5 5-144,2 3 1,3-1 0,7 6 0,1-1-368,-1 8 0,7-10 0,1 7 0,-3-4-17,-2-6 1,-3 1 0,0-11 0,0 1 228,1-5 1,-1-13-1,0-2 149,0-10 0,-9-10 1,-4-14-1,-1-11 174,-1-9 1,1 0 0,-8-8-1,0 0-423,0 1 0,0 6 0,0-1 1,0 4-699,0 2 0,0 8 0,0 3-1031,0 2 1,2 12-459,5 13 0,-4 7 2126,4 7 0,6 15 0,-1 13 0</inkml:trace>
  <inkml:trace contextRef="#ctx0" brushRef="#br0" timeOffset="400">331 267 7447,'0'25'1209,"2"2"0,3 5-775,3 2 1,9-4-1,-2 7 1,7 0-170,7-2 1,-4 4 0,5-9-1,-6-6 206,-1-7 0,6 1 0,1-11 60,-3-2 0,-2-20 0,-6-9 0,-1-8-74,-4-8 0,-9-2 0,5-2 0,-2-1-320,-1 1 1,0-8-1,-7 0 1,0 6-696,0 6 0,0-2 0,0 8 0,3-1-5274,4 6 5832,-4 4 0,16 13 0,-6 2 0</inkml:trace>
  <inkml:trace contextRef="#ctx0" brushRef="#br0" timeOffset="801">863 556 6692,'-12'-10'402,"-5"5"551,9-10 0,1 0 0,7-7-568,0 0 1,10 0-1,5-1 1,4 1-393,4 0 0,-1 2 0,3 3 0,2 2-13,2-2 1,1 7 0,-8 3 0,0 4-147,0 3 1,-2 10 0,-3 5 0,-4 5-4,-3 2 0,-3 7 0,-7 3 1,0 1 220,0-1 0,-7 5 0,-3-8 0,0-2-144,0-2 1,-5-3 0,8 0-538,2 1 1,2-9 498,3 1 1,10-10 0,5 5 422,5 0 0,2-8 0,-2 8 524,-5 0 1,-6-5 0,-9 10-123,0 2 1,-9 3 0,-9 2-1,-6 0-349,-6 0 0,-17-2 0,3-3 1,-3-4-582,0-4 1,3 6 0,-3-7 0,0-3-540,3-3 774,4-2 0,18-20 0,0-4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7:58.7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1429 1044 8163,'-3'-22'1008,"-4"-1"0,2 9 0,-10 1 0,-2 3-531,-3 6 1,-2 4-1,-3 7 1,-2 8-130,-3 4 1,-2 14 0,5 4 0,-2 4-364,1 4 0,6-1 1,7-2-1,8-5-98,5-7 0,2-6 1,2-4-1,5-5 59,8-8 0,7-14 0,8-10 0,7-13 97,5-14 1,0-8-1,-5-10 1,-8 3 32,-4-3 1,-5 1-1,-5 2 1,-10 7-83,-10 5 1,-20 15 0,-19 7 0,-16 10-69,-11 6 1,-8 1 0,-7 11 0,4 4-316,8 8 0,8 5 0,7 2 0,7 0-2088,5 0 2477,22 0 0,-4 1 0,16-1 0</inkml:trace>
  <inkml:trace contextRef="#ctx0" brushRef="#br0" timeOffset="1683">1673 622 8361,'0'-22'466,"0"0"0,0 12 1,0 10-16,0 12 1,0 18 0,0 9-1,0 8-191,0 5 1,7 7 0,0-7-1,1 0-369,2 2 1,-5-7-1,7 5 1,-2-8-90,-5-7 0,5-5 0,-3-10 0,-2 0-573,-3 1 607,-2-11 0,0-5 1,0-14-1,0-8 138,0-5 1,0-2 0,0-2 0,0-4 197,0-1 0,0-1 0,3 11 0,2 1 187,2 3 0,11 11 0,-4-4-80,6 6 1,2 7 0,0 7-1,1 13-249,-1 7 0,0-3 0,0 8 0,0 3-288,1 2 0,-9 2 0,1-2 1,2-5-540,3-8 1,-5-4 796,0-3 0,0 1 0,7-1 0</inkml:trace>
  <inkml:trace contextRef="#ctx0" brushRef="#br0" timeOffset="1934">2250 1244 9763,'0'22'306,"0"-7"1,0-1-1,0 4-179,0 1 1,0 4-1,2-1 1,3 0-521,3 0 0,-1-7 0,-5 0 393,6 2 0,-6 3 0,8 2 0</inkml:trace>
  <inkml:trace contextRef="#ctx0" brushRef="#br0" timeOffset="2317">2205 445 8091,'-14'9'-521,"1"6"733,3 5 1,3 2 0,7 0-1,0 3 147,0 5 1,0-6-1,0 6 1,2-5-64,6-3 0,-3 0 0,10-2 0,2-6-67,3-6 1,9-6 0,1-4-168,-3-6 1,-5-4 0,-5-10 0,-4 0-50,-4 0 0,-1-8 1,-8 0-1,0 3-146,0 3 0,-10 1 0,-5 1-1041,-5 0 1,-2 0 1173,0 0 0,0-1 0,0 1 0</inkml:trace>
  <inkml:trace contextRef="#ctx0" brushRef="#br0" timeOffset="2685">2449 400 8474,'0'15'1815,"0"0"-1278,0 2 0,3 3 0,2 2 0,2 0-192,-2 0 0,5 1 0,0-1 1,2 0-296,6 0 1,1-2 0,3-5-1,3-5-323,5-1 1,-3-6 0,7 2 0,1-10-225,-1-10 0,-6-5 0,1-2 0,-7 0 68,-7 0 0,2 0 0,-9-1 1,-3 1 106,-3 0 0,-2 0 0,0 0 0,0-1 236,0 1 0,0 0 1,0 0 274,0 0 0,-2 9 122,-6 6 1,6 7-1,-6 7 1,6 8 111,2 5 1,-3 9-1,-1 4 1,-4-1-99,3 0 0,3 0 1,2-5-1,0 2-307,0-1 0,7-4 1,1-2-1,-1 1-716,3-1 0,-5-7 0,10-3 698,2-2 0,3 7 0,2-5 0</inkml:trace>
  <inkml:trace contextRef="#ctx0" brushRef="#br0" timeOffset="2869">3071 1 8092,'0'15'-102,"0"-1"1,0 4 517,0 1 0,0 4 0,0 1 0,0 6 8,0 7 1,10 5 0,2 2 0,3 3-526,0 5 0,-1-5 1,9 4-1,-1-6-538,0-8 1,-7-5 638,0-10 0,-1 0 0,9 0 0</inkml:trace>
  <inkml:trace contextRef="#ctx0" brushRef="#br0" timeOffset="3050">2871 356 9548,'22'2'122,"1"6"0,9-6 1,7 6-1,10-6-173,11-2 0,6 0 0,8 0 0,5 0 51,0 0 0,7-10 0,-7-2 0</inkml:trace>
  <inkml:trace contextRef="#ctx0" brushRef="#br0" timeOffset="3419">53 2020 8233,'-23'0'154,"1"0"1,15 8 217,14-1 0,30 1 1,40-8-1,-27-1 1,3-1-28,9-1 0,4-1 0,14-3 0,3-1 0,14-6 0,3-2 0,-24 4 0,1 0 0,2-1-106,5 0 0,2-1 0,1-1 0,4 1 1,2-1-1,1 0 0,4 1 0,1 0 1,0 0-1,-1 1 0,0 0 0,0 0-267,-1 0 1,1 0 0,-2 2 0,-9 1 0,-2 1 0,-1 1-1,-4-2 1,-2 1 0,-2 0 0,-6 2 0,-2 1 0,-1 0 83,25-3 0,-4 3 1,-9 3-1,-3 1 1,-9-2-1,-3 1 1,-8 1-1,-3 1-254,31 1 1,-28 0 0,-26 0-608,-6 0 0,-14 10 0,-10 5 0,-17 4-1932,-17 4 2737,-3-1 0,-18 10 0,11 2 0</inkml:trace>
  <inkml:trace contextRef="#ctx0" brushRef="#br0" timeOffset="3836">1406 2975 8544,'-22'-3'313,"0"-4"1,0 4 0,0-4 0,-1 5-399,1 2 1,0 0 0,0 0 0,0 0 401,-1 0 1,1 9-1,2 6 1,3 5 91,2 2 0,10 0 1,-2 1-1,5-1-320,2 0 1,0-7-1,2-3 1,5 0 167,8 1 1,5-8 0,2 0 0,3-10 77,4-10 1,-1-7 0,6-8 0,1-7-220,-1-5 0,-7-2 0,0-3 1,-7-2-296,-5-3 0,-10 0 0,0 8 0,-13 2-96,-14 5 1,-10 5 0,-15 12-1,-4 3-79,-9 2 0,-11 10 0,-6-2 0,1 7 18,-1 7 0,4 5 0,11 13 0,8 2-408,9 3 0,23 2 0,2-5 744,8 2 0,14 11 0,11-6 0</inkml:trace>
  <inkml:trace contextRef="#ctx0" brushRef="#br0" timeOffset="4600">1739 2442 8162,'0'22'179,"0"0"1,0 1-1,0 1 413,0 6 1,3-3-1,2 8 1,2-1-54,-2 1 1,7 2-1,1 7 1,1 3-187,1 5 0,-7-6 0,4 6 0,-2-7-468,-5-8 0,0-5 0,0-10-221,2 0 1,-2-12 144,-12-10 1,2-3-1,-8-14 1,3-5 55,6-5 1,1-3 0,3 8 0,0-3 156,0-4 0,0 12 0,0-6 0,3 6 249,4 5 1,-2-5-1,10 9 1,2 3 187,3 3 1,2 2 0,0 0 0,0 0 38,0 0 1,1 10-1,-1 4 1,0 6-373,0 2 0,-2 1 0,-3-1 0,-5 2-766,-2 6 0,5-5 0,-7 4 1,-1-4-1556,3-3 1,-8-7 2194,6 0 0,4-10 0,0 4 0</inkml:trace>
  <inkml:trace contextRef="#ctx0" brushRef="#br0" timeOffset="4834">2405 2930 8162,'0'23'423,"3"-1"1,4 0 0,-5 0 1,6 0-1,-3 1 179,2-1 0,-4 7 1,6 3-1,-1 0-478,-1 0 0,8 5 0,-8-7 0,-2-3-733,-2-2 1,-3-3 0,2-2 607,6-5 0,-6 4 0,8-6 0</inkml:trace>
  <inkml:trace contextRef="#ctx0" brushRef="#br0" timeOffset="5166">2405 2331 10066,'0'22'1113,"3"0"1,1 1-954,4-1 1,7 3-1,-5 2 1,-1 2-496,1-2 0,5-2 0,-5-3 0,0 0 335,0 1 0,7-1 0,-5 0 0</inkml:trace>
  <inkml:trace contextRef="#ctx0" brushRef="#br0" timeOffset="5317">2361 2065 8127,'-23'0'786,"1"0"-1442,10 0 1,5 0 655,14 0 0,5 10 0,10 2 0</inkml:trace>
  <inkml:trace contextRef="#ctx0" brushRef="#br0" timeOffset="5602">2716 2442 8127,'0'22'548,"0"0"162,0 1 1,0-9 0,0 1 960,0 3-1237,0-9 0,2-1 1,3-18-257,3-12 1,1 0-1,-4-8 1,5 3 519,3-3 0,1 6 0,9-6-180,-1 5 1,2 13 0,4 5-1,1 4-522,-2 3 1,5 3 0,0 4 0,0 10-385,0 10 1,-2 0 0,-8 10 0,0 0-2352,1-2 2739,-11 7 0,8-8 0,-8 11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8:07.0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90 2331 8179,'-10'-12'2187,"7"2"0,-4 10-1877,14 0 0,6 7 1,11 1-1,6-3-701,7-3 0,5-2 0,2 0 1,3 0-1823,5 0 2213,-5 0 0,7-10 0,-10-2 0</inkml:trace>
  <inkml:trace contextRef="#ctx0" brushRef="#br0" timeOffset="131">467 1932 8433,'-64'-8'0,"2"1"113,3 2 0,17 3 0,-2 2 1,-1 0-114,-4 0 0,2 0 0,-7 0 0</inkml:trace>
  <inkml:trace contextRef="#ctx0" brushRef="#br0" timeOffset="26829">1577 1222 8129,'-10'-13'521,"7"3"1,-14 15 0,10 8 0,2 11-357,2 8 0,3-2 0,0 7 0,0 2-160,0 3 0,0 10 0,0 0 0,0-5-371,0-8 1,3 3-1,2-7 1,4-1 365,4-4 0,2-6 0,7-1 0</inkml:trace>
  <inkml:trace contextRef="#ctx0" brushRef="#br0" timeOffset="27013">1776 1532 9519,'22'0'277,"1"0"1,1 0-1,3 0 1,6 0-340,1 0 0,-4 0 0,7-2 0,0-3 62,-3-3 0,8-9 0,-7 5 0</inkml:trace>
  <inkml:trace contextRef="#ctx0" brushRef="#br0" timeOffset="27515">2509 844 8062,'-3'-22'1444,"-4"0"-1161,4 10 1,-4 12-1,12 14 1,5 9 81,2 6 0,3 6 0,5 9 0,-3 0-161,-2 1 1,-8 7 0,5 2 0,-2 3-347,-5 4 0,5-4 0,-3 2 0,-2 0-106,-2-2 0,-3-10 0,-3-15 0,-2-5 46,-2-7 0,-8-10 1,5 2 179,-2-2 1,5-13 0,-6-11 0,3-6 46,6-2 0,1-1 1,3 1-30,0 0 1,10 2 0,5 6 0,2 4-29,-2 0 1,5 7 0,-6-4-1,6 7-4,2 7 0,5-2 1,1 10-1,-6 2-233,-3 3 1,6 2-1,-10 3 1,2 2-556,-2 3 0,2-1 824,-9-7 0,9 1 0,-5-1 0</inkml:trace>
  <inkml:trace contextRef="#ctx0" brushRef="#br0" timeOffset="28079">3064 1488 8044,'0'22'51,"0"0"0,0 0 0,0 1 0,0-1 291,0 0 0,0 10 1,0 3-1,2-1-604,5-4 1,-4 2-1,4-3-447,-4-2 709,-3-2 0,10-3 0,2 1 0</inkml:trace>
  <inkml:trace contextRef="#ctx0" brushRef="#br0" timeOffset="28630">3130 622 8406,'-22'3'682,"2"4"-578,5 8 1,6 5-1,6 4 1,-2 3-101,-2 3 1,-1 0 0,8-8 0,0 0 156,0 0 1,3-2 0,4-3 167,8-2 1,-3-10-1,3 0-78,2-10 1,-7-7 0,-2-11 0,-3 1-165,2 0 1,-5 0 0,6 0-1,-6-1-450,-2 1 0,-7 7 1,0 1-980,2-4 1,0 1 1341,-3 2 0,6-4 0,-8 6 0</inkml:trace>
  <inkml:trace contextRef="#ctx0" brushRef="#br0" timeOffset="28945">3241 622 8136,'0'15'-161,"0"0"1,0 0 909,0 7 0,0-7 1,0-1-184,0 4 0,0-6 1,3 0-389,4-2 1,-2 5-1,7-5-274,-2 2 0,7-7 0,-2 3-246,5-6 0,2-4 0,0-6 60,0-7 0,-7-4 0,0-4 0,0 1-48,-3 0 1,5-3 0,-7-2 0,0-2 332,0 2 0,0 4 0,-5 6 0,2 2 459,-2-2 0,-2 5-236,-3-3 1,0 12 0,0 3-116,0 13 1,0 7-1,0 2 1,0 0-301,0 0 1,2 0 0,3 0-1510,2 1 1698,11-11 0,-6 8 0,10-8 0</inkml:trace>
  <inkml:trace contextRef="#ctx0" brushRef="#br0" timeOffset="29145">3752 1 8242,'0'22'487,"2"3"0,3 4-110,2 8 0,11 8 1,-6 6-1,3 6-243,0 0 1,-1 7-1,9-5 1,-4 5-348,-4 3 1,2-13 0,-7-7-1254,3-8 1466,-9-11 0,6-6 0,-10-12 0</inkml:trace>
  <inkml:trace contextRef="#ctx0" brushRef="#br0" timeOffset="29312">3685 423 8136,'22'-3'24,"0"-4"1,10 4 0,5-4 0,8 4 204,7 3 0,2 0 0,7 0 0,-1 0-40,1 0 0,3-7 0,1 0 0,-6 2 236,-7 2-425,-15 3 0,4-10 0,-6-2 0</inkml:trace>
  <inkml:trace contextRef="#ctx0" brushRef="#br0" timeOffset="29745">1000 911 8051,'-23'37'-88,"1"0"0,0 0 1,2 10-1,3 4 503,2 9 0,10 6 0,-2 8 0,4 8-271,3 4 0,5 10 0,10 3 0,-2-49 1,4 1-235,1 2 0,3 0 0,6-4 0,3-2 0,1-1 0,2-3 0,3-5 1,2-2-193,0-4 0,3-3 1,3 0-1,3-3 0,4-4 1,-1 0-1</inkml:trace>
  <inkml:trace contextRef="#ctx0" brushRef="#br0" timeOffset="30099">4706 201 7797,'17'32'30,"5"5"0,-4 5 0,14 4 0,0 9 404,5 11 0,-5 3 0,-3 13 0,-6 4-346,-9 8 0,-8-39 0,-4 3 0,-5 6 0,-4 0 0,-3 3 0,-2 0-156,-4-1 0,-3-2 0,-2-4 1,-2-1-1,-1 0 0,-2 0 0,1-3 1,-1-1-66,1-2 0,0-2 1,-19 35-1,7-20 1,7-14-167,6-12 0,4-8 299,5-10 0,-5-10 0,8-2 0</inkml:trace>
  <inkml:trace contextRef="#ctx0" brushRef="#br0" timeOffset="31164">5350 644 8620,'0'23'305,"0"9"1,0 5 0,2 5-69,5 2 0,3 10 1,8 8-1,-6 7-154,-2 5 0,5 10 1,-8-8-1,-2-2-288,-3-7 0,-2-18 0,0-4 0,0-13-97,0-8 0,0-14 291,0-10 0,-7-2 0,-3-13 0,0-2-49,0-3 0,3-2 1,7-1-1,0 1 36,0 0 0,0 0 0,2 0 6,6 0 0,4 9 1,10 6 106,0 4 1,8 3 0,0 3 0,-3 2 92,-3 2 0,-1 10 0,-1 1 0,0 6-262,0 6 0,-2-1 0,-3-6 0,-4-1-638,-4 0 0,1 0 718,-2 0 0,-6-9 0,8-3 0</inkml:trace>
  <inkml:trace contextRef="#ctx0" brushRef="#br0" timeOffset="32012">5727 400 10281,'0'23'-191,"0"-1"1,0 0-1,0 0 1,0 0-360,0 1 550,10-1 0,-8 10 0,8 2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8:41.3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0 8749,'0'23'957,"0"-1"0,0 3 0,0 4-693,0 8 0,0-2 1,0 2-1,0 0-549,0-3 1,2 1-1,3-8 285,3 2 0,9 11 0,-5-6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8:40.3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45 534 7912,'-7'14'0,"-1"1"-122,3 2 0,-4-4 0,1 2 313,3 2 1,3-5 0,2 3 187,0 2 1,2 3-195,6 2 1,4-7-1,10-3 49,0-2 1,-7-3 0,0-9-124,2-5 1,-4 2-1,-1-10 1,-2-2-51,-5-3 0,-3-2 0,-2 0-44,0-1 0,0 1 0,0 0 0,-2 0-87,-6 0 0,6-1 0,-8 4 0,3 1-736,-1 4 1,-2 6-838,3-7 1643,4 1 0,-16 1 0,6 3 0</inkml:trace>
  <inkml:trace contextRef="#ctx0" brushRef="#br0" timeOffset="367">312 423 9731,'-13'22'386,"6"0"0,4 0-300,3 0 1,0-7-1,0 0 1,3 2-94,4 3 1,3-5-1,7-3-103,-2-2 0,0-3 0,7-7-239,0 0 1,1-2 0,-4-6 68,-4-6 1,2-6-1,-9-2 1,-1 0 169,3-1 0,-8 1 1,6 0-1,-3 2 83,2 5 1,-4-4 189,4 4 68,-5 5 0,-2 10 0,0 15-42,0 5 1,0 2-1,0 0 1,0 0-461,0 0 1,0 1 0,3-1 0,2 0-240,2 0 1,3-10 509,-2-4 0,4 4 0,10 1 0</inkml:trace>
  <inkml:trace contextRef="#ctx0" brushRef="#br0" timeOffset="550">778 1 8190,'0'25'0,"0"2"128,0 2 0,0 11 0,0-3 0,2 5 151,5 2 1,-2 0 0,8 1-1,-1-1-272,0 1 0,-4-8 1,4-3-1,0-2-909,1-5 0,-6-5 902,8-7 0,-10 5 0,5-8 0</inkml:trace>
  <inkml:trace contextRef="#ctx0" brushRef="#br0" timeOffset="733">556 289 8141,'22'-19'66,"0"4"1,0 5 241,0 0 0,11 8 0,3-6 0,6 6-118,3 2 0,7-8 0,2 1 0,0 2-389,0 3 0,-2 2 1,-10 0-1,-5 0 199,-7 0 0,-6 10 0,-2 2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8:46.6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132 133 8329,'-37'13'-95,"0"-6"1,12-2 0,3 2 356,12 8 1,22-3 0,23 1 0,29-3 134,27-5 1,-25-4 0,4 0 0,7-1-1,4 0 1,9-2 0,5-1-211,-26-1 1,3-1-1,1-1 1,7 1-1,2 0 1,3-2-1,10-3 1,4-3-1,0 1 1,-23 4-1,0 0 1,1 0-1,0 0-325,0 1 1,1 0 0,-1 1 0,-1-1 0,22-1 0,-1 1-1,-3 0 1,-13 1 0,-1 0 0,-2 1 0,-5 0 0,0 1-1,-2 0 280,28 0 0,-3-1 0,-12-3 0,-3 1 1,-9 3-1,-4 0 0,-10 2 0,-5 0 145,36-1 0,-25 3 0,-19 0 0,-13 0-432,-8 0 1,-14 10 0,-12 5 0,-20 4-1285,-20 4 0,-13-1 1429,-11 0 0,-1 10 0,1 3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8:44.1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923 333 7750,'-10'-12'457,"-5"4"1,3 6-458,-3 2 0,0 0 0,-7 0 0</inkml:trace>
  <inkml:trace contextRef="#ctx0" brushRef="#br0" timeOffset="599">990 422 8225,'-15'-15'364,"0"3"-52,-2 2 0,-3 2 1,-2 8-1,0 0-20,-1 0 0,-1 3 0,-3 4 0,-5 10-20,-3 11 0,6 4 0,-6 10 1,3-1-169,5 6 0,2 5 0,3 0 1,2 5-299,5-1 0,6-1 0,9-11 0,2-2 75,5-5 0,8-8 0,15-14 0,7-10 193,5-10 1,-5-10 0,0-14 0,2-8 138,3-5 1,0-2 0,-3-3 0,-4-3-114,-3-1 1,-5-9-1,-10 6 1,-4 0-88,-3 0 0,-5-5 1,-13 4-1,-9 1-184,-10 0 1,-10 2-1,-13 10 1,-4 5-137,-2 7 0,-11 1 0,-7 7 0,0 9 112,-2 8 1,4 8-1,-7 7 1,3 12-17,4 12 1,13 8-1,10 3 1,12-1-304,14 1 1,4-1 0,14 0 513,7 1 0,8-11 0,12-2 0</inkml:trace>
  <inkml:trace contextRef="#ctx0" brushRef="#br0" timeOffset="1316">1234 0 8035,'0'22'-25,"2"0"1,3 3-1,5 5 661,2 7 1,-4 7 0,7 8 0,-1 7-111,-1 5 1,6 13 0,-4 4 0,2 3-422,-2-3 0,3-4 0,-11-13 0,-2-8-112,-3-11-105,8-1 0,-10-29 0,3-3 0,-8-14 1,0-13 0,-5-12 0,3-3 0,2 1-140,2-3 0,3 5 1,0-8-1,0 3 75,0 5 0,8 2 0,1 3 1,1 0 440,0 0 1,7 9 0,-2 6-41,5 4 0,2 3 0,0 3 0,0 4-164,1 8 1,-4 5-1,-1 5 1,-4 2-467,4 2 1,-6 3 0,0-5-1,-2 3-600,-5-3 0,5-2 1,-3-3 1004,-2 0 0,8 0 0,-1 1 0</inkml:trace>
  <inkml:trace contextRef="#ctx0" brushRef="#br0" timeOffset="1482">1811 688 11725,'2'22'384,"6"0"1,-3 8 0,7 0 0,0-1-611,1 3 1,-6-5-1,5 8 1,1-1-1134,-1 1 1,-5-8 1358,8 3 0,0-6 0,7-1 0</inkml:trace>
  <inkml:trace contextRef="#ctx0" brushRef="#br0" timeOffset="1699">1833 89 8243,'-15'0'1067,"3"-3"751,2-4-3129,3 4 385,7-6 0,2 16 926,5 0 0,6 1 0,9-8 0</inkml:trace>
  <inkml:trace contextRef="#ctx0" brushRef="#br0" timeOffset="2016">2011 111 8243,'0'22'284,"0"0"0,0 1 226,0-1 0,7 0 0,3 0 0,0 0-194,0 1 0,4-1 1,-6 0-1,-1 0-227,3 0 0,-8-7 0,8-3 0,-2 1 639,-1-1-622,1-7 0,-8-5 1,0-15-1,0-4-187,0-4 1,0-6-1,2-3 1,3 0-132,2 0 0,11-5 0,-4 7 0,6 3 200,2 2 1,-4 10 0,1 3 0,6 2 48,0 5 0,2 3 0,0 4 1,2 6-212,-1 6 0,1 9 0,-4 4 0,-5 5-436,-1 2 1,-1-4 0,-4 4 609,-6-1 0,4 6 0,0-4 0</inkml:trace>
  <inkml:trace contextRef="#ctx0" brushRef="#br0" timeOffset="2985">1833 333 8281,'-12'-10'412,"-1"8"775,6-6-238,4 6-699,-6 2 0,11 2 0,3 6 1,5 6-2,2 6 1,-4-5-1,4 0 1,0 2-2565,1 3 2315,1 2 0,9 0 0,-1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8:48.9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688 331 7573,'-15'0'522,"1"0"1,6 2 0,-7 3-238,-2 3 0,5 9 0,0-2 0,2 5 22,5 2 1,-5 7 0,2 3 0,4 1-200,1-1 0,3 0 0,3-8 1,1 1-62,4-5 0,9-13 1,-2 0-1,5-4-82,2-3 1,7-12-1,1-11 1,-5-11-70,-8-8 1,3-5-1,-8-2 1,0-3 103,-4 3 1,-6-1 0,-4 1-1,-6-3-34,-6 3 1,-16 5 0,-7 7-1,-7 7 44,-8 5 0,-5 13 0,-12 5 0,-2 7 11,-3 7 1,0 8 0,9 14 0,6 8-214,7 5 0,11 3 0,11-3 0,15-3 192,10-2 0,15 0 0,2 7 0</inkml:trace>
  <inkml:trace contextRef="#ctx0" brushRef="#br0" timeOffset="433">1043 198 8349,'-10'-15'1452,"-4"0"0,4 13-938,2 2 0,6 12 0,2 15 0,2 3-408,6-3 0,4 0 0,10 0 1,1 5-217,-1 3 0,2-8 1,4 3-1,1-6-22,-2-2 0,-2-9 0,-3-3 0,0-3 37,0 0 1,-2-2 0,-3-10-1,-4-7-16,-3-8 1,4 3-1,-6-13 1,-3 6 65,-3 2 1,-2-1 0,0 1 0,0 0 561,0 0 1,-2 9-260,-6 6 1,-1 14-1,-6 8 1,7 7-19,6 8 1,-6-3 0,1 8-1,2-1-43,3 1 0,9-8 0,3 2 0,2-6 196,6-9 1,4-4-1,5-10 1,2-2 8,-1-6 1,-4-11 0,-4-13 0,-3-3-260,-2-4 0,-10-3 1,2-3-1,-4 3-180,-3 5 0,0-4 0,-3 6 0,-4 1-893,-8 4 1,-5 8 0,1 4-1,1 6-1967,4 2 0,6 3 2897,-7 7 0,10 10 0,-4 2 0</inkml:trace>
  <inkml:trace contextRef="#ctx0" brushRef="#br0" timeOffset="668">1776 331 8343,'0'-12'1114,"2"19"0,3 15-724,3 3 0,6 2 1,-4 0-1,3 3-416,4-3 0,-5 5 0,0 0 0,1 0-699,-1 0 0,-5-2 0,8-6 725,3 6 0,1-5 0,3 7 0</inkml:trace>
  <inkml:trace contextRef="#ctx0" brushRef="#br0" timeOffset="817">2086 176 7723,'0'22'445,"0"0"0,0 0 0,0 3-106,0 4 0,3-1 1,2 11-1,5 5-443,2 6 0,0 2 104,3-8 0,5 0 0,-8 1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8:50.23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111 1017 8838,'-22'-22'1918,"10"7"-1145,4 0 1,8 10-1,10-2-234,12 5 0,0 2 0,10 0 1,1 0-628,4 0 0,7 2 0,5 3 0,3 2-561,-3-2 1,6-2-1,-1-3 1,0 0-1227,0 0 1875,-12-10 0,0-2 0,-7-11 0</inkml:trace>
  <inkml:trace contextRef="#ctx0" brushRef="#br0" timeOffset="149">688 551 8462,'-52'-7'424,"1"-1"0,6-6 0,8 6 0,-2 3-37,-3 3 1,-5 2-1,-2 0 1,-3 0-879,3 0 0,2 0 1,2 0-1,3 0 491,5 0 0,5 10 0,10 2 0</inkml:trace>
  <inkml:trace contextRef="#ctx0" brushRef="#br0" timeOffset="28181">1432 235 8189,'0'22'786,"0"0"1,3-3-107,4-4 1,-2 4 0,9-4-1,3 4-386,3 3 0,1 0 0,1-1 0,2 1-422,5 0 0,-4 0 0,6-1 0,-2 1-239,0 0 0,7-7 0,-7-3 367,-2-3 0,7 8 0,0-5 0</inkml:trace>
  <inkml:trace contextRef="#ctx0" brushRef="#br0" timeOffset="28548">1846 18 8133,'-2'-12'1444,"-3"7"-878,-3 10 1,-6 9-1,4 15 1,-2 10-128,-5 9 1,-2 8-1,-3 9 1,0 3-245,1 5 1,-8-3 0,-1 7-1,1-2-75,-2-5 1,9-12 0,-2-9 0,9-11-1546,6-9-812,-8-4 2237,14-13 0,3-12 0,13-12 0</inkml:trace>
  <inkml:trace contextRef="#ctx0" brushRef="#br0" timeOffset="28814">1977 431 9412,'-12'22'796,"4"0"0,-1 0 0,1 2 0,4 5-67,1 7 1,3 3 0,0 0-1,0-3-400,0 3 0,0 2 1,0 0-1,3-2-1085,4-3 0,-5-9 0,8 2 0,-3-5 756,0-2 0,10-1 0,-5 1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9:21.5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0 671 8403,'0'51'0,"0"0"-333,0-3 0,0 0 0,0 1 1,0 6 455,0 8 0,0 0 1,0 15-1,0 1 45,0 6 0,0-3 0,0 15 0,0-2-85,0-1 0,0-7 0,0-10 1,0-2 8,0-4 1,0-4 0,0-1 0,3-3-4,4-5 1,-5 2 0,6-7-1,-6 1 13,-2-1 0,3 0 1,1-5-1,4 6 59,-4 1 1,-1 3 0,-3 5 0,0-2-106,0-3 1,0 0 0,0 7 0,2 1-64,6-1 0,-6 0 0,5-2 0,-4-2-4,-3-3 1,0 0-1,2 7 1,3-2 22,2-5 1,3 3 0,-5-11-1,2-1 21,-2-3 1,4-3-1,-1 1 1,-3-1 34,-3 1 0,5 0 0,1-1 0,-4 1-95,-1-1 0,4-6 0,0-1 0,-2 3-6,-2 2 0,-3-7 1,0-3-1,0-2 22,0 0 0,0 7 1,0-4-1,0-1-31,0 1 0,2 6 0,3 1 1,2 7-23,-2 5 1,0 2 0,0-4 0,2 1 11,-2-1 1,4 4 0,-1-2 0,-4-3 147,-1-2 1,-1-5 0,3-2-1,2-3-9,-2 3 1,-2 0-1,-3-1 1,0-4-26,0-2 0,0 6 0,0-4 1,0 0 25,0-5 0,0 3 0,0-1 0,0 1-72,0-1 1,7 5 0,0-7-1,-2 0-31,-3 3 1,-2-1 0,0 8 0,0-5 10,0-3 1,0 8-1,0-3 1,0 3-38,0-3 0,0 6 0,0-6 1,0 3 59,0-3 1,0 5-1,0-7 1,0 0-11,0-5 1,0 2 0,0-2 0,0-2-21,0-3 0,0-2 0,0 0 0,0-1-7,0 1 1,0 0-1,0 0 1,0 0 39,0-1 1,0 1 0,0 0 0,0 0-40,0-1 0,0 8 0,0 0 0,0 0-87,0 3 0,3-5 0,2 6 1,2-1 73,-2-5 1,-3 4 0,-2 0 0,0 3 22,0 5 0,0-5 0,0 0 0,0-3 30,0-4 1,0 4 0,0-2 0,0 0-40,0 3 1,0-6-1,0 8 1,0 0 111,0 0 0,0-7 0,0 2 1,0-3-83,0 3 1,0-4-1,0 4 1,0-5-5,0-2 1,0-1-1,0 4 1,0 1 27,0 3 0,0 0 0,0-5 1,0 3-95,0 2 0,0 7 0,0-4 0,0-1 38,0 1 0,0-3 0,0-5 0,0 3-24,0 2 1,0 0-1,0-8 1,0 4 70,0 4 0,3-5 0,1 7 0,4-2 58,-3 0 1,-3 3 0,-2-3 0,0 5-5,0 0 0,0 4 0,0-6 0,0 2 33,0 4 1,0 3 0,0 1 0,-2-4-29,-6-1 1,6-1 0,-5 7 0,2-1-4,-2-6 1,4-5 0,-4-9-349,4 0-668,-6 0 0,9-10 180,0-5 0,2-5 751,13-2 0,-1-9 0,8-3 0</inkml:trace>
  <inkml:trace contextRef="#ctx0" brushRef="#br0" timeOffset="1001">884-1025 8092,'-22'8'113,"0"-1"1,3 2 0,2-1 0,3 6 124,-3 6 0,5 11 1,-3 5-1,1 8-232,1 7 0,4 2 0,9 7 1,0-4-22,0-3 1,2-4-1,5-15 1,8-13 250,4-11 1,10-10-1,0-7 1,0-10 130,3-10 1,-8-14 0,5-12-1,-5 0-114,-2-1 1,-7-6-1,-3 2 1,-3-3-270,-4 3 0,-10 5 0,-7 9 0,-5 1-114,-7-1 1,-12 3 0,0 5 0,-8 7-142,-7 5 0,13 9 0,-6 3 0,3 2-858,0 6 0,7 4 1129,5 7 0,5 15 0,2 11 0</inkml:trace>
  <inkml:trace contextRef="#ctx0" brushRef="#br0" timeOffset="1333">1036-1264 8979,'13'0'1088,"-1"0"1,-8 2 0,4 5-782,-3 8 1,-3 4-1,-2 5 1,0 3-210,0 2 0,2 17 0,3-2 0,3 4-299,-4 5 1,6-7 0,0 7 0,-1-4-91,1-6 1,7 3 0,-2-17 0,4-2 346,3-3 1,-1-4 0,4-6 0,1-7 188,3-4 0,8-3 0,-6 0 0,3-3-136,5-4 1,-6 2 0,4-7 0,-1 0-358,-2 0 1,5 5 0,-10-5 0,-3 2-1380,-1 5 1,-4-5 1626,1 3 0,-10 0 0,-2 7 0</inkml:trace>
  <inkml:trace contextRef="#ctx0" brushRef="#br0" timeOffset="1600">492 21 10814,'31'0'0,"8"-3"415,10-4 0,18 2 0,20-10 0,-37 8 0,2 0-192,4 1 1,2 0 0,1-4 0,0 1 0,4 2-1,0 1 1,-2-1 0,-1 0-65,0-1 1,-1 1 0,-4 4 0,-1-1 0,42-8 0,-9 2-303,-16 6 1,-23 1 0,-21 6-1187,-10 4 0,-10-2 1329,-14 9 0,-5 1 0,-10 6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9:24.27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501 348 8236,'-21'0'408,"6"0"1,1 0-158,-3 0 1,-3 10-1,-1 7 1,1 10-133,6 9 1,-3 5 0,10 3 0,2-1-174,2 1 1,3-1-1,0-2 1,3-4-21,4-8 1,7-12 0,13-5 0,2-5 16,-2-9 0,4-18 0,-2-18 1,-2-8 9,-3-5 0,-5-7 0,-4 5 0,-8-1-14,-4 1 1,-3 0 0,-3 4-1,-4 1 21,-8 7 0,-14-3 1,-9 11-1,-8-4 30,-5 1 1,-7 12 0,7 0 0,3 9-77,2 5 1,2 3-1,3 7 1,5 2-295,7 6 1,14 4 379,8 10 0,-5 9 0,0 3 0</inkml:trace>
  <inkml:trace contextRef="#ctx0" brushRef="#br0" timeOffset="463">632 348 8429,'0'15'490,"0"0"1,0-1-1,0 8 1,0 2-321,0 5 0,0-2 0,3 7 0,4-1-71,7 1 1,-2-7 0,3 2 0,2-5-298,2-2 0,3-10 0,0-5 31,0-4 0,-1-13 0,1-7 0,-3-7 79,-4-5 1,-3-10 0,-7 5 0,2 0 298,-2 5 0,-3 5 0,-2 2 17,0 1 0,0 11 1,0 10-103,0 12 1,0 10 0,0 4 0,0 6 23,0 2 1,0 0 0,0 4 0,0-4 82,0-2 1,10-3 0,5-10 0,4-4 92,3-8 1,7-7-1,2-10 1,1-9-23,-1-8 0,-4-12 0,-10 3 0,-5-5-137,-2-3 0,-3 3 0,-7 3 0,0 4-373,0 2 0,-3-4 1,-4 7-1,-5 2-964,0 3 0,-5 10 1,7 2-2361,-2 2 3530,-2 3 0,2 16 0,2 3 0</inkml:trace>
  <inkml:trace contextRef="#ctx0" brushRef="#br0" timeOffset="748">1416 501 9326,'0'14'1002,"0"1"1,0 2-774,0 2 0,3 5 0,1 3 0,4 5-304,-4 1 1,6 1-1,0 3 1,-1-8-564,1-5 1,5-2-1,-8-1 1,0-1 637,3-6 0,2 6 0,10-8 0</inkml:trace>
  <inkml:trace contextRef="#ctx0" brushRef="#br0" timeOffset="897">1612 479 7446,'0'22'345,"0"-8"1,0 1 0,0 2-128,0 2 0,0 3 1,0 0-1,2 0-134,6-1 0,-6 8 0,8 0 1,-3 0-85,0 3 0,10-8 0,-5 8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9:25.61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2030 8053,'-3'-12'3516,"-4"5"-2251,5 4 0,2 3-837,14 0 1,6 0 0,1 0-906,1 0 1,0 0 0,0 0-1,-1 3-1411,1 4 0,0-4 1888,0 4 0,-1-5 0,1-2 0</inkml:trace>
  <inkml:trace contextRef="#ctx0" brushRef="#br0" timeOffset="216">502 1704 8053,'-22'-3'-69,"0"-4"1,0 4 0,0-4 0,-2 5 315,-5 2 1,5 0 0,-7-3 0,2-1 212,0-4 1,-10 1 0,5 7 0,0 0-389,5 0 1,5-2 0,2-3-1,0-2-72,1 2 0,8-7 0,4-1 0</inkml:trace>
  <inkml:trace contextRef="#ctx0" brushRef="#br0" timeOffset="3483">1351 1072 9649,'0'22'1291,"2"0"1,3-1-1110,2 1 0,10 2 0,-2 3 1,4 2-199,3-2 0,0-3 0,0-5 0,-1-2-1139,1-2 1,0-3 0,0 5 1154,-1-3 0,1-9 0,0 5 0</inkml:trace>
  <inkml:trace contextRef="#ctx0" brushRef="#br0" timeOffset="3666">1699 1072 8262,'-7'15'0,"-3"-1"153,-2 3 0,7 5 0,-4 7 1,1 7 392,1 5 0,-2 10 0,4 5 0,-5 7-44,-2 12 0,0 2 0,-5 5 0,5 3-412,2-3 1,0-2 0,6-2 0,-4-11-1117,4-6 0,1-22-1266,3-3 2292,0-19 0,10-17 0,2-12 0</inkml:trace>
  <inkml:trace contextRef="#ctx0" brushRef="#br0" timeOffset="4001">1961 898 8037,'0'22'710,"0"-1"-283,0 1 1,0 2 0,0 3 0,0 4-243,0 3 1,0 3 0,0 9 0,0 2-596,0 3 1,0 0 0,0-10 0,0-3-658,0-1 1067,0-20 0,0 12 0,0-17 0</inkml:trace>
  <inkml:trace contextRef="#ctx0" brushRef="#br0" timeOffset="4250">1808 615 8058,'0'-22'93,"10"0"1,4 3 185,6 4 0,-6-2 0,1 10 0,2 2 13,2 3 0,10 9 0,0 3 0,0 2-210,3 5 1,-11 2 0,4 3 0,-8 0-150,-1 0 0,-6 2 0,-3 2 0,-4 3-186,-3-2 0,-10 0 0,-4-1 0,-6 3-234,-2-2 0,-7-3 0,0-2 0,0 0-1078,-2-1 1565,7 1 0,-8-10 0,11-2 0</inkml:trace>
  <inkml:trace contextRef="#ctx0" brushRef="#br0" timeOffset="4483">2178 963 8058,'0'22'84,"0"0"492,0 0 1,0-8 1251,0 1-1473,0-11 1,0-4 0,0-14 0,0-5-128,0-3 1,0-7 0,0-3 0,0-2-319,0-4 1,0 6 0,0 1 0,0 2-658,0 0 1,0 0 0,0 7 0,3 0-747,4 0 0,3 8 1493,4-1 0,6 1 0,-8-8 0</inkml:trace>
  <inkml:trace contextRef="#ctx0" brushRef="#br0" timeOffset="5131">2353 811 8058,'0'22'-234,"0"-8"0,0 1 548,0 1 0,0-3 0,2-1 95,5-3 0,-2-1 0,10-8-182,2 0 0,2 0 1,3-3-1,-3-4-189,-4-8 0,4-4 0,-7-3 0,3 1-118,-1-1 0,-9-2 1,2-3-1,-4-2 189,-3 2 1,0 3 0,0 2 400,0 1 1,-10 8 0,-5 6-62,-4 5 0,5 2 0,-1 2 0,-2 5-303,-2 8 1,4 4 0,3 3 0,2 0-288,6 0 0,1-1 1,3 1-1,0 0-289,0 0 0,10-3 0,4-2 0,8-5-424,7-2 0,-2 4 0,9-6 0,3-4 259,2-1 1,2-13 0,1-4 0,0-6 594,-1-1 0,-7-4 0,-4-1 0,-6-3-101,-6 2 0,-6 0 1,1 1-1,-8-3 208,-4 2 1,-6 3 0,-4 2 0,-8 3 576,-4 4 1,-3 3 0,0 7 75,1-2 0,-1 0 0,0 9-484,0 6 1,8 6-1,2 13 1,2 2-243,5-3 1,3 6-1,2-1 1,0 1-323,0-1 0,2-2 1,3-7-1,5-3-15,2-4 0,2-3 0,11-7 1,1 2-17,3-2 0,0-12 0,-7-8 0,0-7-9,0-7 1,-1 3 0,-1-11-1,-6 1 159,-7 2 0,3-7 0,-3 5 1,-2-8 45,-2-7 1,-3 3-1,-3-8 1,-2 1 22,-2-1 1,-10 0 0,5-2-1,0 10 100,5 9 0,-3 8 0,3 14 230,2 10 1,3 11-1,2 28 1,0 11 309,0 13 0,0 14 0,0 5 0,2 0-223,5 0 1,-2 0-1,7-7 1,0 0-401,0-5 0,-4-12 0,4-1 83,-3-4 0,8-2 0,-5-1 0</inkml:trace>
  <inkml:trace contextRef="#ctx0" brushRef="#br0" timeOffset="5831">2810 1660 8027,'2'12'1002,"6"-5"0,6-4 0,13-3 0,2 0-1142,-3 0 0,6 0 0,-1 0 0,1 0-1045,-1 0 1,-2-7 1184,-7-1 0,9-9 0,3 5 0</inkml:trace>
  <inkml:trace contextRef="#ctx0" brushRef="#br0" timeOffset="6481">937 767 8262,'-19'10'0,"2"2"0,2 2-174,-2 1 0,0 7 0,-2 12 0,2 7 621,0 12 0,-7 10 0,12 12 1,-3 12-226,7-38 0,2 1 0,3 6 1,1 2-1,-2 2 0,1 1 1,2 1-1,2 2-292,2 2 1,1 1 0,1 2-1,2 0 1,4-1 0,2-1-1,2 0 1,2-1-309,3-4 1,3-3-1,2-7 1,4-4 0,36 22 377,0-10 0,10-7 0,3-9 0</inkml:trace>
  <inkml:trace contextRef="#ctx0" brushRef="#br0" timeOffset="6847">3812 157 8130,'21'-12'0,"1"5"189,0 5 1,2 11-1,3 8 1,4 12 48,3 15 1,-5 19-1,5 21 1,-18-35-1,-1 2-39,0 6 1,-3 2 0,0 6 0,-2 3-1,-2 3 1,-2 1 0,-2 1 0,-3 1-238,-2 3 1,-3 1-1,-1 2 1,-4 0 0,-5-1-1,-4-1 1,-1 1-1,-3-1 33,-1-2 0,-2-2 1,-1-7-1,-1-3 1,3-8-1,-1-3 1,1-5-1,0-2-753,-17 37 1,-3-13-1,10-17 758,0-10 0,8-9 0,4-5 0,-5-9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9:33.9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65 8147,'0'15'20,"0"0"-49,0 1 0,7-3-234,1 1 0,9 1-47,-3 6 0,6 1 0,1-3-483,1-4 793,-10-5 0,8-1 0,-8 3 0</inkml:trace>
  <inkml:trace contextRef="#ctx0" brushRef="#br0" timeOffset="351">44 87 8147,'-22'-9'1648,"10"6"-1235,2-7 0,20 20 0,2 5 0,3 4-149,-1 3 0,1 0 0,7-1 0,-1 1-242,1 0 1,0 0-1,0-1 1,-1 1-532,1 0 1,0-3 0,0-2 0,0-5 508,-1-2 0,1 7 0,0-5 0</inkml:trace>
  <inkml:trace contextRef="#ctx0" brushRef="#br0" timeOffset="550">436 0 8145,'-22'10'459,"8"2"0,2 10 0,2-1-18,5 1 1,3 10 0,2 6-1,0 11 48,0 9 1,0 7 0,0 5 0,0 5-573,0 3 1,0-6-1,0 6 1,0-6-1135,0-9 1,0-17 0,0-17 1216,0-4 0,0-13 0,0-3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9:36.24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1133 8183,'0'21'152,"0"1"1,0-5 0,3 2 0,2 6 89,2-1 0,3 7 1,-6 1-1,6 2-455,2 4 0,-5 3 1,5 3-1,1-3-1354,-1-5 1567,-7 6 0,14-18 0,-7 7 0</inkml:trace>
  <inkml:trace contextRef="#ctx0" brushRef="#br0" timeOffset="234">1 937 8183,'22'-15'0,"-1"3"-62,1 2 1,0 3 0,0 7-1,-1 0 296,1 0 1,0 10-1,0 4 1,0 6 312,-1 1 0,1 1 1,-3 0-1,-2 0-590,-2 0 1,-10-1 0,2 1 0,-5 0-189,-2 0 0,-9-1 0,-6 1 0,-4 0-279,-3 0 1,-7-3 0,0-2 509,2-2 0,-6-1 0,-1 8 0</inkml:trace>
  <inkml:trace contextRef="#ctx0" brushRef="#br0" timeOffset="500">349 1111 8183,'0'22'111,"3"-1"197,4 1 0,-5 0 1,6 0-55,-6 0 1,-2-1-1,0 1 90,0 0 0,-2-10-157,-6-5 1,-1-7-1,-6-9 1,8-11-121,4-6 0,-4-13 0,0 5 1,2-2-234,3-1 0,4 3 0,3-4 0,5 1-379,2-1 1,0 6 0,5 3 0,-3 8-604,3 6 0,3-2 1148,1 10 0,1-10 0,0 5 0</inkml:trace>
  <inkml:trace contextRef="#ctx0" brushRef="#br0" timeOffset="786">589 1111 8183,'0'14'335,"0"1"1,0-8-13,0 8 0,2-11 19,5 4 0,-2-6-352,10-2 1,-1-7-1,6-3 1,-3-2-5,-3-5 1,-7-2 0,5-3 0,1 0-32,-1 1 1,-8-1-1,4 0 300,-6 0 1,-2 0 170,0 1 0,-10 9 0,-4 7-111,-5 10 1,-3 7 0,2 9 0,4 4-303,1 4 0,10-3 0,-2 8 0,4 0-535,3 0 0,0-5 0,0 5 0,3-3-1078,4-4 0,13-13 1600,9-6 0,9-6 0,-4-2 0</inkml:trace>
  <inkml:trace contextRef="#ctx0" brushRef="#br0" timeOffset="1135">1024 1002 8183,'-22'-10'340,"3"5"0,2-7 0,3 3 434,-3 4 1,5 2 0,-3 6-317,-2 4 0,7-2 1,3 9-1,5 3-285,2 3 0,0 2 1,0-1-1,2 1-234,5 0 1,-2-8-1,10-2 1,2 1-265,2-1 1,3-8 0,0 4 0,-1-6-281,1-2 1,0-2-1,0-6 1,-3-6 65,-4-5 1,2-3-1,-8-2 1,1-3 181,0-2 1,-1-7-1,-4 4 1,2-2 178,-2-4 0,-2-6 1,-3-7-1,0-7 178,0-5 0,0-2 0,-3-3 0,-2 0 0,-2 3 0,-7-5 0,4 17 0,0 4 43,1 13 1,-1 19-1,5 12 241,-2 10 0,0 24 0,7 17 1,0 7 223,0 8 1,0 11 0,0 8 0,2 5-232,5 2 0,-4 3 0,4 4 1,-5 3-278,-2-5 0,10 2 0,2-16 0</inkml:trace>
  <inkml:trace contextRef="#ctx0" brushRef="#br0" timeOffset="1553">1830 523 8119,'-36'-10'134,"-1"-4"0,11 4 0,-6 3 0,3 9 363,0 13 0,-2 11 1,2 25-1,-5 10-154,0 9 1,3 7 0,9 15-1,11-42 1,0 2-7,0 5 1,0 2 0,1 7-1,1 1 1,1 3 0,1 0 0,3 0-1,1 1-191,0-1 1,4 0 0,5-2 0,5-1 0,-1-5 0,4-3 0,1-5 0,4-3-622,27 31 1,0-19-1,12-27 1,5-9-1498,7-10 1972,-2-8 0,9-14 0,-4-4 0,6-6 0,6 1 0</inkml:trace>
  <inkml:trace contextRef="#ctx0" brushRef="#br0" timeOffset="2500">1917 1307 8249,'0'14'-75,"-2"1"106,-6 2 1,6 9-1,-5 6 1,4-1 410,3 1 0,3 6 1,2 1-1,4 7-441,3 5 1,-7 0 0,5-8 0,-3-2-614,0-4 0,10-6 612,-2-9 0,4 9 0,3 3 0</inkml:trace>
  <inkml:trace contextRef="#ctx0" brushRef="#br0" timeOffset="2669">2091 1655 8260,'22'0'147,"0"0"0,0-2 0,-1-3 178,1-2 1,7-1 0,3 8 0,-1 0-280,1 0 0,-3 0 0,-8 0-46,1 0 0,10 0 0,1 0 0</inkml:trace>
  <inkml:trace contextRef="#ctx0" brushRef="#br0" timeOffset="3000">2679 1307 11005,'15'10'782,"-3"4"0,0 5-593,0 3 0,3 0 0,4 0 1,-2-1-673,-3 1 1,1-7 0,7-3 0,-3 0-455,-4 0 0,4-7 0,-5 2-246,6-4 0,-8-6 1183,-5-4 0,5-15 0,0-12 0</inkml:trace>
  <inkml:trace contextRef="#ctx0" brushRef="#br0" timeOffset="3117">2941 1285 8249,'0'22'36,"0"-8"1,0 1 0,0 4 294,0 8 1,0-1 0,0 11-1,0 4 65,0 7 1,0 8 0,0 12 0,0 2-128,0 2 0,0 11 0,0-6 0,0 1-1011,0-6 1,0-7 741,0-6 0,0-6 0,0-10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9:49.5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88 966 8220,'0'-12'821,"2"2"0,3 13 1,2 4-567,-2 8 1,-2 11 0,-1 6 0,3-1-196,2 0 1,3 8 0,-5-5 0,2 2-300,-2 1 1,4-3 0,-1 2 0,-1-5 238,3 1 0,-8-8 0,8 7 0</inkml:trace>
  <inkml:trace contextRef="#ctx0" brushRef="#br0" timeOffset="286">44 748 8270,'15'-7'0,"-1"-3"0,3 1 109,3-1 1,1 3 0,4 7-1,1 0 196,3 0 0,3 2 1,-6 5-1,3 10-65,-2 10 1,-3-3 0,-5 8-1,-2-3-114,-2 0 0,-10 7 0,2-5 0,-7 1-158,-7-1 1,-13 6 0,-11-8 0,-3-3-232,-5-1 1,5-6-1,-2-2 1,0-5-274,2-2 0,-5-3 0,10-7 0,5-3-587,7-4 1123,7-5 0,1-19 0,-3-3 0</inkml:trace>
  <inkml:trace contextRef="#ctx0" brushRef="#br0" timeOffset="535">458 1097 8270,'-12'-10'66,"0"5"1,7-9 220,-2-3 0,-1-3 1,6 1-1,-3 2 138,-2 3 1,0-1 0,7-9 0,0-3-195,0-2 1,0 0-1,0 7 1,0 1-363,0-1 1,9 0 0,6 0 0,4 3-398,3 4 1,0-1-1,0 8 1,2 3 527,5 3 0,-5-8 0,7-2 0</inkml:trace>
  <inkml:trace contextRef="#ctx0" brushRef="#br0" timeOffset="1217">719 1010 8281,'-14'0'1596,"-1"0"-1010,10 0 1,-4-3-322,9-4 1,2-3-1,5-7 1,6 3-323,-1-3 0,5-2 0,-8-3 1,1 0-470,0 0 0,-3 0 0,-5 1 571,6-1 0,-6 0 594,5 0 0,-14 10-260,-8 5 1,-4 7 0,0 7 0,2 10-436,2 10 1,8-3-1,-5 7 1,2-2-230,5 0 1,3 8 0,2-8-1,2-3-222,6-1 1,-4-4 0,13-1-1,5-3-267,5-3 0,4-9 1,-2 2-1,5-4 774,0-3 0,5-10 0,-8-4 0,1-6 0,-1-2 0,-2 1 0,-7-1 0,-3 0-72,-4 0 1,-3-7-1,-7 0 1,2 3 606,-2 1 1,-5 4-1,-7-1 237,-8 0 1,-4 8 0,-3 1 0,0 4-97,0 4 1,1 3-1,-1 4 1,0 5-471,0 8 0,8 4 0,2 3 0,2 2-188,5 5 1,3-5-1,2 8 1,0-3-209,0 0 1,0 2-1,2-4 1,5 0-285,8-8 0,4 0 0,5-12 1,3-2-114,2-2 0,0-3 0,-7-3 0,-3-4 183,-4-7 1,4-8 0,-7-5 0,0-4 189,-4-3 0,1 0 0,-1-5 0,-4 3 161,-1-3 0,-3-2 0,0-2 0,0-1 70,0 0 0,0-2 0,0 0 0,0 1-68,0 3 0,0 13 0,0 0 0,-3 8 207,-4 6 0,5 8 1,-6 14 235,6 8 1,2 16 0,0 10-1,0 10-74,0 5 0,0 2 1,0 7-1,0 0-424,0 1 1,7-1-1,3 0 1,0-2 105,-1-5 0,8 5 0,-5-7 0</inkml:trace>
  <inkml:trace contextRef="#ctx0" brushRef="#br0" timeOffset="1884">1460 30 8239,'0'-22'-13,"2"15"1,3 14-1,5 20 156,2 11 0,5 25 0,9 10 0,6 14 21,-15-37 0,0 1 1,-3 5-1,1 2 1,2 10-1,0 2 1,-1 2-1,-1 1 3,-1 2 1,-1 0 0,-5 6-1,-2 0 1,-2 1 0,-1-1 0,-1-2-1,-1-1-125,0-5 1,-2-1-1,-4-1 1,-2-2-1,-3-2 1,-2-1 0,-5-2-1,-2-2 27,-5-1 1,-1-1 0,4-6 0,-1-1 0,-1-6 0,0-2 0,-16 34-426,0-13 1,8-8 0,2-12 0,5-3-1531,2-9 1886,10-17 0,-5 0 0,10-10 0,-1 1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9:52.29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27 27 9799,'-12'-12'886,"2"2"1,10 10-1,0 0 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9:54.5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1 283 8413,'0'-14'-489,"0"-1"1,7 1 96,0-8 0,0 7 615,-7 1 1,0 7 265,0-8 1,3 10 186,4-2 0,-5 7-314,6 7 0,-6 5 0,-2 10 0,0 0-102,0 0 0,0 7 0,0 2 0,0 3-160,0 5 1,2 9 0,3 3 0,3-3 4,-4-2 1,6-5-1,-3-2 1,1-7 350,1-8 0,-4 0 0,10-17 66,2-2 1,2-15 0,3-11 0,2-13-245,5-7 0,-5-13 1,5-1-1,-5-3-259,-2 0 1,0 7 0,0-5 0,-1 0-386,1 1 1,-2 14 0,-3 0 0,-5 7-2216,-3 7 1,-1 10-618,-8 3 3198,0 9 0,-10 5 0,-2 12 0</inkml:trace>
  <inkml:trace contextRef="#ctx0" brushRef="#br0" timeOffset="249">305 240 8298,'-9'21'8,"6"4"1,-6 1-1,1 3 221,1-2 1,0-1-1,7 1 1,0 5 73,0 1 0,0-4 0,0 5 0,2-2 52,6-6 0,-4-1 0,11-4 35,2 1 0,2-10 0,3-4 0,0-6-20,-1-2 1,1-12-1,0-8 1,0-9-122,0-4 1,-1 4 0,1-8 0,-3-4-72,-4-7 1,4 2-1,-7-5 1,3 5-455,0 2 1,-11 1-1,6-1 1,-3 3-965,1 5 1,-1 4-1,-7 11 1240,0-1 0,0 10 0,0 2 0</inkml:trace>
  <inkml:trace contextRef="#ctx0" brushRef="#br0" timeOffset="717">719 632 8405,'-22'-3'679,"1"-4"1,1 2 152,6-9 1,4 6 0,10-6-403,0-3 1,10 7 0,4 0 0,6 3-290,1 0 1,1 0 0,0 7-222,0 0 1,-1 0-1,1 0 56,0 0 0,-3 2 0,-2 3 0,-5 5-81,-2 2 0,-3 2 1,-7 8-1,0 0-10,0 0 1,0-1-1,0 1 1,0 0-431,0 0 0,0-1 0,-2 1-223,-5 0 1,4 0-1,-4 0 241,5-1 0,4-6 0,5-3 476,8-2 1,4 4 0,0-4 616,-4 2 0,-3 0 0,-7 5 0,0-2 144,-8 1 0,-6 4 0,-16 2 1,-4-3-152,-7-5 0,-12 6 1,-5-6-1,-1 3-623,1-2 0,2-6 0,10-9 1,2 0-603,3 0 666,19-9 0,-12-3 0,17-10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9:56.71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371 66 8238,'-22'-10'-89,"8"5"0,-1-7 0,-2 0 37,-2 0 0,-3 7 0,1-2 1,-1 4 351,0 3 0,0 10 0,0 5 0,1 6-64,-1 8 0,2 5 1,4 12-1,3 5 4,4 7 0,-6 7 0,6 6 0,-1 4 102,0 2 1,3 3 0,7 5 0,2-3-82,6-2 0,-4-20 0,11 1 0,2-11-232,2-6 0,3 4 0,0-14 0,0-2-798,-1-11 1,1-1 0,0-13 768,0-2 0,9 7 0,3 0 0</inkml:trace>
  <inkml:trace contextRef="#ctx0" brushRef="#br0" timeOffset="234">567 436 8284,'0'22'125,"0"-1"0,3 1 1,1 2-1,4 3 400,-3 2 0,4 7 0,1-4 1,0 2-306,-1 4 0,1 4 1,-5-1-1,2-3-264,-2-1 0,5-11 0,-3 6-1687,-2-1 1731,7-7 0,0 8 0,10-10 0</inkml:trace>
  <inkml:trace contextRef="#ctx0" brushRef="#br0" timeOffset="417">894 719 8284,'-12'0'1014,"4"0"1,16 0-660,6 0 0,8 0 0,5 0 0,4 0-491,3 0 0,-5 0 0,7 0 136,3 0 0,2 0 0,3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49:58.5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0 632 8099,'0'-22'0,"0"1"-353,0-1 0,0 7 863,0 1 0,3 9 0,1 3-104,4 14 0,9 5 0,-5 19 1,2 3 15,1 2 1,-1 10 0,8 2 0,-3 2-303,-4 6 0,2 9 1,-7 3-1,-1-3-198,1-2 0,-3 4 0,-7 1 0,0-5-149,0-8 0,-2-14 1,-3-12-1,-5-5-308,-2-10 0,-2-7 323,-8-12 1,3-9 0,4-6 0,8-4 109,4-3 1,3 0 0,0-2-1,3-3 27,4-2 0,-2 3 0,9 9 0,3 5 112,3 2 0,1-4 0,1 6 0,0 3 238,0 3 0,0 2 0,-1 2 0,1 6-230,0 6 1,0 6-1,-3 1 1,-2 1-265,-3 0 0,-6 7 0,4 0 1,-3-2-2052,-4-3 2270,7-2 0,-9 9 0,7 3 0</inkml:trace>
  <inkml:trace contextRef="#ctx0" brushRef="#br0" timeOffset="234">675 1525 8360,'3'12'1453,"2"-2"-1143,2 0 0,0 2 0,-7 9 0,0 1-353,0 0 1,0 0 0,0-1 0,0 4-360,0 4 1,0-5 0,0 7 401,0 1 0,0-8 0,0 7 0</inkml:trace>
  <inkml:trace contextRef="#ctx0" brushRef="#br0" timeOffset="600">741 567 8364,'-22'-10'33,"7"8"0,1-5 116,-3 4 0,5 3 0,0 3 9,2 4 0,-5 5 0,8 10 1,2 2-4,3 5 1,2-2 0,0 6 0,0 1-90,0 0 1,2-10-1,6 1 1,4-9 140,0 1 1,7-7-1,-4-3 1,4-4-9,3-3 1,0-10-1,-3-4 1,-2-6-178,-3-2 0,-9 1 0,3-1 0,-6 0-255,-2 0 0,0 1 0,-2-1-2824,-6 0 3057,6 0 0,-17-9 0,6-3 0</inkml:trace>
  <inkml:trace contextRef="#ctx0" brushRef="#br0" timeOffset="917">828 610 8128,'0'15'668,"0"-1"1,0-6 0,0 6 23,0 3 1,2-5 0,5 3-733,8 2 1,4-8 0,3-1-290,0-6 0,0-2 0,-1 0 38,1 0 0,-7-2 1,-1-6 147,3-6 1,-7 2-1,-1 0-23,1 2 1,-7 0-54,4 3 308,-5 5 1,-2 2 0,0 14-14,0 6 0,0-6 0,3 1 0,2 2-202,2 2 0,2 0 0,-4-2 0,5-2-1297,2 2 1423,-7-8 0,14 11 0,-7-8 0</inkml:trace>
  <inkml:trace contextRef="#ctx0" brushRef="#br0" timeOffset="1101">1416 1 8308,'0'21'-337,"0"4"1,0 1 443,0 3 1,0 10 0,2-3-1,3 8 418,2 7 1,8-5 0,-6 7 0,1 0-384,0 5 1,-1 3 0,-4-3 0,5-10-1811,2-9 1668,-7 2 0,14-17 0,-7 8 0</inkml:trace>
  <inkml:trace contextRef="#ctx0" brushRef="#br0" timeOffset="1268">1067 480 8308,'22'0'380,"-7"0"0,-1 0 0,3 0-89,2 0 0,6 0 0,4 0 1,9 0-114,11 0 1,-1 0-179,10 0 0,10-10 0,9-2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0:00.9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87 414 8244,'10'22'41,"-8"2"0,8 5 0,0 10 211,4 9 0,-2 18 1,3 16-1,2 10-120,-7-42 0,-1 2 1,-2 2-1,-2 1 0,0 3 1,-2 2-1,-2 4 0,0 0-98,0 4 0,-2 0 0,-3 2 0,-2 0 1,0-4-1,-2-1 0,-1-2 0,-2 0-219,1-5 0,-1-3 0,-11 40 1,0-6-1,0-9-385,1-5 1,1-12 0,6-15 569,6-9 0,-4-7 0,0-11 0</inkml:trace>
  <inkml:trace contextRef="#ctx0" brushRef="#br0" timeOffset="666">588 719 8390,'0'32'205,"0"-6"1,0 13 0,0 5-24,0 4 1,10 20-1,2-1 1,2 6-145,1 2 0,-8 7 0,5-2 0,-2 5-116,-5 2 1,-3-12-1,-2-10 1,0-11-131,0-8 0,-2-13 0,-5-4 72,-8-4 0,-4-13 0,-3-5 170,0-5 0,10-11 1,5-6-1,4-4 147,3-3 0,0 0 0,0 1-139,0-1 0,10 2 0,5 3 0,4 5 4,3 3 0,0 1 0,-1 8 1,3 3-14,6 4 0,-6 5 0,5 10 0,-5 0-153,-2 0 0,-3 7 1,-2 0-1,-2-3-431,1-2 0,-6 5 1,0 0-666,0-2 1216,-8-3 0,8-2 0,-10 0 0</inkml:trace>
  <inkml:trace contextRef="#ctx0" brushRef="#br0" timeOffset="883">1067 1786 8235,'0'15'50,"0"-1"482,0 3 1,0 3 0,3 4-1,2 2-392,2 3 1,0 3-1,-5-5 1,3 4-498,3 3 0,1-8 1,-4 4 356,2-6 0,10-3 0,-5 1 0</inkml:trace>
  <inkml:trace contextRef="#ctx0" brushRef="#br0" timeOffset="1283">1241 828 8288,'-21'0'0,"-1"0"-226,0 0 0,0 3 1,1 4 603,-1 7 0,7 13 1,3 4-1,3 3-171,4 5 1,2 2 0,3 3 0,3-3 10,4-5 1,5-4 0,10-13-1,2-5 89,5-6 0,-5-6 1,8-4-1,-3-8-161,0-12 1,0-2 0,-10-10 0,-2 3-167,-2 4 1,-11-4 0,4-1 0,-6 1-119,-2-1 0,0 3 0,-2 7 0,-6 1-750,-6-1 0,2 3 1,-3 2-1623,-2 2 2510,-2 10 0,-3-14 0,0 7 0</inkml:trace>
  <inkml:trace contextRef="#ctx0" brushRef="#br0" timeOffset="1617">1394 850 12324,'0'22'187,"0"-1"0,2 1 0,3 0-355,2 0 1,10 0 0,-2-1-232,4 1 0,3-10 0,0-5 141,0-4 0,-1-3 0,-1-3 1,-3-1 209,-3-4 0,-2-9 0,5 3 0,-5-5 56,-2-3 1,-3 0 0,-4 0-1,1 0 88,4 1 1,-1 6-488,-7 1 491,0 9 1,0 5 0,0 14 58,0 6 1,0 1 0,0 1-1,0 0-336,0 0 0,2 0 0,3-1 0,5 1-848,2 0 0,-5-3 1025,8-4 0,9-6 0,10-9 0</inkml:trace>
  <inkml:trace contextRef="#ctx0" brushRef="#br0" timeOffset="1819">2025 1 8351,'0'21'-71,"0"1"1,0 0 0,0 2-186,0 5 1,0 5 0,0 12-1,0 5 813,0 7 1,8 7 0,-1 8 0,0 4-409,3 1 1,0-3-1,6-12 1,-1-5-664,2-8 0,-5-13-317,3-8 831,-1-15 0,-11-14 0,-6-12 0</inkml:trace>
  <inkml:trace contextRef="#ctx0" brushRef="#br0" timeOffset="1985">1742 610 8455,'10'-12'276,"5"5"0,6-3 0,6 3 0,7 2 361,7 3 0,-2-5 0,14-1 0,0 3-350,5 3 0,-2-5 0,-1-3 1,-1 0 188,-6 1-476,-2-8 0,-12 5 0,-3-10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0:04.2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47 8337,'-3'-15'2556,"-4"1"-907,5 9-853,-8-5-492,10 10 0,0 3-37,0 4 1,3-5 0,1 8 462,4 0 1349,-1-8-191,3 8-1110,-8-10 0,5 0-971,-14 0 1,2 0-3621,-9 0-1209,9 0 5022,-5 0 0,0-10 0,-2-2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0:04.55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457 41 8905,'0'-21'439,"-2"9"249,-5 4 0,2 16 0,-7 6 0,0 8-271,0 7 0,-1 5 0,-3 9 0,1 1-528,-2-1 1,0 8 0,0 0 0,5-3-566,2-2 0,-4-2 0,7-3 1,-1-2 675,-1-3 0,6-9 0,-6 4 0</inkml:trace>
  <inkml:trace contextRef="#ctx0" brushRef="#br0" timeOffset="189">0 20 8479,'15'21'1194,"-1"1"0,3 2-669,2 5 0,10-2 0,3 9 0,2 5-12,4 8 0,11-3 0,2 5 1,-3-8-761,-2-7 0,-10 3 1,-2-10-1,-2-2-3569,-6-3 3816,-11-2 0,4-10 0,-7-2 0</inkml:trace>
  <inkml:trace contextRef="#ctx0" brushRef="#br0" timeOffset="441">762 368 8340,'12'10'767,"-2"-5"1,-10 9 0,0 3 116,0 2 1,2 6 0,3 1-1,3 6-414,-4 2 1,6 2-1,-3 5 1,1-2-878,1-3 1,-6-9 0,6 2 406,1-5 0,2-2 0,10-1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0:22.6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588 608 8234,'-43'-10'209,"-1"8"0,1-5 0,1 4 192,6 3 0,5 12 0,6 8 0,-1 11-384,-3 10 0,-7-2 1,9 12-1,5-8-51,5-6 1,12 4-1,-2-7 1,5 0 55,2-5 1,12-15 0,7-7 0,10-9 226,5-12 0,0-3 1,5-22-1,-3-7-8,3-10 0,-5-2 0,-1-5 0,-1-4-79,-6-1 0,-1 7 1,-6 3-1,-4-2-131,-8-3 0,-5 5 0,-7 2 1,-7 5-136,-9 10 1,-18-2 0,-2 11 0,-8 3-139,1 7 0,-5 15 1,2 0-1,2 7-384,3 7 0,13 8 1,4 11-1,4 6-581,4 2 0,1 2 1207,6 7 0,-6 1 0,8-1 0</inkml:trace>
  <inkml:trace contextRef="#ctx0" brushRef="#br0" timeOffset="450">697 499 8404,'-14'-7'56,"-1"0"1,8-1 523,-8 8 1,10 10 0,-2 5 0,7 4-223,7 3 1,-2 2-1,7 3 1,0 2-437,1-3 0,1 1 1,5-1-1,1 4-62,2-4 0,-5-9 0,12-5 0,-5 0-2,-2 0 0,-1-7 0,1 0 0,0-10 16,0-9 1,-8-13 0,1-4 0,-1-3 256,-2-5 1,0-2 0,-7 0 0,2 4 483,-2 8 1,-2-2 0,-3 2-194,0 2 1,-3 13 0,-2 9-389,-2 10 1,0 9 0,7 13 0,0 2-79,0-2 0,0 4 0,2-2 1,3-2 130,2-3 1,10-10-1,-2-1 1,7-4 276,7-4 1,-5-12-1,7-8 1,-2-7-64,0-7 0,-2 3 0,-10-10 1,-5-1-155,-2 3 0,-3-4 0,-7 9 0,-2 0-820,-6-3 0,-6 18 0,-13-1 0,-2 10-5009,3 5 5682,1 0 0,4 0 0,-1 0 0</inkml:trace>
  <inkml:trace contextRef="#ctx0" brushRef="#br0" timeOffset="699">1438 543 8132,'-22'0'-58,"10"9"0,4 6 1,6 4 668,2 3 0,0 0 0,0 0 0,0 2-608,0 5 0,10 2 0,4 6 0,5-8-1434,3-5 1431,-10-2 0,17-1 0,-4 1 0</inkml:trace>
  <inkml:trace contextRef="#ctx0" brushRef="#br0" timeOffset="999">1699 543 8201,'14'-10'-42,"1"-2"1,-1-2 229,-2-1 0,8 10 0,-8-5 265,0 1 1,7 6-1,-7-1-187,1 8 1,-4 1-1,-9 10 1,0 2-21,0 2 0,-2 3 0,-5 2 1,-8 5-113,-4 7 1,4-2 0,3 0 0,0-2-204,0-6 0,7-2 1,-2-2 91,4 0 1,6-3 0,4-4 28,8-8 0,6-5 1,6-4-1,4-3-73,3-2 1,3-10 0,9 5 0,0-3-413,-3 1 0,5 2 1,-14-3-1,0 8 433,-5 5 0,-5-8 0,-2-2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0:21.5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544 545 8279,'-21'0'-176,"-1"0"1,-7 0 0,0 0 469,2 0 0,3 0 1,2 3-1,0 4 105,1 8 1,-1 6 0,0 8-1,3 8-406,4 4 1,-2 0-1,10-2 1,2-5-118,3-3 0,4-4 0,5-13 0,10-7 152,10-4 0,0-6 0,9-4 0,0-10 104,-2-9 1,7-8 0,-4-12 0,4-5-93,2-7 0,-9-3 1,-5 3-1,-7 7-7,-8 5 1,3 3-1,-12-1 1,-7 3-114,-10 5 0,-17 7 0,-8 12 0,-6 5-16,-8 2 0,5 3 0,-5 7 0,5 0-82,3 0 0,2 2 0,4 6 1,8 6-422,5 5 0,10 3 0,1 0 599,4 0 0,1 0 0,8-1 0</inkml:trace>
  <inkml:trace contextRef="#ctx0" brushRef="#br0" timeOffset="283">871 88 8279,'10'-22'0,"4"3"174,6 4 0,-6-2 0,1 10 0,2 2 163,2 3 1,-4 2 0,-1 2-58,3 6 1,-7 4-1,-3 9 1,-5 1-53,-2 0 0,8 7 0,-1 3 0,-2-1-200,-3 0 0,-2 13 0,0-3 1,0 3-204,0 4 0,3 8 1,1-8-1,6-4-25,2-6 0,3-1 0,6 4 1,1-5 6,0-7 1,7-12 0,2-5 0,3-2 246,5-5 0,5-3 0,4-2 1,5-2-263,3-6 1,-5 4-1,4-9 1,-1 1 207,-6 0 0,-2-2 0,-3-8 0</inkml:trace>
  <inkml:trace contextRef="#ctx0" brushRef="#br0" timeOffset="567">109 1308 8171,'-34'2'94,"5"5"1,5-2 341,2 10 1,22-3 0,17 2-1,22-7-93,16-4 1,20-6 0,15-4 0,-38 1 0,2-2-212,6-1 1,1-2-1,7-3 1,2-1-1,3 0 1,2-1-1,3 0 1,1 0-246,4 0 1,1 1 0,2 0 0,0 1 0,-1 3 0,-1 3-1,-4-1 1,-2 1-62,-8 0 1,-3 1 0,-9 4 0,-4 1 0,30-5 0,-16 5-454,-15 2 0,-19 9 0,-14 8 627,-18 10 0,-7-1 0,-17 11 0,-4-1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0:29.47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2231 8144,'0'12'132,"-9"8"0,-3-8 1</inkml:trace>
  <inkml:trace contextRef="#ctx0" brushRef="#br0" timeOffset="385">306 1709 9645,'2'21'0,"3"1"-208,2 0 0,10 0 1,0 0-1,7-1-509,5 1 0,3-2 0,-6-6 717,3-7 0,10 5 0,-5 0 0</inkml:trace>
  <inkml:trace contextRef="#ctx0" brushRef="#br0" timeOffset="515">676 1665 8080,'0'29'-47,"0"0"1,-7 3-1,-1-3 1,3 9 137,3 11 0,2 6 1,0 13-1,0 5 67,0 7 1,0 12 0,-2 4-159,-6 4 0,3-50 0,-2 1 0,-4 4 0,0-1 0</inkml:trace>
  <inkml:trace contextRef="#ctx0" brushRef="#br0" timeOffset="867">894 1295 8257,'0'22'49,"0"7"0,2 2 0,3 3 261,2 5 0,3 2 0,-5 3 0,2-3-377,-2-5 1,-3 10 0,-2-7 0,0-3-356,0-2 0,3 0 422,4-13 0,-5 16 0,8-13 0</inkml:trace>
  <inkml:trace contextRef="#ctx0" brushRef="#br0" timeOffset="1116">785 881 8113,'0'-22'379,"9"10"1,6 5 175,4 5 0,5 2 1,3 0-1,2 2-313,-2 5 0,4 5 0,-2 10 0,-5 2-158,-7 5 1,0-2 0,-9 7-1,-4-3-177,-1-4 0,-6 4 0,-4-2 1,-10 1-469,-9 1 1,-1-7 0,-7 5 0,0-5-1579,0-2 2139,8-10 0,-15-2 0,7-10 0</inkml:trace>
  <inkml:trace contextRef="#ctx0" brushRef="#br0" timeOffset="1349">1090 1121 8139,'0'22'-251,"0"-1"0,7 1 0,0 0 1,0-3 474,3-4 0,-8 4 1699,6-4-1649,-6-6 0,-2-9 1,0-14-1,3-6-57,4-1 1,-5-11 0,5-2-1,-4-2-110,-3 0 0,0 2 1,0-5-1,0 5-418,0 3 0,2 2 0,3 7 0,2 0-566,-2 0 0,7 3 0,3 5-880,4 6 1757,-7 6 0,17 12 0,-4 2 0</inkml:trace>
  <inkml:trace contextRef="#ctx0" brushRef="#br0" timeOffset="1634">1351 1121 8139,'0'22'0,"0"-1"-137,0 1 1,0-7 0,2-3 0,3 0 85,2 0 1,3-7-1,-3 4 165,8 1 1,-3-7 0,2 4-1,1-7 151,-3-7 0,7 2 0,-4-10 7,4-2 1,3-2-1,-3-5 1,-4-3-108,-8-2 0,3-2 1,-3 4-1,-2-2 16,-3 2 0,-2 1 0,0-3 54,0-8 1,0 13-1,-2 5 1,-5 7 323,-8 7 0,-4 2 0,-3 6 0,0 4-161,1 8 1,-1 11-1,0 6 1,3 2-455,4 4 1,-2 1-1,10 0 1,2-3-394,3 3 1,2-5 0,2-1 0,5-1-301,8-5 1,11-6-1,6-6 1,2-8-913,4-4 1,4-6 1660,1-4 0,1-15 0,-1-12 0</inkml:trace>
  <inkml:trace contextRef="#ctx0" brushRef="#br0" timeOffset="1985">1895 1034 8139,'0'-22'0,"0"0"0,0 0 856,0 1 1,-2 6-215,-5 1 0,2 9-497,-10-3 0,10 8 0,-4 8 0,1 6 20,1 6 1,0 1 0,7 4 0,-2 1-157,-6 3 0,6 3 0,-5-6 0,4 3-341,3-2 1,10-3 84,4-2 1,6-10 0,1-5 0,1-7-44,0-7 0,0-12 0,0-13 0,-1-2 80,1-4 0,-7-6 0,-1-4 0,1-6 154,-3-1 0,-3-6 0,-9-9 0,0-5 15,0-2 0,0-3 1,0-7-1,-2 0-5,-5-1 1,-8 11 0,-9 7 0,0 12-53,5 14 0,2 22 0,-3 25 89,6 16 0,4 18 1,10 18-1,0 15 115,0 13 1,7 1 0,-2-34-1,0 2 1,1 0 0,0 0-36,2 1 1,1 0 0,4 1 0,1-1 0,0-1 0,1 0 0,-1-1 0,1 0 63,1 1 1,-1 0-396,9 44 1,-4-42-1,1-1 1,-4-4 0,0 1-1</inkml:trace>
  <inkml:trace contextRef="#ctx0" brushRef="#br0" timeOffset="2519">2853 990 8070,'-21'-22'53,"-1"3"64,0 4 1,0 6 0,1 9 0,-1 2 124,0 5 1,-7 15-1,0 17 1,2 9 118,3 10 0,2 15 0,3 9 1,2 10-161,9-42 0,2 2 1,3 6-1,1 2 0,-2 3 1,0 0-1,3 2 0,0 1-217,0-2 0,2 0 0,3-5 0,2-2 0,0 1 1,2-2-1,1-3 0,2-2-151,10 43 1,8-23 0,0-18 0,0-17-1169,3-14 0,-8-17 1335,5-5 0,-5-20 0,-2-14 0</inkml:trace>
  <inkml:trace contextRef="#ctx0" brushRef="#br0" timeOffset="2702">3137 1469 7984,'0'41'0,"0"-2"-14,0-3 0,0 1 0,0 6 0,0 3 210,0 5 1,7-12 0,2 4 0,1-2-288,0 0 0,4-4 0,-4-3 91,2-3 0,3-12 0,6-9 0</inkml:trace>
  <inkml:trace contextRef="#ctx0" brushRef="#br0" timeOffset="2848">3420 1839 8036,'9'-12'147,"-4"-5"1,10 10 0,-1 0 219,-2-3 1,10 8 0,-3-8 0,10 3-497,5 0 0,3-3 0,6 5 129,1-2 0,-1-10 0,1 5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0:29.2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480 0 8271,'10'22'-674,"4"0"0,6 2 989,1 5 0,-6 0 0,-1 12 1,1 8 290,-3 4 1,5 15-1,-10 9 1,-2 5-398,-3 5 1,-2-2 0,0-35 0,0 2 0,0 0 0,0 0-182,1 1 0,-2 0 1,-2-2-1,-1 0 0,0 0 1,-2-1-1,1 2 0,-2 0-340,-1 2 0,-1-1 1,-10 44-1,-3-10 1,1-15-881,-1-11 0,0-18 1192,0-14 0,0 5 0,1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0:24.9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1881 10409,'24'12'6,"5"-5"1,-2-4 0,9-1 0,1 3-1001,-3 2 994,7 1 0,-7-8 0,9 0 0</inkml:trace>
  <inkml:trace contextRef="#ctx0" brushRef="#br0" timeOffset="176">415 1620 8184,'-46'0'-21,"-3"0"0,-2 0-90,3 0 1,9 0 0,5 0 0,3 0-427,4 0 0,3 0 537,2 0 0,1 0 0,-1 0 0</inkml:trace>
  <inkml:trace contextRef="#ctx0" brushRef="#br0" timeOffset="1700">1264 1053 11715,'10'20'22,"4"-6"0,-2 6 1,3-8-1,2 2-471,2 1 0,3-3 0,-1 5 0,1-5-881,0-2 0,0-1 1330,0-1 0,-1-6 0,1 8 0</inkml:trace>
  <inkml:trace contextRef="#ctx0" brushRef="#br0" timeOffset="1900">1590 1010 7757,'-14'19'-38,"-1"-4"0,8 4 1,-5-4-1,2 6 457,6 8 1,-1-2-1,0 9 1,-2 3 185,2 2 0,2 5 1,3 3-1,0 1-572,0-1 0,0 4 0,0 0 0,0 0-528,0 1 1,-2-3 0,-3-8-1,-2-2-799,2-4 1294,3-6 0,-8-9 0,-2 0 0</inkml:trace>
  <inkml:trace contextRef="#ctx0" brushRef="#br0" timeOffset="2217">1808 945 8248,'0'21'136,"0"4"0,0 1 1,3 6 261,4 2 1,-5-5 0,6 7 0,-4 3-111,4 2 1,-6 9 0,5 1-1,-4-2-510,-3-3 0,7-10 1,0-2-1,-2-3-916,-2-4 0,-3-10 1138,0-3 0,9-9 0,3 5 0</inkml:trace>
  <inkml:trace contextRef="#ctx0" brushRef="#br0" timeOffset="2486">1808 683 8163,'15'-9'-2,"-1"-6"1,-6 3 0,6 0 0,3 2 207,2 5 1,3 3 0,0 2 0,0 0-88,-1 0 0,-1 10 0,-3 2 0,-5 5-21,-2 4 1,-3-4 0,-7 15 0,0-3-114,0 0 1,-3 7 0,-4-4 0,-7-1-237,-6 1 0,-4-1 0,-3-4 1,-2-1-87,3-6 1,2-1 0,2-12 0,0-2-748,0-3 1084,10-2 0,-7-9 0,7-3 0</inkml:trace>
  <inkml:trace contextRef="#ctx0" brushRef="#br0" timeOffset="2702">2004 770 8248,'12'10'-146,"8"-8"0,-8 8 1,2-3 53,1 1 1,-8 6 0,5-4 0,0 0 398,0-1 1,-7 8 0,5-2-96,0 4 1,-8 3-1,3-3 17,-10-4 1,0 2-1,-9-10-44,-3-2 0,5-3 1,-1-4-1,1-6-95,0-6 0,7-8 0,-2-4 1,5-3-161,2 2 1,0-5 0,0 3-1,0 0-485,0-2 1,9 7-1,4-5 1,1 7-396,1 7 0,-1-2 950,8 10 0,9-10 0,3 5 0</inkml:trace>
  <inkml:trace contextRef="#ctx0" brushRef="#br0" timeOffset="3002">2353 879 8234,'0'22'469,"0"0"-254,0-10 0,2 5 0,3-12-104,2-8 1,10 1 0,-5-13 0,3-4-63,-1-8 1,-7 1 0,6-8 0,-1 0-189,0 0 1,-7 8-1,2-4 1,-5 6-26,-2 2 0,0 8 1,-2 2 323,-5 2 0,-5 5 1,-10 13-83,0 6 1,7 5 0,3 6 0,3 1-184,4 3 0,-5 8 1,3-6-1,2 1-338,3-1 1,11-2 0,6-10 0,4-2 67,3-2 0,9-10 1,3 2-1,3-7 375,-1-7 0,0-15 0,17-12 0,3-10 0</inkml:trace>
  <inkml:trace contextRef="#ctx0" brushRef="#br0" timeOffset="3302">2810 683 8234,'-7'-14'-781,"-3"2"784,-2 2 1,5-5-1,-8 8 558,-2 2 1,5 3 0,-2 4 0,-1 6-240,3 6 0,-5-2 0,7 3 1,1 2-55,-1 2 0,3 3 1,7 0-302,0-1 1,9-1 0,6-6-398,4-6 0,3-6 0,2-4 0,3-3-87,2-3 1,0-16 0,-7 2 0,0-2 168,-1 0 1,-1-5 0,-3-2 0,-5-3 232,-3-5 0,1-5 0,-5-4 0,2-3 264,-2 3 0,-3-8 0,-2-2 0,0-2 20,0 2 1,0 7 0,0 14 0,0 8 35,0 5 1,-7 17 0,0 14-53,2 20 0,0 21 1,0 10-1,-2 5 54,2 3 0,3 9 0,2 2 0,0 5-164,0 5 0,0-12 0,0 10 1,0-8-1366,0-6 1322,0-4 0,0-1 0,0-1 0</inkml:trace>
  <inkml:trace contextRef="#ctx0" brushRef="#br0" timeOffset="3519">2919 1402 8269,'14'0'513,"1"0"-255,2 0 1,2-3-1,5-1 1,3-4-248,2 4-11,10 1 0,-5-7 0,9-2 0</inkml:trace>
  <inkml:trace contextRef="#ctx0" brushRef="#br0" timeOffset="4036">1133 705 8265,'-31'10'0,"-3"4"-296,0 6 0,-5 4 1,10 2-1,0 8 517,-2 7 0,7-2 0,-3 14 1,8 1 338,4 4 0,10 7 0,0 5 0,13 5-215,13 3 0,13-8 1,17 5-1,10-5-405,9-5 0,-31-26 0,2-3 0,4-6 0,2-4-256,-1-2 1,2-2-1,8 2 1,2-2 0,-3-5-1,1 0 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0:33.1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1480 7945,'0'14'899,"0"1"0,2 4-583,6 8 1,4-1 0,10 8 0,-1 0-581,1 0 1,2-5 0,5 5 263,8-3 0,-6 8 0,1-5 0</inkml:trace>
  <inkml:trace contextRef="#ctx0" brushRef="#br0" timeOffset="200">370 1414 8327,'0'22'-305,"-7"0"0,-3 2 0,-2 5 695,-5 7 0,8 15 1,1 7-1,6 5-69,2 3 1,0 9 0,0 4 0,0 4-50,0-3 1,0 4 0,0-4-1,0 7-479,0 8 0,0-13 0,0 5 0,0-5 207,0-4 0,0-3 0,0-10 0</inkml:trace>
  <inkml:trace contextRef="#ctx0" brushRef="#br0" timeOffset="450">719 1088 8219,'0'24'0,"0"5"-51,0 7 0,0 5 1,2 1-1,3-4 226,2-1 0,0 6 0,-7 8 0,0-3-472,0-2 1,0-2 0,0-1 296,0 1 0,-9-1 0,-3 1 0</inkml:trace>
  <inkml:trace contextRef="#ctx0" brushRef="#br0" timeOffset="700">675 696 8245,'22'-7'193,"0"-1"1,-1 3 84,1 3 0,0 9 0,0 3 0,-3 2-55,-4 5 1,2 10 0,-10 2 0,0-3 14,3-2 0,-8 1 0,3 1 0,-10 3-136,-9-2 0,-6 0 0,-1-3 0,-4 0-643,-4-5 0,3-2 0,-8 3 0,2-4-893,6-1 1434,2-10 0,2 5 0,0-10 0</inkml:trace>
  <inkml:trace contextRef="#ctx0" brushRef="#br0" timeOffset="918">871 979 8245,'10'22'-10,"-5"-1"0,7 1 1,0 0 179,0 0 1,-5 0-1,5-1 1,-2 1 477,-5 0 0,4 0 822,-1-1-1322,-1-8 0,-9-13 0,-3-15 0,-3-7-102,4-7 1,1 3 0,3-11 0,0-1-440,0-4 0,0-1 0,0-1 0,0 3-353,0 5 0,0 2 0,3 7 0,1-2-1135,4 3 1881,-1 11 0,12-4 0,6 7 0</inkml:trace>
  <inkml:trace contextRef="#ctx0" brushRef="#br0" timeOffset="1457">1111 957 8245,'0'22'0,"0"0"-120,0-1 0,7-6 0,0-1 0,-2 3 263,-3 3 0,1-6 1,2 1-1,4-1-94,3-2 1,-4 5-1,6-9 57,3-4 0,-5-1 0,3-3 0,-1-3 20,-2-4 0,5-5 0,-7-12 0,0-3 18,-1-2 1,1-2 0,-5 4 0,2-2 75,-2 3 0,-3 1 0,-4 4-25,-5-1 0,-5 2 1,-10 6-1,0 7 56,0 4 0,1 3 1,-1 5-196,0 10 0,0-1 0,3 18 0,4-3-499,8 0 1,5 7 0,2-5-1,2 1-178,5-1 0,5 6 0,13-11 0,4-4 184,7-5 0,3-12 1,-1 2-1,-1-5 437,1-2 0,3-9 0,3-6 0,-3-4-34,-5-3 1,-4-7 0,-10-2 0,-1-3 81,1-5 0,-2 0 0,-6 1 1,-7 4 555,-4 2 1,-6 3 0,-4 5-1,-7 0 54,-6 2 0,-2 3 1,1 14-1,-1-2-457,0 2 1,0 5-1,3 7 1,2 8-222,3 4 1,6 3 0,-4 2-1,3 2-39,4 4 1,2 1-1,3-4 1,0 2-66,0-3 1,0-2-1,3-2 1,4 0 4,7 0 0,6-10 1,2-5-1,-1-4-151,1-3 1,0-3 0,0-7 0,-1-11-4,1-13 0,0-7 0,-3-3 1,-2 1 98,-2-1 0,-8-9 1,5-5-1,-2-5 12,-5-3 0,-3-1 1,-2-3-1,0-5-173,0-3 0,0 8 0,0 0 335,0 9 0,-10 8 0,-2 9 0</inkml:trace>
  <inkml:trace contextRef="#ctx0" brushRef="#br0" timeOffset="1507">1699 217 8245,'0'65'-633,"0"8"1,2-1 0,3 1 632,2 2 0,10 2 0,-5 10 0</inkml:trace>
  <inkml:trace contextRef="#ctx0" brushRef="#br0" timeOffset="1985">2091 21 8345,'9'-12'35,"3"2"1,10 15 0,2 12 150,5 19 1,-2 24 0,9 25 0,-17-36 0,-1 1-76,-1 7 0,-1 3 0,4 7 0,-1 3 0,-3 5 0,-3 0 0,1 5 1,-1 0 27,0 2 0,-2 1 1,-5 0-1,-2 1 0,-3 1 1,-2 1-1,-5-1 1,-3 0-113,-2-1 1,-4-1 0,-5-5 0,-4-1 0,-4 2 0,-2-1 0,-1-4 0,-1-1-101,0-2 0,-1-1 0,-3 1 0,-1-2 0,1-11 0,-1-2 0,2-2 0,0-2-412,1-2 0,1-3 0,-28 31 1,8-18 484,9-21 0,10-10 0,5-22 0,15-2 0,9-3 0</inkml:trace>
  <inkml:trace contextRef="#ctx0" brushRef="#br0" timeOffset="2316">2875 2307 9371,'-15'-9'-140,"0"-6"0,13-2 140,2 3 0,10 4 0,12 10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0:52.42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44 240 8274,'-10'-12'-1259,"8"-7"1765,-6 4 1,3-2-1,1 0 285,-4 3-642,1 9 1,7-2-1,0 14 1,0 10 77,0 10 0,0-1 0,0 8 0,2 0-141,6 0 0,-3 5 1,7 9-1,0 0-184,0-6 1,-5-1 0,8-10-1,2 1-32,2-1 0,-5-4 0,1-13 0,2-7 131,2-4 0,-4-3 1,-1-3-1,3-6-2,3-13 0,-6-2 1,-2-13-1,-2-1 52,-5-3 0,4-3 0,-1 1 0,-3-1-65,-3 0 1,-2 8-1,0 2 1,0 3-245,0 4 194,0 3 0,0 14 0,0 10 0,0 15 48,0 11 0,0 1 0,0 9 0,0 3 122,0 2 0,7-5 0,0-2 0,1 0 100,1 0 1,1-15 0,7 1-1,-2-6 291,1-2 0,-3-7 1,1-2-1,3-13-125,2-12 1,1-12-1,-3 3 1,-5-3-277,-3-5 0,6-2 1,-8 0-1,-2 2-452,-3 3 0,-2 7 1,0-5-1,0 3-1268,0 4 1,0 3 1623,0 2 0,0-9 0,0-3 0</inkml:trace>
  <inkml:trace contextRef="#ctx0" brushRef="#br0" timeOffset="501">740 371 8444,'-21'0'445,"-1"0"0,3-2 33,4-6 0,8-4 1,14-10-390,8 1 1,4 6-1,3 1 1,2-1 30,5 3 1,-5 0 0,8 7 0,-3-2-72,0 2 1,0 5 0,-8 7 64,1 8 1,-10 11-1,-4 6 1,-6-1-74,-2 1 1,-2 6 0,-3-4 0,-5 0-30,-2-5 0,0 3 1,-5-3-1,5-3-562,2-1 0,-4-11-1093,6 1 1,4-11 1072,11 4 1,5-6 0,10-2 810,-1 0 1,1 0 645,0 0 1,-3 2-1,-4 6-207,-8 6 0,-4 6 0,-6 1 1,-4 1 72,-8 0 0,-6 0 1,-6-1-1,-4-1-457,-3-6 1,0 6 0,-5-8 0,5 0-832,3-5 1,2-4-1,7-6 1,3-4-1119,4-8 1,5-4 1652,10-3 0,0-9 0,0-3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0:53.6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1047 8171,'-15'22'-232,"1"0"0,-1 0 1,-6 0-1,1 2 305,6 5 1,-6 5 0,8 9 0,-2 3 529,-1 5 0,10 5 0,-2 9 0,5 3-234,2 4 1,0 3 0,0 5-1,0-7-267,0-5 1,2-13 0,5-6 0,5-11-359,1-9 0,6-7 1,-5-7-1,6-8 256,2-5 0,9-21 0,3-5 0</inkml:trace>
  <inkml:trace contextRef="#ctx0" brushRef="#br0" timeOffset="200">371 1265 8115,'0'22'103,"0"0"1,0 2 0,0 3 0,0 2 363,0-3 0,0 8 0,0 2 0,0 6-325,0 1 0,2-2 0,3-2 0,5-3-647,2 3 0,-7-8 1,4-2-1,1-4 505,5-4 0,4 1 0,3 0 0</inkml:trace>
  <inkml:trace contextRef="#ctx0" brushRef="#br0" timeOffset="367">501 1635 10565,'30'-7'19,"-1"0"0,2-8 1,-4 6-1,4-1-1831,3 0 1812,-7-7 0,14 5 0,-7-9 0</inkml:trace>
  <inkml:trace contextRef="#ctx0" brushRef="#br0" timeOffset="717">893 939 8194,'0'21'0,"0"4"0,0 1 395,0 3 0,0 10 0,0-3 0,0 5 142,0 3 1,0 2 0,0 2 0,3 3-263,4-3 0,-4 1 0,4-1 0,-5 3-322,-2-3 0,0-2 0,0-4 0,0-6-482,0-7 0,-2-7 345,-5-8 0,4-7 0,-4-14 0,4-7-71,3-6 1,0-1 0,0-1 0,0-2 84,0-5 0,8 4 1,1-1-1,1 6 204,0 6 1,7 2 0,-3-3 166,6 8 1,-6 5-1,1 2 13,2 0 1,-1 9 0,1 6-1,-4 4-292,-4 3 1,6 2 0,-6 3 0,1 4-471,0 3 1,-3-7 0,-5 2 547,6-5 0,-6-2 0,8-1 0</inkml:trace>
  <inkml:trace contextRef="#ctx0" brushRef="#br0" timeOffset="1217">1351 1657 8308,'0'22'-345,"0"2"0,-3 3 402,-4 2 1,5 0-1,-6-5 1,6 3 590,2 2 0,0 7 0,0-5 1,2 1-606,6-1 0,-6-2 1,5-7-1,-2-2-883,2-6 840,-4 5 0,7-16 0,-10 7 0</inkml:trace>
  <inkml:trace contextRef="#ctx0" brushRef="#br0" timeOffset="1620">1394 699 8429,'-21'2'118,"-1"6"1,2-3-1,3 9 1,3 3 79,-3 2 1,5 6 0,0 1 0,2 6 89,5 2 1,3-1 0,2 6 0,0-5-54,0-3 1,10-2 0,4-9 0,5-3 87,3-3 1,-7-9 0,-1 2-115,3-4 0,0-13 0,0-4 0,-5-6-82,-2-2 1,-3 1 0,-7-1-1,0-2-295,0-5 1,0 2 0,0-7 0,0 3-312,0 4 0,0 3 0,0 2 0,0 0-2183,0 1 2662,0-1 0,0 0 0,0 0 0</inkml:trace>
  <inkml:trace contextRef="#ctx0" brushRef="#br0" timeOffset="1952">1481 830 8979,'-12'9'2301,"5"6"-1930,5 4 0,2-4 0,2-1-322,5 3 1,5 0 0,10-2-164,0-8 1,0 3 0,0-3-1,-1-2-166,1-3 1,-7-12-1,-1-2 1,1-2 79,-3-1 0,5 1 0,-8-8 0,1 0 232,0 0 1,-1 1 0,-4-1 639,2 0-490,1 10 1,-11 5 0,-2 14 87,-2 8 0,0 4 0,7 3 1,0-1-220,0 1 1,0 0-1,0 0-1040,0 0 1,2-3-1625,6-5 2613,4-4 0,10-10 0,-1 0 0</inkml:trace>
  <inkml:trace contextRef="#ctx0" brushRef="#br0" timeOffset="2118">2069 198 8325,'0'22'-60,"-7"2"1,0 5 0,2 7 823,3 6 1,2 4 0,0 4-1,0 8-624,0 5 1,2 3-1,3-1 1,2 0-766,-2 1 0,-3-3 0,-2-8 625,0-11 0,10-1 0,2-9 0</inkml:trace>
  <inkml:trace contextRef="#ctx0" brushRef="#br0" timeOffset="2284">1743 547 8269,'22'0'58,"-1"7"0,4 0 0,4-2 143,7-3 0,5 1 1,5 2-1,5 2-244,7-2 0,5-3 1,0-2 42,-5 0 0,5 10 0,-8 2 0</inkml:trace>
  <inkml:trace contextRef="#ctx0" brushRef="#br0" timeOffset="2670">2309 2 8272,'0'22'-57,"7"2"0,3 5 1,2 10 231,5 9 0,5 15 0,4 12 0,3 5 231,-2 10 1,-14-42-1,-2 3 1,0 7-1,-2 2 1,-1 5 0,-2 1-167,-1 5 1,-3 1-1,-1-1 1,-2 1 0,-1-1-1,-3 0 1,-1 1 0,-2-1-176,-1 0 1,-2 1 0,-4 2-1,-1-1 1,-1 2 0,0-2-1,-1-7 1,0-1-283,-1-6 0,1-2 0,2-4 0,-2-2 0,-20 34 0,1-8-1115,-1-12 0,6-26 1332,3-17 0,10-22 0,-3 0 0,-5-5 0</inkml:trace>
  <inkml:trace contextRef="#ctx0" brushRef="#br0" timeOffset="3300">2614 764 8369,'12'15'0,"-5"-1"-212,-4 3 1,4 10 0,3 4 0,-1 3 380,1 5 0,4 5 0,-4 4 1,0 5 124,-1 3 1,-1-1-1,-8 6 1,0-5-303,0-3 0,0 3 1,0-13-1,0-9 2,0-7 1,-8-6 0,-1-1-27,-3-6 0,4-4-239,-6-10 1,9-10-1,-2-4 238,4-6 1,3 6-1,0-1 162,0-2 0,3 0 0,4 0 263,8 3 0,4 9 1,3-2-10,-1 4 0,1 6 1,0 4-194,0 8 0,0 4 0,-3 3 1,-2 0-789,-3-1 0,-6 1 0,4 0 0,-3 0 598,-4-1 0,7 1 0,0 0 0</inkml:trace>
  <inkml:trace contextRef="#ctx0" brushRef="#br0" timeOffset="3533">3115 1483 8012,'0'15'472,"0"-1"-32,0 3 0,0 2 0,0 3 0,0 0-233,0 0 0,0 7 0,2 0 0,3 0-547,2 2 0,0-4 0,-7 7 340,0-3 0,10 8 0,2-5 0</inkml:trace>
  <inkml:trace contextRef="#ctx0" brushRef="#br0" timeOffset="4433">2919 568 8393,'-27'22'35,"5"0"1,8 0-1,-1-1 1,6 4 91,-1 4 1,7-5 0,-4 5 15,5-5 0,11-4 1,6-6 147,4-7 1,3-7 0,0-7 0,0-10-98,-1-10 0,1 1 1,-2-8-1,-3 0-158,-3 0 1,-9 8 0,2-3 0,-4 4-29,-3 4 1,-3-1 0,-4 2-1,-5 4-475,0 1 1,-8 8 0,6-5-800,-6 2 0,-1 3 1266,-1 7 0,0 9 0,0 4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0:59.7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87 545 8446,'-14'0'-663,"-1"2"845,-2 6 1,8-4-1,-1 9 1,3-1 2,-1 0 0,1 2 0,7 8 1,0 0-184,0 0 0,10-8 0,4 1 0,6-1-101,1-2 0,1 5 0,0-10 0,0-2-84,0-2 0,-1-6 0,1-4 0,0-5 141,0 0 0,-8-8 1,-2 6-1,0-5 137,0-3 1,-7-7 0,3 0-1,-6 2 115,-2 3 1,0-5 0,0 0 0,0 2 183,0 3 0,0 2-335,0 0 0,-2 3-142,-6 5 0,6 6 0,-5 16 0,4 6 215,3 5 0,0 3 1,0 2-1,0 3-210,0 2 0,0 0 1,3-7-1,1 0-193,4-1 0,6 1 271,-7 0 0,10 0 0,-4 0 0</inkml:trace>
  <inkml:trace contextRef="#ctx0" brushRef="#br0" timeOffset="200">479 1 8461,'0'43'121,"0"1"1,0 2 0,0 2 0,3 5 318,4 3 1,-5-5 0,8 4-1,-3 1-442,0 0 1,3-1 0,-5 1 0,5-13-2472,2-11 2473,-7-8 0,14-2 0,-7 0 0</inkml:trace>
  <inkml:trace contextRef="#ctx0" brushRef="#br0" timeOffset="367">196 349 8267,'15'0'179,"-1"0"137,3 0 1,10 0-1,4 0 1,3 0 26,5 0 1,9-2-1,5-3 1,3-5-650,4-2 306,-6 7 0,9-14 0,-8 7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1:04.910"/>
    </inkml:context>
    <inkml:brush xml:id="br0">
      <inkml:brushProperty name="width" value="0.08571" units="cm"/>
      <inkml:brushProperty name="height" value="0.08571" units="cm"/>
    </inkml:brush>
    <inkml:brush xml:id="br1">
      <inkml:brushProperty name="width" value="0.11429" units="cm"/>
      <inkml:brushProperty name="height" value="0.11429" units="cm"/>
    </inkml:brush>
  </inkml:definitions>
  <inkml:trace contextRef="#ctx0" brushRef="#br0">76 961 9302,'-22'-14'2179,"0"-1"0,7 10-649,1-2 1,12 5-1284,2 2 1,2 0-1,12 0 1,3 0-1102,3 0 1,2 0-1,-1 0 854,1 0 0,0-10 0,0-2 0</inkml:trace>
  <inkml:trace contextRef="#ctx0" brushRef="#br1" timeOffset="317">925 112 8810,'14'-29'99,"-2"0"1160,-2 2-410,-3 3 0,-9 22 1,-3 9-1,-5 12-136,-2 10 0,-2 5 0,-8 10 0,0-1-360,0 1 0,3-1 0,2 3 0,3 3-533,-3 2 0,0-1 0,0-6 0,5-3-931,2-5 1,-4 3 0,4-10 0,0-2-403,1-3 1,-1-5 0,3-4 1514,-8-8 0,-4-5 0,-3-2 1</inkml:trace>
  <inkml:trace contextRef="#ctx0" brushRef="#br1" timeOffset="499">576 177 7929,'15'3'522,"-3"4"1,0 7 436,0 6 0,3 9 0,6 2 0,1 3-558,0 5 0,-3 9 1,1 3-1,-1 0-767,5 2 0,-4-9 0,-6 2 0,3-8-2347,2 1 2710,3-7 1,0-1-1,0-9 1</inkml:trace>
  <inkml:trace contextRef="#ctx0" brushRef="#br1" timeOffset="784">990 613 8810,'22'-10'505,"-8"5"1,1-7 0,-1 0 491,-1 0 0,6 5 0,-5-5 0,6 2-190,2 5 1,-1 3 0,1 4-465,0 5 1,-10 5 0,-5 10 0,-4 0-204,-3 0 1,-3 2 0,-2 5 0,-4 7-149,-3 5 1,-3-4 0,-4-1 0,2 0-152,2-2 0,10-2 0,-2-11 0,5 1-6,2 0 0,9-3 0,6-4 0,7-8-41,7-4 0,5-3 0,12 0 0,2 0-658,3 0 1,2-10 0,-5-5 864,3-4 0,0-3 0,-7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1:07.5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1-1 9745,'49'13'1146,"9"-6"1,17-5-932,14-2 1,-35 0-1,3 0 1,9 0 0,2 0-1,5 0 1,1 0-173,4 0 0,1 0 0,5 0 0,-1 0 0,-3 0 0,-2 0 0,-4 0 0,-1 0-240,-5 0 1,-3 0 0,-12 0-1,-4 0 1,28 0 0,-16 0-1752,-18 0 1948,-18 10 0,-6 2 0,-7 10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1:07.9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741 175 8052,'-44'14'0,"1"1"221,-1 2 0,8 5 0,0 7 1,-1 5 183,3-1 1,1 9 0,8-8 0,1 2-93,5 0 1,12-9 0,-1 2 0,8-7-107,8-8 1,4-4-1,12-10 1,2 0 25,3 0 1,8-10 0,-6-7-1,3-10-182,5-9 1,-8-3-1,-2 1 1,-4 1-210,-4-1 1,-6-1 0,-3 0 0,-2 5-47,-6 3 0,-11-5 0,-7 7 0,-8 0 82,-7-3 0,-7 10 1,-15-2-1,-10 10 82,-9 4 1,0 3 0,-8 7 0,6 0-457,9 0 1,10 2 0,16 5 0,11 10 495,9 10 0,-2-3 0,6 8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1:07.08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523 260 8177,'-22'0'144,"1"0"0,-8 0 0,0 0 0,2 2 58,3 5 1,0 5 0,-3 13-1,-2 1-105,2 3 1,6 10-1,4-5 1,4 2-158,4 0 1,2-9-1,9 0 1,5-10 125,8-10 0,11-5 1,6-2-1,-1-5 26,1-9 1,6-1-1,-4-16 1,3-1-40,-1-4 0,-9-5 1,2-3-1,-5 1-70,-2-1 1,-10 8 0,-5 0 0,-5-1-47,-2 4 1,-9 1 0,-8 10 0,-12 1 58,-15-1 1,-2 7-1,-10 3 1,1 3 41,-1 4 1,8 5-1,-3 7 1,5 7-442,2 6 1,11 4 0,6 3 0,10 2 402,10-3 0,-5 8 0,0 0 0</inkml:trace>
  <inkml:trace contextRef="#ctx0" brushRef="#br0" timeOffset="253">872 42 8177,'9'12'1091,"3"7"-476,10-4 1,-10-3 0,-4 2-296,-6 3 0,-2 3 0,0 1 0,0 1-225,0 0 0,0 2 0,2 3 1,3 4-222,2 3 1,10-7-1,-2 2 1,4-5-181,3-2 0,2 0 0,5-3 0,8-5 118,4-6 0,5-6 1,0 1-1,0 1 10,-5 4 0,-3-1 1,4-7-1,-6 0-1348,-7 0 1526,-5 0 0,-2 0 0,0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1:14.2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71 0 6637,'-13'11'217,"0"-9"0,8 9-51,-3-1 1,0-4 0,8 9 43,0 4 1,-8 2 0,0 2 0,3 1 84,2-1 1,3 9 0,0 2 0,0 0-122,0 0 0,0 11 0,0-1 1,0 9-35,0-1 0,0-2 0,3-3 0,2 0-74,3 0 1,0 1-1,-8 1 1,0 4-1,0 2 1,0 0 0,0-5 0,0 2-82,0 3 1,0 0 0,0-8 0,0 0-32,0 1 0,0-1 0,0-3 0,0-2-67,0-2 1,0-12-1,0 4 1,0-6 108,0-2 0,3-1 1,2 1-1,3-1 84,-3 1 0,-2 0 0,-1-1 1,3 1-5,3-1 1,0 1-1,-8 0 1,0-1 23,0 1 0,0-1 0,0 1 0,0 0-85,0-1 0,0 1 1,0-1-1,0 1-34,0-1 1,0 1 0,0 0 0,0-1 89,0 1 1,0-1-1,0 1 1,0 2-3,0 6 0,0-6 0,-2 8 0,-4-3 68,-2 1 0,1 2 0,7-5 0,0 2 27,0-2 0,0-3 0,0-2-115,0-1-719,0-9 1,0-7-287,0-14 0,7-7 956,1-9 0,11-11 0,-6-3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1:15.94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934 2762 8199,'3'-13'841,"4"5"0,-1 6 0,9 2 0,6 0-1777,8 0 0,0 0 936,10 0 0,1-11 0,7-2 0</inkml:trace>
  <inkml:trace contextRef="#ctx0" brushRef="#br0" timeOffset="133">1358 2408 8199,'-57'0'0,"4"0"0,-7 0 0,2 0 769,6 0 0,0 3 0,2 2 1,0 6-1450,5 2 680,4-8 0,-7 16 0,1-8 0</inkml:trace>
  <inkml:trace contextRef="#ctx0" brushRef="#br0" timeOffset="850">2231 1819 8048,'-13'-11'618,"3"11"0,10 0-160,0 13 1,10 8 0,6 3 0,5-1-488,2 1 0,4 0 0,1-1 1,4 1-2204,-3-1 2232,-3-10 0,8 8 0,3-8 0</inkml:trace>
  <inkml:trace contextRef="#ctx0" brushRef="#br0" timeOffset="1033">2632 1677 8252,'-10'-13'298,"-1"13"1,-4 18 0,7 11-75,5 10 1,3 6 0,0 2 0,0 3-156,0 5 1,0 5-1,0 14 1,0 2-303,0 2 0,0-7 0,0-11 1,0-2-1268,0-6 1500,0-2 0,11-3 0,2 1 0</inkml:trace>
  <inkml:trace contextRef="#ctx0" brushRef="#br0" timeOffset="1284">2892 1323 8285,'0'24'0,"0"2"117,0 5 1,0 4-1,0 6 1,0-1 218,0 2 1,0-6-1,0 4 1,0 2-528,0 2 1,0 1 0,2-3 0,6-6-768,8-2 958,-6-2 0,11-8 0,-7-1 0</inkml:trace>
  <inkml:trace contextRef="#ctx0" brushRef="#br0" timeOffset="1533">2821 1064 8210,'3'-21'-218,"4"2"574,9 4 0,5 9 0,3-1 114,-1 4 0,9 11 0,-1 2 1,-2 3-240,-3 6 1,-2 2-1,-1 2 1,1 1-228,0-1 0,-3 1 0,-3-3 1,-5-3-137,-2-2 0,-4 0 0,-9 7 0,-6 1-406,-8 0 0,-5-3 0,-5-3 0,-3-2 538,-2 2 0,-11 3 0,5 3 0</inkml:trace>
  <inkml:trace contextRef="#ctx0" brushRef="#br0" timeOffset="1750">3151 1347 8210,'0'23'-346,"8"1"1,3 0 622,2-1 1,-8-7 0,5-3 1308,1-3-1381,-8 9 1,7-19-1,-10 0 1,0-13-180,0-8 0,0-5 0,0-3 0,0-5 38,0-3 0,0 5 0,0-4 0,0 2-317,0 5 1,0-5-1,0 2 1,3 4-1016,4 1 1,-1 12 1267,9-1 0,1 0 0,8-7 0</inkml:trace>
  <inkml:trace contextRef="#ctx0" brushRef="#br0" timeOffset="2366">3481 1347 8205,'0'16'862,"0"-1"-400,0-10 1,11 6-425,5-11 1,5-8 0,2-2 0,-2-3-118,-5-6 1,5-2 0,-8-2-1,3-1 43,-1 0 0,-7 1 0,5-1 0,-2 1 231,-6-1 0,-2 0 1,-6 4 385,-5 4 0,3-3 0,-11 12-168,-2 1 0,-3 14 0,0 8-524,5 5 0,-2 10 1,10 1-1,3-3-278,2-3 1,3-3 0,3 1-1,5 0-289,7-1 1,6-7-1,6-3 1,1-2 95,4-6 1,7-3-1,-7-4 1,-1-6 581,3-8 0,-8-5 0,6-2 0,-6-1 0,-2 0 0,-3-7 0,-3 0 0,-5 2 48,-2 2 0,-4 4 1,-9-1-1,-6 3 548,-8 6 1,3 2 0,-3 7-1,-2-2 492,-3 3 0,-3 13 0,1 8 0,2 5-774,5 2 1,-2 4 0,10 1-1,3 6-465,2 3 1,3-8-1,3 2 1,5-7-198,7-8 1,9 2-1,5-10 1,5-3-357,3-2 1,-6-6 0,6-5-1,-1-7 139,1-6 1,-11-11 0,0-2 0,-10-3 449,-5-5 1,4-2 0,-7-3-1,-2 0 135,-4-1 0,-2-1 0,0-4 0,0-7-56,0-8 1,0 2 0,-2-12 0,-4 7-105,-2 8 1,-2 5 124,2 11 1,3 23 0,-8 22 0,2 25 118,6 22 0,2 18 1,3 2-1,0 9 178,0 4 0,0 12 0,0-7 0,0 1-133,0-5 0,0 2 0,0-2 0,0-1-149,0 4 0,11-9 0,2 8 0</inkml:trace>
  <inkml:trace contextRef="#ctx0" brushRef="#br0" timeOffset="2616">4118 1889 10396,'24'0'44,"0"8"0,-1 0 0,3-3-44,6-2 0,-6-14 0,8-2 0</inkml:trace>
  <inkml:trace contextRef="#ctx0" brushRef="#br0" timeOffset="3149">1948 1276 8356,'-39'63'4,"0"0"1,7 2 0,-2 11 0,5 6 497,8 1 0,13-4 0,1 8 0,7 2-229,7 2 1,17 4 0,-5-48 0,4 0 0,2 1 0,2-1-405,3 0 1,3 0 0,5 1 0,3-2 0,1 1 0,2-2 0,3-2 0,1-2-486,2-5 1,2-1 301,-5-4 0,3-2 0,12-4 0,2-3 0,-4 2 0,0-1 0</inkml:trace>
  <inkml:trace contextRef="#ctx0" brushRef="#br0" timeOffset="3450">5840 969 8099,'0'84'216,"0"-5"1,0 5 0,0 2-1,-2 11-126,-2-42 0,0 0 0,-2-4 0,-1 1 0,-5 6 0,-2 1 0,-1 0 0,-2 0-303,-1 3 0,-3 0 0,-5-2 0,-3 0 0,-2 2 0,-1-1 0,-2-3 0,0-3 213,-2-3 0,1-2 0,4-1 0,2-1 0,0-1 0,0 1 0</inkml:trace>
  <inkml:trace contextRef="#ctx0" brushRef="#br0" timeOffset="3936">6076 1771 8199,'-13'-10'712,"3"10"-315,10 0 1,0 3 0,2 12-1,6 4-641,8 2 0,13 2 0,5 1 0,0-3-2049,0-6 2293,8 6 0,-5-7 0,10 9 0</inkml:trace>
  <inkml:trace contextRef="#ctx0" brushRef="#br0" timeOffset="4100">6501 1701 8199,'-16'0'0,"3"2"192,3 6 0,-6 8 1,8 15-1,3 9-28,2 4 0,3 6 0,0 2 0,0 9 93,0 7 0,3-3 1,2 14-1,3-6-679,-3-2 1,6 0 0,-4-3 0,-1-8 421,-4-13 0,-2 1 0,0-12 0</inkml:trace>
  <inkml:trace contextRef="#ctx0" brushRef="#br0" timeOffset="4335">6713 1512 8109,'0'31'0,"0"3"-187,0 3 1,0-5 0,0 4 0,0 1 292,0 0 1,3-1 0,2 6-1,3-5-361,-3-3 1,-2-2 254,-3-9 0,10 1 0,3-1 0</inkml:trace>
  <inkml:trace contextRef="#ctx0" brushRef="#br0" timeOffset="4585">6595 1064 8109,'24'-24'314,"-1"11"0,1 5 1,0 6 32,-1 2 0,1 0 0,2 2 0,3 3-45,2 3 0,1 11 0,-9-4 0,1 6-145,-1 3 1,-2-1 0,-5 4 0,-8 2-245,-5 2 0,-3 0 0,-3-7 0,-5 0-331,-8-1 1,-12 1 0,-7-1 0,-1 1 417,-6 0 0,-3-1 0,-2 1 0</inkml:trace>
  <inkml:trace contextRef="#ctx0" brushRef="#br0" timeOffset="5416">6949 1300 8109,'16'23'5,"-1"1"198,4-1 0,-6 1 0,0 0 1148,-3-1 27,9 1-1208,-17-1 0,9-20 0,-14-11 0,-2-13-339,-3-10 0,0 2 0,8-8 0,0 0-320,0 1 0,0 4 0,0-4 0,0 2-276,0 5 1,0 2-1,3 4 332,5-1 0,5 3 0,11 8 433,-1 13 0,-7 3 0,-3 13 0,0 5 0,0 7 0,-8-1 0,3 7 0,-2-3 0,1 1 0,-4-1 0,5-7 0,-6-1 77,-2 1 1,8-1 0,0 1 384,-3 0 1,9-3 67,1-6 1,6-4 0,3-11-215,-1 0 1,-7-11 0,0-4 0,2-6-130,3-3 1,-5 0 0,0-2 0,-1-3-176,-2-2 0,6-1 0,-9 9 0,1-3 174,-1-6 1,-2 14-1,-8-6 152,0 3 0,-10 11 0,-6 2 0,-5 5-49,-3 3 1,1 11 0,-1 5 0,3 4-375,5 4 1,-2 0 0,10 2 0,3 3-150,2 2 0,3 1 1,0-9-1,0 1-538,0-1 0,3-2 0,5-2 1,10-6 33,11-3 1,0-2-1,10-8 1,1 0 737,-4 0 0,9 0 0,-9-2 0,1-6 6,-5-8 0,-1-5 1,-5-3-1,-5 1 266,0-1 0,-10-2 315,-3-5 1,-6 4 0,-2-4 0,-2 7 609,-6 9 1,-5-4 0,-11 11-831,0 3 0,1 2 0,-1 6 0,1 5-311,-1 8 0,3 5 1,3 2-1,5 1-62,2-1 1,3 4 0,8 1 0,0 4-159,0-3 1,0-3 0,3-5 0,5-3-313,8-2 0,4-11 1,4 3-1,0-5-74,-1-3 1,9-11 0,-1-4 0,-2-9 171,-3-8 1,-5 4-1,-2-12 1,-6-2 197,-3-2 0,6-11 0,-8 0 0,-3 0-14,-2-3 1,-3 0-1,-3-7 1,-5 2 106,-8-3 1,3 1-1,-2-1 1,-4 6-192,-2 2 1,0 6 277,6 13 0,4 18 0,11 23 0,0 19-5,0 16 1,3 18 0,2 8-1,5 5 16,3 3 0,-5 0 0,5-1 0,-2 4-11,-6 4 0,8 6 0,0 11 0</inkml:trace>
  <inkml:trace contextRef="#ctx0" brushRef="#br0" timeOffset="5783">8482 592 8026,'-39'0'0,"2"0"0,3 3 307,5 4 0,-7 7 0,-4 14 0,-4 12-2,-3 15 1,2 13-1,3 13 1,22-35 0,1 2-83,-3 5 1,2 2-1,2 9 1,2 3-1,-1 1 1,2 0 0,3 0-1,1 1-121,2 0 1,2 0 0,1-5 0,2-2 0,4-2 0,2-2 0,1-6 0,2-2-235,11 40 0,15-28 0,9-17 0,4-11-713,3-13 0,0 0 0,-2-13 1,-3-3 844,-3-2 0,-7-11 0,7 0 0,0 0 0</inkml:trace>
  <inkml:trace contextRef="#ctx0" brushRef="#br0" timeOffset="6016">8529 1323 7736,'0'24'429,"0"-1"0,0-4 0,0 2 0,0 8-2,0 5 1,0 8 0,0 10 0,0 3-412,0-3 0,0 1 0,0-1 1,0 3-402,0-2 1,0-6 0,0-5 0,0-5-1656,0-3 2040,11-3 0,2-18 0,11-2 0</inkml:trace>
  <inkml:trace contextRef="#ctx0" brushRef="#br0" timeOffset="6149">8695 1795 8027,'13'-11'1133,"0"9"-658,-5-6 0,5 5 1,10 3-433,1 0 0,7 0 0,1 0-43,-3 0 0,7 11 0,1 2 0</inkml:trace>
  <inkml:trace contextRef="#ctx0" brushRef="#br0" timeOffset="6568">9402 1512 7958,'-8'-16'331,"0"0"0,1 11 1,9-3-1,3 16-201,3 8 1,11 5 0,-1 3 0,8-1-401,6 1 1,-1-1 0,-7-2 0,2-2 269,5-4 0,-4 1 0,7 8 0</inkml:trace>
  <inkml:trace contextRef="#ctx0" brushRef="#br0" timeOffset="6716">9756 1394 8240,'-8'24'206,"0"-1"1,-7 3-1,7 8 1,0 11 55,-3 7 0,9 17 1,-9 1-1,3 12-48,1 1 0,-4 7 0,6-9 0,-3 0-775,3 0 1,-6 3-1,1-10 561,-3-6 0,-3-13 0,-8 2 0</inkml:trace>
  <inkml:trace contextRef="#ctx0" brushRef="#br0" timeOffset="6952">9874 1252 8100,'0'55'33,"0"1"0,0-1 0,0-8 0,0 3 256,0 5 0,0-6 0,0 6 0,0-5-511,0-3 0,0-7 0,0-4-1394,0-2 1616,0-2 0,0-19 0,0-2 0</inkml:trace>
  <inkml:trace contextRef="#ctx0" brushRef="#br0" timeOffset="7202">9756 875 8100,'3'-16'-424,"5"1"269,7-4 0,-2 9 0,3 2 0,2 5 477,3 3 1,3 0-1,0 3 1,2 5-120,5 7 1,-5 6 0,6 3 0,-6 2-49,-2 6 0,-3-6 0,-6 8 0,-7-3-66,-5 1 1,-3-1-1,-3-7 1,-5-1-41,-7 1 1,-14 0 0,-5-3 0,-3-3-1683,-5-2 1633,-2-11 0,-4 16 0,1-8 0</inkml:trace>
  <inkml:trace contextRef="#ctx0" brushRef="#br0" timeOffset="7434">9992 993 8100,'10'24'0,"-4"7"0,7 0 0,0-2 230,0-3 0,-5 6 0,5-1 1,-3-2 527,-4-3 0,4-2-152,-2 0 1,0-14-350,-8-10 0,0-10 0,0-17 0,0-1-204,0-4 0,0-10 0,0 5 0,0-2-334,0 0 1,0 2-1,0-2 1,0 5-877,0 0 1,0 7-1,0-4 97,0 5 0,0 10 1060,0 0 0,10 11 0,3-5 0</inkml:trace>
  <inkml:trace contextRef="#ctx0" brushRef="#br0" timeOffset="8049">10204 969 8100,'8'24'0,"0"0"0,-3-1-128,-2 1 1,-1-9 0,4 1 112,2 3 0,2-1 1,-5 0-1,6-5 125,2-2 0,-5-1 1,7-4 150,4 1 1,2 4 0,2-6 6,1 3 1,-3-3 0,-3-10-1,-2-6 308,2-2 1,-5-2 0,1-9 0,-4 0 46,-5 1 1,1-1 0,-1 1-220,3-1 0,-1 1 0,-7-1 230,0 0 0,-10 11-512,-6 5 1,-5 8 0,0 8-289,6 8 0,-6 13 0,8 2 1,-1 1-630,7 2 1,4-8 0,3 5-1,0-4-105,0-4 0,3 1 1,4-3-1,9-3 292,5-2 1,11-11 0,2 3-1,0-8 369,0-8 1,8-5 0,-6-11 0,4 1 220,-1-1 1,-10-2 0,2-3 0,-4-2 302,-4 2 1,-2 0 0,-5 0 0,-8-2 723,-6 2 0,-2 3 1,0 2-99,0 1 1,-10 2 0,-6 5-376,-5 8 0,-2 5 1,-1 3-1,0 3-389,1 5 0,7-3 0,0 11 1,1 2-243,1 3 1,4 3 0,10-1-1,0 1 2,0 0 1,0-1 0,0 1 0,3-1-315,4 1 1,-1-8 0,9-3-1,4 0-131,2 0 1,2-8-1,4 0 1,1-10 299,4-11 0,-1-12 0,-7-6 1,-1-3 184,1-5 0,0-3 0,-3-2 1,-3 0-52,-2 0 1,-11-8 0,5-3 0,-2 0-103,0 1 0,0-6 0,-11 8 0,-4 5-505,-9 8 1,3 0 883,-3 11 1,3 20 0,-3 22 0,8 15 262,6 13 1,2 8-1,0 8 1,0 6 54,0-1 1,2 8-1,6-8 1,5 3-476,0 0 0,8-10 1,-8 2-1,3-5-810,0-3 0,-3-11 794,3-4 0,5-6 0,-8-2 0</inkml:trace>
  <inkml:trace contextRef="#ctx0" brushRef="#br0" timeOffset="8282">11360 2 8100,'34'47'-268,"-8"3"1,6 5 0,-3 8 872,2 5 0,-2 14 0,10 4 0,1 6-229,-22-45 0,0 0 0,0 4 0,-2 0 0,-4 3 0,-3 0 0,0 3 0,-2 1-373,-1 6 0,-4 1 0,-5-2 1,-5-1-1,-2 3 0,-6-1 1,-5-1-1,-5 0-22,-6 0 0,-4-1 0,0-2 0,-2-4 0,-3-6 1,-1-3-1,2-5 0,1-3-525,-29 24 544,8-21 0,5-11 0,-1-15 0,1-6 0</inkml:trace>
  <inkml:trace contextRef="#ctx0" brushRef="#br0" timeOffset="8899">11879 1819 8281,'-16'0'636,"1"0"0,7 0-636,-8 0 0,0 10 0,-7 3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1:52.7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1394 8381,'0'-22'-2,"0"1"1,3 1-1,2 3 49,2 3 0,0-1 1,-7-6 196,0-1 0,3 7-4,4 1-1147,-5 9 77,8-5 1,-10 13 829,0 4-230,0-5 1,-3 15-30,-4-9 1267,5-1-268,-18-7 0,16-3 690,-11-4-871,10 5 1,-12-6 0,10 16-241,2 6 1,3 6 0,2 4 0,0 2-126,0 3 1,0 10 0,0-3 0,0 6-327,0 1 1,2 8 0,3 0-1,5-3-199,2-2 1,-7-10 0,4-4 208,1-8 0,2-7 0,10-22 339,0-9 0,-8-3 1,-2-22-1,0-5 164,0-4 1,1-10 0,4 7 0,-5 3-121,-3 2 0,6 2 1,-8 1-1,0-1-1058,3 1 0,-8 9 0,8 5-2014,0 4 2811,-8 4 0,18 9 0,-8 2 0</inkml:trace>
  <inkml:trace contextRef="#ctx0" brushRef="#br0" timeOffset="218">262 1481 8317,'-7'22'67,"0"0"1,2 0 315,2-1 1,3 1 0,3 0-43,4 0 0,-2-10 1,7-2-1,0-3 312,0 0 1,3 0-1,6-9-308,1-5 0,0-5 0,0-10 0,-3-2-310,-4-5 1,4-3 0,-7-7 0,3 3-535,-1-3 1,-7 1 0,5-1 0,-2 5-1037,-5 3 1535,-3 2 0,8-3 0,2-2 0</inkml:trace>
  <inkml:trace contextRef="#ctx0" brushRef="#br0" timeOffset="566">567 1568 8290,'0'22'-97,"0"-7"0,0-1 627,0 3 1,2-5 0,6 0-256,6-2 1,-2-3 0,3-7 0,2 0-307,2 0 1,3-2 0,0-5 0,-1-5-408,1-1 1,-7-6 0,-1 5-17,3-6 0,0-2 225,-2 1 426,-6 9 0,-11 4 1,-5 16-1,-5 8 314,-1 11 0,-6 5 0,7 6 0,-3-1-171,1 1 1,7 3 0,-5 3-1,2 0-545,5-1 1,3-2 0,2-5 0,0-6-374,0-6 1,2-12 577,5-5 0,5 5 0,10 0 0</inkml:trace>
  <inkml:trace contextRef="#ctx0" brushRef="#br0" timeOffset="850">1220 741 7468,'-9'14'0,"-3"1"-162,-1 2 1,-6 5 0,5 4 0,-6 6 749,-2 2 1,1 9 0,-1 13-1,0 4-219,0 8 1,1 19 0,-1 3 0,2 4-138,6 3 0,5-47 1,1-1-1,1 41 0,2-8-221,2-5 0,6-16 0,4-18 1,10-11-1007,10-8 0,-1-12 995,11-5 0,-1-14 0,7-5 0</inkml:trace>
  <inkml:trace contextRef="#ctx0" brushRef="#br0" timeOffset="1116">1482 1242 8168,'0'22'320,"0"-1"1,0 4 0,0 1 0,-3 6 398,-4 1 1,4 6 0,-4 10 0,5 4-574,2 2 1,0-6 0,0 2-1,0-5-750,0-3 1,0-2-1,0-4 1,2-8 603,5-5 0,6-2 0,8-1 0</inkml:trace>
  <inkml:trace contextRef="#ctx0" brushRef="#br0" timeOffset="1264">1634 1590 8097,'22'0'649,"0"-7"0,-1 0-161,1 2 0,7 2 0,0 3 0,0 0-1038,3 0 1,-1 0 549,5 0 0,15-9 0,-5-3 0</inkml:trace>
  <inkml:trace contextRef="#ctx0" brushRef="#br0" timeOffset="2231">2222 741 8024,'-12'10'386,"5"4"-36,4 5 1,3 13-1,0 4 1,3 8-29,4 7 0,3-3 1,7 10-1,-5 5-265,-3 7 0,1 0 0,-5 8 0,2-6-192,-2-9 1,-3-2 0,-2-15 0,0-8-386,0-4 1,0-12 86,0-7 1,-2-13 0,-3-2 0,-2-12 161,2-7 0,3-6 0,2-1 0,0-3 179,0 2 1,0-4 0,2 2-1,5 2 46,8 3 0,-3 2 0,2 3 1,3 2 106,3 2 1,1 10 0,1-2 435,0 5 0,-3 4 1,-2 5-1,-5 8 112,-2 4 0,5 10 0,-8 3 0,-2-1-409,-3 1 1,-2 6-1,0-4 1,0 2-924,0 1 0,0-11 723,0 3 0,-10-4 0,-2-4 0</inkml:trace>
  <inkml:trace contextRef="#ctx0" brushRef="#br0" timeOffset="2597">2592 1808 10062,'10'-12'511,"-5"2"-577,9 10 0,-7 0 0,6 3 77,-4 4 1,1-2 0,-5 9 0,2 3 287,-2 3 0,-3 1 0,-2 1 16,0 0 0,0 0 0,3-3-264,4-5 1,-2 3 0,9-9-451,3-3 0,3-5 0,1-8 1,1-6 398,0-6 0,0-11 0,0-3 0</inkml:trace>
  <inkml:trace contextRef="#ctx0" brushRef="#br0" timeOffset="2897">2919 719 8205,'-22'0'287,"8"0"0,-1 0 56,-2 0 0,-2 3 0,-1 4-187,6 7 0,-3 8 0,10 5 0,2 4-76,2 3 1,3 0 0,0 5 0,0-5 3,0-3 0,3-2 1,4-7 48,8 0 0,4-10 0,3-5 0,0-7 157,-1-7 0,-1-5 0,-6-10 0,-7 0-262,-4 0 1,4-2-1,0-3 1,-2-2-255,-2 3 0,-6 2 0,-2 2 0,-4 0-236,-3 0 0,7 0 0,-5 3 0,3 2 462,0 3 0,-10-1 0,5-7 0</inkml:trace>
  <inkml:trace contextRef="#ctx0" brushRef="#br0" timeOffset="3232">2962 763 10483,'0'21'474,"0"-6"0,0 0-389,0 1 0,10 1 0,2 0 0,3-5-168,-1-2 1,1 5 0,6-8 0,1-2-151,0-3 0,0-2 0,0-2 0,-1-3 156,1-2 1,0-10 0,-3 2-1,-4-4 275,-8-3 1,3 0 0,-3 0 381,-2 1-551,7-1 0,-12 10 0,2 7 9,-6 10 0,-11 7 0,8 10-21,2-1 0,2 1 0,3 0-162,0 0 0,0 0-707,0-1 1,3-1 851,4-6 0,5 6 0,10-8 0</inkml:trace>
  <inkml:trace contextRef="#ctx0" brushRef="#br0" timeOffset="3415">3507 305 8205,'0'22'0,"0"0"0,-3 0 0,-1 2 0,-4 5 397,3 7 1,3-2 0,2 2-1,0 6 78,0 6 1,0-2 0,0 5-1,0-5-678,0-3 0,0 1 1,0-3-2390,0-5 2592,0-14 0,10-12 0,2-10 0</inkml:trace>
  <inkml:trace contextRef="#ctx0" brushRef="#br0" timeOffset="3547">3354 610 8205,'15'0'0,"-1"0"-178,3 0 1,-5 0-1,3 0 1,2 0 577,2 0 0,5 0 1,3 0-401,2 0 0,19 0 0,-2 0 0</inkml:trace>
  <inkml:trace contextRef="#ctx0" brushRef="#br0" timeOffset="4049">3659 392 8229,'7'44'57,"1"0"0,9 9 0,-5 5 0,2 7 278,1 8 1,-10 14 0,-2-37 0,1 2 0,-2 2 0,-2 0-143,1 4 1,-2 1 0,-3-2 0,-4 2 0,-1 3 0,-4 2 0,-2-1 0,-3-1-140,-2-2 1,-2-1 0,1-3 0,-1-1-1,1-3 1,1-2 0,0-3 0,1 0-470,-17 43 1,4-15-1,1-12 1,9-17-1770,3-15 2184,-1-16 0,-1 4 0,-1-7 0</inkml:trace>
  <inkml:trace contextRef="#ctx0" brushRef="#br0" timeOffset="4847">3855 959 8186,'3'21'-52,"4"1"1,-5 0-1,8 2 1,-3 3 311,1 2 1,-1 10 0,-5-3 0,3 5 103,2 3 1,1 2-1,-8 2 1,0 3-319,0-3 1,0-2 0,0-5 0,0-4-181,0-8 0,-3-8 1,-2-4-34,-2-2 0,-7-13 0,6-2 43,3-12 0,3-7 0,2-3 1,0 0 216,0 0 1,0 1 0,2-1 0,3 0 21,3 0 1,8 8 0,-1 2 25,4 2 0,3 3 0,0 7 0,0 0 36,-1 0 0,1 9 1,0 8-1,0 8-44,0 4 0,-3 7 0,-5-5 0,-6 3-246,-6 5 0,5-5 0,1 0 0,-4-3-626,-1-4 1,-3-10 738,0-3 0,0-9 0,0 5 0</inkml:trace>
  <inkml:trace contextRef="#ctx0" brushRef="#br0" timeOffset="5314">4269 1699 8006,'7'-14'1112,"0"-1"1,10 8-362,-2-8 1,4 10-1,3-2-365,0 5 1,-8 2-1,-2 2-283,-2 5 1,-3 6-1,-7 8-134,0 1 0,0 0 0,0 0 1,0-1-257,0 1 0,-7 0 0,0 0 1,0 0-207,-3-1 0,8-6 0,-6-1 343,6 3 1,2-5 299,0 3 1,10-10-1,4 2-671,5-5 1,3-11 520,0-6 0,9-14 0,3-5 0</inkml:trace>
  <inkml:trace contextRef="#ctx0" brushRef="#br0" timeOffset="5647">4509 632 8461,'-22'22'-723,"0"0"1,3-1 967,4 1 0,-2 0 1,7 2-1,1 3 214,-1 2 1,3 7 0,7-7 0,2-2-132,6-3 0,1-2 1,11-1-58,1 1 0,-4-10 0,12-4 0,-4-8 32,-4-8 0,1 3 1,-3-9-1,-2-3-186,-2-2 1,-10-10 0,2 0 0,-5 2-124,-2 3 1,0-5 0,0 0-1,-2 2-517,-5 3 0,-3 2 1,-7 0-1,5 1-2243,2-1 2766,-7 10 0,5-8 0,-9 8 0</inkml:trace>
  <inkml:trace contextRef="#ctx0" brushRef="#br0" timeOffset="5999">4617 676 8383,'12'9'40,"-2"-4"1,-10 10 357,0 2 1,0-5 0,0 2 347,0 3 0,0 2 1,0 3-268,0 0 0,0 0 1,0 0-449,0-1 0,3 1-528,4 0 1,5-10-1,10-5 58,0-4 1,-1-13 0,-1-5 0,-3-4-183,-3-3 0,-7 1 1,5-1-1,-2 0 185,-5 0 0,5-2 0,-3-3 440,-2-2 0,-3 0 1,1 8 793,4-1-121,-5 0 0,8 12 0,-10 10-265,0 12 0,0 8 0,0 2 0,0-1-432,0 1 1,0 7 0,0 0 0,0-2-523,0-3 1,2-2 0,3 0 0,2-1-1630,-2 1 2171,7-10 0,0-2 0,10-10 0</inkml:trace>
  <inkml:trace contextRef="#ctx0" brushRef="#br0" timeOffset="6181">5140 1 8187,'-7'36'0,"0"0"-7,2 3 1,-5 4 0,3 6-1,2 4 344,2 3 0,3-6 0,0 11 0,0 4-242,0 5 1,0 1-1,0-11 1,0-7-457,0-7 1,8 0-1,1-19 361,4-8 0,-9-7 0,6-12 0</inkml:trace>
  <inkml:trace contextRef="#ctx0" brushRef="#br0" timeOffset="6381">4748 523 8272,'-14'0'-72,"1"-2"0,1-3 128,0-2 1,7-3 0,1 5 633,8-2 1,4-3-1,11 5 1,8-2-215,4 2 1,5-4-1,8-1 1,2 0-887,5 1 0,-5 1 1,7 8-1,-2 0 410,0 0 0,-1-9 0,-6-4 0</inkml:trace>
  <inkml:trace contextRef="#ctx0" brushRef="#br0" timeOffset="6565">5075 1634 8119,'-22'2'1121,"0"5"-1322,10-4 0,2 4 201,10-14 0,20-5 0,4-10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2:00.70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218-1 8119,'-10'12'-510,"5"15"1,-9-6 0,-1 6 916,3 5 1,-5-6 0,10 8-1,0 0-376,-3 0 1,8-5 0,-6 5-1,6-3-336,2-4 1,0-3 304,0-2 0,0-1 0,0 1 0</inkml:trace>
  <inkml:trace contextRef="#ctx0" brushRef="#br0" timeOffset="233">0-1 8119,'0'14'63,"3"1"1,1 2 211,4 2 1,9 3-1,-3 0 1,5 2 83,3 5 0,0-5 1,0 5-1,2-2-247,5 2 0,-5-5 0,5 5 0,-5-5-1160,-2-2 1,0-7 1047,0-1 0,0-9 0,-1 5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2:47.7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1 327 7771,'0'-22'101,"0"1"0,0 6 268,0 1 1,0 11 0,0 3-66,0 12 0,0 10 1,0 7-1,0 7 59,0 6 1,7 1 0,2 1 0,1-1-192,0 1 1,4-1 0,-4-2 0,0-4 189,-1-8 0,6-5 1,-5-2-21,2 0 1,2-10 0,6-7 0,-4-10-55,-1-10 1,-3-14 0,5-7 0,-5-8-87,-2-7 0,4 5 0,-4-4 0,0 1-424,-1-2 0,6 8 0,-8-3 0,0 7-552,3 1 0,-7 4 1,6 0-2887,1 2 3660,-8 3 0,8 8 0,-10-1 0</inkml:trace>
  <inkml:trace contextRef="#ctx0" brushRef="#br0" timeOffset="265">305 284 8010,'-21'21'226,"9"1"1,4 0 0,6 0 212,2 0 1,0 7-1,0 2 1,0 3-32,0 5 1,10-1 0,4 1 0,5-3-196,3 3 0,-2-7 1,-4-6-1,-1-9 285,2-10 1,2-4-1,3-8-66,0-10 0,0-1 0,-3-23 0,-2-5-218,-3-4 1,-1-10 0,3 5-1,-3-1-179,-4 1 1,6-5 0,-8 7 0,0 3-533,3 2 0,-8 5 1,6 4-1,-6 8-2484,-2 5 2981,0 2 0,0 10 0,0 3 0</inkml:trace>
  <inkml:trace contextRef="#ctx0" brushRef="#br0" timeOffset="649">763 610 7995,'7'-14'-242,"3"2"1200,2 2 1,-5-4-158,8 6 0,-3 3-547,2 13 1,-4 4 0,-10 10-111,0-1 0,-3 4 1,-1 1-1,-6 3-41,-2-2 1,5 4 0,-6-2-1,1-2-24,0-3 0,7-2 0,-4 0 0,1-1 81,1 1 1,0-7 0,7-1-94,0 3 0,2-7-183,6-3 1,4-7-1,9-5 1,1-4-1853,0-3 1968,0-3 0,9-7 0,3 0 0</inkml:trace>
  <inkml:trace contextRef="#ctx0" brushRef="#br0" timeOffset="831">1133 480 7995,'2'19'480,"3"-2"0,2-2 15,-2 1 1,-2 11 0,-1 5 0,3 1-77,2 6 1,0 5 0,-7 4-1,0 3-738,0-3 1,0-2-1,0-2 319,0-1 0,0 1 0,0-1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2:49.5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784 305 8104,'-9'-22'682,"-6"1"1,-4 8-1,-3 6-387,0 5 0,8 2 0,-1 2 0,-2 5-110,-2 8 1,-3 12 0,0 4 0,1 3-136,-1 5 0,10 2 0,2 2 1,3-2-173,0-4 1,-1-6 0,8-9-1,3-3 40,4-4 0,5-6 1,12-11-1,3-5 58,2-8 0,2-14 0,-4-7 1,0-5-44,-8-3 0,0 1 1,-11 2-1,-4 2-2,-1 3 1,-6 2-1,-4-5 1,-7 5-56,-6 3 1,-9 4 0,-2 10 0,-3 3-86,-5-3 0,-2 7 0,0 3 0,5 4-846,7 3 1,4 3 1054,4 4 0,9 5 0,2 10 0</inkml:trace>
  <inkml:trace contextRef="#ctx0" brushRef="#br0" timeOffset="300">1111 0 8104,'12'0'790,"-2"0"1,-10 3 0,0 4 0,0 7-658,0 6 1,-7 9 0,-3 2 0,0 3-191,1 5 0,-6 4 1,8 6-1,2 4-180,3 3 0,2-8 0,0 3 0,2-5 108,5-3 1,5-11 0,12-8 0,3-9 348,2-6 0,17-2 0,-2-7 0,4 0 8,5 0 0,-4-2 0,9-3 0,0-4-292,-3-4 1,-1 9 0,-13-6 0,-5 3-2328,-7-1 2391,-5 1 0,-12 17 0,-2 2 0</inkml:trace>
  <inkml:trace contextRef="#ctx0" brushRef="#br0" timeOffset="534">458 937 8104,'-22'0'572,"10"2"0,7 3-125,10 2 0,19 0 1,20-7-1,11 0 38,8 0 0,15-2 1,6-5-1,13-5-391,-44 6 0,1-1 0,1-2 0,1-1 0,5 4 0,1 0 1,-4 0-1,-2 0-239,-3 2 1,-2 1-1,43-7 1,-16 3-1,-15 2-836,-17 2 1,-15 6 980,-16 4 0,-25 5 0,-14 10 0</inkml:trace>
  <inkml:trace contextRef="#ctx0" brushRef="#br0" timeOffset="902">741 1481 8124,'-34'10'234,"-12"-5"1,10 9-1,2 3 226,0 2 0,7 6 0,-7 4 0,1 4-197,-1 1 0,10 5 0,-1-10 0,11-2 85,4-3 1,3-2 0,9-3 0,6-4-280,6-8 1,5-5 0,6-7-1,1-7 30,3-10 1,10-11 0,-5-1 0,2-5-162,0-7 1,-6-5 0,3 3 0,-4-3-123,-9 3 1,-1 2-1,-12 2 1,-2 3 5,-2 5 1,-13-3 0,-7 10 0,-12 2-75,-15 3 1,-4 5 0,-15 4 0,-7 8 209,-5 5 1,5 2-1,-3 2 1,8 5-143,7 8 1,14 7 0,15 4 0,7 3 183,8-2 0,-5 7 0,6 0 0</inkml:trace>
  <inkml:trace contextRef="#ctx0" brushRef="#br0" timeOffset="1369">676 1525 9076,'-10'-13'655,"7"6"0,-4 14 0,5 8-376,2 4 0,0 3 0,0 0 0,0 2-184,0 5 1,7-5-1,3 8 1,2-3-320,5 0 1,2 7 0,3-9 0,0-5-108,-1-6 0,1-11 1,2 3-1,3-6 94,2-2 0,0-10 0,-7-7 0,-3-9 204,-4-11 0,4 4 0,-7-4 0,0 1 90,-4 2 1,-6 3 0,-2 9 0,0 0 1582,0 0-1337,0 10 1,0 12-1,0 15 1,0 4-119,0 3 1,0 0 0,2-1 0,3 1 208,2 0 0,10-3 0,-2-4 62,4-8 1,3-4-1,0-3 1,0-3-87,-1-4 0,-6-8 0,-3-11 0,-2-3-174,-5 2 1,-3 0 0,-2 1 0,-2-3-647,-6 2 0,-4-4 0,-7 2-1937,4 2 0,3 10 2387,5 3 0,5-1 0,-8-7 0</inkml:trace>
  <inkml:trace contextRef="#ctx0" brushRef="#br0" timeOffset="1966">1416 1677 7671,'0'-22'362,"0"8"179,0-1 1,7 8-1,3-5-133,2 2 0,-5 3 0,8 7-107,2 0 1,2 0-1,3 0-108,0 0 0,-10 10 1,-5 4-1,-5 5 26,-2 3 0,0 2 0,0 3 0,-2 4-25,-5 3 1,-3-7-1,-7 4 1,3-2 196,-3 0 1,5 1-1,-1-9 237,4 1 0,2 0-701,7 0 1,2-10 0,5-5 0,8-5-154,4-2 0,5-7 0,3-3 0,4 1-851,3-1 0,-7-4 0,4 4 1077,1-2 0,2-3 0,9-6 0</inkml:trace>
  <inkml:trace contextRef="#ctx0" brushRef="#br0" timeOffset="2299">1851 1655 7970,'13'-22'0,"-1"8"0,-5-1 444,7-2 1,6-2-1,2 0 1,2 2 121,5 2 1,-5 3 0,7-2-1,-2 6-144,1 6 1,-9 2 0,-6 0-354,2 0 1,-8 12 0,-4 7 0,-10 10 88,-9 5 1,-5 3 0,-3 4 0,0-3-204,0-1 1,0-1 0,1 5 0,1-4-98,6-8 0,-3-5 1,10-2 840,2-1-639,2 1 0,13-12 1,5-8-1,6-9-179,8-5 1,-4-3-1,6-4 1,-2 2-478,0 2 0,7 3 1,-7-5-1,-2 5 596,-3 3 0,-2-8 0,0 5 0</inkml:trace>
  <inkml:trace contextRef="#ctx0" brushRef="#br0" timeOffset="2716">2265 958 8822,'-12'-9'1242,"2"6"1,13-6-1,7 9-1497,11 0 0,1 7 0,10 0 0,-3-2 255,0-3 0,9-2 0,-4 0 0</inkml:trace>
  <inkml:trace contextRef="#ctx0" brushRef="#br0" timeOffset="2816">2527 784 8554,'-56'-14'0,"5"2"489,5 2 0,-5 3 0,0 7 0,3 0 90,2 0 0,5 0 0,5 0-579,7 0 0,-5 0 0,0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2:55.0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219 1349 8297,'-13'0'1480,"6"9"1,14 3-1191,8 0 0,4 5 0,3-7 0,2 0-405,5-1 1,-2 8 0,7-5 0,-3 3-751,-4-1 0,4-6 0,-2 4 865,-2-3 0,-3-1 0,-2-8 0</inkml:trace>
  <inkml:trace contextRef="#ctx0" brushRef="#br0" timeOffset="200">589 1305 7898,'0'22'-176,"-3"0"0,-2-1 542,-2 1 1,0 10 0,7 4-1,0 7 334,0 8 1,0 5-1,0 12 1,0 4-601,0 8 0,0-3 0,0 1 0,0-3-565,0-5 1,7-5 0,0-9-1,-2-12-2221,-2-13 2686,-3-7 0,0-2 0,0 0 0</inkml:trace>
  <inkml:trace contextRef="#ctx0" brushRef="#br0" timeOffset="451">850 1261 8345,'-7'22'357,"0"0"0,-1 0 1,8 2-1,0 3-76,0 2 0,0 9 0,0-1 0,0 4-351,0 2 1,8 1 0,1-3 0,1-2-448,0-3 0,4-9 517,-7 2 0,10-5 0,-5-2 0</inkml:trace>
  <inkml:trace contextRef="#ctx0" brushRef="#br0" timeOffset="717">654 913 8224,'22'0'-8,"-8"-7"0,1-1 0,4 4 323,8 1 0,-3 3 0,7 3 0,-1 4 86,-1 7 0,9 8 1,-4 5-1,2 2-275,1-3 1,-11 1 0,3 0 0,-7 4-95,-7 3 1,-6-5 0,-9 5-1,-2-3-211,-5-4 0,-5 2 1,-10-5-1,0-4-278,0-1 1,-7-9 0,0-3 0,0-5-1329,-2-2 1785,6 0 0,-6 0 0,9 0 0</inkml:trace>
  <inkml:trace contextRef="#ctx0" brushRef="#br0" timeOffset="951">1220 1327 8224,'7'14'0,"3"1"-72,2 2 0,-7-5 1,5 2 2300,-1 3-1745,-6-7 0,4-3 0,-12-14 0,-2-8-226,2-4 1,-4-5 0,1-5 0,1-5-91,-3 0 1,8-7 0,-5 5 0,4-5-482,3-3 1,0 3 0,0 2-1,0 5-115,0 3 0,3-6 1,4 11-1,5 4-587,0 5 1,7 12 0,-4-2 1014,4 5 0,3 21 0,0 5 0</inkml:trace>
  <inkml:trace contextRef="#ctx0" brushRef="#br0" timeOffset="1564">1503 1174 8094,'-21'22'433,"6"-10"1,3-2 1557,2 0-1709,3-8 0,9 8 0,6-13 1,6-4-287,6-8 0,-6-2 1,1 1-1,-1 1-146,-2-2 0,5-2 1,-7-3-1,-1 0-75,1 0 1,-3 8 0,-4-1 563,4-2 0,-7 8-164,0 2 0,-10 4 0,-11 6 1,1 4 23,6 7 0,-3 6 1,7 4-1,0 2-324,1 3 1,2 1 0,7-9-1,2 1-247,5 0 1,5 0 0,13-3 0,1-5-418,3-6 0,10-6 1,-3-2-1,5-2 374,3-6 1,-1-4 0,1-12 0,-3-2 414,-5-3 0,-4-3 0,-10 5 0,-3-2 1,-5 3 1,3-1 0,-9 1 0,-6-3 164,-7 2 0,0 5 0,-12 5 1,-4 5 428,-6 2 1,-2 3 0,5 7 0,-3 0 240,-2 0 0,3 10 0,9 4 0,2 6-402,-2 2 0,8 7 1,1 0-1,6 0-449,2 2 0,0-7 0,0 5 1,2-4-163,6-4 1,4-6 0,12-3-1,2-2-116,3-6 1,3-1-1,-5-6 1,2-4-236,-3-7 0,-4-13 1,-5-2-1,-5 0 162,-2-2 0,-3-1 1,-7-7-1,0 3 172,0-3 0,0-2 1,-2-5-1,-3-2-74,-3-3 0,-9-9 1,5 4-1,-2 0 67,-1 5 0,3 5 1,-2 5-1,4 7 202,0 13 1,8 11 0,-5 20 125,4 11 0,3 13 0,3 15 1,2 6 118,2 8 1,7-2 0,-4 14 0,0 0-183,-1 5 0,6-5 0,-8-3-64,-2-4 0,7-3 0,0 1 0</inkml:trace>
  <inkml:trace contextRef="#ctx0" brushRef="#br0" timeOffset="1814">2157 1653 9934,'21'0'497,"1"0"0,0 0-747,0 0 0,7 0 0,2 0 250,3 0 0,2-9 0,8-3 0</inkml:trace>
  <inkml:trace contextRef="#ctx0" brushRef="#br0" timeOffset="2481">153 891 8181,'-19'15'-119,"4"-1"0,-4 8 1,4 9-1,-4 6 346,-3 9 0,8 7 0,2 15 0,2 4 144,5 8 1,3 17 0,3-43 0,0 1 0,1 5 0,1 1-157,0 2 0,1 2 0,4 4 1,1 0-1,-1 0 0,1 0 0,2-1 1,2-1-384,1 1 0,1-3 1,4-4-1,1-3 1,-2-3-1,3-4 0,27 37-547,10-21 1,10-11 0,9-17 714,11-10 0,1-10 0,1-19 0,6 0 0,4 0 0</inkml:trace>
  <inkml:trace contextRef="#ctx0" brushRef="#br0" timeOffset="2883">3398 543 8199,'22'9'-9,"-1"6"1,1 7 0,2 7 0,5 7 402,8 5 1,1 15 0,1 9 0,-5 15-102,-3 12 1,-11 0 0,-16-42 0,-3 2 0,-3-1 0,-4 2-92,-3 0 1,-3 0 0,-3 3 0,-2-1-1,-4 2 1,-1 0 0,-1 0 0,0 0-14,-3-3 0,1-2 0,2-1 0,0-3 0,-28 37 0,3-3-407,-3-2 0,15-22 0,-1-7 0,11-17-2689,4-10 2907,10-12 0,2-21 0,10-16 0</inkml:trace>
  <inkml:trace contextRef="#ctx0" brushRef="#br0" timeOffset="3048">3920 1893 7959,'0'-22'-509,"0"0"509,0 10 0,10-7 0,2 7 0</inkml:trace>
  <inkml:trace contextRef="#ctx0" brushRef="#br0" timeOffset="3533">4225 1327 8279,'0'22'574,"0"-8"0,3 1 0,4 1-815,8 4 1,4 2 0,3-1 0,-1 1 240,1 0 0,10 0 0,2-1 0</inkml:trace>
  <inkml:trace contextRef="#ctx0" brushRef="#br0" timeOffset="3681">4508 1261 8112,'0'22'-69,"0"0"0,-2 0 0,-3 2 438,-2 5 0,-8 7 0,8 13 1,2 4-43,3 3 1,2 4-1,0 10 1,-3 5-114,-4 3 1,5-8 0,-5 2 0,4-6-2092,3-8 1877,0-5 0,-10-9 0,-2-1 0</inkml:trace>
  <inkml:trace contextRef="#ctx0" brushRef="#br0" timeOffset="3933">4661 804 8109,'0'29'-120,"0"0"1,0 3-1,0-3 1,0 7 5,0 5 0,0-5 0,0 1 0,2 1 456,6 4 0,-4-6 0,9 0 0,-4 0-342,-4-2 0,7 7 0,0-7 0</inkml:trace>
  <inkml:trace contextRef="#ctx0" brushRef="#br0" timeOffset="4199">4552 630 8048,'22'-22'0,"0"0"0,2 3 85,5 4 0,-5 3 0,7 8 0,-2-4 170,1 3 0,6 5 0,-7 8 0,-3 6 20,-1 6 0,-4 1 0,1 4 0,-2 1-119,-6 3 0,-4 0 0,-10-7 0,0 0-36,0 0 1,-10-1 0,-7 1 0,-7-3-364,-5-4 0,-10 4 0,5-7 0,-2 1-1458,0-6 1701,-1 5 0,-6-10 0,-1 8 0</inkml:trace>
  <inkml:trace contextRef="#ctx0" brushRef="#br0" timeOffset="4433">5009 848 7862,'10'21'541,"-8"1"2654,6 0-2707,-6-10 0,-2-5 1,0-14-1,0-7-302,0-6 0,-7-9 1,0-2-1,2-3-309,2-5 0,3 0 0,0 1 0,3 4-498,4 2 1,-2-4 0,7 7-1,0 5-1064,0 7 0,3 0 1685,6 10 0,1-1 0,0 8 0</inkml:trace>
  <inkml:trace contextRef="#ctx0" brushRef="#br0" timeOffset="5047">5184 826 8048,'0'14'182,"0"1"1,0-1 0,2 6 313,5-6 1,-2-4 0,10-10-154,2 0 0,2 0 1,3 0-1,2-2-185,5-6 0,-5-6 0,5-13 1,-5-2-39,-2 3 1,-7-1-1,-3 0 1,-3-2-92,-4 3 1,-2 1 0,-3 4-167,0-1 0,-3 10 0,-4 5 0,-8 4 108,-4 3 1,-3 3 0,1 4 0,-1 7-133,0 6 1,3 1 0,4 4 0,8 1-323,4 3 1,3 0 0,0-4 0,0 1-83,0 3 1,13-7-1,6-10 1,10-2 244,5-5 0,2-3 0,8-2 0,-1-2 320,1-6 0,-1-6 0,1-13 0,-3-2 56,-5 3 1,-7-1 0,-14 0 0,-6-2 432,1 3 0,-7 1 0,4 4 0,-7 1 240,-7 6 0,-6-3 1,-8 10-1,-1 2 141,0 2 0,-7 3 1,0 0-1,2 3-554,3 4 1,10 3 0,2 7-1,0-3-339,-1 3 0,9 10 0,-4 2 0,6-3-70,2-1 1,0 4-1,2 0 1,6-3-484,6-2 1,6-4 0,1-6 0,1-6-107,0-6 1,0-2-1,-1-2 1,1-8 274,0-12 0,0-2 0,-3-12 1,-2-3 236,-2-2 0,-11-5 1,4-3-1,-4-4-59,4-2 1,-6 4 0,5-10 0,-4-4 24,-3-5 0,-7 4 1,-3 11-1,0 2 204,1 4 0,1 10-61,8 18 1,0 16 0,0 34 0,0 10 400,0 9 0,8 8 0,1 9 0,1 3 172,0 4 0,4 3 0,-4 5 0,-1-5-29,1 0 0,0-5 1,-5 8-1,2-3-483,-2-5 0,7-12 0,0-5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3:01.06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350 675 8182,'-8'-41'-117,"-1"5"1,-3 7 69,-5 5 0,4 2 0,-1 2 289,-3 6 1,-2 7 0,-1 14-1,3 10-99,3 9 0,-8 16 1,-5 11-1,6 5 374,4 10 0,2 7 0,-7 14 0,1 6-150,9-45 1,2 1 0,3 5-1,2 2 1,1 1 0,1 0-1,1 1 1,1-1-133,1 1 1,0-1 0,1-3-1,1-1 1,5 39 0,7-14-73,6-10 1,1-14 0,1-8-1,-2-9-740,-6-10 0,5-14 0,-4-8-1751,4-5 2328,-7-2 0,8-19 0,-8-5 0</inkml:trace>
  <inkml:trace contextRef="#ctx0" brushRef="#br0" timeOffset="217">306 1285 8831,'0'22'932,"0"2"0,0 5-506,0 7 0,0 5 1,0 5-1,0 3-421,0 2 1,7 7 0,3-8 0,0-1-250,-1-3 1,8-5-1,-5-5 1,3-9 243,-1-10 0,1 2 0,7-7 0</inkml:trace>
  <inkml:trace contextRef="#ctx0" brushRef="#br0" timeOffset="367">589 1612 8123,'22'0'497,"-8"0"1,1 0 0,2 0-422,2 0-76,3 0 0,0 9 0,0 3 0</inkml:trace>
  <inkml:trace contextRef="#ctx0" brushRef="#br0" timeOffset="551">1090 1350 7742,'10'34'-325,"-6"0"0,9-7 1,-1 4 598,0 3 0,-5-5 1,5 5-1,-2 0-271,-5 0 1,-3 2-1,-2 7-3,0 1 0,0 0 0,0-1 0</inkml:trace>
  <inkml:trace contextRef="#ctx0" brushRef="#br0" timeOffset="1133">872 1176 7976,'-12'2'940,"5"6"-320,4 6 1,3 6-1,3 4 1,2 5-157,2 7 1,10 5 0,0 3-1,7-1-283,5 1 1,7-3-1,-7-2 1,-2-5-732,-3-3 0,-2-2 0,0-7 0,-3 0 550,-4-1 0,4-8 0,-7-4 0</inkml:trace>
  <inkml:trace contextRef="#ctx0" brushRef="#br0" timeOffset="1417">1177 1220 8500,'-2'14'1286,"-3"3"0,-2 7-643,2 10 0,2 10 0,3 7 0,0 9-184,0 10 0,0 10 0,0 14 0,0-42 1,0 0-564,0 5 0,0 0 0,0-6 1,0 0-1,1 0 0,1-1 0,3 40-392,2-10 0,0-12 1,-7-15-1886,0-7 2381,0-8 0,-10-25 0,-2-4 0</inkml:trace>
  <inkml:trace contextRef="#ctx0" brushRef="#br0" timeOffset="1971">1264 937 8201,'-12'-10'604,"5"10"1,4 10-1,3 11 1,0 4-261,0 4 0,8-3 1,1 10-1,1 3-528,0 2 0,4 3 0,-4-1 0,0 1-514,-1 0 1,1-8 0,-5-2 697,2-3 0,0-2 0,-7-7 0</inkml:trace>
  <inkml:trace contextRef="#ctx0" brushRef="#br0" timeOffset="2200">1242 806 8188,'20'-15'-194,"-3"3"0,-3 3 414,3 4 0,2-5 0,3 3 0,0 2 241,0 3 0,2 2 0,0 2 0,3 3-200,-1 2 0,-13 10 1,6-2-1,-7 4-180,-7 3 0,-5 7 1,-7 0-1,-8 0-243,-4 2 0,-5-7 0,-3 5 1,-5-4-338,-1-4 0,-1-6 0,-5-3 0,5-2 499,3-5 0,-8 7 0,5 0 0</inkml:trace>
  <inkml:trace contextRef="#ctx0" brushRef="#br0" timeOffset="2434">1504 1067 7922,'12'15'-903,"-3"-3"2894,1-3-1549,-7-1 0,6-11 0,-9-4-227,0-7 0,0-8 1,0-7-1,0-5-206,0 0 1,0-7 0,0 5 0,3-3-285,4 3 0,-5 2 0,8 7 0,-3-2-338,1 2 1,6 10 0,-4 5 0,2 3-1063,5 4 1675,-8 2 0,11 13 0,-8 2 0</inkml:trace>
  <inkml:trace contextRef="#ctx0" brushRef="#br0" timeOffset="2700">1743 958 7902,'0'15'479,"0"-1"1,-2-6 581,-5 6-535,4-9 1,-4 5-349,14-10 0,5-3 0,10-4-202,0-8 1,0-4 0,-3-3 0,-2 1-46,-3-1 1,-6 0 0,4 0 0,-3 0 190,-4 1 0,-2-1 252,-3 0 1,-3 3 0,-4 4-313,-8 8 0,3 7 0,0 7 0,3 8-327,4 4 0,-5 3 0,3 0 0,2-1-382,3 1 1,11 7 0,3 0 0,5-5-285,5-7 1,-5 3 930,12-6 0,5-4 0,0 0 0</inkml:trace>
  <inkml:trace contextRef="#ctx0" brushRef="#br0" timeOffset="3100">2222 806 8188,'0'-22'424,"0"0"1,0 8 940,0-1 0,-9 10-671,-6-2 0,3 5 0,-2 4-432,-3 5 0,0 6 0,0 8 0,5 1-238,2 0 1,-5 0 0,8-1 0,2 1 13,3 0 0,2 0 1,0 0-1,0-1-174,0 1 1,10-7 0,4-3-1,5 0-957,3 0 0,0-7 1,0 2-1,2-7 326,5-7 0,-5-5 0,5-13 1,-5-4 434,-2-7 1,0-5 0,-3-3 0,-2 1 331,-2-1 0,-1-9 0,8-3 0</inkml:trace>
  <inkml:trace contextRef="#ctx0" brushRef="#br0" timeOffset="3233">2309 65 8188,'0'32'0,"3"4"-106,4 5 1,-4 3 0,6 2 0,-2 5 561,1 7 0,9 10 0,-3 7 0,3 7-86,-2 0 1,4 0-1,-7 3 1,3-3-2129,-1-2 1758,-9-10 0,5 5 0,-10-9 0</inkml:trace>
  <inkml:trace contextRef="#ctx0" brushRef="#br0" timeOffset="3618">2614 0 8191,'22'22'0,"-3"0"0,-2 4 261,-2 11 0,-1 1 1,11 23-1,1 7-43,3 9 1,-10-31 0,-1 2-1,-3 4 1,-1 0 0,-1 4-1,0 0-19,0 1 1,-2 2-1,-3 3 1,-4 2-1,1-2 1,-2 1-1,-2 4 1,-2 0-214,-2 1 1,-2 1 0,-4 1 0,-3-2 0,-5-2-1,-3-1 1,0 0 0,-1 1 23,0-1 1,-1 0 0,0-1 0,0-2 0,1-3 0,-1-2 0,0-6 0,0-2-731,-21 35 1,-1-2 0,3-11 0,2-11 719,3-14 0,7-14 0,-7-18 0,-1-4 0</inkml:trace>
  <inkml:trace contextRef="#ctx0" brushRef="#br0" timeOffset="3936">2985 1916 8060,'12'-2'-963,"-3"-3"-155,1-2 1118,-8 0 0,18 7 0,-8 0 0</inkml:trace>
  <inkml:trace contextRef="#ctx0" brushRef="#br0" timeOffset="4549">3442 1154 8065,'0'-21'0,"0"-1"-504,0 0 0,0 0 958,0 0 0,0 13-56,0 9 0,0 17 0,0 14 0,0 3-88,0 5 1,0 2 0,0 2 0,0 1-263,0 0 1,2-3-1,5-3 1,6-4-107,-1-2 1,5-3-1,-8-10 1,3-4-26,5-8 1,3-5-1,1-4 114,1-5 1,-2-13 0,-6-11 0,-4-3 146,-1-5 1,-6 5-1,4 0 1,-4 3 225,-3 4 1,0 3-630,0 2 0,0 13 150,0 9 0,-8 12 0,1 14 0,2 3 16,3-2 1,2-3 0,2-2 143,5 0 1,6-3 0,8-4 0,1-8 340,0-5 1,0-2-1,-1-2 1,-1-5-4,-6-8 1,3-11 0,-9-6 0,-1 1-307,2-1 0,-6-4 0,4 4 0,-4 1-638,-3 0 0,-3-6 0,-2 8 0,-4 3-1208,-3 1 1,4 11-1160,-6-1 2888,-1 11 0,-7 4 0,1 12 0</inkml:trace>
  <inkml:trace contextRef="#ctx0" brushRef="#br0" timeOffset="4983">3964 1307 8136,'3'14'502,"4"1"0,-4-8 1,4 8-350,-5 1 1,1 1 0,1 0 0,4-2-174,-3 2 0,7 2 1,2 3-326,6 0 1,-6-8 0,1-2 0,2-2 104,2-5 0,3-3 0,-1-2 0,1-2-39,0-5 1,-3 2-1,-2-12 1,-2-5 340,2-5 0,0-9 0,-3 5 0,-7-1 454,-4 1 1,4 2 0,0 7 90,-2 0 0,-5 10-504,-7 5 0,2 24 1,-7 12-1,0 12-52,0 10 0,7 4 1,-2 11-1,4-1-284,3 0 1,0 1 0,0-3 0,0-3 232,0-2 0,10-9 0,2 4 0</inkml:trace>
  <inkml:trace contextRef="#ctx0" brushRef="#br0" timeOffset="5366">4879 283 8117,'-7'-34'0,"-3"8"0,-2 9 393,-5 10 0,-10 7 0,-2 12 0,3 17-163,2 19 1,-1 30 0,-1 13-1,11-39 1,1 0 24,0 7 1,1 1 0,1 3 0,0 2 0,1 5 0,0 1 0,1 4 0,1 2-225,1 5 1,1 1-1,2 1 1,1 1 0,3-2-1,2-2 1,-1-4 0,0-1-208,-1-5 0,2-2 0,3-11 0,1-2 0,2-4 1,1-2-1,11 37-669,3-15 0,0-9 845,0-19 0,-3-8 0,-5 0 0,-4 1 0</inkml:trace>
  <inkml:trace contextRef="#ctx0" brushRef="#br0" timeOffset="6249">5162 937 8242,'0'21'32,"0"1"0,0 0 0,0 2 1,0 3 238,0 2 1,0 9-1,0-1 1,-2 6-71,-6 8 0,6-5 1,-5 7-1,4-4-268,3-6 1,0 6 0,0-16-1,0 1-1090,0-5 1157,0-14 0,0 4 0,0-7 0</inkml:trace>
  <inkml:trace contextRef="#ctx0" brushRef="#br0" timeOffset="6416">5206 1307 8242,'21'0'112,"1"0"145,0 0 1,0 0 0,0 0 0,2 0-210,5 0 1,-3 0 0,8 0-49,-2 0 0,6 0 0,-4 0 0</inkml:trace>
  <inkml:trace contextRef="#ctx0" brushRef="#br0" timeOffset="6832">5685 610 8200,'0'22'30,"0"7"1,2 2 0,3 1 495,2-1 1,8 8-1,-6-3 1,1 8 34,0 6 0,4-4 1,-4 5-1,0-2-435,-1 1 1,6-6 0,-8 4-1,-2-7-270,-3-2 1,-2 7 0,-2-12-182,-5 0 1,-5-5 0,-10-15-55,0-6 1,8-8 0,1-8 0,1-6 114,0-5 1,5-6 0,-5-1 0,2-3 163,5 2 0,3 3 1,2 2-1,2 3 34,6 4 1,-3-2-1,9 10 1,3 2 189,2 3 1,-4 2 0,-1 2-1,3 6 137,3 6 0,1 5 0,1 6 1,0 4-213,0 7 1,-3 5 0,-2 3 0,-5-3-512,-2-5 1,0 5 0,-6-7 461,4 0 0,-1-3 0,-7-9 0</inkml:trace>
  <inkml:trace contextRef="#ctx0" brushRef="#br0" timeOffset="7182">6099 1394 8152,'14'-7'248,"1"-1"1,-8-1 984,7 1 0,1 6-924,7-5 1,-10 7 0,-5 7 0,-5 7-98,-2 6 1,0 2-1,-2-1 1,-5 1-110,-8 0 1,-2 2 0,0 3 0,3 2-231,-3-3 0,7-1 1,1-4-1,1 1-222,1 0 0,0-8 0,7 1 318,0 2 1,0-5 0,2 0 157,5-2 0,6-3 0,8-7 0,1 0-441,0 0 1,7 0-1,0-2 1,-2-3 313,-3-2 0,7-10 0,3 4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3:09.1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22 436 8475,'-10'22'-8,"8"0"1,-5 0 0,4 0-74,3-1 0,0 1 0,0 0 0,0 0 176,0-1 1,3 1 0,4-2 0,7-3 129,6-3 1,2-9 0,-1 0 0,1-10-60,0-10 0,0-4 0,-3-3 1,-2 0-26,-3 1 0,-9-8 0,3 0 0,-6 2-14,-2 3 1,-2 2 0,-3 0-1,-5 3-297,-2 4 0,5-4 0,-8 7-1316,-2 0 1486,8-8 0,-11 18 0,8-8 0</inkml:trace>
  <inkml:trace contextRef="#ctx0" brushRef="#br0" timeOffset="316">283 393 8230,'-12'0'1466,"3"10"-1082,9 4 1,7-2 0,2 3-535,4 2 0,-6-8 0,5 1 0,0-3-506,0 1 0,-5-1 507,8-7 1,-1 0 0,6-3 96,-6-4 1,-2-3-1,-7-7-8,2 3 1,8-1 573,-8-6 0,8 6 149,-8 1 0,0 11-413,-7 3 1,0 3 0,0 11 0,0 3-350,0 2 0,0 3 0,3-2 99,4-6 0,5 5 0,10-6 0</inkml:trace>
  <inkml:trace contextRef="#ctx0" brushRef="#br0" timeOffset="499">806 88 8352,'0'44'0,"0"-1"239,0 1 0,0 2 1,0 2-1,0 3-400,0-3 0,-2 5 1,-3-2-1,-3-2 161,4-3 0,-9-12 0,1-3 0</inkml:trace>
  <inkml:trace contextRef="#ctx0" brushRef="#br0" timeOffset="666">653 219 8318,'32'0'0,"4"0"0,5 0 453,3 0 1,2 0 0,2 0-1,3 0-1373,-3 0 920,-2 0 0,-2-10 0,0-2 0</inkml:trace>
  <inkml:trace contextRef="#ctx0" brushRef="#br0" timeOffset="1383">1176 1 8270,'10'53'48,"4"-4"0,13 11 0,2 5 230,-2 6 0,-6 13 0,-6 3 0,-11-37 0,-1 2-83,-1 4 1,-1 2 0,-5 5 0,-2 2-1,-1 4 1,-3 0 0,-3-2 0,-3-1-106,-5-3 1,-2 0-1,2 1 1,-1 0 0,-4-3-1,1-1 1,2 0 0,2-2 172,3-2 1,0-3 0,2-3 0,1-3 0,-7 33-1,0-10-1357,0-9 0,1-20 1094,-1-19 0,17-15 0,5-22 0,5-9 0</inkml:trace>
  <inkml:trace contextRef="#ctx0" brushRef="#br0" timeOffset="1816">1481 1569 8173,'-15'-15'1196,"1"1"-1523,9-1 1,-2 1 326,14-1 0,5 10 0,10-4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3:13.58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0 871 8436,'0'34'-158,"3"-5"1,2-2 228,2 2 0,0-2 0,-4 9 0,1 3 373,4 2 0,-1 12 0,-5 5 1,3 5-437,2 2 0,1 1 1,-8-1-1,0 0-294,0 1 0,-8-8 0,1-5 0,0-5-130,-3-7 1,5-19 260,-9 0 1,9-17 0,-2-5-1,4-12 307,3-8 1,0-9 0,0 0-1,0 0 84,0-2 0,8 4 1,1-7-1,3 3-71,5 4 0,-5 3 1,3 5-1,2 2-85,2 2 0,3 10 0,0-2-59,0 5 1,-1 4 0,1 5 0,-3 8-73,-4 4 0,2 13 0,-7 2 0,-1 2-459,1 0 0,0-2 1,-6 5 509,4-3 0,9-9 0,-5 4 0</inkml:trace>
  <inkml:trace contextRef="#ctx0" brushRef="#br0" timeOffset="319">392 1699 8337,'22'-19'1078,"-3"2"-178,-4 2 0,4 10-270,-4-2 0,4 5-272,3 2 0,-10 9 0,-5 6-129,-4 4 1,-3 3 0,-3 0 0,-2 0-105,-2-1 1,-10 3-1,5 3 1,-2 2-213,-1-2 0,8-3 0,-5-2 14,2-1 1,3 1-153,7 0 0,2-10 0,6-5 0,6-4-203,5-3 1,3-10 0,2-4-1,3-3-2029,2 2 2457,0-4 0,3-3 0,1-12 0</inkml:trace>
  <inkml:trace contextRef="#ctx0" brushRef="#br0" timeOffset="653">545 610 8287,'-22'0'-303,"3"-2"0,2-3 434,2-2 0,3 2 0,-5 10 0,5 4 269,2 3 1,-4 5-1,7 10 1,2 2-218,2-2 0,3-3 0,3 0-74,4 5 1,5-5 0,10 3-1,0-10 135,-1-10 1,4-5 0,1-2-84,3 0 0,-2-2 0,-10-5-9,-3-8 1,-9-4 0,2-3 0,-4 0-358,-3 1 1,-3 1-1,-1 3 1,-6 3-945,-2-3 1,5 5 1148,-8-3 0,10 1 0,-4-8 0</inkml:trace>
  <inkml:trace contextRef="#ctx0" brushRef="#br0" timeOffset="969">675 610 8346,'-21'0'531,"6"7"0,3 3 1,0 0 417,0-1 1,7 8 0,-2-2-419,4 4 0,6 3-570,4 0 0,5-3 0,10-4 1,0-8-61,-1-5 1,1-2-1,0 0 1,0 0-296,-1 0 0,-6-2 0,0-3 1,-1-5 56,-2-2 0,5 5 0,-10-7 324,-2-3 1,5 4 67,-3-1 0,0 7-6,-7-8 27,0 10 1,0-2 0,0 14-522,0 8 0,3-3 0,4 0-1230,8-2 1675,-6 7 0,20-15 0,-5 8 0</inkml:trace>
  <inkml:trace contextRef="#ctx0" brushRef="#br0" timeOffset="1151">1067 0 8346,'12'3'274,"-4"4"1,-6 5 0,-2 12 0,3 8 77,4 11 1,-5 13 0,5 14-1,-4 8-365,-3 6 0,0-1 0,0 11 0,0-7-687,0-7 1,0-8-1,0-16 700,0-12 0,10-10 0,2-13 0</inkml:trace>
  <inkml:trace contextRef="#ctx0" brushRef="#br0" timeOffset="1317">871 545 8627,'3'-12'593,"4"4"0,8-1 0,14 2 1,7 2-688,5 2 1,5 3 0,2 0 93,3 0 0,10 0 0,-6 0 0</inkml:trace>
  <inkml:trace contextRef="#ctx0" brushRef="#br0" timeOffset="1569">1242 2004 8294,'-22'0'22,"7"0"-194,1 0 172,-1 0 0,3-20 0,2-4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3:28.948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44 1 11700,'-14'0'994,"-1"0"0,10 2 0,-2 5-421,5 8 0,2 11 0,0 6 0,0 2-350,0 4 0,2 3 0,3 3 0,5 0-978,2-1 0,-5-7 0,5-2 693,-2-2 0,7-3 0,-5-7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3:31.3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393 56 8267,'0'-15'0,"0"1"808,0-3-444,0 7 0,-3 10 0,-1 15 0,-6 7-100,-2 7 1,4 5 0,-4 9 0,0 3-242,0 5 1,0-5-1,-5 7 1,5-2-214,2 0 0,-4 0 1,7-10-1,2-5-1892,2-7 2082,3 5 0,-9-10 0,-3 8 0</inkml:trace>
  <inkml:trace contextRef="#ctx0" brushRef="#br0" timeOffset="215">1 165 8267,'0'14'250,"0"1"0,2-1 0,3 8 0,5 2 338,2 5 0,2-2 0,11 7 0,1 0-241,3 0 0,0 0 0,-5 4 1,3-1-640,2 1 0,0-6 0,-5-3 0,3-5 292,2-2 0,0 0 0,-7-1 0</inkml:trace>
  <inkml:trace contextRef="#ctx0" brushRef="#br0" timeOffset="548">502 513 7924,'21'-2'478,"1"-5"1,-7 2 0,-1-7 0,3 0 286,3-1 0,1 9 0,1-6 0,0 3 104,0-1 0,7 1 0,0 7-657,-3 0 1,-11 3-1,-8 4-201,-4 7 1,-3 6 0,-3 4 0,-4 3-138,-8 2 1,-11 9-1,-3-4 1,0 2 14,-3 1 0,8-11 0,-5 6 0,7-3 291,8 0 0,-6 0 284,6-7 0,7-3 0,7-4-284,12-8 1,14-7 0,6-5 0,4-5-896,10-2 0,-2 5 0,6-8 1,-4 1-3355,-2 2 4069,9-8 0,-7 8 0,7-9 0</inkml:trace>
  <inkml:trace contextRef="#ctx0" brushRef="#br0" timeOffset="1088">306 208 8397,'0'-14'205,"0"-1"0,-3 11 68,-4-4 0,2 8 0,-7 8 0,2 6 89,6 5 0,-6 10 0,0 5 0,0 5 36,1 7 0,-6 5 0,6 0 0,-1 7-217,0 5 0,3 0 0,5-3 0,-3-4-268,-3-3 1,1-2 0,7-10 0,-2-5-849,-5-7 1,4-12 934,-4-2 0,14-11 0,5 6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7:17.6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19 7978,'12'-2'185,"-5"-5"494,-4 4 1,-3-4-450,0 14 0,-3 3 0,-2 9 0,-4 1-74,-4 4 0,9 3 0,-6-3 0,3 5-5,-1 7 0,-6 5 0,7 3 0,-1 2-157,-1 5 1,6-3 0,-4 10 0,5 0-69,2-2 1,0-3 0,0-12-1,0-5 46,0-7 1,9-4 0,6-6 0,4-5-45,3-6 1,0-6-1,0-2 1,-1-2-575,1-6 0,7-4 0,0-9 646,-2-1 0,-3 0 0,-2 0 0</inkml:trace>
  <inkml:trace contextRef="#ctx0" brushRef="#br0" timeOffset="250">1 390 8018,'22'0'763,"-1"0"1,1-3-466,0-4 1,2 2 0,5-7-1,7 0-369,6 0 1,-1 5-1,-3-8 71,-1-2 0,-1-2 0,8-3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7:21.1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19 7845,'0'-12'808,"0"5"-459,0 14 0,0 8 1,0 14-1,0 7-175,0 5 1,0 5-1,0 5 1,2 7-257,6 5 0,-3 0 0,9-3 0,3-6-89,2-8 0,6 0 0,1-17 0,3-5-109,-2-7 1,4 0 0,-2-10 0,0-5-226,3-6 0,-8-9 505,5-8 0,-5-11 0,-2-2 0</inkml:trace>
  <inkml:trace contextRef="#ctx0" brushRef="#br0" timeOffset="200">0 281 8188,'15'0'130,"-1"0"11,3 0 1,2-8 0,6 1-1,4 0 169,7-3 0,7 5 1,8-7-1,7 0-549,5 0 239,3 7 0,-1-24 0,0 5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7:20.20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1 8957,'0'24'557,"0"3"1,0 4-313,0 3 1,0-5-1,0 7 1,0 1-46,0-4 0,7 9 0,3-9 0,2 1-264,5-5 0,-5-4 1,2-4-1,6-1-413,6-6 1,-1-4 0,4-8 0,-5 3-1157,-2 2 1633,-1 1 0,1-18 0,0-2 0</inkml:trace>
  <inkml:trace contextRef="#ctx0" brushRef="#br0" timeOffset="201">0 262 7842,'15'-2'442,"2"-3"0,5-5 36,4-2 1,15 5 0,0-5-1,10 0-585,5 0 0,2-3 0,7-4 107,1 4 0,-1-4 0,0 7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7:19.1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206 1 7095,'-12'10'639,"4"4"1,6 5-496,2 3 0,-7 10 0,-1 4 0,4 5-7,1 3 1,3-1 0,0 1 0,0-1 113,0 1 0,3-10 0,4-3 1,5-2-137,0 0 1,7-7 0,-4-7 0,4-1-155,3-2 0,7-2 0,0-10 0,0 0-349,3 0 0,-8 0 1,5-3-1,-5-4 388,-2-7 0,0-6 0,-1-1 0</inkml:trace>
  <inkml:trace contextRef="#ctx0" brushRef="#br0" timeOffset="200">10 284 8166,'-10'0'615,"10"0"1,17-7 0,14-1 0,3 1-680,5-2 1,5-1-1,4-7 1,5 5-1206,3 2 1269,-8-7 0,15 5 0,-7-10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7:31.3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44 8062,'-9'-12'828,"-3"2"0,-1 8 1,4-3-120,-1-2-397,8-1 0,-6 8-135,16 0 0,4 3 0,10 2 0,-1 2-156,1-2 0,0-1 0,0 1 0,-1 3-30,1-4 1,0 1 0,0 0-99,0 2 0,-3 3 1,-2-5 157,-3 2 550,1 0-488,7-7 0,-20 0 0,-9 0 0,-10 0 165,-5 0 0,-2 0 0,-3 0 0,-2 0 41,3 0 0,-6-7 1,3 0-1,3 2-536,1 3 1,4 2 0,-1 0-396,0 0 0,8 0 612,-1 0 0,10 0 0,-5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8:00.85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175 414 8301,'-10'-46'268,"-2"0"1,0 3 623,4 9 0,8 9-556,8 11 0,-6 21 0,5 17 1,-2 8 37,2 7 0,-4 11 1,4 8-1,-2 5-257,2 3 1,-4 9-1,4 5 1,-5 4-925,-2 3 0,8-2 0,-1-3 1,-2-4-448,-3-3 1,0-12 0,3-15 1253,3-9 0,9-27 0,-5-15 0</inkml:trace>
  <inkml:trace contextRef="#ctx0" brushRef="#br0" timeOffset="234">196 0 8301,'29'3'0,"3"4"213,2 7 0,9 13 0,8 5 0,0 4 134,2 10 0,-7 0 0,5 14 0,-8 6 90,-6 4 1,-16 12 0,-13-2-1,-6 7-64,-2 7 0,-19-4 1,-10 4-1,-12-7-314,-10-7 1,2-7 0,-9-15-1,0-10-373,3-9 1,-1-17 0,10-15 0,-2-5-435,-1-2 0,18-19 0,-6-10 1,13-7 747,10-1 0,-6-13 0,8 4 0</inkml:trace>
  <inkml:trace contextRef="#ctx0" brushRef="#br0" timeOffset="570">632 1481 8337,'14'7'486,"1"1"-100,2-4 1,-5-1-1,5-3 1,5-3-17,4-4 1,11-5 0,-6-12 0,3-3-220,5-2 1,-6-12-1,1 0 1,-2-7-134,-6-1 0,-9 3 0,-5 3 0,-2-1-266,-5 1 0,-5 1 0,-10 6 1,-9 9 41,-8 11 0,-11 6 0,1 10 0,-1 0 224,1 0 0,-1 10 1,6 4-1,1 8 222,-1 7 0,6 5 0,9 9 0,5 1-14,2-1 1,3-6 0,7-1 0,2 0-178,5-2 1,8-2 0,14-11 0,10 1-811,9 0 0,0-10 761,10-5 0,10 5 0,10 0 0</inkml:trace>
  <inkml:trace contextRef="#ctx0" brushRef="#br0" timeOffset="1118">1285 1176 8332,'0'-24'0,"3"-3"402,4-2 0,5-2 0,10 2 0,-1-7-122,1-6 0,7 4 1,3-3-1,-1-5-194,1 0 1,-3-8 0,-10 1 0,-2 0-256,-3 0 1,-9-5 0,3 7 0,-6 2-156,-2 3 1,-10 15-1,-4 9 1,-6 13-47,-1 6 0,-1 8 0,0 12 1,0 19 392,1 17 0,1 13 1,3 9-1,3 12 93,5-38 1,1 1 0,1 4 0,2 1 0,-2 3 0,2 0-1,-1 3 1,2 1-97,1 2 1,1 1-1,0 7 1,2 1-1,0-1 1,2-1-1,1-5 1,1-2-86,2-5 0,3-4 0,13 32 0,7-24 0,7-19 417,5-20 0,3-22 0,-3-19 0,-5-12 24,-7-14 1,-5-3 0,-4-12-1,-6 0-34,-7 2 1,-4-7 0,-3 5 0,0-3-210,0 3 1,-12 5 0,-8 12 0,-9 2-499,-5 3 1,-2 2 0,-7-2 0,-1 7-15,1 5 0,-1 12 1,0 4-1,1 8 419,-1 8 0,1 13 0,2 18 0,4 7 237,8 5 1,5 9 0,5-2 0,4 3-121,8-3 1,5-2 0,2-8 0,4 0-608,11-7 1,2-9-1,19-15 1,3-5-809,2-2 1,10-13 1257,0-11 0,9-15 0,-4-5 0</inkml:trace>
  <inkml:trace contextRef="#ctx0" brushRef="#br0" timeOffset="1284">1699 1002 8231,'-10'-12'795,"8"-7"0,-8 19 0,10 0-365,0 12 1,0 9-1,3 6 1,1 2-567,4-2 1,6 4-1,-4-2 1,-1-2-646,1-3 1,5-2 780,-8 0 0,20-1 0,-3 1 0</inkml:trace>
  <inkml:trace contextRef="#ctx0" brushRef="#br0" timeOffset="1433">1612 523 8219,'0'-15'-588,"2"3"588,5 3 0,-4-8 0,7 5 0</inkml:trace>
  <inkml:trace contextRef="#ctx0" brushRef="#br0" timeOffset="1703">1982 1089 7891,'0'22'0,"0"0"-34,0-1 0,0 1 2101,0 0-1478,0 0 0,-2-13-339,-6-9 1,6-9-1,-5-15 1,4-3-9,3-2 1,0-3-1,0 6 1,0-3-239,0 2 0,7 3 0,1 2 1,-1 3-184,3 4 1,-6 6 0,11 9-1,2 0-307,2 0 0,3 0 0,0 2 0,0 8-109,-1 12 1,1-1-1,0 11 1,0-3-165,-1 0 0,-1 0 759,-6-7 0,6 9 0,-8 3 0</inkml:trace>
  <inkml:trace contextRef="#ctx0" brushRef="#br0" timeOffset="2000">2330 1198 8219,'12'0'-2074,"1"0"2412,-6 0 1,5 0 167,10 0 1,-1 0 0,1-2-202,0-6 0,0-4 0,0-10 0,-1 1-103,1-1 0,0 0 0,0-2 0,-1-3-19,1-2 0,-10 0 0,-4 5 0,-6-3 17,-2-2 1,0 0 0,0 8 0,-5 1-13,-9 6 1,-1-3-1,-14 9 1,3 4 46,-4 1 0,6 6 1,-5 4-1,5 7-146,2 6 1,3 11 0,2 3 0,5 2-156,2 1 0,3-1 1,7 8-1,2-3-470,6-5 1,13 3 0,18-10 0,9-5 535,11-7 0,13-7 0,6-10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8:15.1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257 632 8006,'-22'0'448,"1"0"0,-1 3 0,0 1-179,0 4 0,8 9 1,-1-3-1,1 6-49,2 1 0,-5 11 0,7 4 0,0 5-76,1 3 0,1 2 0,8 2 1,0 5-280,0 3 0,10-15 0,2 0 1,5-9-15,5-13 0,-5 0 0,12-11 0,-5-3 47,-2-3 0,0-14 0,-1-7 0,1-11-21,0-3 1,-8-4 0,-1-6 0,-4-1-100,-4 1 1,-2-1 0,-3-2 0,-3 0 14,-4 3 1,-5-13 0,-10 12 0,-2-4-14,-5-5 1,2 7 0,-7-7-1,3 2 124,4 0 1,-4 0-1,4 8 1,5 1 328,5 6 0,13 12 1,-1 9 241,10-1 0,9 6 1,15 3-1,7 2 89,6-3 1,11 6-1,5-8 1,5 3-269,2 0 1,0-10 0,3 2 0,2-4-511,3-3 1,-3 8 0,-14 2 0,-13 2-502,-11 5 1,-8 3 714,-2 2 0,-10 9 0,-3 3 0</inkml:trace>
  <inkml:trace contextRef="#ctx0" brushRef="#br0" timeOffset="716">562 1242 8126,'0'-22'59,"-2"0"234,-6 1 1,6 6 0,-8 3 39,1 2 1,-3 3 0,-10 10-253,0 4 0,3 5 0,2 12 1,2 5-33,-2 7 1,8-2-1,1 3 1,6 1-110,2 3 0,0 1 0,0-6 1,0-5-26,0 1 1,10-15 0,4 2-1,5-7 270,3-7 1,0-3 0,0-4-1,0-8 80,-1-11 0,1-9 0,-3-8 0,-4 1-130,-8-1 1,3-3 0,-3-3 0,-2 3-23,-3 5 1,-4-3 0,-3 10-1,-5 0-786,-2-3 1,-2 8-646,-8-5 1,8 15 207,-1 6 1,3 16 1109,-3 6 0,6 15 0,9 5 0</inkml:trace>
  <inkml:trace contextRef="#ctx0" brushRef="#br0" timeOffset="1050">671 1307 7948,'12'-9'319,"5"4"545,-10-10 0,3 10-385,-3-2 0,-4 7 0,4 7-386,-5 8 1,-2 4-1,0 3-375,0 0 1,3 0-1,4-1 18,7 1 1,-1-7 0,1-3 218,3-3 0,-5-4 0,3-10 0,2-7 93,2-7 1,-5 2 0,1-14-1,2-1 60,2-4 0,-4 4 0,-3 1 0,-2 2 173,-6 0 1,-1 7 0,-3 8-21,0-3 0,0 9 0,-3 8-109,-4 13 0,2 6 1,-7 3-1,3 2-51,4 5 1,2-3 0,3 8 0,0 0-276,0 0 1,0-7 0,0 2 0,3-5-516,4-2 0,5-3 0,10-4 1,0-8-416,-1-5 0,4-11 1104,4-6 0,-5-14 0,7-5 0</inkml:trace>
  <inkml:trace contextRef="#ctx0" brushRef="#br0" timeOffset="1217">1215 676 8091,'0'31'457,"0"-4"1,0 12 0,0 7-398,0 9 1,0 8 0,0 5 0,0 4-601,0 8 1,8-5-1,-1-5 1,0-11 539,3-16 0,-8-9 0,8-12 0</inkml:trace>
  <inkml:trace contextRef="#ctx0" brushRef="#br0" timeOffset="1366">976 1090 8105,'-12'-10'873,"12"0"0,17-4 1,9 6-663,11 6 0,6-5 0,6-3 0,4 0-548,2 1 0,-4-1 337,7 3 0,0-5 0,8-10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8:12.58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192 719 8095,'-10'-22'131,"-2"8"1,-10 2 213,0 2 1,8 3 0,2 9 0,0 6 216,0 6 0,-3 8 0,-4 7 0,4 7-276,8 5 1,5 3 0,2-1 0,0 1-179,0 0 1,2 6-1,5 1 1,8-5-360,4-7 0,3-10 0,0-15 1,2-6 83,5-6 1,-5-4-1,5-8 1,-5-12-22,-2-12 1,-3-7 0,-4-5-1,-8-2-9,-4-3 0,-3-9 0,0 1 1,0-1 33,0 2 1,-10-5 0,-2 5 0,-3-3 2,1 3 1,-8-2 0,-9 9 0,-3 3-31,-5 2 1,8 5 0,2 4-1,4 8 152,4 5 1,8 10-1,9 1 321,8 4 0,18 1 1,17 8-1,9 0 14,10 0 0,5-7 1,3 0-1,-1 0 60,0-3 0,8 0 0,2-7 0,0 5-289,0 3 0,-12-6 1,-15 8-1,-7 2-2062,-4 3 1994,-11 2 0,-4 0 0,-12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8:35.46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22 359 8046,'0'-24'0,"0"-3"0,-2-2-146,-6 2 1,6 3 0,-5 2 1399,4 1-833,3-1 0,0 12 1,0 13-166,0 16 0,3 5 1,2 12-1,2 6-34,-2 6 1,7 5 0,0 8-1,2-3-169,1 2 0,-8 1 0,8-3 1,-1-5-38,-2 0 1,8-16-1,-8-1 1,2-9 172,1-6 1,-1-9 0,6-7 104,-6-10 0,3-9 0,-7-15 1,-1-7-63,1-6 0,0-8 1,-5-1-1,2 2-140,-2 3 1,0-4 0,-1-4-1,4 1-422,-3 0 1,-1 2 0,1 8-1,2-1-916,-2 0 0,-2 11 25,-3 4 1221,0 14 0,9 15 0,4 12 0</inkml:trace>
  <inkml:trace contextRef="#ctx0" brushRef="#br0" timeOffset="417">218 402 8080,'0'15'-32,"0"-1"0,0 3 65,0 3 0,0 2 0,2 2 0,3 5 332,3 7 0,9 5 0,-3 3 0,5-1-159,3 1 0,0-1 0,0-1 0,-3-6 149,-4-7 0,4-15 1,-5-6 117,6-6 1,-6-12 0,-2-7-1,-2-9-192,-5-10 0,5-15 0,-1-5 1,1-2-22,0 0 0,-1 0 0,-4-7 0,2-1-402,-2 1 1,5 2-1,-3 5 1,-2 7-397,-3 5 1,6 5-1,-1 5 1,-2 7-1075,-3 4 0,1 16 1612,4 9 0,-5 19 0,8 15 0</inkml:trace>
  <inkml:trace contextRef="#ctx0" brushRef="#br0" timeOffset="884">632 686 9173,'0'-22'347,"9"2"0,4 3 0,1 5-173,1 3 1,-3-1-1,5 5 1,-3-2-136,3 2 0,-5 3 1,0 4-1,-2 5-128,-5 8 1,-3 4 0,-2 3 0,0 0-109,0 0 0,0-1 1,0 1-441,0 0 1,0 0 17,0-1 1,0 1 301,0 0 1,3 0 292,4 0 0,-2-3 0,9-2 0,3-5 45,3-2 1,-6 7 0,-2-3 0,0 5 581,0 3 0,-7 7 0,2 0 0,-7-2 171,-7-3 1,-7-2 0,-13 0-1,-4-1-545,-3 1 1,-3-7 0,-6-3 0,-1-3-469,1-4 0,2-2 0,4-6 1,8-4-70,5-7 1,12-6 307,5-2 0,-5-9 0,0-3 0</inkml:trace>
  <inkml:trace contextRef="#ctx0" brushRef="#br0" timeOffset="1317">1263 729 8046,'12'-10'2484,"-2"8"0,-10-10-3090,0 5 606,0 4 0,-10-16 0,-2 7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8:38.16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1 676 8503,'0'29'516,"0"2"0,0 3-232,0 5 1,9 14-1,3 10 1,3 10-106,-1 4 1,1 10 0,4 8 0,-2-3-281,-2-3 1,-10-14-1,2-10 1,-5-14-68,-2-12 313,0-8 0,0-21 0,-2-7 0,-3-13-78,-2-10 0,0 1 1,7-15-1,0 0-85,0 1 1,0 3 0,0-3 0,2 1 39,5 6 0,-2 9 0,10 4 0,1 4 33,4 4 1,-6 3 0,1 2 0,2 2-144,2 5 0,3 8 0,0 11 0,-3 6-115,-4 2 1,4 2 0,-7 8-1,3-1-413,-1 1 1,-9-1 615,2 1 0,5-1 0,0 1 0</inkml:trace>
  <inkml:trace contextRef="#ctx0" brushRef="#br0" timeOffset="200">632 1656 8057,'0'22'-220,"0"-8"1,0 1-1,0 2 154,0 2 0,7 3 0,1 0 1,-3-1-147,-3 1 0,-2 0 212,0 0 0,0 9 0,0 3 0</inkml:trace>
  <inkml:trace contextRef="#ctx0" brushRef="#br0" timeOffset="550">632 698 8078,'-22'0'25,"1"0"0,-1 0 118,0 0 1,3 9 0,4 6 0,8 7 64,4 7 1,3-5 0,0 7 0,0-2 47,0 0 0,10 0 0,5-9 0,4-3 89,3-3 0,0-9 0,-1 2 0,1-7-40,0-7 1,0-5-1,-3-10 1,-2 0-209,-2 1 1,-11-1 0,4 0 0,-6 0-237,-2 1 1,0-1-1,-2 0 1,-3 0-884,-2 0 0,-3 1 1,5-1-1577,-2 0 2598,-10 10 0,14-7 0,-6 7 0</inkml:trace>
  <inkml:trace contextRef="#ctx0" brushRef="#br0" timeOffset="850">719 676 8078,'12'2'1210,"-4"6"1,-4-4-832,4 11 1,-3-1 0,7 8-214,-3 0 0,1-3 0,-5-2 0,5-2-17,2 2 0,2-5 0,8 0-312,0-2 0,-8-3 1,1-7-162,2 0 1,0-10 0,0-4-37,-3-6 0,-2-9 0,3 0-2,-8 3 0,3 1 248,-3 4 830,0 9 1,-7 4-352,0 16 1,0 4 0,0 9 0,0 1-494,0 0 0,0 0 0,0 0 0,0-1-982,0 1 0,10 0 379,4 0 1,6-10 730,1-5 0,1-5 0,0-2 0</inkml:trace>
  <inkml:trace contextRef="#ctx0" brushRef="#br0" timeOffset="1016">1285 240 8078,'0'22'372,"0"0"1,3 0-63,4 0 0,-4 9 0,4 5 0,-5 5-303,-2 3 0,3 9 0,1 5 0,4 3-231,-3-3 0,4-5 1,-1-9 223,-4-1 0,8 1 0,1-1 0</inkml:trace>
  <inkml:trace contextRef="#ctx0" brushRef="#br0" timeOffset="1183">1046 719 8030,'10'-21'22,"-6"6"1,13 3-1,8 0 298,8 0 0,9 0 0,1-5 0,3 5-319,5 2 0,-3-4 1,10 4-2,3-2 0,-8-3 0,0-6 0</inkml:trace>
  <inkml:trace contextRef="#ctx0" brushRef="#br0" timeOffset="1568">1895 415 8140,'-31'0'0,"-3"0"128,0 0 0,3 4 0,9 11 1,0 14 116,0 10 1,0 16-1,1 8 1,1 12-10,6 10 1,2 0-1,9-34 1,1 2-1,-2 1 1,1 1-87,0 1 1,1 1-1,1 5 1,2 0 0,1-3-1,3 0 1,1 0-1,3-2-298,-1-1 1,3 0 0,3-2 0,3-2 0,20 28-1,4-19-566,2-18 0,-2-19 0,-2-12 0,-5-2-697,-3-5 1411,-1-3 0,1-21 0,3-5 0</inkml:trace>
  <inkml:trace contextRef="#ctx0" brushRef="#br0" timeOffset="1769">2265 981 7978,'0'14'1072,"3"1"-758,4 2 0,-5 9 0,6 8 1,-3 5-105,2 7 0,-2 12 0,7 0 1,-3 5-530,-4 2 1,5 1 0,-3-3 318,-2-5 0,7 5 0,0-8 0</inkml:trace>
  <inkml:trace contextRef="#ctx0" brushRef="#br0" timeOffset="1935">2548 1416 8093,'10'-12'760,"5"5"1,4 5-1,3 2-898,0 0 0,2 0 0,2 0 138,3 0 0,10 0 0,-5 0 0</inkml:trace>
  <inkml:trace contextRef="#ctx0" brushRef="#br0" timeOffset="2483">3049 458 8021,'0'24'75,"0"5"0,0-2 1,0 9-1,0 5 125,0 8 1,8 2 0,1 12 0,3 4-4,5 1 1,-5 0 0,1 0 0,-1 4-221,0 8 0,-7-5 1,2-2-1,-5-8-489,-2-7 0,0-14 476,0-15 1,0-17 0,0-12 0,0-15 111,0-11 1,0-1 0,0-9-1,0-3-27,0-2 1,0 4-1,0 4 1,3 1 103,4 6 1,3 1-1,7 6 1,-3 2 77,3 3 0,2 9 1,3-3-1,0 6-144,0 2 0,-1 10 1,1 4-1,0 8-89,0 7 1,0-2 0,-3 9-1,-2 3-388,-3 2 1,-9 0 0,2-2-1,-4-3 390,-3 3 0,10 2 0,2 2 0</inkml:trace>
  <inkml:trace contextRef="#ctx0" brushRef="#br0" timeOffset="2683">3703 1351 8021,'0'22'214,"0"-8"0,0 1 1,2 2-6,5 2 1,-4 3 0,4 0 0,-5-1-163,-2 1 0,8 2 1,-1 3-1,-2 2-129,-3-2 1,-2-3 0,0-2 81,0-1 0,0 1 0,0 0 0</inkml:trace>
  <inkml:trace contextRef="#ctx0" brushRef="#br0" timeOffset="3151">3812 502 7984,'-22'0'80,"0"0"0,7 0 1,1 2 111,-3 5 1,-2 13 0,-1 9 0,6 0-4,6 2 1,6-4 0,2 7 0,0 0 61,0 0 0,2-8 1,6 1-1,6-10 58,6-10 0,1-5 1,1-2-1,0 0-100,0 0 1,-3-12-1,-2-7 1,-5-8-113,-2 1 0,-3-6 0,-7 1 0,0-1-376,0 1 1,0 2 0,0 7-1,0 0-854,0 1 0,-7-1 0,-3 2 1133,-2 6 0,-2-15 0,-8 5 0</inkml:trace>
  <inkml:trace contextRef="#ctx0" brushRef="#br0" timeOffset="3499">3920 502 9662,'0'14'1315,"0"1"-1122,0 2 1,8 2-1,-1 3 1,0 0-190,3-1 0,-5-6 0,9-3 0,1 0-163,-3 0 1,7-7-1,-4 2 40,4-4 0,3-6 1,0-4-1,-1-7 59,1-6 1,-7-2-1,-1 1 1,1-4 22,-3-4 1,5 12 0,-8-4 0,1 1 61,0 1 1,-1 7 284,-1 5 1,-6 7-78,5 7 1,-4 5 0,-3 10-1,-3 0-86,-4-1 0,5 8 0,-6 0 1,6-2-670,2-3 0,0-2 0,0 0-863,0-1 1,0-6 1384,0 0 0,10-20 0,2 2 0</inkml:trace>
  <inkml:trace contextRef="#ctx0" brushRef="#br0" timeOffset="3683">4356 197 7958,'7'14'170,"0"1"1,1-1 0,-8 8 0,0 0 115,0 0 0,0 9 1,0 5-1,0 6-163,0 1 0,2-7 1,3 1-1,2 4-153,-2 7 1,-3-9 0,-2 2 0,0-7 29,0-7 0,10-3 0,2-2 0</inkml:trace>
  <inkml:trace contextRef="#ctx0" brushRef="#br0" timeOffset="3985">4247 524 6599,'10'-13'689,"4"6"0,6 5-563,1 2 1,1 0 0,2 0 0,3 0-1374,2 0 1247,0 0 0,2-10 0,3-2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8:51.49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86 8210,'0'-22'491,"0"0"1,0 8 461,0-1-563,0 10 0,0-2 1,2 14-90,6 8 0,-4 4 1,9 3-1,-1 2-257,0 5 1,-7 5 0,4 7 0,-2-2-119,1-3 1,-1 0-1,-7 6 1,2-4 13,6-1 0,-6-8 0,5 4-536,-4-1 1,-3-10 591,0-8 1,-7-11 0,-1-3 34,3-12 0,3-8 1,2-2-1,0 1-122,0-1 0,2 2 0,3 4 0,5 3-88,2 4 1,3-6-1,6 8 138,1 2 0,0 5 0,0 7 0,-3 8-12,-4 4 0,4 3 1,-7 0-1,2 0-376,1-1 0,-8 1 1,5 0 428,-2 0 0,7 9 0,-5 3 0</inkml:trace>
  <inkml:trace contextRef="#ctx0" brushRef="#br0" timeOffset="218">480 412 8312,'12'22'420,"0"0"1,-7 0-60,2-1 0,1 1 0,-8 0 0,2 2-572,5 5 0,-4-5 0,4 5 0,-2-7 211,2-7 0,-5 4 0,8-7 0</inkml:trace>
  <inkml:trace contextRef="#ctx0" brushRef="#br0" timeOffset="468">872 282 9736,'2'-12'863,"6"4"1,4 6-1,9-1 1,1-1-1220,0-4 1,2 1-1,3 7 1,4 0 355,3 0 0,2-19 0,8-5 0</inkml:trace>
  <inkml:trace contextRef="#ctx0" brushRef="#br0" timeOffset="585">1351 20 8200,'-31'0'308,"-6"0"0,-4 0 1,-2 3-1,-1 2 184,0 2 1,-1 7-1,-4-4 1,-2 0-944,3-1 0,12 6 451,7-8 0,-5 10 0,0-5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8:55.68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197 698 8294,'-34'2'0,"5"3"546,5 2 1,2 0 0,2-4 0,4 4-62,1 8 0,3 6 0,-3 8 0,8 5-287,5 0 0,2 7 0,0-4 0,0 1-75,0-1 0,9-1 1,8-12-1,8-7-223,4-5 0,2-7 0,-4-10 0,2-7-299,-3-7 0,6-1 0,-3-16 0,-5-3 129,-7-2 1,0 0 0,-10 2 0,-2 3 172,-3-3 1,-2 5 0,0-2 0,-5 0 25,-9 2 1,-1-5 0,-14 8-1,5-1 159,2 1 1,3-8-1,2 5 1,5-2 276,2 0 1,3 7 0,10-5 0,6 0-171,13 0 1,2 7-1,12-2 1,6 3-58,6-3 1,0 5-1,10-3 1,1 8-256,-4 4 0,6 8 0,-10-5 0,-3 2-1917,-2 5 2034,-12 3 0,-3 21 0,-9 5 0</inkml:trace>
  <inkml:trace contextRef="#ctx0" brushRef="#br0" timeOffset="485">458 611 8196,'0'-22'541,"2"19"0,3 11 0,5 9-74,2 4 1,-5 11 0,8 4 0,-1 8-254,-2 6 0,8-1 1,-8 9-1,2 0-319,1-2 0,-10 4 1,2-9-1,-5-3-488,-2-2 0,8-12 393,-1-5 0,0-17 1,-9-12 141,-5-12 0,4-10 1,-4-4-1,4-3 85,3 2 0,0-4 1,0 2-1,0 2 48,0 3 1,0 2 0,3 0 23,4 0 1,-2 10-1,9 5-6,3 5 1,3 11-1,-1 6 1,-2 4-162,-2 3 1,-3 2 0,5 3 0,-3 2-74,3-2 1,-5 4-1,0-2 1,-2-2 138,-5-3 2,7-2 0,-10-1 0,8 1 0</inkml:trace>
  <inkml:trace contextRef="#ctx0" brushRef="#br0" timeOffset="802">915 1177 8191,'12'-22'112,"-4"0"1,1 0-1,1 3 1,0 2 454,-1 3 1,8 6 0,-2-4 156,4 3 0,3 1-446,0 8 0,-8 3 0,-2 4 1,-2 7-176,-5 6 0,-3 2 0,-4-1 0,-3 4-10,-2 4 0,-10 2 0,2 8 0,-2-5-179,3-3 0,-3 5 0,10-7 0,-1-2 44,-1-3 0,6-9 0,-4-1 129,5 3 0,11-7 0,6-3-250,4-4 0,5-6 1,3-2-1,4-4-247,3-3 1,-5 4-1,5-4 1,-2 0-1743,-6 0 2152,-2 7 0,8-14 0,2 7 0</inkml:trace>
  <inkml:trace contextRef="#ctx0" brushRef="#br0" timeOffset="985">1438 1242 8751,'0'-14'1801,"2"1"-1564,6 4 1,4-1-1,9 5 1,4-2-252,4 2 0,2 0 0,8 0 0,-3-2-2697,3 2 2711,2-7 0,3 0 0,-1-10 0</inkml:trace>
  <inkml:trace contextRef="#ctx0" brushRef="#br0" timeOffset="1102">1873 894 8134,'-36'-3'105,"0"-2"0,0-2 356,2 2 1,-10 3-1,3 2 1,-7 0-396,-1 0 0,3 2 0,3 3 0,2 5-1451,4 2 1385,6 2 0,9-2 0,0-2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9:05.28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1334 8248,'-22'7'-10,"3"3"1,2 2 216,2 5 0,11 2 0,-6 5 1,3 5 324,-1 8 0,1-3 1,9 2-1,6 3-509,6 2 0,-2 0 1,3-5-1,2-7-11,2-5 0,3-12 0,0-2 0,0-3 50,-1 1 1,-1-3 0,-3-13-1,-5-6-142,-3-6 1,-1-9 0,-8-2 0,0-1-120,0 1 0,0-8 1,-3 3-1,-2-5-5,-2-3 1,-10 3-1,3 2 1,-3 3 108,2-3 0,-4-2 1,4-2-1,-2-1 111,3 1 0,4-1 0,10 1 0,0-1 246,0 0 1,3 11 0,6 1 0,13 3 29,12 0 1,7 0-1,5 7 1,5 0-106,7 1 1,-2-1-1,2 3 1,0 2-263,-3 2 0,-1 10 0,-13-2 0,-5 5-339,-7 2 0,-7 2 1,-8 5-1,-6 10 414,-6 10 0,-12 7 0,-2 9 0</inkml:trace>
  <inkml:trace contextRef="#ctx0" brushRef="#br0" timeOffset="319">523 1748 8312,'-22'0'513,"3"9"1,4 6-1,8 4-246,4 3 0,-4 0 1,0 2-89,2 5 0,3-5 0,4 5 127,5-5 1,-2-12 0,10-4-183,2-6 1,-5-4 0,0-6-1,-3-6-159,-4-5 1,-2-3 0,-3 0-1,0 0-103,0 0 0,0-7 0,0 0 0,0 3-672,0 2 0,-3 4 1,-2 3 809,-2 3 0,-10-1 0,5-7 0</inkml:trace>
  <inkml:trace contextRef="#ctx0" brushRef="#br0" timeOffset="652">653 1748 8129,'0'21'-147,"0"1"147,0 0 0,0 0 0,0-1 727,0 1 0,0 0 1,3 0-476,4 0 0,-2-10 0,9-3 0,3-1-193,3-1 0,1-2 0,1-10-170,0-2 1,-3-10 0,-2 5 0,-5-3-33,-2 1 1,5-1 0,-8-7-1,-2 0 49,-3 1 1,-2-1 0,0 0-1,0 0-50,0 1 1,0 6 0,0 1 195,0-3-57,0 7 1,0 3 253,0 14 0,7 5 0,1 10 0,-4 0-92,-1-1 1,-1 8 0,3 0-1,2-2-335,-2-3 1,5-2 0,-3 0 0,0 0-780,3-1 1,-5-6 956,9-1 0,1 1 0,7 7 0</inkml:trace>
  <inkml:trace contextRef="#ctx0" brushRef="#br0" timeOffset="885">1176 1356 7974,'0'21'386,"0"4"114,0 4 1,0-3 0,0 11 0,2 1-298,6 3 1,-6 3 0,5 2-1,-4 2-517,-3 3 0,7 0 1,0-10-1,-2-5 314,-2-7 0,-3 5 0,0 0 0</inkml:trace>
  <inkml:trace contextRef="#ctx0" brushRef="#br0" timeOffset="1052">958 1704 10092,'3'-19'354,"4"4"1,-2-2 0,9 10 0,3 0-184,3-3 1,1 5 0,4-7-1,4 2-706,7 6 0,-2 1 535,2 3 0,10-10 0,10-2 0</inkml:trace>
  <inkml:trace contextRef="#ctx0" brushRef="#br0" timeOffset="1184">1633 1769 11812,'0'0'0</inkml:trace>
  <inkml:trace contextRef="#ctx0" brushRef="#br0" timeOffset="1767">2047 1029 8052,'-2'-22'0,"-3"0"-482,-2 1 799,-1 9 0,8 4 0,0 16 0,0 6 153,0 5 0,3 10 0,2 3 1,4 2-277,3 5 0,3 2 0,4 0 0,-2-3-396,-2-1 0,-1-3 0,6 4 0,-4-4-158,-1-2 1,-3-11 0,5-8 154,-2-4 0,-3-4 186,2-12 0,-4-13 1,-10-9-1,0 3 181,0 2 1,0-5 0,0 0-1,0 2-108,0 3 1,0 9 22,0 1 0,0 11 0,0 3-127,0 12 1,2 15 0,5 4 0,6 3 118,-1 5 0,7-8 0,-4-1 0,4-6 304,3-2 1,7-10-1,0-5 1,-3-5 242,-1-2 0,-4-9 0,1-6 0,-3-7-253,-4-7 1,2 3 0,-10-11 0,-2-1-631,-3-3 1,-2-3 0,0 0 0,-2 1-174,-5-1 1,2 3-1,-7 2 1,2 6-1420,5 1 0,0 6 1859,-2 11 0,5 5 0,-8 10 0</inkml:trace>
  <inkml:trace contextRef="#ctx0" brushRef="#br0" timeOffset="2184">2679 1269 8396,'0'14'757,"0"1"0,0-8 0,0 7-578,0 3 1,2 3-1,3 1 1,5-1-355,2-6 0,2 6 0,8-8 0,2 0-235,5-5 0,-5-2 0,5 0 0,-4 2 46,-4-2 0,1-3 1,-3-4-1,-2-3 185,-2-2 0,-3-10 1,3 2-1,-8-4 365,-5-3 0,-2 0 0,0 1 678,0-1 1,0 7-194,0 1 1,-9 11-431,-6 3 0,3 12 0,0 15 1,2 5-88,5 1 1,3 4 0,2 6 0,0 3-195,0 5 1,0-5 0,0 5 0,0-8-674,0-6 0,7 1 0,0-9 713,-2-2 0,7-3 0,0-2 0</inkml:trace>
  <inkml:trace contextRef="#ctx0" brushRef="#br0" timeOffset="2353">3419 1465 8528,'-22'0'-495,"10"0"1,2 0-1</inkml:trace>
  <inkml:trace contextRef="#ctx0" brushRef="#br0" timeOffset="3016">3724 615 7652,'0'22'-39,"0"0"0,0 0 0,0 2 0,0 5 384,0 7 0,10 5 0,4 5 1,3 5-94,-3 7 0,6 5 0,-6 2 0,3 1-349,-2-1 0,2-2 1,-10-5-1,-2-7-88,-3-5 0,-2-12 0,-2-8 152,-5-9 1,2-7 0,-7-13 0,0-1 16,-1-4 0,9-16 0,-4 2 0,6-4 164,2-6 0,0 8 0,0-7 0,0 2-78,0 0 1,2 0-1,3 7 1,5 2-16,2 6 1,-5-3 0,8 10 0,2 2 91,2 2 1,3 6 0,0 4 0,-1 8-133,1 4 0,-5 12 0,0 3 0,2 3-252,-2-1 1,-2 0 0,2 8-1,-5-3-648,-2-5 0,4 3 885,-7-10 0,10 0 0,-5-7 0</inkml:trace>
  <inkml:trace contextRef="#ctx0" brushRef="#br0" timeOffset="3680">4290 1421 8420,'2'-22'1298,"6"3"-989,6 4 0,6-2 1,1 8-1,1-1-8,0 0 1,2 3-1,3 7-69,2 0 0,-3 2-64,-11 6 0,-5 4 1,-10 12-1,-3 3-60,-4 2 1,-3 9-1,-7-4 1,3 3-116,-3-1 0,-3-7 0,-1 5 0,1-3 200,6-4 1,-3-10 148,10-3 1,2-2 0,12 3-432,8-8 1,4-14 0,5-8 0,3-4-468,2-3 1,2 8 0,-2-3 0,5-5-1099,0-5 1,0-2 1653,-5 8 0,-5-11 0,8-2 0</inkml:trace>
  <inkml:trace contextRef="#ctx0" brushRef="#br0" timeOffset="3916">4660 506 7975,'-22'-21'80,"1"-1"0,-1 10 0,0 4 186,0 6 1,1 4 0,-1 6 0,2 6-114,6 6 1,-3 4 0,7 5 0,1 7 15,-1 5 1,3-4 0,7-4 0,2 1 108,5 0 0,-2-15 0,10 3 1,4-5 87,8-5 1,-3-2 0,5-10 0,-2-2-123,2-6 1,-5-4-1,5-12 1,-7-3-200,-8-2 0,3-2 0,-10 4 0,-2-2-255,-2 3 1,-3-6-1,0 3 1,-3 3-673,-4 1 0,2 4 1,-9 1-1,-3 3-502,-3 3 1,6 6 1383,-1-6 0,1-1 0,-8-6 0</inkml:trace>
  <inkml:trace contextRef="#ctx0" brushRef="#br0" timeOffset="4266">4747 506 7470,'12'3'1022,"-4"4"0,-6 5 0,-2 10 0,0 0-753,0-1 0,3-6 0,1-1 0,6 3-166,2 3 1,-5-1-1,8-2-41,2-2 1,2-11 0,3 4-1,0-6-301,0-2 1,-3-2 0,-2-6 0,-3-6-95,3-5 1,-5-3-1,0 0 1,1 0 86,-1 0 0,-7 1 0,2-1 2,-5 0 0,5 0-156,1 1 548,-1 8 1,-7 13 0,0 15 0,-2 4 121,-6 3 1,6 2 0,-5 3 0,4 2-182,3-2 0,0-3 0,0-2 0,0-1-333,0 1 0,7 0 1,3-3-637,2-4 1,3-6 0,7-9 879,-1 0 0,1-9 0,0-3 0</inkml:trace>
  <inkml:trace contextRef="#ctx0" brushRef="#br0" timeOffset="4433">5335 71 8059,'0'-22'0,"-2"3"282,-5 4 0,4 1-108,-4 14 0,5 4 1,2 21-1,0 4 55,0 7 0,2-2 0,3 5 0,2 4-225,-2 6 1,5 4-1,-3-5 1,-2 5-1292,-3 3 0,-2-8 1287,0 3 0,10 5 0,2 0 0</inkml:trace>
  <inkml:trace contextRef="#ctx0" brushRef="#br0" timeOffset="4600">5096 441 8377,'22'-7'626,"-1"-1"0,1 4-611,0 1 0,9 3 1,6 0-1,6 0-1154,8 0 1139,-5 0 0,17-9 0,-7-4 0</inkml:trace>
  <inkml:trace contextRef="#ctx0" brushRef="#br0" timeOffset="5016">5989 180 7963,'-29'24'0,"-3"5"-67,-2 7 1,8 8 0,-3 9 0,4 10 649,4 7 1,-1 12-1,2 1 1,6 6-138,7 6 1,5-45 0,1 1 0,4 41 0,6-7-205,13-10 1,0-17 0,9-7 0,1-8-409,4-7 0,-2-6 0,2-16 1,1-7-593,-4-4 0,6-3 0,-10-3 758,-2-4 0,-3-15 0,-2-12 0</inkml:trace>
  <inkml:trace contextRef="#ctx0" brushRef="#br0" timeOffset="5233">6381 724 7963,'7'15'107,"0"-1"1,-2 3 254,-3 2 1,-2 3 0,3 2 0,2 3 30,2 2 1,0 10-1,-4-5 1,1 2-451,4 0 1,-1-2 0,-5 5 0,3-5 56,2-3 0,10-2 0,-5-7 0</inkml:trace>
  <inkml:trace contextRef="#ctx0" brushRef="#br0" timeOffset="5383">6620 1094 7963,'15'-12'-46,"-1"3"0,3 1 496,2 1 1,3-8 0,2 8-1,3 2-220,2 3 1,3-5 0,-6-1 0,3 4-425,-2 1 194,7 3 0,0 0 0,9 0 0</inkml:trace>
  <inkml:trace contextRef="#ctx0" brushRef="#br0" timeOffset="5983">7273 332 7972,'0'22'-267,"0"2"1,0 3 381,0 2 0,3 9 0,4 1 0,5 7 278,0 5 0,8 7 0,-6-7 0,3 0-499,-2 2 1,2-7 0,-10 5 0,0-8-279,3-6 0,-8-6 0,3-12 207,-10-4 1,0-5 0,-7-13 0,3-4 94,4-8 1,-5-4 0,3-3 0,-1-2 141,-1-5 1,6 5 0,-4-5 0,5 5 75,2 2 0,2 0 1,5 3 128,8 4 1,-3 5 0,3 10 0,1 0 27,4 0 0,2 13 0,2 6 1,2 10-156,3 5 1,0 2-1,-7 5 1,0-2-547,0-3 1,-8 1-1,1 4 408,2-5 0,-8 5 0,1-7 0</inkml:trace>
  <inkml:trace contextRef="#ctx0" brushRef="#br0" timeOffset="6283">7731 1051 7972,'21'-12'69,"-6"0"0,0 7 362,1-3 0,-3 1 1,1 7 190,3 0 0,-7 3-415,-3 4 0,-5 5 0,-2 10 0,0 0-37,0-1 1,0 1-1,-2 2 1,-5 3-137,-8 2 0,3 0 0,0-7 0,0 0-175,0-1 0,7 1 0,-2 0 196,4 0 1,6-10 0,4-5-86,7-5 1,6-2 0,2 0 0,2 0-768,5 0 0,-5-2 797,5-5 0,5-5 0,0-10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9:12.53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262 567 8098,'-22'0'-47,"-2"0"0,-3 0 0,-2 0-88,3 0 1,4 9 0,5 6 0,2 4 497,-1 3 0,-1 7 1,0 3-1,5 1-31,2 6 1,3 2-1,7 0 1,0-4-189,0-8 1,9-5 0,6-5 0,4-2 103,3-2 0,7-10 0,0-1 0,-2-8 9,-3-11 1,-2-12 0,-3-2 0,-2 0-288,-3-2 1,-9 4 0,2-7 0,-2 1-390,3-1 1,-6 7 0,5-2 0,-4 5-547,-3 2 0,0 0 0,0 0 965,0 1 0,-10-11 0,-2-2 0</inkml:trace>
  <inkml:trace contextRef="#ctx0" brushRef="#br0" timeOffset="264">305 567 8098,'-7'14'362,"0"1"1,-3-3 0,5 5 0,-2-3-77,2 3 0,3-5 0,2 3 0,0 2-90,0 2 0,10 3 0,2 0-310,0-1 1,7-6-1,-4-3 1,4-2-130,3-5 1,0-3 0,-1-2 0,1-2-27,0-6 0,-8 3 1,1-9-1,2-3-108,2-2 0,-4-3 1,-3-2-1,-2-3 111,-6-2 1,1 0-1,0 5 1,2-3 117,-2-2 1,-2 0 109,-3 7 1,-3 5 304,-4 10 0,4 10 1,-6 18-1,2 1 45,-1 0 0,1 7 0,7 2 0,0 1-606,0-1 294,0-2 0,-10 3 0,-2 2 0</inkml:trace>
  <inkml:trace contextRef="#ctx0" brushRef="#br0" timeOffset="431">763 327 8098,'0'36'-92,"0"-2"0,0 0-142,0 0 0,0 0 1,0 5-1,0-3 381,0 3 0,0-5-147,0 2 0,9-10 0,4 6 0</inkml:trace>
  <inkml:trace contextRef="#ctx0" brushRef="#br0" timeOffset="597">545 545 8147,'22'0'245,"0"0"0,2 0 0,5 0-60,7 0 0,5 0 0,3 0 1,-1 0-282,1 0 1,-1 0 95,1 0 0,0-10 0,-1-2 0</inkml:trace>
  <inkml:trace contextRef="#ctx0" brushRef="#br0" timeOffset="847">1111 0 8021,'12'44'94,"0"-5"0,-4 4 1,6 11 402,6 6 1,1 10 0,-1 8-1,-3 14-63,-9-41 1,-2 2-1,-3 4 1,-1 2 0,2 9-1,-1 2 1,-3 2 0,-2 1-122,-4 2 1,-3 0 0,-1 2 0,-4 1 0,-6-2 0,-3 0 0,0-2-1,0-3-394,-2-5 1,-1-3 0,2-6 0,-1-1 0,-2-4 0,-1-2 0,0-3 0,0-2-418,-28 37 0,10-19 1,0-22 497,8-17 0,14-12 0,2-12 0,10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9:14.41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0 7187,'-12'10'902,"5"5"0,4-3 0,3 2-490,0 3 0,8-5 0,1 0 0,1 0-211,0 0 1,7 3 0,-3 7 165,6 0 0,1-10-367,1-5 0,0 5 0,0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9:17.73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1 8044,'0'14'12,"0"1"0,0 1 310,0 4 1,9 4 0,4 8-1,1 11 402,1 13 0,2 19 1,9 12-1,-11-37 1,-1 1-258,1 6 1,-3 0-1,-4 4 1,-2 2 0,-1 5-1,-2 1 1,-3 4-1,0 0-352,-3 2 1,-2 0-1,-4-4 1,-3-2-1,-5-4 1,-3-2 0,0-6-1,-1-2-57,0-6 1,-1-2 0,-22 26-1,3-15 1,5-17-20,7-22 1,-3-11-1,3-11 65,2-4 0,10-3 1,5-7-5178,3 3 5073,1-1 0,18-6 0,2-1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9:28.36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393 284 8095,'-3'-22'414,"-4"0"0,4 12 0,-4 13 1,5 16-33,2 15 1,0 10-1,0 4 1,0 5-120,0 3 0,9-8 0,4 6 0,1-4-341,1 1 0,-1 10 0,5-6 0,-2 1-247,-2-5 1,-8-8 0,5-6 324,-2-8 0,7-5 0,-5-2 0</inkml:trace>
  <inkml:trace contextRef="#ctx0" brushRef="#br0" timeOffset="200">1 175 8095,'14'0'-38,"3"0"0,5 0 455,4 0 1,20 0-1,3 0 1,9 0-285,10 0 1,11-3 0,-1-4 0,2-7-465,0-6 1,-10-2-1,0 1 331,-10-1 0,3 0 0,-7 0 0</inkml:trace>
  <inkml:trace contextRef="#ctx0" brushRef="#br0" timeOffset="549">893 1 8125,'3'36'0,"2"0"-76,2 3 1,3 4 0,-6 6 0,6 2 719,2-3 0,-5 8 1,6 2-1,-4 5-230,-4 2 1,-2 0 0,-3 1 0,0-1-282,0 0 1,0-7 0,0-4 0,0-8-107,0-13 1,-3-16-18,-4-9 1,4-23 0,-4-9 0,2-5-257,-2-3 0,5-6 0,-6 1 0,6-1 101,2 1 0,0 6 0,2 9 1,3 0 106,2 1 0,10 9 0,-2 4 38,4 6 1,-4 4 0,-1 6-1,3 6-76,3 5 0,-1 6 0,-2 4 0,-3 5-287,3-1 0,-5 6 0,3-10 0,0 0-193,-3 3 1,7-11-1,-7 4 1,3-11 555,-1-4 0,1 7 0,6-5 0</inkml:trace>
  <inkml:trace contextRef="#ctx0" brushRef="#br0" timeOffset="1049">1351 959 8128,'19'-15'-176,"-2"3"0,-2 0 168,1 0 0,-3 5 0,1-8 1,3-2 155,2-2 1,-4-3-1,-1-2 1,1-3 48,-3-2 1,-2 0-1,-8 7 1,3 1 42,2-1 0,0 0 0,-9 3 0,-5 2-10,-8 2 0,-4 8 0,-3-5 1,0 2 118,1 5 0,-8 3 0,0 4 0,2 6 48,3 6 0,2 6 1,0 1-1,0 1-281,1 0 0,9 2 0,4 3 0,6 4-206,2 3 0,0-7 1,2 2-1,8-5-493,12-2 1,7-1 0,9-1 0,1-6-33,7-6 1,-2-6 0,7-2-1,-6 0-59,-1 0 1,-8-2 0,-2-6 0,-2-4 673,-6 0 0,-9-5 0,-5 8-431,-2-4 1245,-3 9 1,-9-6 109,-5 10 1,2 0-445,-10 0 0,8 0 1,-5 2-142,2 6-199,3-6-313,7 8 0,0-20 1,0-5-1,0-4 27,0-3 1,0 1-1,0-4 1,0-1 37,0-3 1,10 0 0,4 7 0,5 0 238,3 0 0,0 10 0,0 5 0,2 5 119,5 2 1,-5 17 0,5 7 0,-5 7-275,-2 8 1,0 2-1,0 3 1,-3-1-1542,-4 1 1565,-6-1 0,1 1 0,2-1 0</inkml:trace>
  <inkml:trace contextRef="#ctx0" brushRef="#br0" timeOffset="1215">2331 959 8066,'0'-22'1356,"0"0"1,0 0-1357,0 1 0,9 9 0,3 2 0</inkml:trace>
  <inkml:trace contextRef="#ctx0" brushRef="#br0" timeOffset="1298">2374 632 8066,'-22'-19'-139,"1"4"1,1-4 0,3 7 0,5-3 138,3 1 0,-8 9 0,5-5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9:32.94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477 567 8171,'0'-22'0,"0"0"514,0 0 1,0 1 0,0-1 182,0 0 0,-7 8 0,-3 1-245,-2 4 1,-2 1-1,-8 13-331,0 10 1,0 2 0,1 21 0,-1 6-31,0 4 0,3 10 1,4-4-1,5-1-326,1 0 1,6-4-1,-2-13 1,8-7 12,4-5 1,13-12 0,-1-7 0,10-10 149,5-9 1,0-18 0,4-9 0,-4-10 15,-2-4 0,-3-3 1,-10-5-1,-4 2 43,-8 3 0,-5 0 0,-7-7 0,-7 2-201,-9 5 0,-18 4 0,-2 11 0,-10 2 34,-5 5 0,1 4 0,-3 13 0,7 4-35,5 8 1,9 4 0,6 8 0,4 7-401,8 10 0,12 7 615,0 0 0,14 5 0,5 10 0</inkml:trace>
  <inkml:trace contextRef="#ctx0" brushRef="#br0" timeOffset="1186">1043 175 8053,'0'-22'56,"-2"7"1,-3 1 611,-2-3-486,0 7 0,7 3 1,0 14-1,0 8-15,0 4 1,0 3 0,0 0 0,0 2-61,0 5 0,0-2 1,0 9-1,0 3-163,0 2 0,-8 2 1,1 3-1,2 3-162,3 1 1,2 8 0,0-7 0,2-5 180,5-7 0,-2-8 1,10-11-1,2-3 121,2-3 0,3-9 0,2 2 0,3-4 135,2-3 0,9-7 0,-1-3 0,1 0-77,-1 0 1,4 1-1,-7 4 1,2-2-516,0 2 1,-2 2 0,3 3 0,-8 0-1431,-5 0 1803,-2 0 0,-1-9 0,1-3 0</inkml:trace>
  <inkml:trace contextRef="#ctx0" brushRef="#br0" timeOffset="1450">238 1264 8225,'2'21'142,"8"-1"331,12-6 0,21 3 1,22-10-1,15-2-355,12-2 1,-38-7 0,1-2 0,6-1 0,1-1 0,3-1 0,1-1-136,3-1 1,0 0 0,-8 1-1,-1 1 1,-1 0 0,-2 1-1,40-4-479,-15 2 1,-14 3 0,-15 7 495,-7 0 0,-7 10 0,-17 2 0</inkml:trace>
  <inkml:trace contextRef="#ctx0" brushRef="#br0" timeOffset="1800">826 1895 8111,'-37'7'0,"3"3"145,3 2 1,-5 3-1,7 9 1,4 2 207,9 3 1,-4 10-1,8-5 1,0 2-235,5 1 0,4-8 0,6 5 0,6-3-17,13-4 0,2-13 0,10-7 0,0-4 121,0-3 0,2-17 0,5-7 0,-2-8-53,-3-7 1,-9-9-1,2-3 1,-7 0-100,-8-2 0,-4 7 1,-10-2-1,0 7-71,0 4 0,-17 1 0,-7-5 0,-10 5-223,-12 7 1,-10 7 0,-14 5 0,-5 5-53,-2 2 1,7 3-1,-1 9 1,11 6-184,9 6 0,12 6 0,8 1 0,4 1-1493,8 0 1951,12 9 0,-3-7 0,10 8 0</inkml:trace>
  <inkml:trace contextRef="#ctx0" brushRef="#br0" timeOffset="2225">1065 1830 8132,'-12'-3'802,"2"-2"38,1-2 1,4 10 0,-7 11-295,2 5 0,3 3 0,7 2 0,0 3-381,0 2 1,2 3 0,3-6 0,5 3-189,2-2 1,2-5-1,8-5 1,0-5-143,0-3 1,-1-1 0,1-8-1,0-3-86,0-4 1,4-12-1,-1-10 1,-6-1 158,0-1 1,-7 7 0,1-5 0,-4 5 255,-4 2 0,-3 0-135,-2 0 0,0 20 1,0 9-1,0 10-9,0 5 0,0 9 0,0 6 1,3 1 64,4-1 1,-2 1-1,10-9 1,1-4 304,4-9 1,2-3 0,-1-9-1,1 1-43,0-7 1,0-10 0,-3-15-1,-4-4-117,-8-3 0,-5-3 1,-2-6-1,0-1-242,0 1 0,-2 7 0,-3 2 1,-5 2-1183,-2 6 1,5 1 0,-8 4-2755,-2-1 3948,8 10 0,-11 2 0,8 10 0</inkml:trace>
  <inkml:trace contextRef="#ctx0" brushRef="#br0" timeOffset="2436">1697 1982 9721,'0'22'1003,"0"0"-725,0-1 1,0 1 0,0 0 0,2 0-147,5 0 1,-2-1 0,7 1-1,-2 0-3669,-5 0 3537,7-1 0,0 1 0,10 0 0</inkml:trace>
  <inkml:trace contextRef="#ctx0" brushRef="#br0" timeOffset="2602">1936 1917 8124,'0'-12'1252,"0"4"1,3 16-988,4 6 0,-5 6 0,8 4 0,-3 2-393,1 3 1,1 8-1,-4-6 1,2 1 127,-2-1 0,7-2 0,0-7 0</inkml:trace>
  <inkml:trace contextRef="#ctx0" brushRef="#br0" timeOffset="2885">2198 1416 8956,'2'-12'1329,"5"5"0,8 4-1004,4 3 1,10 0-1,3 0 1,1 0-536,6 0 1,2-7-1,3 0 1,-1-1-1499,1-1 1708,-10 6 0,7-16 0,-7 7 0</inkml:trace>
  <inkml:trace contextRef="#ctx0" brushRef="#br0" timeOffset="2985">2655 1155 8325,'-34'-12'385,"-5"-1"0,8 9 0,-3-4 243,-5 4 1,-2 1 0,-2 3 0,1 0-598,6 0 1,-3 0 0,8 0-32,-3 0 0,7 0 0,-4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9:37.14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86 501 7686,'0'-15'-223,"-3"3"1000,-4 3 0,5 4-352,-6 12 0,3 0 1,1 13-1,-4 4-245,4 0 0,1 10 0,3 2 0,0 5-223,0 3 0,0-8 1,3-2-1,1-2 193,4-6 0,6-9 0,-4-5 0,2-2-48,5-5 0,-5-3 0,0-4 0,0-6-117,0-6 0,-5-13 0,6-4 0,-4-3-142,-4-5 0,-2-2 1,-3-2-1,-3-3-135,-4-5 1,-5 10 0,-10-8 0,0 1 83,0 2 1,1 0-1,-1 5 1,3 4-95,4 8 1,-2-2 0,10 2 319,2 2 1,12 10 0,8 5 0,7 3 238,7 4 0,7 0 0,12 0 0,3-2 27,-3 2 0,8 3 1,0-1-1,-1-2-352,-4-2 1,2 0-1,-2 7 1,-2 0 67,-3 0 0,-13-10 0,-1-2 0</inkml:trace>
  <inkml:trace contextRef="#ctx0" brushRef="#br0" timeOffset="1199">478 327 7200,'0'21'251,"0"1"0,0 0 0,0 0 0,0 0 45,0-1 1,0 8-1,0 3 1,0 2-195,0 4 0,2-4 0,3 3 0,2-1-79,-2-2 0,-3-3 0,-2-9 0,0 0-108,0 0 140,10-10 0,-8-5-8,6-14 1,-6-5 0,-2-10 0,0 0-45,0 0 0,0-2 1,3 0-1,1 0-63,4 4 1,9 3 0,-3-4 66,6-1 1,1 2-1,1 6 1,0 7 190,0 4 0,-1 6 1,1 4-182,0 7 0,-8 6 0,-1 2 1,-1 2-213,0 5 0,-7-3 0,2 8 0,-2 0-497,2 0 1,-5-7 691,6 2 0,-6-5 0,-2-2 0</inkml:trace>
  <inkml:trace contextRef="#ctx0" brushRef="#br0" timeOffset="1415">1000 632 8872,'0'21'251,"3"1"1,2 0-356,2 0 0,0-1 0,-7 1 0,0 0-278,0 0 1,2-8 381,6 1 0,-6-1 0,8 8 0</inkml:trace>
  <inkml:trace contextRef="#ctx0" brushRef="#br0" timeOffset="1598">1349 784 8118,'12'0'3836,"7"0"-3836,-16 0 0,6-10 0,-9-2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9:46.8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306 175 8016,'0'-34'-463,"10"2"966,4 11 0,-2-1 1,0 0-1,0 3 1921,0 4-1761,-7 5 0,5 13 0,-10 7-385,0 11 1,-7 8 0,-3 13 0,-2-1-418,-5 5 1,5 2-1,-3-4 1,1 2-435,2 4 1,-8-4 0,6 5-1,-3-7-533,2-8 0,-1 3 0,6-10 1106,-2-3 0,-3-1 0,-7-4 0</inkml:trace>
  <inkml:trace contextRef="#ctx0" brushRef="#br0" timeOffset="217">1 153 8016,'12'-10'625,"-2"10"0,-8-2 0,3 9-94,2 5 1,10 10 0,0 7 0,10 0-84,9 2 1,-2 1 0,2 7 0,3-3-446,2 3 0,3-1 0,-3 1 0,-3-5-580,-1-3 1,-11-9-1,3-7 1,-4-1 576,-4-2 0,1-2 0,0-10 0</inkml:trace>
  <inkml:trace contextRef="#ctx0" brushRef="#br0" timeOffset="368">698 327 8143,'22'0'1085,"-3"3"-659,-5 4 0,3 5 0,-7 10 0,0 2-265,-1 5 1,6-2 0,-5 9 0,-1 0-1570,1-2 1408,-3-3 0,3 1 0,2 2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9:52.77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88 458 7431,'-15'12'1008,"3"-2"0,2 0-451,5 4 0,3 5 0,2 6 1,0 4-121,0 7 1,0 5 0,2 0 0,6-2-294,6-3 0,6-7 0,4 5 0,2-5-24,3-9 1,8-8 0,-8-12 0,0 0-202,2 0 0,-9-12 1,2-8-1,-9-9-305,-6-5 0,-1-2 0,-8-8 0,-3 1-274,-4-1 1,-5 8 0,-12 0 0,-3-1 98,-2 4 0,-7-9 0,4 9 0,1-4 546,-1 1 0,-4 2 1,7-5-1,2 6 455,3 1 0,12-4 0,5 7-57,5 2 0,14 5 1,9 5-1,13 5 442,7 3 0,5-1 0,5 5 0,5-2-513,-1 2 0,16-5 0,-6 3 0,3 2-675,-1 3 1,-1 2-1,-3 0 1,-5 0-2120,-7 0 2482,-5 0 0,-13 10 0,-1 2 0</inkml:trace>
  <inkml:trace contextRef="#ctx0" brushRef="#br0" timeOffset="616">654 306 7833,'0'12'539,"0"7"0,2-7 0,3 3-113,2-1 0,8 8 0,-5 10 0,-1 1-265,1 6 1,7 2 0,-5 3 0,2-1-172,1 1 1,-10-1-1,2-1 1,-5-6 125,-2-7 0,0-5-173,0-2 1,-2-10 0,-3-7-76,-2-10 0,0-14 1,7-10-1,0 2-129,0 3 0,2-5 1,3 0-1,5 2 180,2 3 0,2 5 1,8 4-1,0 5 247,0 1 1,-1 6-1,1-2 196,0 10 1,0 7 0,-1 10 0,-1 2-285,-6 5 1,3-4 0,-7 6 0,0-2-1111,-1 0 1,-1 0 0,-6-7 1031,5 0 0,-4-1 0,6 1 0</inkml:trace>
  <inkml:trace contextRef="#ctx0" brushRef="#br0" timeOffset="1500">1285 654 8154,'0'-12'3246,"3"5"-2801,4 14 1,-2 12 0,7 13-1,0-1-249,0 1 0,-5 6 1,5-4-1,-2 0-493,-5-5 0,5 3 1,-3-3-1,0-3-2234,3-1 2531,-8-13 0,8 7 0,-10-7 0</inkml:trace>
  <inkml:trace contextRef="#ctx0" brushRef="#br0" timeOffset="1511">1764 741 8027,'15'0'4382,"-3"-2"-3237,-2-5 0,-1 4-1608,-1-4 463,-6 4 0,17 3 0,-6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9:48.9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380 325 7963,'-14'-12'966,"-1"5"1,1 7-751,-8 7 1,10-2-1,2 9 1,3 3-87,0 3 0,-1 1 0,8 4 0,0 1-82,0 3 0,0 8 1,0-6-1,0 1-129,0-1 1,8-2-1,1-10 1,3-2 302,5-2 0,3-10 0,1 0 0,1-8 117,0-4 1,0-17 0,0-1 0,-3-6-257,-5-8 0,-4-2 0,-10-2 0,0-1-184,0 0 1,-10 1-1,-6-1 1,-9 1-18,-4-1 1,-9 8-1,1 2 1,-1 3-183,1 4 0,-1 3 0,9 2 1,2 3-1058,3 4 1,2 8 1356,0 14 0,0 5 0,1 10 0</inkml:trace>
  <inkml:trace contextRef="#ctx0" brushRef="#br0" timeOffset="367">707 195 8355,'0'-13'1967,"7"6"0,3 14-1744,2 8 0,-7 4 0,4 3 0,-1 2-125,-1 5 0,7-2 0,-6 7 1,-1 0-236,3 0 0,-5-8 0,9 3 1,1-5-27,-3-2 1,7 0 0,-4-3 0,4-2 332,3-2 1,2-10 0,5 2 0,5-5-3,0-2 1,7 0 0,-5-2 0,5-3-307,3-2 0,-8-8 0,-2 8 0,-3 2-1014,-4 3 1,-3 2-1499,-2 0 2650,-10 0 0,-12 9 0,-12 3 0</inkml:trace>
  <inkml:trace contextRef="#ctx0" brushRef="#br0" timeOffset="600">54 1000 8266,'-22'0'495,"0"0"1,12 0 0,10 0-28,12 0 1,27 0-1,14 0 1,15 0-90,12 0 0,14 0 1,-42-1-1,0 0 0,6-1 1,1-1-310,5 0 0,2-1 1,3-4-1,0 1 1,5 3-1,0 1 1,-4 0-1,0 1-223,-3 1 1,-1 0-1,-2 1 1,-2 0-1,-10 0 1,-2 0-1,37 0-336,-22 0 0,-31 0 1,-15 2-1,-9 5 489,-12 8 0,-18 4 0,-14 3 0</inkml:trace>
  <inkml:trace contextRef="#ctx0" brushRef="#br0" timeOffset="1083">576 1654 7955,'-9'-22'282,"4"2"0,-7 3 0,0 5 219,-1 3 0,6 1 0,-7 8 0,-6 3-131,-6 4 0,1 8 1,-4 11-1,3 6-367,-3 2 1,7 2 0,-2 5 0,9-2-90,6-3 1,1-7-1,8 5-26,0-3 0,5-11 0,7-13 0,13-5 38,6-2 0,-2-19 0,7-10 0,3-10 199,2-4 1,-7-1 0,-5 1 0,-5-1-94,-2 1 0,-10-1 1,-7 0-1,-10 1 19,-9-1 1,-15 10-1,-8 8 1,-6 6-125,-8 6 0,-2 9 0,-8-2 1,8 4-495,7 3 0,0 3 0,17 4 567,2 8 0,-7 4 0,1 3 0</inkml:trace>
  <inkml:trace contextRef="#ctx0" brushRef="#br0" timeOffset="1833">750 1545 5989,'3'12'0,"4"-5"-35,-4-5 1,9-9 0,-8-3 411,4-2 1,-1 5 357,-7-7 0,2 2 1043,6-3-1268,-6-4 1,10 16 0,-7-2-194,2 10 1,1 0-1,-6 10 0,3 2-199,2 2 0,10 10 0,-2 0 0,4-2-91,3-3 1,-1-5-1,1-2 1,0-5-75,0-2 1,0-3 0,-1-7 0,1 0-78,0 0 0,-8-10 0,-2-4 1,1-5 11,-1-3 1,-7 0 0,2 0 0,-5 0 35,-2 1 1,-2-8-1,-5 0 23,-8 2 0,3 12-58,-3 8 1,3 7 0,-2 7 0,7 10 128,4 10 1,3-3-1,0 8 1,0-3 126,0 0 0,3-3 0,4-9 0,7-5 191,6-2 1,1 5-1,4-8 1,1-5 172,3-7 1,8-9-1,-8-13 1,-3-4-218,-2-3 0,-11 5 1,-4-5-1,-2 0-347,1 0 1,-1 8-1,-9-3 1,-6 4-1113,-6 4 0,2 6 0,-3 3-3374,-2 2 4541,-2 3 0,-3 17 0,0 2 0</inkml:trace>
  <inkml:trace contextRef="#ctx0" brushRef="#br0" timeOffset="2050">1447 1675 8102,'0'15'1234,"0"-1"-569,0 3 0,0 3 0,0 1-561,0 1 1,0 0-1,0 2 1,0 3-277,0 2 1,8 0 171,-1-7 0,10-1 0,-5 1 0</inkml:trace>
  <inkml:trace contextRef="#ctx0" brushRef="#br0" timeOffset="2334">1687 1697 7929,'7'-14'408,"0"-1"1,3 1 257,-3-8 1,5 2 0,10 3-76,0 3 0,0 9-383,0-2 0,-1 4 1,-1 6-188,-6 4 0,-4 5 0,-10 10 0,0 0-33,0 0 1,0-1 0,0 1 0,0 0 41,0 0 0,0-1 0,2-1 1,3-3 1,2-3 1,10-7 0,-2 6 53,4-4 1,10 6-1,0-8 1,-2-2-251,-3-3 1,0-2 0,3 0 0,2 0-722,-2 0 0,-3 0 885,-3 0 0,1 0 0,0 0 0</inkml:trace>
  <inkml:trace contextRef="#ctx0" brushRef="#br0" timeOffset="3023">2188 1044 8978,'14'-12'913,"1"4"1,2 6 0,9 2 0,6 0-1484,2 0 0,4 0 570,13 0 0,5-10 0,9-2 0</inkml:trace>
  <inkml:trace contextRef="#ctx0" brushRef="#br0" timeOffset="3150">2558 804 8869,'-56'0'0,"5"0"569,5 0 0,-4 0 0,-1 0 0,2 0-1135,3 0 0,5 3 0,3 2-1006,1 2 1572,11 0 0,-6-7 0,10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9:48.0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480 88 8039,'14'-8'369,"1"1"1,-8-10 0,7 5 0,1-2 1768,-3-1 0,0 10-1337,-5-2 0,-2 5-1236,10 2 0,-10 2 435,2 5 0,-5 5 0,-2 10 0</inkml:trace>
  <inkml:trace contextRef="#ctx0" brushRef="#br0" timeOffset="150">501 284 8039,'-43'31'311,"7"-7"0,2 8 1,0-1 337,0 6 0,5-4 1,-7 4-1,-3-1-561,-2-2 1,7-5 0,5-12 0,5-5-1163,2-2 1074,0-3 0,0-7 0,1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9:55.0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327 1 8090,'-14'2'199,"-1"3"-56,-2 2 0,5 10 0,-2 0-114,-3 10 0,5-3 0,-3 5 0,1-3-248,1 4 0,-6-4 1,7 8-1,-2-3 219,-1-4 0,0-3 0,-6-2 0</inkml:trace>
  <inkml:trace contextRef="#ctx0" brushRef="#br0" timeOffset="183">1 66 9045,'9'12'694,"-4"5"0,10-7 1,2 2-381,2 5 1,5 2-1,5 3 1,7 0-672,6-1 0,4-1 0,0-3 0,0-3 357,-5 3 0,7 2 0,8 3 0</inkml:trace>
  <inkml:trace contextRef="#ctx0" brushRef="#br0" timeOffset="466">610 240 8090,'22'-2'-587,"0"-3"1,0-5 1088,-1-2 0,1 7 0,0-2 1,0 5 297,0 2 0,-1 0 0,1 0-168,0 0 1,-10 2 0,-5 5-388,-4 8 0,-6 7 1,-4 4-1,-10 6-196,-10 2 0,3-1 0,-7 6 0,2-5-151,0-3 0,2 6 0,10-8 0,5-3 92,2-1 0,6-6 0,13-2 36,13-3 1,9-9-1,15 0 1,5-7-174,7-6 1,12-16 0,5 2-1,0-2-2168,0 0 2315,-2-7 0,-8-3 0,1-10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0:06.9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218 502 8022,'0'-22'207,"-2"7"1,-5 1 319,-8-3 1,-4 7 0,-3 3 5,0 4 1,0 13-1,1 7 1,-1 7-355,0 5 1,8 8 0,2-6 0,2 3-251,5 5 0,3-6 0,2 1 1,0-2-78,0-6 0,9 3 0,6-4 0,4-8-101,3-5 0,0-5 0,2-7 0,2-2-101,4-6 1,-4-11 0,-9-13 0,-5 1-182,-2 0 0,4-8 0,-6 3 1,-4-3 176,-1 3 0,-10-6 0,-3 6 1,-5-5 353,-9-3 0,2 1 0,-7-1 0,5 3-14,2 5 1,1-5-1,-1 7 1,3 0 872,4 5 0,5 5 0,10 2 0,5 3-221,10 4 1,9 3 0,19 7 0,3-2-678,5 2 1,5 3-1,9 2 1,1 0 38,-1 0 0,10 0 0,2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0:03.7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784 371 8093,'0'-22'104,"0"0"0,-2 10 0,-3 2 0,-5 3 315,-2 0 1,-2 2-1,-6 12 1,3 8-78,3 4 1,-8 13-1,-7 6 1,2 8-37,3 5 1,5 2 0,2-4-1,5 2-280,2-3 1,3-4 0,7-8-1,2-10-54,6-9 1,6-7-1,13-10 1,4-2-3,3-6 0,2-13 1,5-18-1,-2-7-88,-3-5 1,-16-7-1,-1 7 1,-7 0 2,-7-2 0,-2 5 0,-3-8 0,-3 3-3,-4 4 0,-15 4 0,-14 1 0,-5 3 7,-3 5 0,1 4 1,-1 13-1,0 4-148,1 8 1,7 5-1,2 6 1,5 8-1528,9 10 1786,8 5 0,3 4 0,-4 3 0</inkml:trace>
  <inkml:trace contextRef="#ctx0" brushRef="#br0" timeOffset="286">1024 197 8093,'14'-10'143,"1"-5"0,-8 3 0,8 0 0,-1 0 970,-2 0 0,8 7-687,-6-2 1,-4 14-1,-3 8-258,-5 4 0,-2 5 0,0 3 0,0 4-98,0 3 1,0 2-1,-2 8 1,-3 0-117,-2-1 1,-8-2 0,8-2-1,2-3-67,3 3 0,4-8 0,6-2 0,6-7 8,5-7 1,13 2-1,4-10 1,5-2-211,3-3 0,2-2 1,2 0-1,3 0-227,-3 0 1,-2 0 0,-4 0 0,-6 0-1443,-7 0 1984,-15 0 0,-4 0 0,-10 0 0</inkml:trace>
  <inkml:trace contextRef="#ctx0" brushRef="#br0" timeOffset="533">327 1111 8606,'46'0'1192,"7"3"0,15 1-862,17 4 0,-33-4 0,4-1 0,9-3 1,1-3-1,5 1 0,1 0-168,2-1 1,2-2 0,5-2-1,0 0 1,-1 2 0,0 0 0,-3 0-1,-2 1-359,-4-1 1,-4 0-1,-13 1 1,-2 1-1,43 3 1,-20 0-1455,-15 0 1,-26 2-1221,-19 5 2871,-20-4 0,-17 26 0,-12-5 0</inkml:trace>
  <inkml:trace contextRef="#ctx0" brushRef="#br0" timeOffset="867">828 1743 7992,'-53'9'70,"7"3"0,-5 10 0,7 2 273,8 5 0,-8 0 0,3 13 0,-7 4 102,-1 0 0,6 2 1,7 0-1,7 3 17,4-2 0,13-11 1,7-6-1,10-6-295,10-6 0,14-13 1,5 0-1,2-7 58,0-7 0,1-8 1,6-16-1,3-10-27,5-8 1,-8-9 0,3 5 0,-9 0-273,-6 0 0,-2-1 1,-9 6-1,-6-3-158,-7 3 1,-4 2 0,-6 2-1,-6 1 95,-13-1 1,-19 10 0,-20 5 0,-9 8 12,-10 6 1,3 5-1,-1 10 1,3 0-488,5 0 1,12 17 0,10 7 0,7 8-479,4 7 0,18-5 1089,-3 2 0,15-10 0,-3 6 0</inkml:trace>
  <inkml:trace contextRef="#ctx0" brushRef="#br0" timeOffset="1302">741 1830 8024,'14'-8'718,"-2"-1"137,-2-3 1,0 7-527,-3-2 1,-5 7-1,6 7 1,-4 7 6,4 6 1,-6 4-1,5 3 1,-4 2-189,-3-3 1,7 6 0,3-3 0,-1-3-205,1-1 0,7-4 0,-2-1-177,4-6 1,10-4 0,0-10 0,-2-3 21,-3-4 0,-2-5 0,-1-10 0,1 1-16,0-1 1,-3-7 0,-2 0 68,-2 2 1,-3 3 113,2 2 0,-2 10 1,-7 7-1,2 10 149,-2 10 0,-2 11 0,-1 3 0,3-2 383,2-3 1,10-2-1,-2 0 1,4-3 635,3-5 0,0-4 0,-1-10 1,4 0-287,4 0 1,-5-10 0,5-7 0,-7-9-431,-8-10 1,3 2 0,-10-3 0,-2-1-228,-2-3 0,-6 7 1,-4 2-1,-8 6-1287,-4 4 0,-3-5 0,1 15-1790,-1 0 1,7 2 2895,1 10 0,-1 0 0,-7 0 0</inkml:trace>
  <inkml:trace contextRef="#ctx0" brushRef="#br0" timeOffset="1621">1525 2004 8144,'12'-2'1553,"-5"-6"-1074,-5-6 0,1 2 0,4-3-207,8-2 1,4 8-1,3-1 1,-1 3 37,1-1 1,0 1-1,0 7 1,0 0-132,-1 0 0,-6 0 0,-1 3 81,3 4 0,-7 5 0,-5 10 0,-8 2 47,-4 5 1,-7-5 0,4 8-1,0-3-161,1 0 0,1 0 0,8-8-538,0 1 1,3-10 0,4-4-654,8-6 0,6-2 0,8-2 1045,8-6 0,4-4 0,2-10 0</inkml:trace>
  <inkml:trace contextRef="#ctx0" brushRef="#br0" timeOffset="1902">1960 1852 7715,'0'-22'-773,"10"0"1203,4 0 1,3 8 0,0 2 849,-2 2 1,-1 3-1,8 7-782,0 0 0,-8 0 0,-2 2 0,-2 5-356,-5 8 0,-3 4 1,-2 5-1,0 3-26,0 2 0,-7 7 0,0-7 0,0 0 128,-3 3 1,7-8-1,-4 5-114,5-5 0,2-2 1,2-3-311,5-4 0,8-5 0,12-10 1,4 0-565,3 0 1,-5-8-1,5-1 1,0-3 743,0-5 0,-8-3 0,6-1 0</inkml:trace>
  <inkml:trace contextRef="#ctx0" brushRef="#br0" timeOffset="2386">2766 1220 8480,'0'-12'1362,"5"2"0,7 10 0,12 0-1415,7 0 1,6 0-1,6 0 1,3-2-1144,5-5 1,-3 2 1195,11-10 0,-11 1 0,5-8 0</inkml:trace>
  <inkml:trace contextRef="#ctx0" brushRef="#br0" timeOffset="2502">3114 915 7998,'-51'-2'294,"1"-3"0,1-2 120,3 2 1,0-5 0,0 3 0,0 2-506,5 3 0,5 2 91,0 0 0,4 0 0,10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0:00.2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197 610 8238,'-22'0'71,"0"0"0,0 0 0,1 3 230,-1 4 0,2 5 1,4 10-1,3-1 294,4 1 0,-6 10 0,8 4 0,2 5-321,3 3 1,4-3 0,5-2-1,8-6-304,4-1 1,3-6 0,2-11 0,3-8-127,2-4 1,0-6-1,-7-4 1,-1-10-158,1-10 0,0-6 0,0-11 0,-3-2-157,-4-5 1,-6 5 0,-9-5-1,0 5 91,0 3 0,0-3 1,-2-2-1,-5-3 159,-8 2 1,-4 3 0,-3 5-1,0 3 246,0 1 1,1 3 0,1-2 612,6 7 1,4 12-1,13 5-112,4 2 1,7 3-1,15 7 1,10 0 28,10 0 0,6 0 0,10-2 0,1-3-376,-1-2 1,0-10 0,1 2 0,-3-2-1103,-5 3 1,-5-3 921,-9 9 0,-11-8 0,-1 3 0</inkml:trace>
  <inkml:trace contextRef="#ctx0" brushRef="#br0" timeOffset="450">610 523 8212,'-12'0'1118,"3"2"0,9 6 0,0 6-679,0 6 0,2 9 0,3 2 0,5 1-226,2-1 1,-5 8-1,5-3 1,0 5-224,0 3 0,-7-3 1,2-5-1,-4-4-488,-3-1 0,7-14-507,0 5 657,1-15 1,-8-7 0,0-15 0,0-4 157,0-3 0,7 1 0,3-1 0,2 0 433,5 0 1,-1 8 0,1 2 0,-2 2 157,2 5 1,2 3 0,3 2 0,0 0-121,0 0 0,-1 2 1,-1 5-1,-3 8-337,-3 4 0,-2 3 0,5 0 1,-5 0-705,-2-1 0,-3 1 1,-7 0 759,0 0 0,10-1 0,2 1 0</inkml:trace>
  <inkml:trace contextRef="#ctx0" brushRef="#br0" timeOffset="817">1090 959 8142,'2'-15'1059,"5"1"0,5 1-409,10-1 1,-7 4 0,-1 10-150,3 0 1,-5 0-312,3 0 0,-8 10 0,5 4-67,-2 6 0,-3 2 0,-9-1 0,-3 1 48,-3 0 1,-1 0 0,4-1-12,-2 1 1,-3-2-1,5-3-115,-2-3 1,0-7 0,9 5-390,5-2 0,5-3 0,13-7 1,1 0-347,3 0 1,3 0 0,-6-2 0,3-3-1580,-2-2 2269,7 0 0,-10-3 0,8-2 0</inkml:trace>
  <inkml:trace contextRef="#ctx0" brushRef="#br0" timeOffset="973">1743 959 9211,'2'-13'3067,"6"6"-3067,-6 5 0,17 2 0,-7 0 0</inkml:trace>
  <inkml:trace contextRef="#ctx0" brushRef="#br0" timeOffset="1518">2353 262 7990,'-22'0'492,"2"2"1,4 5 0,3 8-212,4 4 1,-6 10-1,6 3 1,-1 2-203,0 4 1,3 3-1,5 3 1,-3 0-509,-3-1 0,-1 1 429,1-1 0,-4 1 0,-9-1 0</inkml:trace>
  <inkml:trace contextRef="#ctx0" brushRef="#br0" timeOffset="1717">1939 371 8274,'14'19'784,"-2"-2"0,1-5-320,-1-2 0,9 7 0,11-3 0,2 5-385,4 3 0,4 7 0,1 0 0,1-2-900,-1-3 821,1-2 0,-10 9 0,-3 3 0</inkml:trace>
  <inkml:trace contextRef="#ctx0" brushRef="#br0" timeOffset="2200">2636 567 8125,'0'21'25,"0"-6"1,0-1 0,0 6 339,0 6 0,0-1 0,0 6 0,0-2-124,0 0 1,0 7-1,2-4 1,3-1-720,2 1 1,8-3 477,-8-7 0,10-1 0,-5 1 0</inkml:trace>
  <inkml:trace contextRef="#ctx0" brushRef="#br0" timeOffset="2633">3224 632 8284,'0'-15'2498,"0"1"0,0 7-3104,0-8 0,2 10 606,5-2 0,5 14 0,10 5 0</inkml:trace>
  <inkml:trace contextRef="#ctx0" brushRef="#br0" timeOffset="2750">3245 893 8627,'-41'24'725,"5"5"0,-5-2 0,7 7 0,-2 0-628,-1 0 1,11-5 0,-3 5 0,5-3-1259,2-4 1,2-3 1160,6-2 0,-15-1 0,5 1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9:56.5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617 370 8221,'0'-14'0,"0"-1"0,0-2 830,0-2 1,0 4 0,-2 1-170,-6-3 0,4 7 0,-11 3-254,-2 5 1,0 14 0,0 7 0,3 10-91,-3 5 0,-3 10 1,-1 9-1,1 0-337,6 0 1,4 8-1,10-3 1,0 2-358,0-2 1,3-14 0,6-15 0,11-7 163,6-8 1,13-14 0,-3-17 0,5-12 119,3-14 1,-3-11-1,-5-13 1,-7-3-24,-4-3 1,-13 3 0,-5 9 0,-7 3 159,-7-2 0,-8 2 1,-16 4-1,-13 13 56,-11 7 1,-8 1 0,-3 8 0,1 8 91,0 5 1,9 5 0,5 7-1,5 2-314,3 6 0,9 6 0,7 13 0,10 2-794,10-2 1,7 4 0,7 0 915,8 3 0,4-7 0,3 4 0</inkml:trace>
  <inkml:trace contextRef="#ctx0" brushRef="#br0" timeOffset="300">1053 196 8197,'14'0'860,"1"0"-279,-10 0 1,4 2 0,-9 6-1,0 6-209,0 6 0,0 9 1,-2 2-1,-3 3-299,-2 5 1,-8 9 0,8 3 0,2-3-29,3-2 0,2 3 0,0-3 0,2-8-150,5-4 1,8-5-1,11-9 1,6-6 178,2-7 1,5-4 0,9-3-1,5-3-37,3-4 1,-5 2-1,4-9 1,-1-1-148,-6 3 1,-5-5-1,-6 10 1,-8 2-1903,-5 3 2012,-2 2 0,-30 9 0,-6 3 0</inkml:trace>
  <inkml:trace contextRef="#ctx0" brushRef="#br0" timeOffset="550">29 1350 8104,'-14'0'614,"-1"0"0,15 0 1,7 0-1,22-2 99,17-5 0,20 4 0,18-7 0,16 1-400,-44 2 1,4-1 0,10 2-1,3 0 1,3-1 0,2 0 0,3-2-1,1 1-309,2-2 1,1 0 0,0 4 0,-1 0-1,0 2 1,-1 1 0,-6 1 0,-1 2-207,-9-1 0,-1 2 0,-9-1 0,-3 2 0,19 5 0,-18 8-187,-14 4 0,-19 3 1,-17 0-1371,-10-1 1,-17 8 1758,-14 0 0,-5 1 0,-3-9 0</inkml:trace>
  <inkml:trace contextRef="#ctx0" brushRef="#br0" timeOffset="2484">2512 1263 7832,'-15'0'5354,"1"0"-4848,9 0 0,5 0 0,14 0 0,8 0-532,7 0 0,5 0 0,10 0 0,-1 0-2506,1 0 2532,-1 0 0,10 0 0,3 0 0</inkml:trace>
  <inkml:trace contextRef="#ctx0" brushRef="#br0" timeOffset="2617">2882 1024 8119,'-51'-13'407,"0"6"1,-2 5 0,5 2 0,-3 0 108,2 0 1,1 0 0,2 0 0,0 0-1745,5 0 1228,12 0 0,-3 0 0,11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2:59:57.4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762 499 8158,'-9'-22'384,"-6"0"0,-7 0 215,-7 1 1,5 9 0,-5 4 0,3 6-77,-4 2 1,-3 10 0,-9 4-1,4 8-284,1 7 0,8 5 1,-4 9-1,1 1-255,5-1 1,13-1-1,7-4 1,4-4-41,3-2 0,12-6 1,10-11-1,12-8 45,7-5 1,3-11-1,2-8 1,2-10 88,3-9 1,-3-12-1,-9-6 1,-5 1-93,-3 0 1,-2-5 0,-9 5-1,-6-1-178,-7 1 1,-16 2 0,-13 8-1,-14-1-125,-13 1 1,-6 9 0,-11 5-1,1 5-22,0 2 0,-8 10 0,3 4 0,7 8-186,10 8 0,9 11 0,6 12 1,6 1 524,8-1 0,-3 18 0,15-3 0</inkml:trace>
  <inkml:trace contextRef="#ctx0" brushRef="#br0" timeOffset="467">937 368 8111,'0'-14'1080,"0"-1"1,-3 10 0,-2 0-750,-2 10 0,0 7 0,7 10 0,0 0-64,0 0 0,7-1 0,3 1 1,-1 0-299,1 0 0,7 0 0,-2-3 0,1-2-215,-1-3 0,4-2 0,-4 3 0,4-8-101,3-4 0,-3-6 1,-2-2-1,-2-4 295,2-3 1,-5-10-1,0-7 1,-2 2 583,-6 3 0,6 2 0,-3 0 789,-2 1-1192,-2-1 1,-3 20 0,2 9 0,3 12 2,2 10 0,8-5 0,-6 5 0,3-4 34,5-4 1,3 1-1,4-3 1,3-4 357,2-8 1,0-4 0,-8-6-1,1-4-83,0-8 0,-3-4 0,-4-5 0,-8-3-324,-4-2 0,-6-7 0,-4 7 0,-8 0-705,-4-3 1,-3 8 0,0-5-1,3 5-1956,5 2 0,-3 8 2544,9-1 0,-9 10 0,5-4 0</inkml:trace>
  <inkml:trace contextRef="#ctx0" brushRef="#br0" timeOffset="767">1590 477 8296,'22'-22'1092,"-3"8"1,-2 2-102,-3 2 1,-6 3-527,6 7 1,-9 2 0,2 5 0,-4 8-230,-3 4 0,0 3 0,0 0 0,0 0-166,0-1 0,0 1 1,0 0-303,0 0 1,2-1 0,5 1-796,8 0 1,4-10 0,5-5 14,6-4 0,-6-3 0,5-3 0,-5-4 1012,-2-7 0,9-15 0,3-5 0</inkml:trace>
  <inkml:trace contextRef="#ctx0" brushRef="#br0" timeOffset="900">2047 368 7742,'0'-22'31,"0"1"0,7-1 0,1 0 420,-3 0 1,-1 10 0,1 7 184,2 10 1,1 10-1,-6 14 1,3 7 42,2 5 0,8 3 0,-6-1 1,1 1-660,0-1 1,-3 1 0,-5-1-1,3 1-1313,3 0 0,-1-8 1293,-7 0 0,0-9 0,0 4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0:14.8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284 20 8008,'-15'-7'158,"1"-1"0,2 4 0,-5 11 1,2 10 51,-2 9 1,5 1 0,0 7 0,0 0-135,0 0 0,4 9 1,-4 10-1,0 1-1051,0-1 975,7 7 0,-24-4 0,5 9 0</inkml:trace>
  <inkml:trace contextRef="#ctx0" brushRef="#br0" timeOffset="183">1 129 8058,'21'19'0,"1"-2"161,0-2 0,0 2 0,2 9 1,2 3 26,3-2 1,8 4-1,-6 1 1,1-1-228,-1 1 0,5 6 0,-7-4 39,-2 0 0,-3-2 0,-2-11 0</inkml:trace>
  <inkml:trace contextRef="#ctx0" brushRef="#br0" timeOffset="465">741 216 8147,'22'-15'592,"-1"1"0,1 9-38,0-2 0,-12 7 1,-10 7-210,-12 8 0,-8 6 0,-2 6 1,3 2-284,5-2 1,-6 4 0,8-2 0,0-2-73,5-3 1,4-2 0,3 0 0,3-3-49,4-5 1,12-4 0,13-8 0,2 3-188,4 3 1,11-4-1,2-8 1,-3-6-235,-2-2 1,-2 0 478,-1-3 0,1-14 0,-1 5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0:13.99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0 8012,'0'24'0,"0"3"-28,0 2 0,7 10 0,3-5 1,0 2 547,-1 0 1,6 3-1,-8 9 1,0 6-342,3 1 1,-7-6 0,4 1 0,-5-4-533,-2-2 1,0-10-1,0-5-9,0-5 1,-2-12 216,-5-5 1,4-14 0,-4-7-26,4-6 0,3-2 0,0 1 0,0-1 200,0 0 1,3 0 0,4 1 0,5-1 97,0 0 1,8 8 0,-6 1 43,6 4 1,1 2-1,1 7 1,0 0-20,0 0 1,-1 7 0,1 2-1,0 4-222,0 3 0,0 4 1,-3 2-1,-2-1-1129,-3 1 1198,1 0 0,7 0 0,-1 0 0</inkml:trace>
  <inkml:trace contextRef="#ctx0" brushRef="#br0" timeOffset="317">501 458 8058,'14'-10'185,"1"-5"0,0-2 0,6 0 366,1 3 1,0 2-1,0-3 62,-1 8 1,1 5-505,0 2 1,-3 9-1,-4 6 1,-8 4 4,-5 3 0,-9 2 0,-2 3 1,-4 2-186,-3-3 1,3 6 0,-1-3 0,-1-2-230,3-3 1,0 5 0,7 0 103,-2-3 0,0-9 172,7-2 1,10-10-1,4 2 1,5-5-231,3-2 1,2-7-1,3-3 1,2 1-1385,-2-1 1638,6-7 0,-8 15 0,6-8 0</inkml:trace>
  <inkml:trace contextRef="#ctx0" brushRef="#br0" timeOffset="450">1045 588 8050,'0'-12'0,"0"2"0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0:17.17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153 175 8070,'-22'-13'992,"0"4"-912,0-1 1,10-2 55,5-10 1,4 8 0,6 2-51,4 2 0,5-5 0,10 8-88,0 2 0,0-4 1,-1 1-434,1 4 1,-7 1-461,-1 3 895,1 0 0,6 10 0,1 2 0</inkml:trace>
  <inkml:trace contextRef="#ctx0" brushRef="#br0" timeOffset="1150">0 153 8171,'0'-15'-363,"0"1"1,0-1 699,0-7 1,7 8-1,3 2-135,2 2 1,3-4-1,6 4-111,1-2 0,-7 7 0,-1-2 0,3 4 23,3 3 1,-6 0-1,1 3-87,1 4 1,-6-2 0,0 7-211,0-2 1,-6 4 0,8-4-668,-2 2 0,7-5-360,-2 8 1210,-6-10 0,11 14 0,-8-7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2:45.19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54 8529,'-9'-22'-301,"6"0"0,-9 13 302,5 9 1,4 9 0,-4 13 0,5 0 175,2 0 0,0 9 1,0 6-1,0 6 7,0 8 0,0 2 0,0 10 0,0 0-57,0 5 0,0 2 0,2-5 0,3 3 17,2 5 0,1-6 0,-8 8 0,0-2-41,0-1 0,0 1 0,0-8 0,0 1-24,0-1 0,0 0 1,0 1-1,0-3-9,0-5 0,0 5 0,0-8 0,0 3 12,0 0 0,2-7 1,3 7-1,2 0-19,-2-2 1,0-3 0,0-9 0,2-1-121,-2 1 0,0 4 0,-1-2 1,4-5 16,-4 1 1,6-4 0,-3 1 0,-2-3 30,-2 3 1,4-5 0,0 0 0,-2 0 12,-3-1 0,6-4 0,-1 8 0,-2-1-33,-3-2 1,-2 5 0,3-8 0,1 3-56,4 5 0,-1-1 0,-7 1 1,0-5 63,0-3 0,0 6 1,0-8-1,0 0 31,0 2 1,0-7-1,0 5 1,0-4 8,0-4 1,0 9 0,0-1-1,0-3 54,0-2 0,0 5 0,0 0 0,0-2-55,0-3 0,7-2 1,1 0-1,-4 0-24,-1-1 1,-3 1-1,2 0 1,3 0-23,2-1 0,1 8 1,-8 1-1,0-4 18,0-2 0,0 1 0,0 1 0,0 3-19,0-2 0,7-1 0,0 1 0,-2 2-33,-3-2 1,-2-3 0,0 0 0,0 3 79,0 2 0,0 2 0,0-4 0,0 2 0,0-3 0,0-1 1,0-4-1,0 1-10,0 0 1,0 0 0,0 0 0,0-1 8,0 1 1,0 0-1,0 0 1,0-1-11,0 1 1,0 0 0,0 2 0,0 3-19,0 2 0,0 2 1,0-4-1,0 2-6,0-2 0,8-3 1,-1-3-1,-2 1 2,-3 0 0,-2 7 0,0 0 0,3-2-10,4-3 1,-5 5 0,5 0 0,-4-2 163,-3-3 0,7 5 0,0 2 0,-2 3-12,-2 5 0,-3 2 0,2 3 0,3 2 48,2 4 1,0-4-1,-7 8 1,0-4 107,0 1 1,0 2-1,0-4 1,0 2-73,0-3 1,0-4-1,0-6 1,0-1 59,0 1 1,0-4-1,0 0 1,0-3 40,0-4 0,0-3 0,-2-2 0,-3 0-143,-2 0 0,0-1 1,7 1-1,0 0-243,0 0 1,-3-8 0,-2 1-455,-2 2 1,0-5 0,7 2-2633,0 3 219,0-7 2940,0 0 0,0-10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3:15.1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642 153 8085,'0'-12'1231,"0"29"1,0 19-715,0 8 0,0 9 0,0 0 0,2 3-472,5 4 0,-4-4 0,6-1 1,-1-1-295,-1-6 0,2-4 0,-4-8-1298,3-7 1547,9-15 0,-15 6 0,8-8 0</inkml:trace>
  <inkml:trace contextRef="#ctx0" brushRef="#br0" timeOffset="233">97 196 7933,'24'-2'388,"5"-5"1,8-3 0,13-7 0,11 3 170,9-3 0,15 0 0,12 0 0,-1 2-558,1-2 0,-5 0 0,-10 0 1,-4 5-529,-3 3 1,-12 1 0,-15 8 0,-9 0-1088,-10 0 1614,-5 0 0,-12 10 0,-2 2 0</inkml:trace>
  <inkml:trace contextRef="#ctx0" brushRef="#br0" timeOffset="448">10 763 7879,'-10'0'236,"13"0"0,19 0 413,19 0 1,12-3-1,15-2 1,4-4-533,8-3 1,7 4 0,5-4 0,0 0-551,-7 0 0,-3 7 0,-17-2 1,-11 4 432,-13 3 0,0 10 0,-7 2 0</inkml:trace>
  <inkml:trace contextRef="#ctx0" brushRef="#br0" timeOffset="733">1033 719 8085,'8'15'77,"-1"-1"1,0-7-1,-7 8 328,0 2 1,0 2 0,0 3 34,0 0 0,0-1 0,0 1-56,0 0 0,0-7-199,0-1 1,0-12-216,0-2 1,0-9 0,0-13 0,0-2-119,0-5 1,0 2 0,3-7 0,2 3 62,2 4 0,10 5 0,-5 6 0,2 3 107,1 4 1,-1 1 0,8 11-1,-2 4-105,-6 8 0,3 6 0,-7 8 0,-1 8-352,1 4 1,-3 2 0,-7 1 434,0 0 0,10 9 0,2 2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3:17.39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370 1213 8123,'0'-14'-365,"0"-1"577,0 1 1,-9 1 0,-6 6-131,-4 5 0,2 9 1,-3 5-1,-4 5-129,0 7 1,-7 5 0,2-2-1,0 4 35,-3 3 0,15 0 0,-5 2 0,5-4-43,5-1 1,3-7 0,9 6 10,0-6 1,2-12 0,5-5-1,8-5 84,4-2 1,1-2 0,-3-3 0,-3-4 64,3-4 1,2 6 0,3-5 0,0 2 7,0 6 1,-8 1 0,1 3-1,-1 3 68,-2 4 1,5 7 0,-10 13 0,1 4 42,1 3 1,-6 12 0,4 10 0,-4 2-84,-3 0 1,-10 0-1,-5 7 1,-4 1-101,-3-1 1,0-2-1,-2-7 1,-2-13-83,-3-11 1,0-11-1,7-6 1,0-8 40,0-4 0,0-6 0,3-4 1,2-8-338,3-4 0,9-12 1,-2-6-1,4-1 337,3 1 0,0-13 0,0 4 0</inkml:trace>
  <inkml:trace contextRef="#ctx0" brushRef="#br0" timeOffset="551">414 1518 8123,'2'12'288,"6"-5"1,-4-4 0,11-6-13,2-4 1,5 2 0,4-9 0,6-3-157,2-3 1,-5-1 0,4-1 0,-1-2-69,-5-5 1,-3 4 0,-2-4 0,-3 5-263,-5 2 1,-4-7-1,-10 0 40,0 3 0,0 2 0,-2 4 0,-6 3 170,-6 3 0,-5 6 1,-3-4 141,0 3 0,0 1 0,0 8 0,1 3-7,-1 4 1,7 5 0,1 12 0,-1 3-57,3 2 0,3 2 0,9-4 1,0 2-86,0-2 1,0 4 0,0-2 0,2 0-266,5 3 1,5-8 0,10 3 0,0-8-82,0-5 0,-1 1 0,1 4 0,-2-2 65,-6-2 1,3-8 0,-7 5 19,2-2 1,0-1 618,2-1 404,-4-6 1,-12 5-463,-6-14 1,6 2 0,-5-9 0,4-3-117,3-3 1,0-4 0,0-2 0,0-3-83,0 2 1,8-4 0,1-1 0,3 1 99,5-1 1,3 3 0,4 7 0,2 1-57,3-1 0,0 10 1,-7 4-1,0 6-90,0 2 1,0 5 0,-3 7 0,-2 10-277,-3 2 1,-9 7-1,5 1 1,-3 2-596,0 4 0,1-4 0,-8 0 821,0-2 0,9-3 0,3-8 0</inkml:trace>
  <inkml:trace contextRef="#ctx0" brushRef="#br0" timeOffset="900">1241 1474 8094,'-12'0'593,"3"0"0,11-2 0,5-5-514,8-8 1,4-2 0,3-2-1,0 0-130,-1-6 0,9-1 0,-4 4 0,-4-2-53,-5-5 0,-5 5 0,2-6 1,-6 6 90,-6 3 0,-2 6 1,-2 3-1,-6 0 211,-6 0 0,-8 7 1,-4-2-1,-3 7 59,2 7 0,0-2 1,3 9-1,0 6-149,5 6 1,4 1 0,0 7 0,8 0-48,5-1 0,2-6 0,0 5 1,2-3-249,5 0 1,6 0 0,8-8-1,4-1-201,4-6 1,2 3 0,8-10 0,-3-2-117,3-2 0,-8 4 1,-2 0-1,-5-2 504,-2-3 0,10-2 0,2 0 0</inkml:trace>
  <inkml:trace contextRef="#ctx0" brushRef="#br0" timeOffset="1100">1590 1605 7613,'0'-22'359,"-3"0"140,-4 1 0,5 6 0,-6 1 0,6-3 20,2-3 0,0-1 0,0-4 1,0-1-300,0-3 1,2-10-1,3 5 1,5-2-410,2 0 0,3 2 0,6-3 1,1 6-201,0 0 0,0 9 1,-1-2-1,1 9-1054,0 5 1,0 3 1442,0 7 0,-1 0 0,1 0 0</inkml:trace>
  <inkml:trace contextRef="#ctx0" brushRef="#br0" timeOffset="1350">2091 1191 8123,'12'-14'876,"-5"-1"0,-7 10 0,-10 1-245,-11 8 0,-1 1 1,-10 10-1,3 4-309,0 8 0,0-3 0,7 5 0,3-5-372,5-2 0,-3 0 1,9 0-185,4-1 0,6-1 1,10-6-1,12-7-121,8-4 1,4-3 0,5 0 0,-2-3-16,-3-4 0,-7 5 0,5-6 0,-3 4-468,-4-4 1,-3 6-1460,-2-5 2297,0 4 0,0 3 0,-1 0 0</inkml:trace>
  <inkml:trace contextRef="#ctx0" brushRef="#br0" timeOffset="1650">2287 1496 8042,'-8'15'365,"1"-1"0,2-9-162,13 2 1,-4-4 0,11-3 0,2 0 92,2 0 1,3-10 0,2-7-1,3-7-40,2-5 1,10-10 0,-6 3 0,4-5 68,-1-3 0,0-4 1,5-8-1,-4-9-102,-8-3 0,-5-9 1,-5-6-1,-4-9-116,-11 42 0,-1-1 0,-3-48 0,-7-1 1,-8 4-219,-4 4 1,-13 9 0,-1 8 0,-1 10-388,5 17 0,5 14 0,2 19 0,0 13 378,0 14 1,8 15 0,2 26 0,-1 12 173,1 13 1,8 18-1,0-43 1,0 1-1,3 3 1,0 2 98,1 2 0,0-1 1,0-4-1,0-1 1,0 1-1,2 0 1,2-4-1,2 0-161,3 0 1,4 0 0,21 37-1,16-7 1,11-11-903,9-16 0,0-6 550,10-6 0,0-9 0,7-3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3:24.99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792 412 8174,'0'-22'375,"0"0"1,0 0 300,0 0 1,-3 1-408,-4-1 1,2 10-1,-9 7 1,-6 10-167,-6 9 0,-6 8 0,-6 5 0,1 4-50,-1 3 0,4 10 0,0 9 0,2 0-168,6 0 0,4-4 1,8-11-1,6-4-38,6-2 1,4-6-1,8-11 1,12-8 195,12-4 1,7-16 0,5-6-1,2-12 24,3-10 0,7-1 1,-7-13-1,-5-1-195,-7 0 0,-1 1 1,-11-3-1,-8 4-25,-9 1 1,-13 7-1,-11-5 1,-18 8-113,-13 7 1,-11 4-1,-12 13 1,-2 2 169,-3 2 1,-6 11-1,8-4 1,6 8 7,5 8 1,14 4 0,0 12 0,12 2-632,9 3 0,1 8 718,17-8 0,-10 9 0,5-4 0</inkml:trace>
  <inkml:trace contextRef="#ctx0" brushRef="#br0" timeOffset="317">1053 107 7966,'0'12'401,"0"7"1,0-4-131,0 4 1,0 5-1,0 5 1,-2 8-399,-6 4 0,6 10 0,-5-1 0,4-1-43,3-3 0,8-3 1,1-2-1,6-4 349,9-8 1,0-12-1,10-5 1,0-3 58,0-4 0,5-2 0,9-3 0,3 0 1,-3 0 0,5-3 1,-2-2-1,-2-2-305,-3 2 1,-3-4-1,-2 1 1,-4 4-445,-8 1 0,-5 3 510,-2 0 0,-10 0 0,-3 0 0</inkml:trace>
  <inkml:trace contextRef="#ctx0" brushRef="#br0" timeOffset="566">51 1283 8205,'-21'0'403,"-1"0"1,15 0 326,14 0 0,17 0 1,32 0-1,16 0-463,20 0 1,-36 0 0,2 0 0,5 0 0,2 0 0,6 0 0,1 0-236,7 0 1,2 0 0,2 0-1,1 0 1,-2 0 0,0 0 0,-5 0-1,-1 0-159,-5 0 1,-2 0 0,-8 0 0,-1 0 0,-5 0 0,-1 0 0,35 0-1554,-21 0 1,-20 2 1679,-33 5 0,-25 5 0,-14 10 0</inkml:trace>
  <inkml:trace contextRef="#ctx0" brushRef="#br0" timeOffset="1564">574 2219 7974,'0'-22'-129,"0"0"0,0 8 1,0-1 829,0-2 0,-2 8-604,-6 2 0,-4 4 0,-9 3 1,-1 0-43,0 0 0,0 17 0,-2 5 1,-3 4-101,-2 6 1,0 2-1,10 9 1,2 3-46,3 5 1,9-5 0,-3 2-1,6-9 29,2-10 1,2-7-1,8-5 1,9-5 276,8-2 0,12-13 0,-5-14 1,2-9 20,0-11 1,1-11-1,4-5 1,-5 0-127,-7-1 1,-14-4-1,-8 5 1,-5-3-64,-2-4 0,-5 7 1,-9 2-1,-15 5-251,-10 2 1,-7 3 0,-2 5 0,-6 7-29,-1 5 1,6 4-1,-1 6 1,4 7-52,2 4 0,8 8 0,4 7 0,6 12-1096,6 8 1378,3-6 0,-4 16 0,-1-9 0</inkml:trace>
  <inkml:trace contextRef="#ctx0" brushRef="#br0" timeOffset="2064">857 2154 8167,'-14'-8'94,"-1"1"1,8 0 0,-8 9 174,-2 6 1,8 4 0,1 9-1,6 4-140,2 4 0,0-3 0,0 11 0,2-1-191,6-2 1,-3 4-1,9-8 1,3-4 3,2-2 0,3-9 1,0-3-1,0-2 88,0-6 0,-1-4 1,1-7-1,0-7 18,0-6 1,-1-4 0,1-5 0,-2-7 123,-6-5 0,3 4 0,-10 4 0,1 1-78,1 5 1,-6 3 0,4 2-255,-5 1 1,-2 11 0,0 10 181,0 12 0,0 15 0,0 4 0,0 3 34,0 5 0,0-5 0,0 0 0,0-3 196,0-4 0,3-3 1,4-5 247,7-4 1,6-8 0,2-14 0,-1-10-104,1-10 1,0 0 0,-3-9 0,-4-3-176,-8-2 0,-2-2 0,0-1 0,2 1-498,-2-1 0,-5 10 0,-5 3 1,-2 2-1416,2 0 1,-5 7 1690,3 7 0,-10 1 0,5-8 0</inkml:trace>
  <inkml:trace contextRef="#ctx0" brushRef="#br0" timeOffset="2747">1489 2437 8003,'-20'2'243,"6"5"0,-3 6 0,10 8 72,2 1 0,2 0 0,6 0-391,4-1 1,-2-6 0,9-3 0,3 0-240,3 0 1,1-7-1,1 2 1,0-4 314,0-3 0,0 0 0,-1 0 0</inkml:trace>
  <inkml:trace contextRef="#ctx0" brushRef="#br0" timeOffset="2864">1532 2219 8168,'-12'-22'-574,"-5"8"-733,10-1 1331,0 1-24,7 2 0,0 2 0,0 10 0</inkml:trace>
  <inkml:trace contextRef="#ctx0" brushRef="#br0" timeOffset="3149">1794 2263 8168,'2'14'54,"3"1"1,5 2 188,2 2 0,0 3 0,5-1 0,-5 4 87,-3 4 0,6 5 1,-5 9-1,-1 1-434,1-1 0,-3 8 0,-7 0 0,0 0-472,0 2 1,0-14 575,0 4 0,-9-4 0,-4 4 0</inkml:trace>
  <inkml:trace contextRef="#ctx0" brushRef="#br0" timeOffset="3314">1837 2045 8168,'0'-22'-5,"0"8"-544,0-1 549,0 10 0,10 5 0,2 12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3:29.73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196 393 7933,'10'-12'474,"5"5"1,4 4-1,5 3 1,5 0-498,8 0 0,4 0 1,2 0-1,1 0-823,-1 0 1,-2 0 845,-4 0 0,-6 0 0,-9 0 0</inkml:trace>
  <inkml:trace contextRef="#ctx0" brushRef="#br0" timeOffset="201">741 23 8162,'-32'-10'0,"6"8"0,-11-6 0,1 6 376,2 2 0,-9 0 1,2 0-1,-10 0-278,-5 0 1,1 7 0,-4 3-1,9 0-640,4-1 1,5-1-1,2-8 542,3 0 0,9 9 0,-5 3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3:31.5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218 697 8358,'-10'-12'-255,"5"-5"-113,-9 10 496,9-10-640,-5 15 158,10-8 132,0 10 0,3-7 171,4-1 0,-2 1 263,9 7 0,-6 0 81,6 0 0,-6 0 519,6 0-40,-9 0 0,2 0-376,-14 0 1,2 3-1,-9 4-257,-3 7 0,4-2 1,-1 3-1,-3 2-20,-2 2 0,-3 3 0,3 2 0,2 3-136,2 2 1,1 7-1,-6-4 1,3-1-75,3 1 0,9 4 0,-2-7 0,4-3 35,3-1 1,3-4-1,4-1 72,7-6 1,6-4 0,2-10 0,2-2-12,5-6 0,-5-11 1,5-13-1,-5-1-14,-2-6 1,0 5-1,-3-2 1,-2-3-126,-2-2 0,-11-3 1,4 3-1,-6 2-153,-2 3 0,0 2 1,-2-4-1,-6 4 117,-6 2 1,2 1-1,-3 4 1,-2-2 37,-2 3 0,-3 9 0,0 5-118,1 2 1,6 3 280,1 7 1,18-3-1,4-2 1,14-4 250,14-3 0,3-3 0,19-7 0,4 0 126,9 1 0,13-8 0,11-3 0,-1 1-225,-45 15 1,-1 0 0,39-13 0,2 7 0,-11 1-244,-10-1 1,-8 7-1,-19 3-2667,-4 3 2727,-6 1 0,-29 18 0,-4 2 0</inkml:trace>
  <inkml:trace contextRef="#ctx0" brushRef="#br0" timeOffset="1445">545 610 7860,'0'-22'-905,"0"8"1391,0-1 1,0 13-158,0 2 1,0 5 0,2 14 0,3 5-60,2 0 1,8 10 0,-6 3 0,1 4-146,0 2 0,-1 1 1,-4-1-1,2 1-126,-2 0 0,-2-1 1,-3 1-1,0-1-52,0 1 1,-3-3 0,-2-5 0,-4-7 28,-3-5 1,4-11-111,-6-6 0,7-7 0,-5-7 0,2-8-61,5-4 0,3-6 1,2-1-1,2-3 102,5 2 1,-2 3 0,10 2 0,-1 0 126,-2 1 0,8 6 1,-6 3-1,6 2 65,1 6 1,1 1-1,0 3 1,0 0 11,-1 0 0,1 10 0,0 4 0,0 6-150,0 1 0,-8-6 0,-2-1 0,0 3-233,0 3 0,-7 2 1,2-1 271,-4 1 0,7 0 0,2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3:35.1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22 296 8395,'-12'0'870,"2"2"0,10 5-590,0 8 1,0 4-1,0 3-486,0 0 1,10 0 0,4-1-374,6 1 0,-1-7 1,-2-3-1,-2-3-1183,2-4 1762,-8 7 0,11-9 0,-8 7 0</inkml:trace>
  <inkml:trace contextRef="#ctx0" brushRef="#br0" timeOffset="134">87 56 8292,'-7'-14'228,"0"-1"1,-3 8-104,3-8-125,5 11 0,-8 4 0,10 12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3:38.47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22 23 8372,'-12'-10'1773,"3"8"-2035,9-8 262,0 10 0,0 0 0,0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3:39.15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370 0 8129,'-14'3'116,"-1"4"0,8-2 0,-5 9 44,2 3 1,-4 2 0,4 3 0,0 0-115,1 0 1,-6 2 0,6 3 0,-1 2-129,0-3 0,-4 1 0,4-1 0,0 4-275,1-4 1,-6-2 0,5-2-476,-2 0 832,8-10 0,-16 7 0,8-7 0</inkml:trace>
  <inkml:trace contextRef="#ctx0" brushRef="#br0" timeOffset="233">0 65 8556,'22'0'704,"-3"3"1,1 2-447,1 2 0,-4 10 1,15-3-1,-1 6-173,6 2 0,1-1 1,1 1-1,-3 0-458,3 0 0,-5-1 1,0-1-1,-3-3 373,-4-3 0,7 1 0,0 7 0</inkml:trace>
  <inkml:trace contextRef="#ctx0" brushRef="#br0" timeOffset="683">675 305 11302,'3'22'922,"4"0"-979,7-1 0,-1 1 1,-1 0-1,0-3-595,0-4 1,0 4 0,5-7 0,-5 3 651,-2-1 0,7-9 0,-5 5 0</inkml:trace>
  <inkml:trace contextRef="#ctx0" brushRef="#br0" timeOffset="817">762 196 8129,'-9'-12'62,"4"-5"1,-7 7 1043,2-2-1450,3 7 344,7-4 0,0 9 0,0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4:51.201"/>
    </inkml:context>
    <inkml:brush xml:id="br0">
      <inkml:brushProperty name="width" value="0.11429" units="cm"/>
      <inkml:brushProperty name="height" value="0.11429" units="cm"/>
    </inkml:brush>
  </inkml:definitions>
  <inkml:trace contextRef="#ctx0" brushRef="#br0">1 1112 25277,'21'0'1230,"-6"0"1,-1 0-1473,3 0 1,3-8-1,2 1 1,-1 2-18,1 3 1,7 2-1,0 0 1,0 0 158,3 0 0,-8-7 0,7-1 0,1 4 158,4 1 0,-2-4 1,2 0-1,1 2-90,-4 2 0,9 3 1,-6 0-1,5 0-35,3 0 1,-8 0-1,-2 0 1,0 0-53,-1 0 0,1 0 1,5 0-1,-5 0-52,-3 0 0,8 8 0,-5-1 0,2 0-3,1 3 0,-1-8 0,5 6 1,-2-4 100,-3 4 1,8-6 0,9 5 0,0-4 8,0-3 0,8 7 0,-3 0 1,5-2 8,2-2 0,0-3 0,1 0 0,1 0 50,6 0 1,-3 0-1,8 0 1,-3 0 28,-5 0 1,5 0-1,2-3 1,3-2 19,2-2 0,5 0 0,-12 7 0,3 0 20,4 0 0,3-3 0,2-2 1,-2-2 23,-6 2 0,6 3 0,-5 2 0,5 0-41,2 0 1,-7-2-1,-1-3 0,1-3-6,-2 4 1,4 1 0,-7 3 0,0 0-35,0 0 0,0 0 1,-5 0-1,5 0-3,3 0 0,-8 0 0,5 0 0,-3 0 14,1 0 0,7 0 1,-5 0-1,0 0-40,0 0 0,-3 0 0,-4 0 0,2 0 8,3 0 1,2 0-1,-5 0 1,5 0 28,3 0 0,-1-7 0,3 0 0,-5 2 2,0 2 1,-7 3 0,7 0 0,0-2 11,4-5 1,-4 4 0,0-4 0,1 5 8,3 2 1,4-3 0,-1-2-1,-5-2-4,-2 2 0,5 3 0,-5 2 1,3 0-42,4 0 1,-7 0 0,0 0 0,-3 0 33,1 0 0,7-7 1,-8-1-1,1 3 6,2 3 1,-7 2 0,7 0-1,-3-2 5,1-6 1,0 6 0,-8-5-1,3 4-6,4 3 1,6 0-1,6-2 1,-1-3-5,-3-2 0,-8 0 0,8 7 0,2-3 4,3-4 1,-5 4-1,-3-4 1,1 2 9,-1-2 1,-2 5 0,7-6-1,1 6-14,-8 2 1,2 0 0,-2 0 0,2 0-47,6 0 0,-8 0 0,-3 0 1,-4 0 31,-3 0 1,3-7 0,2-1 0,3 4-15,-3 1 0,-2 3 1,-3-2-1,3-3 36,4-2 1,-4-1-1,5 8 1,-5 0-54,-3 0 0,7 0 1,1 0-1,-3-2 8,-2-5 0,5 4 0,-1-4 0,1 5-37,2 2 1,-5 0 0,7-3 0,1-2 39,-1-2 1,3 0 0,7 4 0,0-1-21,0-4 0,-7 1 0,0 7 1,2-2-44,3-6 1,-5 6 0,-3-5 0,-2 4-26,-5 3 0,8-2 0,-1-3 0,3-2-48,0 2 0,-7-5 0,6 3 0,4 2-6,1 3 0,-4-1 0,0-1 0,2-4-15,3 3 1,2-4 0,0-1 0,0 0 15,0 1 0,1 1 0,-1 6 1,0-3-27,0-2 0,0-8 0,0 8 0,0 0-7,0-3 1,-4 5 0,-1-7 0,3 0-17,-3 0 0,-2 5 0,2-5 1,-2 0 34,2 0 0,0 7 0,1-5 1,-4 3-14,4-1 1,1-8 0,3 3-1,1 1-5,-1 5 1,0-3-1,0 1 1,0-1-9,0 0 1,0 1 0,0 4 0,0-5-2,1-2 1,1 5-1,3-5 1,2 0 32,-2 0 1,5 4 0,-3-4-1,1 0 38,2 0 1,-8 5 0,5-5 0,-2 2 38,3 5 1,-3-5-1,7 3 1,-2 0 21,-5-3 0,-10 8 1,-2-8-1,2 3 40,3 0 1,2-8 0,-2 8 0,-3 0 28,-2-3 0,2 7 1,10-6-1,2 2-20,-2-1 1,-2 1 0,-3 5 0,0-3-19,0-2 0,-2-1 0,-3 6 0,-5-3 12,-2-2 1,8-3 0,-6 5 0,0-2 3,-4 2 1,-5 0 0,-3 0 0,3-2 7,5 2 0,-6 3 0,6 2 1,-5 0 10,-3 0 0,3 0 1,2 0-1,2 0 4,-1 0 1,-4 0-1,-1 0 1,1 0-18,6 0 0,-5 0 0,4 0 0,-4 0 6,-3 0 0,3 0 0,2 0 0,3 0 22,-3 0 1,-2-7 0,-3-1-1,3 4-2,5 1 1,-6 3 0,8 0 0,-2 0 0,-1 0 0,13 0 1,0 0-1,7 0-73,0 0 1,-3 0-1,1 0 1,4 0 17,-43 0 1,0 0 0,46 0 0,-1 0 0,1 0 24,-46 0 1,0 0 0,-1 0 0,1 0 0,2 0 0,1 0 0,0 0 0,1 0 2,-3 0 1,0 0 0,1 0 0,0 0 0,44 0 0,-47 0 0,2 0 2,3 0 0,1 0 0,-5 0 0,0 0 0,3 0 0,0 0 0,0 0 0,-1 0 4,0 0 1,0 0 0,3 0 0,0 0 0,-1 1-1,1 1 1,0 0 0,-1 0 25,-1 2 1,-1 0 0,0 0 0,0-1 0,4-3-1,0 0 1,2 0 0,0 0-54,2 0 1,-1 0 0,-3 1 0,0 0 0,1 1 0,0 1 0,-2 1 0,0-1 31,-2 0 1,0-1 0,2 0 0,0-1-1,0 0 1,1 0 0,2 1 0,-1 1-8,-2 0 1,1 1-1,4 0 1,-1-1-1,1-2 1,-1-2-1,3 2 1,0 1-8,3 2 0,-1-1 0,-4-2 0,1 1 0,5 1 1,-1 1-1,-3-3 0,0 0 6,0-1 0,0 0 1,-1 1-1,-1 1 0,2 0 1,0 1-1,0 0 0,0 1 7,-4-2 1,1 1 0,1-2-1,1 0 1,-2-1 0,1 0 0,1 1-1,2 0 1,1 3 1,0 0 0,-3-3 0,0 0-1,5 3 1,1-1 0,-2 0 0,-1-1-73,1 2 1,1-1 0,5-1 0,1-1 0,-1 2 0,-1 1 0,1-1 0,1-1 55,0 2 1,-1-1 0,-4-2 0,0 1-1,2 2 1,0 1 0,0-1 0,0 0 0,3-1 0,0 1 0,-6 0 0,-1-1 0,-1-2 0,0 1 0,0 0 0,-1 0 7,0 1 1,0 2 0,-1 2 0,0 0-1,0-3 1,-1-1 0,2 1 0,-2 0-2,-2 1 0,-1-1 1,-1-2-1,0-1 1,-1 3-1,0 1 1,1-1-1,0 0-31,-1-1 0,0 1 1,-3 0-1,0-1 1,-1-2-1,-1-2 1,47 1 29,-3 0 0,-44 0 0,1 0 1,-3 0-1,1 0 0,2 0 1,1 0-13,0 0 0,1 0 13,3 0 0,2 0 0,0 0 0,1 0 0,4 0 0,1 0 0,-1 0 0,0 0 0,1 0 0,-1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5:54.90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 8029,'0'14'0,"0"1"0,0 4 273,0 8 0,0-1 1,2 13-1,3 4 44,2 6 1,8 7 0,-6-3 0,1 7-53,0 1 0,4-1 0,-6 3 1,-1-2-241,2-3 1,-6-3-1,4 1 1,-4-10-202,-3-7 0,0-20-20,0 3 1,-10-17 0,-2-8 106,0-16 0,2-3 0,10-9 1,0 2-36,0 0 1,0-8 0,0 8 0,2 3 231,6 1 1,1 4 0,8 1 0,-2 6 157,2 7 0,5 4 0,4 6 0,3 4-216,-2 7 1,-1 13-1,1 4 1,2 3-148,-2 5 0,-3 9 1,-2 3-1,-1-2 175,1-3-78,-10-13 0,8-1 0,-8-10 0</inkml:trace>
  <inkml:trace contextRef="#ctx0" brushRef="#br0" timeOffset="318">719 632 8029,'0'-43'0,"0"1"0,-2 4 510,-5 1 0,-5 11 0,-10-1 1,0 10 187,0 10 1,0 5 0,1 4 0,-1 5-299,0 8 0,0 14 1,3 7-1,2 5-295,3 3 0,6-3 0,-4-2 0,3-6-308,4-1 0,2 4 0,3-7 0,3-2-451,4-3 0,5-5 0,10-2 227,0-2 1,2-13 0,0-2 0,3-12 269,-1-7 0,-6-5 0,6-3 0,-6-2 632,-6 2 0,-2 3 0,5 2 783,-2 1 0,-1 1-917,8 6 0,0 7 0,-3 14-565,-4 7 1,1 6 0,-6 1 0,0 1-518,0 0 0,4 0 1,-4 0-1,-1-1 741,1 1 0,7 0 0,-5 0 0</inkml:trace>
  <inkml:trace contextRef="#ctx0" brushRef="#br0" timeOffset="569">937 610 7987,'0'22'27,"0"0"0,7 0 0,3-1 1,0 1 324,-1 0 1,8 0 0,-2 0 0,4-1-44,3 1 0,-3-7 0,-2-3 0,-2-3 167,2-4 1,-5-2 0,0-6 0,-2-4 4,-6-8 1,1-6-1,0-6 1,2-4-276,-2-3 0,-2-10 0,-3-7 0,0 1-199,0-4 1,0 8-1,0-7 1,0 2-896,0 0 0,0 1 1,0 6-1,2 1-3372,5-1 4260,-4 10 0,16 3 0,-7 9 0</inkml:trace>
  <inkml:trace contextRef="#ctx0" brushRef="#br0" timeOffset="869">1307 719 8029,'22'12'-233,"0"-2"1,0-10 0,-1 0 590,1 0 0,0 0 0,-3-2 0,-2-6-14,-2-6 1,-1-6 0,8-1 0,-3-1-71,-4 0 1,-3 0-1,-7-2 1,2-3-138,-2-2 1,5-2-1,-3 4 1,-2-2-259,-3 3 1,-12 4 0,-4 5 32,-5 3 1,-3 9 0,0-3-1,0 6 311,1 2 0,-1 12 0,2 7 0,3 10 164,3 5 1,7 3 0,-5 4 0,2-3 98,5-1 1,5-3 0,5 4 0,7-4-465,7-2 1,1 4 0,16-7-1,3-5-663,2-7 1,10 0 0,-1-7 0,-1-1-648,-3 1 1,-10-3 1287,0-7 0,1-9 0,6-3 0</inkml:trace>
  <inkml:trace contextRef="#ctx0" brushRef="#br0" timeOffset="1000">2135 850 8029,'14'12'2086,"1"-5"0,-8-4-3572,8-3 1,-8 0 1485,7 0 0,1-20 0,7-4 0</inkml:trace>
  <inkml:trace contextRef="#ctx0" brushRef="#br0" timeOffset="1083">2200 501 8029,'-12'-9'13,"-7"-3"1,4-10 0,-4 3-621,-3 4 607,10 5 0,-7 1 0,6-3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5:52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414 959 9353,'3'-15'686,"2"1"1,4-3-297,3-2 1,10-6-1,7-4 1,0-7-142,3-5 1,-1-10-1,8-2 1,-5 0-88,-3-1 1,-2 1 0,-9 5 0,-4-3-244,-1 3 1,-10 2 0,2 2-1,-5 3-439,-2 5 0,-2-5 0,-5 7 1,-8 0-284,-4 5 1,-3 7 0,0 7 0,1 8 659,-1 5 1,0 14 0,3 10-1,2 12 164,2 7 0,3 19 0,-5 5 0,5 6 294,2 4 1,3 2 0,7 10 0,-2 0-76,-6 0 0,6 1 1,-5-1-1,7-3-545,7-4 1,-2-7-1,9-18 1,3-11 304,3-13 0,2-6 0,-1-4 0</inkml:trace>
  <inkml:trace contextRef="#ctx0" brushRef="#br0" timeOffset="300">240 219 7969,'-31'36'0,"-3"0"0,-3 3 331,1 2 0,10 5 1,-3 2-1,7 6 232,7 1 1,6 11 0,9 9-1,0 0-274,0 0 0,9 4 0,6-6 0,7 0-325,7 2 1,-3-15 0,10 3-1,6-10-481,6-12 0,0-7 0,8-14 0,0-6 517,-1-7 0,3-4 0,8-3 0</inkml:trace>
  <inkml:trace contextRef="#ctx0" brushRef="#br0" timeOffset="518">1068 110 7969,'21'21'-58,"1"11"1,0 4 0,0 5 485,-1 3 1,1 9-1,0 5 1,0 8 365,0 6 1,-10 6 0,-5 6-1,-5-2-322,-2-2 0,-2 3 0,-5 6 0,-10 1-559,-10-6 1,-4-11-1,-8-3 1,3-7-1132,-3-5 1,5-17 1217,-2 3 0,-1-15 0,-6 2 0</inkml:trace>
  <inkml:trace contextRef="#ctx0" brushRef="#br0" timeOffset="1150">1917 959 7967,'-7'14'889,"-1"3"0,1 8-832,-3 8 0,6 9 1,-11 4-1,-2 2-183,-2 3 0,-3 9 0,0-4 1,0 0 125,1-6 0,-1-4 0,0-2 0</inkml:trace>
  <inkml:trace contextRef="#ctx0" brushRef="#br0" timeOffset="1618">2331 698 8034,'0'21'59,"0"1"1,0 0 0,0 2 0,0 3 259,0 2 1,0 10-1,2-3 1,5 5-110,8 3 1,-3-1 0,2-2-1,3-5-146,3-6 1,1-6 0,1-5-1,0-4 14,0-8 1,-3-14-1,-2-8 1,-5-4-148,-2-3 1,4-10 0,-6-4-1,-1-5-56,3-2 1,-8-1 0,5 0 0,-4 1 81,-3-1 0,7 1 1,0 2-1,-2 4-32,-3 8 0,8 8 78,5 6 0,-3 10 0,0 20 1,0 14 189,0 9 1,3 6-1,6 2 1,4 2 44,4 3 0,-5 0 1,2-10-1,-6-5 337,-6-7 0,1-12 1,7-5 17,-1-2 0,-1-15 1,-6-16-1,-4-13-498,0-7 0,-8-5 0,8-3 1,-3-4-436,0-3 0,0 1 1,-7-6-1,0 5-871,0 3 1,0 2-1,0 8 1,0-1 1210,0 1 0,0 9 0,0 2 0</inkml:trace>
  <inkml:trace contextRef="#ctx0" brushRef="#br0" timeOffset="1867">3115 959 8034,'14'7'-190,"1"0"1,-1 1 0,8-11-1,0-2 675,-1-2 0,1-10 1,0 3-1,0-6-93,0-1 1,-1-8-1,1-3 1,-3 1-205,-4-1 0,2-4 0,-10 4 0,-2 1-77,-3 0 1,-2 2-1,0 7 1,-2 2-339,-5 6 0,-5-3 0,-10 10 0,-2 4 139,-5 8 1,4 7 0,-6 12 0,2 3 346,0 2 1,2 10 0,10-3 0,5 5-213,3 3 0,1-8 1,8 0-1,3 1-237,4-3 1,15 4 189,14-9 0,15 0 0,5-7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5:50.3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 8088,'0'14'-49,"0"1"1,0 4 304,0 8 0,0 6 0,0 13 0,0 5 243,0 7 1,8 15 0,1 7 0,1 4-233,0 4 1,-1 6 0,-4 3-1,2-1-531,-2 1 0,5-2 1,-3-8-1,-2-3-1116,-2-4 1,-1-22 1379,5-14 0,5-5 0,10 4 0</inkml:trace>
  <inkml:trace contextRef="#ctx0" brushRef="#br0" timeOffset="300">501 959 8087,'0'-29'0,"-2"2"539,-5 8 1,-6-3 0,-8 10 0,-1 0 317,0 4 1,-2 6 0,-3 4-1,-4 6-363,-3 6 1,7 13 0,-2 4 0,5 1-658,2-1 1,3 6 0,5-6 0,6 0-249,6 1 1,2 4 0,0-7 0,2-2-375,6-3 1,6-9 0,13-3 0,2-3 354,-3-4 1,8-5 0,0-7 0,0-5 773,-5 0 0,2-8 0,-2 6 0,-2-6 177,-3-1 0,-2 9 1,0 2-1,0 3 67,-1-1 0,1 1 1,0 7-1048,0 0 0,-8 3 0,1 4 459,2 7 0,-8 6 0,1 1 0</inkml:trace>
  <inkml:trace contextRef="#ctx0" brushRef="#br0" timeOffset="720">871 785 8099,'-21'0'1186,"1"2"0,6 5-1101,7 8 1,7-3 0,4 2-1,6 1-340,2-3 0,3 5 0,6-10 0,1 0 92,0 3 0,2-7 0,3 4 0,2-5-70,-3-2 1,-1-2 0,-4-3 0,1-2 117,0 2 1,-7-5 638,-1 3 1,-9 2 0,2 15-33,-4 12 1,-3 11 0,0 18 0,-3 10-118,-4 9 0,4 17 0,0-37 0,-1 2 0,2 2 0,-1 0-141,0 4 1,-1 1 0,2-3 0,-1 1 0,-2 5 0,-2 0 0,2-1 0,0-1-509,3-3 1,0-1 0,-3-2 0,0-4 0,-2 30 0,2-12-1138,2-15 1,3-16 1410,0-30 0,0-10 0</inkml:trace>
  <inkml:trace contextRef="#ctx0" brushRef="#br0" timeOffset="1102">1285 1111 8016,'0'22'929,"0"0"0,3-10-731,4-5 1,5-7 0,12-7-1,3-5-1,2 0 0,0-15 1,-5 3-1,3-5-132,2-3 0,0-6 1,-7 4-1,-3-3-198,-5 1 1,3 2 0,-9-4 0,-1 1-140,3-1 0,-8 6 0,3 3 366,-10 5 1,-7 5 0,-10 4 0,0 10 305,1 10 1,-9 14-1,1 13 1,3 2 228,2 4 0,9 4 0,3 3 0,2 4-94,6 2 1,1 0-1,3-8 1,3 1-692,4-1 1,7 1 0,13-3-1,2-2-553,-2-3 0,4-19 0,-2 0 0,-2-8-60,-3-1 0,2-3 1,-1-13-1,-6-4 139,0 0 0,-2-7 1,0 7-1,-2-3-846,2 1 1476,-8 9 0,1-15 0,-10 8 0</inkml:trace>
  <inkml:trace contextRef="#ctx0" brushRef="#br0" timeOffset="1268">1764 1220 8996,'-14'-10'1354,"-1"-4"0,10-6 0,-2-1 0,5-3-1202,2-6 1,0 4 0,0-8 0,0 0-117,0 0 0,2 0 0,5-4 0,8 1-484,4-1 0,-4 6 1,-1 6-1,1 6-1187,-3 6 0,7 9 1635,-4-2 0,4 4 0,3 3 0</inkml:trace>
  <inkml:trace contextRef="#ctx0" brushRef="#br0" timeOffset="1552">2134 697 8016,'0'-21'188,"0"-1"467,0 0 0,-7 8 1,-2 1-168,-4 4 0,6 2 1,-5 9-1,0 5-255,0 8 1,7 7-1,-2 7 1,4 9-186,3 11 0,0-3 0,3 7 0,4 0 177,8 5 1,4-2 0,3-1 0,2-1-12,5-6 1,-5-9 0,5-5-1,-5-3 943,-2-4 1,-10-3-800,-5-2 0,-16-10 0,-11-5 0,-9-7-1395,-4-7 0,4 2 0,-5-10 0,2 1 1037,6 2 0,-8-17 0,0 5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5:47.1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44 956 7946,'-12'0'149,"2"-2"1,8-5 0,-3-8 25,-2-4 0,-1-10 1,8-3-1,0-2-105,0-4 1,0-3 0,0-5 0,0-3-1,0-2 0,0 3 1,3 9-89,4 3 1,-2 12 0,9 2 44,3 12 1,3 25 0,-1 9-1,-2 8 58,-3 6 0,-1 3 1,3 3-1,-1-1-25,2 1 0,-7 0 1,-1-1-1,-1-2-87,-1-4 1,0-6-1,-7-9-176,0 0 0,0-13 0,0-9 238,0-12 1,0-10 0,0-7 0,0-7 14,0-5 0,0-10 0,0 0 0,0 3-26,0 2 1,2 2-1,3 1 1,5 2 149,2 4 1,3 6 0,6 12-104,1 4 0,7 5 0,-2 13 0,-3 4 15,0 8 0,-14 14 1,12 7-1,-5 3-8,-5-3 1,5 5-1,-10-5 1,-2 5-53,-3 3 0,-2-3 0,0-2 0,0-5-103,0-3 1,-7-2 0,-3-9 100,-2-6 0,5-4 0,-5-13 1,2-4 121,5-7 0,-4-13 0,1-4 0,3-3-58,3-5 0,2-2 1,2-5-1,3-3 27,3-1 1,8 6 0,-1 10 0,4 0 40,3 0 0,-7 10 0,-1 2 0,3 13-118,2 6 1,11 6-1,-1 4 1,-3 8-279,-2 4 0,-4 12 0,-3 6 1,-5 4-517,-3 2 0,6 6 0,-8-3 0,0-5-419,3 0 1,-7-2 1174,4-3 0,5 5 0,0-7 0</inkml:trace>
  <inkml:trace contextRef="#ctx0" brushRef="#br0" timeOffset="284">980 586 8126,'0'-43'0,"0"1"336,0 6 1,0-3 0,-2 10 0,-3 3 395,-2 2 1,-10 12 0,2 2 0,-4 3-84,-3-1 0,3 3 0,2 13 0,2 9-582,-2 9 0,5 1 1,0 7-1,2 0-232,6 0 1,1-5 0,3 7 0,0 0-490,0-2 1,3 0 0,1-7 0,6 2-417,2-3 1,3-4-1,7-5 943,-1-3 1,-6-9 0,-1 2 0,1-7 486,-3-7 1,7 2-1,-7-9 1,3-3 293,-1-2 1,-6 4-1,6 3 59,3 2 1,-5 3-692,3 7 1,-3 10-1,5 4 1,-5 6-1456,-2 1 0,-1 1 1433,-1 0 0,-6 0 0,8-1 0</inkml:trace>
  <inkml:trace contextRef="#ctx0" brushRef="#br0" timeOffset="600">1176 521 8021,'12'10'343,"-2"2"1,-8 9 173,6 1 0,-6 0 1,5 0-1,-4-1-278,-3 1 1,0 0-1,0 0 1,0 0-408,0-1 0,0 1 1,0 0 89,0 0 0,0-13-107,0-9 1,0-9 0,0-16 0,0-4 10,0-7 1,2-3-1,3 1 1,5 1 224,2-1 0,2-1 0,6 3 0,-3 7 203,-3 4 1,1 6-1,6 5 1,1 6-22,0 6 1,0 7 0,-3 7 0,-2 12-265,-2 8 0,-11 4 0,6 7 0,-3 1-532,1-1 0,-1 1 0,-7 0 563,0-1 0,0 10 0,0 3 0</inkml:trace>
  <inkml:trace contextRef="#ctx0" brushRef="#br0" timeOffset="1133">1742 347 8082,'-12'-10'1454,"3"8"1,11 2-1,5 16-1190,8 11 1,4-3 0,1 5 0,-4-5-499,-1-2 0,-1 0 0,8 0 0,0 0-613,0-1 0,0-1 0,-3-3 0,-2-5 847,-3-3 0,1-1 0,7-8 0</inkml:trace>
  <inkml:trace contextRef="#ctx0" brushRef="#br0" timeOffset="1300">2069 216 8139,'0'-22'687,"0"10"0,0 39 1,0 26-20,0 17 0,0 5 1,0 10-1,-2 9-474,-2-42 1,0 0 0,2 1 0,0 1 0,-4 6 0,-1 1 0,1-1 0,0 1-174,0-1 1,0 1-1,-1-5 1,0-1-1,-3 0 1,0-1-1,-7 38-500,3-17 1,9-15 0,-2-23 478,4-8 0,3-5 0,0-2 0</inkml:trace>
  <inkml:trace contextRef="#ctx0" brushRef="#br0" timeOffset="2083">2613 782 7297,'0'12'917,"0"-19"1,0-15-908,0-2 0,0-10 1,0 0-1,3-2-31,4 0 0,-2-3 0,7-9 0,0-3 32,0 2 1,-4 3 0,6 5 0,1 5-31,-3 7 1,5 5 0,-8 4 0,3 6 146,5 7 0,-5 7 0,3 7 0,-1 10 73,-1 9 1,6 11 0,-5 11-1,3 3-147,-2-3 1,2-2 0,-8-2 0,1-1-123,0 1 1,0-10-1,-6-5-62,4-5 130,-1-2 1,-10-20 0,-1-9 0,-6-12 46,-2-10 0,7-3 1,-2-7-1,2 3-182,-2-3 1,4-2 0,-4-2 0,7-1 33,7 1 1,-2 1 0,10 6 0,-1 5 67,-2-1 1,8 18 0,-6-1 0,5 10 207,3 5 0,0 3 1,0 7-1,0 9 53,-1 7 0,-1 11 0,-3-6 0,-3 3-54,3 5 1,-7-5 0,-3 0 0,-5-1-85,-2 1 1,0-7 0,0 2-1,0-5-100,0-2 1,-2-8 0,-5-1 36,-8-4 1,3-2 0,0-9 0,2-5-55,6-8 0,-6-4 0,3-3 0,2-2 121,2-5 0,3 5 1,0-5-1,3 4 105,4 4 0,-2 6 1,9 3-153,3 2 1,3 3 0,1 7-1,1 0-232,0 0 1,0 3 0,0 6 0,-1 11-392,1 6 1,0 6 0,0-6-1,-1 3-746,1-2 1,-7-3 1321,-1-2 0,1 0 0,7-1 0</inkml:trace>
  <inkml:trace contextRef="#ctx0" brushRef="#br0" timeOffset="2333">3572 412 8041,'0'-22'253,"-3"0"401,-4 1 0,2 1 0,-9 6-280,-3 6 1,5 16 0,-1 9 0,4 7-98,4 5 1,3 10 0,2-3 0,0 5-69,0 3 0,2-3 1,5-3-1,5-4 91,0-2 1,15-3 0,-3-10-1,5-4 18,3-8 0,4-7 1,-5-7-1,1-8-184,-1-4 0,-2-5 0,-9-5 1,-6-8-182,-6-4 1,-6-2-1,-2-1 1,-2 0-218,-6 1 1,-4 7-1,-10 2 1,1 2-1687,-1 6 1,0 2-858,0 2 2807,0 0 0,1 10 0,-1 2 0</inkml:trace>
  <inkml:trace contextRef="#ctx0" brushRef="#br0" timeOffset="2816">3746 325 8041,'14'22'240,"-2"2"0,1 2 39,-1 3 0,-5 0 0,5-4 1,0 1 19,0 3 1,-5 0-1,6-7 1,-4 0 477,-4 0 0,-3-1-326,-2 1 1,-2-2-1,-3-8-210,-2-12 0,-8-10 0,8-14 0,0-5-96,-3-7 0,8-6 0,-5-1 0,4-3-267,3-5 1,0 5 0,0-7 0,3 2-613,4 0 0,-2 3 0,9 9 0,3 5-218,2 3 0,3 2 0,0 9 0,0 6 536,0 7 1,-1 14 0,1 10 0,0 7 310,0 5 0,-10 10 0,-3-3 0,-1 8 53,-1 6 0,0-4 0,-7 5 0,0-5 73,0-2 0,0-3 0,0-2 0,0-6 191,0-1 0,3-5 0,4-13 400,7-7 0,6-4 0,2-6-194,-1-4 1,1-5-1,-3-10 1,-2-2-122,-2-5 1,-1 2-1,8-9 1,0 0-214,0 2 0,-8-7 0,-2 7 1,1-2-155,-1-1 0,-8 8 0,4-5 0,-6 3-88,-2 4 0,-2 5 0,-6 8 0,-8 7 168,-11 4 0,0 3 0,-9 3 0,0 6 403,2 13 0,-5 2 0,10 13 1,2 4 112,3 7 0,5-2 0,4 5 0,8-5-458,5-3 0,7 1 0,9-3 0,15-5-713,10-6 1,14-6 0,5-5 0,7-2 644,8-2 0,4-11 0,11 6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5:45.46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588 368 8137,'0'-24'44,"-2"-2"1,-3-3 338,-2 2 0,0 3 0,7 2 1710,0 0-1690,0 10 1,0 12-1,0 15 1,0 6 50,0 8 1,0 5 0,0 12 0,2 5-185,5 7 1,-2-2-1,7 2 1,0 2-486,0 3 0,1 0 0,3-5 0,-3-7-967,-4-5 0,6 2 0,-6-2-1559,4-4 2741,1-13 0,8 2 0,0-9 0</inkml:trace>
  <inkml:trace contextRef="#ctx0" brushRef="#br0" timeOffset="236">0 260 8462,'0'-15'431,"0"0"365,0-1 1,10 3 0,7 1 0,12 0-424,15 0 1,4 0 0,17-5 0,13 3-267,11-3 1,-36 7 0,1 0 0,4 0 0,0 1-1,-1 0 1,0 1-387,-1 0 0,-1 1 1,44 3-1,-4-6 0,-11 3-1037,-11-1 1,-10 4 0,-22 11 28,-5 7 1,-14 6 1286,-15 2 0,-14 9 0,-5 3 0</inkml:trace>
  <inkml:trace contextRef="#ctx0" brushRef="#br0" timeOffset="435">218 760 8276,'-22'0'1002,"13"0"1,9 0 0,14 0-527,13 0 0,9-7 0,15 0 0,7 0-280,5-3 0,5 8 1,4-8-1,6 3-442,-1-1 1,5 1 0,-11 7 0,-6 0-1451,-5 0 0,-11 0 1696,2 0 0,-15 10 0,-5 2 0</inkml:trace>
  <inkml:trace contextRef="#ctx0" brushRef="#br0" timeOffset="702">1242 651 8276,'-22'15'-792,"0"0"1396,0 1 0,8-3 0,-1 4 0,1 4-3,2 6 1,0 4 0,7-2-1,-2 5-7,2 0 1,5 7 0,7-7 0,7 0-280,6-5 0,4-12 0,3-5 1,4-2-75,3-5 0,-7-5 1,4-8-1,-2-6-155,0-6 1,-2-1 0,-10-4 0,-5-1-267,-3-3 0,-1-7 0,-8 4 0,0 1-554,0-1 0,0 3 0,-3 5-2053,-4-5 0,-5-3 2787,-10-4 0,0 5 0,1 9 0</inkml:trace>
  <inkml:trace contextRef="#ctx0" brushRef="#br0" timeOffset="902">1481 826 8230,'20'36'-147,"-3"-2"0,-5-3 234,-3-4 1,6-3-1,-6-2 1,1 0 1450,0-1 1,-3-6-409,-7 0 1,0-13-908,0-2 0,-2-17 1,-3-14-1,-5-1-244,-2 1 1,7-15 0,-4 2 0,1-2-238,1 0 1,0-5-1,7 1 1,0 1-657,0 3 0,0-5 0,0 3 0,2 4-1214,5 6 2128,-4 11 0,26-4 0,-5 9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5:57.3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579 692 8058,'0'-22'173,"0"1"168,0-1 1,-2 0-1,-6 3 199,-6 4 1,-5 8 0,-3 12 0,-2 7-309,-5 7 1,2 1-1,-7 18 1,3 8-260,4 10 1,3 4 0,4 1 0,6-5-148,7-3 1,4-2-1,6-10 1,4-5 69,7-7 0,15-14 0,8-11 0,6-11 192,8-15 1,-2-9 0,6-15 0,-2-5 3,-4-7 1,-10-7-1,-6-5 1,-4-3-54,-9 3 1,-1-5 0,-14 2-1,-7 6-65,-11 6 1,-8-2 0,-8 7 0,-8 1-176,-4 4 0,-2 7 1,-1 6-1,1 6-132,-1 8 0,3 0 0,5 17 0,7 4-422,4 8 1,6 7 0,4 12 754,8 5 0,5-4 0,2 6 0</inkml:trace>
  <inkml:trace contextRef="#ctx0" brushRef="#br0" timeOffset="317">1015 366 10543,'0'21'603,"0"1"1,0 0-454,0 0 0,0-1 1,0 4-1,0 1-245,0 3 1,0 10 0,2 0 0,5 4-220,8 1 0,4 2 0,5-15 0,5 1 354,8-1 1,4-4 0,2-10-1,3-5 70,5-2 0,-5-3 0,7-7 0,-2 0-20,0 0 0,0 0 1,-8 0-1,-1 0-693,-6 0 1,3 0-2510,-10 0 3112,-10 0 0,-9 9 0,-10 4 0</inkml:trace>
  <inkml:trace contextRef="#ctx0" brushRef="#br0" timeOffset="583">122 1411 8058,'-29'14'0,"0"-2"533,2-2 0,5 0-205,8-3 0,16 3 1,22 7-1,18-5-9,13-3 1,18-1 0,9-8 0,10 2-109,-42 2 0,2-1 1,3-1-1,1-1 1,5 2-1,1 1 1,8-2-1,1-1-151,6-1 1,1 0-1,-1-1 1,0-1-1,2 0 1,0-1 0,-5 0-1,-1-1-91,-3 1 0,-2 1 1,-5 1-1,-2 0 1,-6 1-1,-2 0 1,37 0-484,-25 0 0,-26 2 0,-17 8-1254,-13 12 1768,-25-1 0,1 11 0,-16-10 0</inkml:trace>
  <inkml:trace contextRef="#ctx0" brushRef="#br0" timeOffset="1086">492 2717 8043,'-10'-21'424,"1"-1"335,-6 0 1,-4 10-363,4 5 0,3 7 0,0 7-101,2 8 0,-4 6 0,4 6 0,1 4-183,-1 3 1,3 3 0,7 6-1,0 1-340,0-1 1,2-2-1,3-4 1,7-8 107,7-5 1,1-10 0,16-2 0,3-4 301,2-11 1,2-16-1,1-17 1,-1-8 41,1-7 0,-10 3 0,-5-10 0,-7-3 39,-8-2 1,-4-2 0,-13 2 0,-6 3-222,-13 2 0,-9 9 0,-15 1 0,-5 7-237,-7 4 0,-5 11 0,-3-3 1,1 7 37,0 7 1,7 6 0,4 9-1,6 2-304,7 5 0,14 8 0,3 12 0,10 4-991,4 3 1,5 0 1450,12 2 0,5 5 0,10-7 0</inkml:trace>
  <inkml:trace contextRef="#ctx0" brushRef="#br0" timeOffset="1318">884 2587 6199,'0'22'-92,"0"-10"0,-10-3 0,-2-9 0</inkml:trace>
  <inkml:trace contextRef="#ctx0" brushRef="#br0" timeOffset="4714">3345 1454 8246,'2'-14'1133,"5"-1"0,-2 11 1,10-4-1,2 6-711,2 2 1,13 0 0,1 0-1,4 0-601,-1 0 1,5 0 0,5-3-1,-5-1-1272,0-4 0,-9 1 1451,-3 7 0,5-10 0,0-2 0</inkml:trace>
  <inkml:trace contextRef="#ctx0" brushRef="#br0" timeOffset="4749">3737 1215 8146,'-34'0'36,"-7"-3"1,4-1 0,-4-4 95,-2 4 0,6 1 1,1 3-1,0 0-155,2 0 0,-5 0 0,10 0 23,3 0 0,1 0 0,4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6:03.9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195 785 8276,'-15'0'-84,"0"0"0,8 0 213,-7 0 0,2 2 0,-5 5 1,5 8 176,2 4 1,-5 3 0,6 2 0,-1 5 41,0 7 0,-4 6 0,7 4 1,2 2-102,2 3 1,3 0 0,3-8 0,4-2-246,7-4 0,1-1 0,4-12 1,6-7-30,-1-5 0,0-5 0,-2-9 0,2-5-69,5-8 1,-5-12-1,3-4 1,-8-3 31,-4-5 0,-8-2 0,5-2 1,-2-1-159,-5 1 0,-5 6 1,-5 1-1,-5-3-113,-2-2 1,-10-2 0,-7-1 0,0 1 60,-2-1 1,-1 0 0,-7 1-1,6-1 201,1 1 0,3 2 1,10 2-1,4 3 74,8-3 1,7 7 0,10 1 0,14 2 460,17 0 0,15-2 1,16 4-1,6-2 13,-1 2 0,8 3 1,-5 2-1,4 1-84,3-1 1,-2 0 0,-5 3 0,-10 2-419,-9 2 1,-8 10 0,-12-2-674,-5 5 1,-14 4 699,-15 5 0,-14 5 0,-5 10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6:16.5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44 283 8199,'-12'10'589,"0"-7"565,5 4-699,4 5 1,-6-7-5,9 9 0,2-2-221,5 3 1,-2 2-1,10-10 1,2-2-160,2-3 1,3-2 0,0 0 0,2 0-167,5 0 1,-5 0 0,5 0-602,-5 0 0,-2 0 0,0 0-1583,0 0 2279,-10 0 0,7-9 0,-7-3 0</inkml:trace>
  <inkml:trace contextRef="#ctx0" brushRef="#br0" timeOffset="148">197 44 8252,'-22'-7'0,"0"-3"1791,0-2-539,1 7-1224,8-5-28,4 10 0,18 10 0,4 2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6:17.57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262 763 8505,'0'-12'1654,"3"-8"-1618,4 6 0,5-6 1,10-1-1,0-1-179,-1 0 0,1-2 1,0-3-1,0-4 42,-1-3 1,1 5-1,0-7 1,-3-1-81,-4 4 1,2-9 0,-8 9 0,1-1 10,0 5 0,-3 4 1,-9 4-1,-6-1 75,-6 0 1,2 0 0,-3 3 0,-2 4 70,-2 8 0,-5 5 0,-3 2 1,-2 2 45,2 5 1,3 8 0,3 12 0,1 2 50,6-3 0,-3 6 0,7-3 0,0 0 230,1 2 1,1-4 0,8 9 0,0 0-41,0-2 1,0 7 0,3-4 0,2 1-131,2-1 1,10 4 0,-3-5 0,6 3-89,2-3 1,-1-2 0,1-7 0,0 2-620,0-3 0,-1-4 574,1-7 0,10 4 0,2-7 0</inkml:trace>
  <inkml:trace contextRef="#ctx0" brushRef="#br0" timeOffset="2033">262 1 8209,'-14'0'0,"-1"0"-238,-2 0 0,0 2 0,0 3 0,3 5 438,-3 2 1,0 2 0,0 10 0,2 3 59,-1 2 0,-4 10 1,1-3-1,2 8-136,2 6 0,11 8 1,-4 13-1,6 1-99,2-2 0,0-4 1,2-8-1,6-5-30,6 0 0,8-14 0,4 2 1,6-7-265,2-7 0,-5-6 0,7-4 0,0-5 269,-2-2 0,7-3 0,-7-7 0</inkml:trace>
  <inkml:trace contextRef="#ctx0" brushRef="#br0" timeOffset="2284">698 22 8044,'21'42'-112,"1"-6"0,-7 5 0,-1-5 1,3 8 374,3 7 0,-1 4 1,-2 11-1,-5-1-155,-2 0 1,-3 8-1,-7 2 1,-2 0-208,-6 0 1,-4 0-1,-10-7 1,1-1-464,-1-4 562,10-12 0,-17 2 0,4-9 0</inkml:trace>
  <inkml:trace contextRef="#ctx0" brushRef="#br0" timeOffset="2617">828 1808 9204,'-2'-22'0,"-3"1"2392,-2-1-2508,0 10-1428,7 2 1544,0 20 0,0-8 0,0 8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6:22.30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261 1046 8209,'-9'-22'1061,"4"3"-502,-10 4 0,1-2 0,-8 12-239,0 8 0,1-1 1,1 13-1,3 4-100,3 8 0,-1-3 1,-4 7-1,2-2-179,2 0 0,8 10 0,-5-5 0,2 2-220,6 1 0,1-8 0,6 5 0,1-3-201,4-4 1,9-3-1,-3-5 1,5-4 69,3-8 0,7-5 0,0-2 0,0-2 65,3-5 0,-8-8 0,5-11 0,-5-4 195,-2 4 1,0-6 0,-3 1-1,-2-3 83,-2-5 0,-3 1 0,2-1 1,-7 5 4,-4 3 0,-3 2 1,0 7-59,0 0 0,-3 3 67,-4 4 1,-3 18 0,-6 16-1,3 10 252,4 5 1,2-5 0,7 7-1,0 3 162,0 2 0,0 0 1,2-2-1,5-3-191,8 3 0,-1-5 0,6-3 1,4-4-369,0-8 0,10-4 0,2-1 0,5-7 98,3-4 0,-1-22 0,1-6 0</inkml:trace>
  <inkml:trace contextRef="#ctx0" brushRef="#br0" timeOffset="701">632 784 7289,'7'-21'426,"3"-1"0,2 0-291,5 0 1,2-2 0,3-5 0,-3-5-143,-4 0 1,4-12-1,-5 8 1,3-1 6,-2-2 1,-3 0 0,-7-3-1,2 1-102,-2-1 0,-3 8 0,-2 2 0,0 0-193,0 0 0,0 8 0,-2-1 1,-3 8 152,-2 4 0,-10 10 0,2-2 273,-4 5 0,-3 18 0,0 6 0,3 5 50,5 4 1,-6 3-1,8 10 1,0-1 225,5 1 0,-3-1 0,3 1 0,2-3 87,3-5 0,2 6 0,2-9 0,3 4-347,2-1 0,10-7 0,0 2 0,7-4-458,5-8 0,8-4 1,-6 2-1,0-5-370,1-2 1,4-3 0,-7-7 680,-2 0 0,7 0 0,0 0 0</inkml:trace>
  <inkml:trace contextRef="#ctx0" brushRef="#br0" timeOffset="943">1045 610 8201,'10'-12'1382,"5"5"-1460,4 4 1,3 3 0,-1 0 0,1 0-1573,0 0 1650,0 0 0,9 0 0,3 0 0</inkml:trace>
  <inkml:trace contextRef="#ctx0" brushRef="#br0" timeOffset="1183">1612 240 8064,'9'-22'229,"-4"10"194,10 5 0,-11 7 0,4 7 0,-6 10 21,-2 10 0,3-1 1,1 11-1,4 1-91,-4 4 1,-1 1-1,-3 1 1,0-1-610,0 1 0,0-1 1,0 1-1,0-3-443,0-5 699,0-4 0,0-1 0,0 3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6:42.62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109 284 9517,'10'12'534,"-8"7"1,5-4 0,-4 4-131,-3 3 1,7 2 0,0 2-1,-2 6-192,-2 2 0,-3-5 1,0 7-1,0 0-162,0-2 1,0-2 0,0-10 0,-3-1-148,-4 1 0,4-7 0,-6-3-382,-1-3 1,-2-1-34,-10-8 1,8-10-1,2-5 1,2-4-298,5-3 0,-5 1 0,3-1 809,2 0 0,-7 0 0,0 0 0</inkml:trace>
  <inkml:trace contextRef="#ctx0" brushRef="#br0" timeOffset="214">131 22 8144,'-10'-12'970,"5"2"1498,-9 10-1800,9 0-668,-5 0 0,1 0 0,-4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6:44.5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218 44 7100,'-15'-19'1503,"1"4"0,7 5-1219,-8 10 0,3 10 0,-5 5 0,5 6 0,2 8 1,-7 5 0,5 12-1,-2 5-34,-1 7 0,3 5 1,-5 2-1,5 3-181,2 5 0,3-6 1,7 8-1,0-4-373,0-6 1,0-5 0,3-18 0,4-6-561,7-7 0,13-5 1,4-5 863,3-4 0,12-5 0,10-10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6:45.05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0 196 8082,'12'-34'-263,"8"0"0,-6 8 0,6-3 422,1 2 0,1 10 0,0 5 0,0 2 430,0 6 1,-1 1 0,1 6 0,0 4-156,0 7 0,-1 13 0,1 4 0,0 6 158,0 9 0,0 0 0,-3 12 0,-2 0-141,-3-3 1,-9 8 0,2-5 0,-7 5-450,-7 3 1,-5-11-1,-10-4 1,1-5-476,-1-2 0,0-8 0,0-2 473,0-3 0,1-2 0,-1-7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7:42.55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0 632 9314,'0'22'430,"0"2"0,0 3 1,0 7-132,0 7 1,3 0 0,2 17-1,4 3-226,3 2 0,-4-5 1,6-3-1,1-4 83,-3-10 0,5-7 0,-8-14 0,3-6 139,5-7 1,-5-4-1,1-6 1,-1-6-129,0-13 0,-5-2 0,8-13 0,-1-1-54,-2-3 0,5-3 0,-7 0 0,2 1-189,5-1 1,0 3 0,0 2 0,-5 3-680,-3-3 1,8 6 0,-4-1 0,-1 2-419,-5 6 0,-5 1 0,-2 4 1173,0-1 0,0 0 0,0 0 0</inkml:trace>
  <inkml:trace contextRef="#ctx0" brushRef="#br0" timeOffset="250">262 611 8195,'0'21'0,"0"1"0,0 2 0,0 3 270,0 2 0,0 7 0,0-4 1,2-1 86,5 1 1,-2 6 0,10-1 0,2 4-25,2 2 1,3-1 0,0-4 0,-1-4-91,1-2 0,0-6 1,0-9-1,-1-5 144,1-2 1,0-5-1,-3-15 1,-2-12-132,-2-12 0,-3-9 0,5-8 0,-5-7-253,-2-5 1,4 0 0,-7 3 0,-2 2-42,-2-3 1,-3 5 0,0 1 0,0 2-811,0 4 0,-8 13 0,1 7 0,0 5-813,-3 2 1,5 10 1660,-9 5 0,-1 14 0,-7 5 0</inkml:trace>
  <inkml:trace contextRef="#ctx0" brushRef="#br0" timeOffset="668">741 1264 8032,'-10'22'-34,"8"-8"1,-6 1-1,6 2 302,2 2 1,0-4 0,0-1 0,0 3 114,0 2 0,10-4 0,4-3-1063,5-2 1,3-3 679,0-7 0,9-10 0,3-2 0</inkml:trace>
  <inkml:trace contextRef="#ctx0" brushRef="#br0" timeOffset="798">762 981 8032,'-14'0'-840,"2"-3"840,2-4 0,-7 5 0,5-8 0</inkml:trace>
  <inkml:trace contextRef="#ctx0" brushRef="#br0" timeOffset="1185">1046 1155 8086,'9'12'241,"-6"8"0,6-8 0,-1 2 127,-1 1 1,7 6 0,-6 11 0,-1 2 35,3 5 0,-6 9 0,9 5 0,-4 3-210,-4 4 1,-3 3 0,-2 0 0,-2-2-335,-5-3 1,-3-12 0,-7-3-1,3-11-372,-3-8 1,-3-10 0,-1-2 0,-1-2-406,0-5 1,3-5 0,2-10 916,2-12 0,1-9 0,-8-13 0</inkml:trace>
  <inkml:trace contextRef="#ctx0" brushRef="#br0" timeOffset="1331">1046 959 8121,'2'-22'220,"5"1"1,-4 6-262,4 1 41,-5 9 0,-2-5 0,0 10 0</inkml:trace>
  <inkml:trace contextRef="#ctx0" brushRef="#br0" timeOffset="1797">1220 698 8282,'2'-15'-1248,"3"1"1301,2-3 1,8 5-1,-6-3 1,4-2-29,4-2 0,-5-5 0,2-3 0,3-4-172,2-3 1,3 5 0,-2-8 0,-3 1 80,-3 2 1,-7-4-1,5 6 1,-2 1 94,-5-1 0,-3-4 0,-2 7 47,0 2 1,-2 3-1,-5 5 69,-8 4 0,-4 5-140,-3 10 0,3 10 1,2 2-1,5 3 161,2-1 1,3 1 0,7 7 0,0-1 197,0 1 0,0 7 1,0 0-1,0 0-63,0 3 0,0-1 0,0 8 0,0-3-167,0 3 0,7 2 0,3 3 1,-1-1-747,1 1 0,4-8 0,-4-2 0,2 0 612,5 0 0,3-8 0,1 6 0</inkml:trace>
  <inkml:trace contextRef="#ctx0" brushRef="#br0" timeOffset="2131">1263 1 8216,'-21'7'0,"1"3"0,3 0 175,3-1 0,2 8 0,-5-5 0,2 3 183,-2-1 0,8 3 1,-1 10-1,3 2-114,-1-2 0,1 6 0,7 4 0,0 4-164,0 2 0,0 1 0,0 2 0,3 2-369,4 3 1,-2 7 0,7-7 0,0-5-415,0-7 0,2-1 0,6-9 0,-3-4-646,-3-8 1349,1 2 0,7-17 0,-1 8 0</inkml:trace>
  <inkml:trace contextRef="#ctx0" brushRef="#br0" timeOffset="2364">1503 66 8174,'22'0'-37,"-8"3"1,1 2-1,-1 4 519,-2 3 1,8 3-1,-6 9 1,6 5 23,1 7 1,1 8 0,0 7 0,-3 7-197,-4 5 0,2 9 0,-10 1 0,-5-3-560,-6-2 0,-6-3 1,-10-2-1,1-7-885,-5-13 0,-3-6 1135,6-8 0,-1-5 0,0 7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8:41.52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66 1326 8946,'0'-24'0,"0"-5"646,0-7 1,2-5 0,5-3 0,8 0-93,4 1 1,15-10 0,7-8 0,10-7-455,5-4 1,-8-8 0,3 5 0,-5-5-333,-3-9 1,-9 9-1,-7-5 1,-10 8-195,-10 6 1,-7 6-1,-7 12 1,-8 17-157,-4 19 0,-3 14 0,0 15 0,1 17 214,-1 20 0,0 31 0,0 14 0,11-40 1,-2 1 254,-2 6 1,1 1 0,5 5 0,1 2-1,-3 10 1,0 1 0,2 3 0,1-1-11,2 0 1,0 1 0,-3 3 0,1 2 0,5-2 0,2 2 0,1 5 0,2 3 122,1-29 0,0 0 0,3 0 0,7 21 0,3-2 0,2-6 0,3-5 0,1-16 0,4-7 103,32 18 1,5-34-1,0-33 1,-7-15 583,-13-17 1,-9-17 0,-12-8-1,-3-1 556,-4-6 1,-5-2 0,-10-2-1,-3 0-736,-4-1 0,-12-6 1,-13-1-1,-2 3-570,-5 2 1,-2 10 0,-2 3 0,-3 1-72,-5 6 1,3 7-1,-8 9 1,3 13-352,4 7 1,3 14 0,3 15 0,2 10-359,4 9 0,8 13 1,12 4-1,5 2-436,3 6 1,1-10 1278,8-8 0,0 1 0,0-10 0</inkml:trace>
  <inkml:trace contextRef="#ctx0" brushRef="#br0" timeOffset="317">937 912 8010,'-22'0'605,"0"0"-120,0 0 1,1 0 0,1 3 0,3 7-179,3 11 0,2 8 1,-3 10-1,6 0-26,-1 7 0,7-3 0,-1 8 0,8-7-97,11-8 1,4 3 0,3-10 0,2-5 132,5-7 1,-4-7-1,6-13 1,-2-4 198,0-8 1,0-11-1,-7-6 1,-3-2-218,-4-4 0,4-11 0,-7-2 1,0 3-385,-4 2 1,-6-2-1,-2 2 1,0 5-751,0-1 0,0 4 0,-2 1 0,-3 8-1498,-3 5 0,-1 5 2333,2 4 0,4 25 0,-7 14 0</inkml:trace>
  <inkml:trace contextRef="#ctx0" brushRef="#br0" timeOffset="568">1285 1413 8153,'-9'12'614,"4"-2"626,-10-10 0,10-2-529,-2-6 0,5 1 0,2-12 1,0-8-345,0-4 1,0-6 0,0-9 0,0-4-490,0-8 1,2-15 0,5-7 0,8-5-196,4-2 0,3 0 0,0 0 0,0 2-956,-1 6 0,1 16 1,2 19 1272,5 13 0,-4 16 0,6 5 0</inkml:trace>
  <inkml:trace contextRef="#ctx0" brushRef="#br0" timeOffset="1200">1612 1435 8097,'-12'-2'664,"4"-6"-325,6-6 0,2-5 0,0-3 1,0-2-195,0-5 0,0-5 1,0-10-1,0-2-119,0-5 0,7-2 1,1-5-1,-1 7-43,3 5 1,-8 10 0,8 2 154,-1 3 1,3 14-163,10 17 0,-10 17 1,-2 16-1,-3 6-4,0 7 0,1 10 0,-6-3 0,3 0 0,2 1 1,1 1-1,-8-9 1,0-7 104,0-5 1,7 2 297,0-7 0,0-14-67,-7-23 1,0-6 0,0-20 0,0 0-113,0 0 1,0-2 0,0-8 0,0-2-160,0-4 1,8 4 0,1-5 0,3 5-46,5 2 1,3 8-1,1 2 1,1 5 65,0 10 0,0-1 0,2 13 1,3 2-4,2 3 1,0 11 0,-5 8-1,0 10-53,-2 9 0,2-2 0,-17 2 0,0 3 15,3 2 0,-7 3 1,4-3-1,-5-2-95,-2-3 1,-7-9-1,-3 2 1,1-5-75,-1-2 0,-7-8 0,3-2 86,-6-2 0,1-5 0,2-12 1,5-8 73,2-4 1,3-10-1,7-3 1,0 1 86,0-1 0,0-4 0,2 5 0,3-1 195,2 1 0,10-6 0,-2 11 0,7 4 123,7 5 1,-5 10 0,7-5-1,-2 2-264,0 5 0,3 15 0,-6 12 0,1 9-523,-8 3 1,1 14-1,-11-4 1,1 2-318,0 0 0,-3 5 691,-7-1 0,-10 21 0,-2-4 0</inkml:trace>
  <inkml:trace contextRef="#ctx0" brushRef="#br0" timeOffset="1484">2810 1392 14128,'12'-10'-853,"-3"7"0,-9-6 1</inkml:trace>
  <inkml:trace contextRef="#ctx0" brushRef="#br0" timeOffset="1584">2744 1000 7606,'-12'-10'-257,"-7"7"1,7-16-1,-10 7 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8:39.49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131 1532 8113,'-22'0'97,"8"0"0,-1 0 316,-2 0 1,5 0 53,-2 0 0,2-3-273,-3-4 1,5-12-1,10-10 1,0 0-188,0-3 1,0-4-1,3-12 1,4-6-149,8-1 1,2 4-1,0-5 1,-3 3-70,3 5 1,2 4-1,3 8 1,0 9 161,0 10 0,-1 8 1,1 9-1,0 4 53,0 11 0,0 4 1,-1 22-1,-1 5 47,-6 0 0,3 8 0,-7-1 0,-1 0-23,1 0 1,-3-9 0,-7-10 0,0-3-17,0-4 174,0-3 0,0-22 0,0-11 0,0-13-32,0-7 0,-2-10 0,-3 3 1,-2-8-203,2-6 0,3 4 0,2-5 0,0 7-41,0 8 0,0-5 0,2 7-81,5 0 1,5 5 0,10 14 0,0 8 62,0 5 0,0 7 1,-1 7-1,4 12 200,4 7 1,-13 6-1,6 6 1,-5 1-31,-5-1 0,5 1 0,-10-3 0,-2-2 120,-2-3 0,-3-9 0,0 2 56,0-5 1,0-10-1,-3-2-153,-4-2 0,2-5 1,-7-12-1,0-8-34,0-4 1,7-3-1,-2 0 1,4 1-36,3-1 0,0-7 0,0 0 0,0 2-2,0 3 0,3 2 0,4 0-2,8 1 1,4 8 0,3 6-1,2 5-391,5 2 0,-5 9 1,5 6-1,-5 4-559,-2 3 1,0 7-1,0 0 936,0-2 0,9 16 0,3 3 0</inkml:trace>
  <inkml:trace contextRef="#ctx0" brushRef="#br0" timeOffset="284">1263 987 8113,'0'-21'237,"-9"-1"0,-6 0 1,-4 0 495,-3 1 1,0 8 0,1 6 0,-4 7 42,-4 7 0,5 6 1,-5 11-1,5 2-540,2 3 0,3 10 0,4-3 0,6 6-459,-1 1 1,8-7 0,-6 1 0,6-1-77,2-2 1,7 0-1,5-8 1,5 1-411,7-8 0,3-7 0,-3-12 0,3 0 389,2 0 1,2-2 0,-4-3 0,2-5 428,-2-2 0,-11 8 1,-1-4-1,2 6 203,2 2 1,3 0 0,0 0-327,0 0 0,-8 0-2517,1 0 2531,-1 0 0,8 0 0,0 0 0</inkml:trace>
  <inkml:trace contextRef="#ctx0" brushRef="#br0" timeOffset="470">1459 116 8113,'0'-33'251,"0"-6"62,0 10 0,8 14 1,1 25-1,1 24 132,0 19 1,4 12 0,-4 8 0,2 9-246,5 10 1,-11-42-1,0 2 1,0 4-1,0 2 1,0 2 0,-2 0-327,-2 4 1,1 1 0,1-2-1,1 2 1,-1 6 0,0 1-1,-2-2 1,0 0-918,-1-1 0,1-2 0,1-11 0,1-4 1043,3 36 0,10-30 0,-5-27 0</inkml:trace>
  <inkml:trace contextRef="#ctx0" brushRef="#br0" timeOffset="967">1176 726 8113,'-21'0'1430,"21"7"0,12 1-1157,12-4 0,15-1 1,-3-3-1,7 0-317,8 0 1,5 0 0,9-3 0,3-1-371,5-4 0,-6-6 0,6 7 0,-8 2-386,-7 2 1,-4 6 0,-13 4 0,-5 10 799,-7 10 0,-14 6 0,-6 11 0,-2 2-181,1 5 0,-1-5 0,-9 7 0,-3-2 328,-3 0 0,1 2 0,7-5 0,0 3 506,0-3 0,0-9 0,0-5 0,0-3 518,0-4 0,-2-12-541,-5-8 1,4-7 0,-4-7-1,4-8-406,3-4 1,-2-5 0,-3-5 0,-2-8-203,2-4 0,3-2 1,2 1-1,0 4-213,0 1 1,0 1-1,0-7 1,2 1-607,5 6 0,-2 5 1,10 9-1,-1 0-322,-2 0 0,8 10 0,-6 5 1,6 7 842,1 7 1,1 5 0,0 10 0,-3 2 303,-4 5 1,4 3-1,-7 7 1,3-3 306,-1 3 1,-9 2 0,5 2 0,-3-2 211,0-4 0,3 1 0,-5-6 0,2-1-468,-2 1 1,5-11-1,-3-6-583,-2 2 0,-1-7 0,1-6 504,3-8 0,-1-18 0,-7-12 0</inkml:trace>
  <inkml:trace contextRef="#ctx0" brushRef="#br0" timeOffset="1084">2374 813 8094,'-7'-22'120,"0"1"1,-10 6-1,2 3 2004,-4 2-3282,7 3 1158,2 17 0,0 2 0,-2 10 0</inkml:trace>
  <inkml:trace contextRef="#ctx0" brushRef="#br0" timeOffset="1334">3049 704 8651,'-19'5'547,"4"10"1,-2 2 0,8 19 0,-1 5-400,0 7 0,1 3 0,1 12 0,-4 7-390,0 5 0,-7 3 0,4 4 1,-4-5 241,-3-2 0,0-2 0,1-8 0</inkml:trace>
  <inkml:trace contextRef="#ctx0" brushRef="#br0" timeOffset="1502">2766 726 8012,'10'12'216,"-8"0"1,8-2-1,0 12 342,4 12 0,5 7 1,6 5-1,4 5-500,7 7 0,7 12 0,6 2 0,2-4-58,-3-7 0,8 2 0,-1-8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8:38.0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544 240 8201,'-2'-22'0,"-3"0"771,-2 0 183,0 10 1,9 12 0,3 17 0,2 7-514,-2 6 0,7 11 0,0 0 0,3 10-463,-1 4 0,-6-4 0,4 5 0,0-1-558,0 1 1,-5 0 0,5 2 579,-2-7 0,7-5 0,-5-3 0</inkml:trace>
  <inkml:trace contextRef="#ctx0" brushRef="#br0" timeOffset="216">0 196 8997,'10'-22'538,"4"8"0,18 2 0,11 0-186,13 0 0,16 0 1,8-5-1,7 2-269,8-2 1,4 5 0,-46 6 0,0 0 0,-1 1 0,-2 0-511,44 0 1,-4-4 0,-3 2 0,-5 2-230,-9 2 1,-10 6 0,-22 2 655,-5 2 0,-4 19 0,-10-1 0</inkml:trace>
  <inkml:trace contextRef="#ctx0" brushRef="#br0" timeOffset="417">240 741 8227,'-29'14'106,"0"-2"-79,2-2 0,15-3 0,12-7 381,12 0 0,12 0 1,10-2-1,12-5-67,7-8 0,13-2 0,9 0 1,2 3-557,5-3 1,3-3-1,2-1 1,0-1-467,0 0 0,-9 10 0,-8 2 681,-10 1 0,3 6 0,-7-7 0</inkml:trace>
  <inkml:trace contextRef="#ctx0" brushRef="#br0" timeOffset="666">1198 697 8227,'-3'19'480,"-4"-4"1,5 4 0,-6-4 0,6 4-207,2 3 1,0 0-1,0 0 1,0-1-100,0 1 0,0 7 0,0 0-51,0-2 0,0-10-24,0-3 1,2-11-1,3-3 1,2-15-149,-2-11 1,5-1 0,0-9 0,-1-6 46,1-6 0,7 2 0,-3-5 0,6 5 119,2 3 1,-1 9-1,1 5 1,0 5-201,0 2 0,7 10 0,0 5 0,0 7-331,2 7 1,-9 17 0,2 17 0,-9 10-791,-6 5 1,6 2 1202,-8 7 0,10 0 0,-5 1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8:50.74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1068 782 7991,'12'-32'75,"0"8"1,-7-5 0,4 5 910,4 2 1,-9 0-230,4 1 1,-8 1-1,-8 6-397,-6 6 0,-13 18 1,-4 10-1,-1 9-342,1 4 1,-5 6 0,4 10 0,1 4-99,-1 2 0,10 1 1,10 5-1,3-8-274,4-7 1,5 0 0,7-17 0,8-5 229,4-7 1,12-10 0,6-17-1,6-14 192,8-17 1,-5-12 0,5-15 0,-8-2-25,-6-3 0,-1-9 1,-14 2-1,-10-4-78,-7-3 1,-8 9-1,-6 5 1,-16 6-118,-16 1 0,-7 13 1,-15 7-1,-7 10-79,-5 4 1,-5 3-1,-5 10 1,5 5-16,8 6 0,14 16 0,9 8 0,11 9-151,9 4 1,7 7 0,7-5-1,10 1 396,10-1 0,17 8 0,12-5 0</inkml:trace>
  <inkml:trace contextRef="#ctx0" brushRef="#br0" timeOffset="317">1590 194 8057,'15'-22'235,"-1"0"1,-9 1 0,5 1 0,-3 3 603,0 3 0,1 11-442,-8 3 0,0 10 0,-3 14 0,-2 3-59,-2 2 0,0 7 1,4-4-1,-1 1-309,-4 6 1,-1 5-1,4 4 1,-2 5-381,2 3 0,2-5 0,3 4 0,3-1 92,4-6 0,5-4 0,12-8 0,3-9 203,2-11 1,17 1 0,0-9 0,5-3 408,2-3 1,7-4 0,-4-6 0,5-4-168,4 0 1,-14-7 0,7 7 0,-10-3-612,-4 1 1,-1 1-1,-2-3 1,-4 3-1493,-8 4 1917,-5 1 0,-2-1 0,0-3 0</inkml:trace>
  <inkml:trace contextRef="#ctx0" brushRef="#br0" timeOffset="600">414 1588 8307,'22'0'358,"2"0"0,5 0 1,13 0-9,13 0 1,18 0-1,-23-1 1,4-1-1,6 0 1,3-1-167,6 0 0,3-1 0,6-3 1,1 0-1,2 2 0,0 2 0,0 1 1,0-1-194,0 2 1,0 0 0,-4 0 0,-1 0 0,-6-2 0,0 1 0,-4-2 0,-1 0 2,-7 2 0,-3 0 1,37-1-1,-22 3 0,-9 0-625,-10 0 1,-15 3 0,-9 4 630,-10 7 0,-8 6 0,-9 2 0</inkml:trace>
  <inkml:trace contextRef="#ctx0" brushRef="#br0" timeOffset="1067">1024 3025 8046,'-22'-22'159,"-7"0"1,0 3 0,0 4 195,-2 8 0,4 5 0,-9 7 0,-3 7-110,-2 9 0,-10 18 0,-2 5 0,0 11-82,0 8 1,2-5 0,10 3 0,7 4-69,12 5 1,10 10 0,12-7-1,2-6-255,6-6 0,13-17 0,18-18 0,9-9 307,10-10 0,5-24 0,5-14 0,2-15 94,3-12 0,2-7 0,-7-6 0,-3-1-169,-9 2 0,-10-5 0,-10 0 1,-9 0-3,-11 0 0,-8-5 1,-20 7-1,-15 3-126,-14 2 0,-20 3 1,-4 2-1,-12 5-146,-8 7 0,37 28 0,-1 3 0,-1 0 0,-1 1 0,-3 1 0,-1 2 83,-4-1 1,2 3 0,6 3 0,2 2-1,-43 2 1,22 7-213,17 7 1,14 8 0,8 11-1,7 6-1674,12 2 2005,7-8 0,14 15 0,3-7 0</inkml:trace>
  <inkml:trace contextRef="#ctx0" brushRef="#br0" timeOffset="1700">1503 2742 7792,'0'14'673,"0"1"0,0 2-149,0 2 1,0 12 0,3 8 0,2 10-115,2 9 1,10 7-1,0 8 1,7 4-282,5 0 1,2-2 0,-4-12-1,2-5 148,-2-7 1,4-22 0,-2-9 0,-5-11 143,-7-11 0,3-10 0,-6-17 0,5-8-11,3-4 0,2-5 1,3-2-1,2-5-201,-2-3 1,-3 0 0,0-4 0,3 4-491,2 3 1,0-7-1,-10 4 1,-2 0-465,-2 5 1,-8 5-1,5 5 1,-2 5-675,-6 7 1,-1 5 0,-6 4-170,-4 6 1,2 4 1587,-9 10 0,-10 0 0,-10 0 0</inkml:trace>
  <inkml:trace contextRef="#ctx0" brushRef="#br0" timeOffset="1967">1961 2720 8033,'0'14'19,"-3"1"229,-4 2 1,4-5-1,-4 5 1,5 7 223,2 10 0,7 7 0,3 5 0,2 5 18,5 7 0,5 5 0,4 2 1,6 1-212,1-1 1,-4 7 0,5 1 0,0-5-155,0-8 1,-7-9-1,2-12 1,-5-8 339,-2-7 1,-8-7-1,-2-19 1,-2-8 51,-5-11 1,5-11-1,-1-14 1,3-5-212,5-7 1,-5-5-1,3-4 1,-1-4-104,-1-1 0,3-8 1,-6 5-1,2 0-363,5 0 1,-5-7-1,3 7 1,-1 2-823,-2 8 0,8 16 0,-8 6 0,0 11-1339,-5 8 0,-4 14 2321,-3 10 0,0 20 0,0 14 0</inkml:trace>
  <inkml:trace contextRef="#ctx0" brushRef="#br0" timeOffset="2551">3115 2263 8209,'0'-22'368,"2"0"0,3 0-64,2 1 0,10-1 0,-5 0 0,3-2-99,-1-5 1,1 2 0,7-7 0,-1 0-183,1 0 1,-3 5 0,-2-7 0,-4 0-179,-4 2 0,-2 0 0,-7 8 1,0-4-5,0 4 0,-2 4 1,-3 5-1,-4 5-231,-4 2 1,-1 3 0,-8 7 204,0 0 0,8 12 1,2 8-1,0 9 334,0 4 1,-1 4 0,-1 6 0,7 3 151,4 5 0,3-3 0,0 8 1,0 0 25,0-1 0,0-6 1,3 2-1,4-8-225,7-7 1,6 3 0,2-10-1,-1-5-401,1-7 0,7 0 0,0-9 0,-2-4 299,-3-1 0,-2-13 0,0-2 0</inkml:trace>
  <inkml:trace contextRef="#ctx0" brushRef="#br0" timeOffset="2800">3093 1675 8080,'-22'12'-33,"0"0"0,-2-5 0,-2 5 270,-3 0 0,-1 8 1,9-6-1,-1 8 90,0 7 0,3-2 1,4 6-1,8 1-48,5 0 1,2 3-1,0 6 1,2 1-199,5-1 1,3-7 0,9 1-1,1 1-262,4 4 0,2 1 1,-4-2-1,0-4-336,0-8 1,7-8 0,2-4 516,3-2 0,2-10 0,8 4 0</inkml:trace>
  <inkml:trace contextRef="#ctx0" brushRef="#br0" timeOffset="3017">3659 1457 8023,'22'19'0,"0"1"105,-1 1 0,8-1 0,3 16 1,-1 5 218,1 8 1,-3 6 0,-10 11 0,-2-1 16,-2 0 0,-10 8 0,2-1 0,-5-1-475,-2-4 0,-9-9 0,-6 0 0,-4 0-2054,-3-2 2188,0-12 0,-9-3 0,-3-7 0</inkml:trace>
  <inkml:trace contextRef="#ctx0" brushRef="#br0" timeOffset="3466">4378 1435 8597,'2'-12'1735,"5"5"-1552,8 4 0,-1 3 1,6 0-1,4 0-476,0 0 1,10 0 0,2 0 0,3-2-1564,-3-5 1856,5 4 0,-7-16 0,10 7 0</inkml:trace>
  <inkml:trace contextRef="#ctx0" brushRef="#br0" timeOffset="3583">4835 1196 7817,'-22'-8'0,"0"1"33,1 2 1,-3 0 0,-6 1-1,-6-4 276,-5 3 0,-10 3 0,0 4 1,1 3-4,-4 3-306,8-1 0,-7 2 0,10 4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08:56.227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1111 1503 7984,'0'-15'275,"0"1"0,9-1 0,6-7 68,4 1 0,-4-4 0,2-1 1,4-6-187,6-2 0,2-2 0,-7-7 1,0-1-191,-1 0 1,-6 1-1,-3-1 1,0 1-99,0-1 1,-7 3-1,2 2 1,-7 6-132,-7 1 1,2 3-1,-9 10 1,-3 4-63,-3 8 0,-1 4 1,-1 6-1,0 7 175,0 11 0,1 4 0,-1 11 0,0 3 328,0 2 0,3 5 0,2 4 0,5 9 57,2 3 0,0-1 0,6-1 0,-4 3-35,4-2 0,11-10 0,7-1 0,6-4-525,1-2 1,8-3-1,3-5 1,-1-7 323,1-4 0,7-4 0,-6 1 0</inkml:trace>
  <inkml:trace contextRef="#ctx0" brushRef="#br0" timeOffset="654">1590 2613 7948,'-22'0'853,"0"0"1,8 0 0,2-2-180,2-5 0,3 2-1775,7-10 1101,0 10 0,9-14 0,3 7 0</inkml:trace>
  <inkml:trace contextRef="#ctx0" brushRef="#br0" timeOffset="1581">2940 1851 8164,'7'-22'103,"0"1"1,1-1-1,-8 0 1,0 0 527,0 0 1,0 8 0,0-1 92,0-2 0,-10 8 1,-7 4-379,-10 10 0,3 7 0,-5 12 0,5 3-239,2 2 0,0 9 1,1-1-1,-1 6-171,0 8 0,10-3 0,5 8 0,4-3-323,3-4 0,0 4 0,0-2 0,3-5-171,4-8 1,5-6-1,12-13 1,3-4 233,2-8 1,2-5 0,-4-4-1,2-8 274,-2-11 1,-3-4-1,-2-11 1,-1-3 141,1-2 1,0-10 0,0 1 0,-3 1-18,-4 3 1,4 3 0,-7 2 0,0 4 867,-5 8-589,-4 5 0,-3 22 0,0 11 0,-3 18 42,-4 16 1,2 3-1,-7 10 1,3 0-167,4-1 0,5-4 0,7 5 0,7-5-383,6-10 0,11-7 0,8-15 0,9-4-2965,10-8 3118,5-5 0,3-11 0,-1-4 0</inkml:trace>
  <inkml:trace contextRef="#ctx0" brushRef="#br0" timeOffset="2215">3419 1416 8027,'0'-15'897,"0"1"-554,0-3 0,10-3 0,4-2 0,5-2-49,3-5 0,10 3 1,2-11-1,2-4-177,0-7 0,-2 2 0,2-5 0,-7 5-121,-4 2 0,-13 3 1,-5 3-1,-5 4-151,-2 2 1,-2-4 0,-5 7 0,-8 5-26,-4 7 1,-3-3 0,-2 8 0,-3 0 17,-2 5 1,0 5-1,7 4 1,1 5 104,-1 8 1,-5 11 0,3 6-1,5 2 250,-1 4 0,11 11 0,1 4 0,6 3 85,2 4-1,0-4 1,2 0 0,6-3-128,6-5 1,5 3 0,6-5 0,4-7-468,7-5 1,-2-5 0,2-8 0,0-1-830,-2-6 0,5-4 1146,-10-10 0,10 0 0,-5 0 0</inkml:trace>
  <inkml:trace contextRef="#ctx0" brushRef="#br0" timeOffset="2481">3898 1176 9270,'22'0'0,"0"0"-123,-1 0 0,11 0 0,2 0 0,2 0-1336,0 0 1459,-9 0 0,14 0 0,-7 0 0</inkml:trace>
  <inkml:trace contextRef="#ctx0" brushRef="#br0" timeOffset="2615">4486 806 8246,'-7'14'287,"-1"1"1,-1 2 0,4 9 0,-2 6 68,2 2 0,2 0 0,3 7 0,3 0-319,4 5 1,-2 2 0,7-4 0,0-1-464,0 1 1,-7-8 0,5-2 425,-1-2 0,4-3 0,8-8 0</inkml:trace>
  <inkml:trace contextRef="#ctx0" brushRef="#br0" timeOffset="3747">3223 675 8079,'-19'3'-12,"2"4"0,2 5 99,-2 0 0,-2 15 0,-3-6 0,3 6 223,4 4 0,-2 3 1,10 12-1,2 3-34,3 2 1,11 9 0,8-2 0,8 3-380,4-3 1,17 2 0,-3-9 0,6-3-455,4-2 1,2-12-1,8-5 557,-5-5 0,5 8 0,-7 2 0</inkml:trace>
  <inkml:trace contextRef="#ctx0" brushRef="#br0" timeOffset="3764">5030 697 8019,'22'43'-32,"0"1"1,-3 2 0,-2 5 0,-2 4 475,2 1 0,-8 7 0,-1-5 0,-8 7-601,-8 8 0,-4-5 1,-12 2-1,-3-10-1357,-2-9 1514,-9-5 0,4-2 0,-10-1 0</inkml:trace>
  <inkml:trace contextRef="#ctx0" brushRef="#br0" timeOffset="4445">2395 523 6969,'-14'7'73,"-1"0"1,8 3 0,-7-3 209,-3 8 0,5 4 0,0 5 0,-1 3 61,1 2 1,-2 19 0,-8 3 0,0 14-86,0 15 1,1 12 0,10-34-1,0 3 1,0 3 0,0 2-114,0 5 0,0 1 0,4 3 0,2 0 0,1 0 0,1 0 0,2-1 0,2 0-136,1-1 1,3-1-1,2-8 1,3-2-1,5-1 1,4-1-1,3-6 1,4-2-58,4-4 1,1-1 0,-1-3-1,3-1 1,5-3 0,1-3-1,36 26-605,-5-17 1,-4-5 0,-8-14 0,-7-5-441,-5-6 1,-5-3 1091,-5 1 0,-2-4 0,-5-10 0,5 0 0</inkml:trace>
  <inkml:trace contextRef="#ctx0" brushRef="#br0" timeOffset="5030">5531 0 8073,'22'0'-453,"0"0"1,0 2 623,-1 6 1,1 14 0,0 14 0,0 7-29,-1 8 1,4 15 0,1 13 0,3 11-92,-15-40 0,-1 2 0,3-1 1,-1 2-1,-1 6 0,-1 3 0,-2-2 1,0 1 41,-2-1 0,-1 0 1,-2 6-1,0 2 0,1 4 1,0 1-1,-2 1 0,-2-1-136,-2 0 1,0 0-1,-2-3 1,0 0-1,-2-4 1,-2-1-1,-2 0 1,-3 0-35,-2 1 1,-2-1-1,1-5 1,-1-2-1,-3-2 1,-2-3-1,0-4 1,-1-1-260,-21 42 1,-3-11-1,1-1 1,2-3-52,4-5 1,4-12 0,6-12 385,-2-14 0,-5 1 0,12-18 0,10-5 0,7-6 0</inkml:trace>
  <inkml:trace contextRef="#ctx0" brushRef="#br0" timeOffset="5481">6272 65 7974,'12'15'371,"-5"-1"-39,-5 3 0,-2 3 0,0 4 0,0 3 4,0 2 0,0 17 0,0 0 0,0 4-404,0 4 1,0 4-1,0-8 1,0 1-239,0 2 0,8-16 0,1-1 0,1-9 306,0-6 0,7-8 0,-5-4 0</inkml:trace>
  <inkml:trace contextRef="#ctx0" brushRef="#br0" timeOffset="5748">5858 196 7996,'-12'-10'-230,"2"6"646,10-11 0,12 10 0,10-4 0,12 1-223,7 1 1,5-3-1,5 5 1,9-2-180,10 2 0,5 3 1,5 0-1,-7-3-235,-5-3 0,-5 1 0,-5 7 0,-10 0-1569,-9 0 1790,-8 10 0,-19-8 0,-2 8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11:41.84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206 654 8228,'12'-2'424,"-5"-6"-276,-4 6 0,-6-15 571,-4 10-502,5 0 1,-18 7-206,6 0 1,4 9 0,0 3-102,1 0 1,6 8-379,-4-6 0,2 3 1,0 0-911,-2-2 1377,0-11 0,7 6 0,0-10 0</inkml:trace>
  <inkml:trace contextRef="#ctx0" brushRef="#br0" timeOffset="544">228 611 7617,'12'0'1867,"-2"0"0,-10-3-435,0-4-422,0 4-792,0-6 1,-3 11-1,-2 5-33,-2 8 1,-10 4 0,5 5 0,-2 6-122,-1 6 0,8 5 0,-5 5 1,2 5-192,5 7 0,-5 5 1,3 2-1,2-2 11,3-5 0,9-14 0,3-15 0,2-8 191,5-6 0,2-5 1,3-10-1,0-5-81,0-10 0,-1-2 1,1-21-1,0-6-191,0-4 0,-3-10 0,-2 4 1,-5 1-164,-2 0 1,-3-5 0,-7 7 0,-2 3-150,-6 2 1,-11 2-1,-12 3 1,-3 2 61,-5 3 0,5 9 0,-2-2 1,-1 3 253,4-3 1,-6 12 0,10-3 434,2 8 53,3-5 0,14 15 1,13-8 284,16 1 1,5 4 0,15-10 0,5-2 16,4-2 0,10-5 0,-5-3 0,3-2-431,4 2 0,-4-4 1,0 2-1,-3 2-1831,-5 3 1665,-11 2 0,-6 1 0,-9-1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1T23:11:44.77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23 66 8274,'-3'-12'-965,"-2"2"1806,-2 0-497,0 8 0,7-10 252,0 5 7,0 4-196,0-6-165,0 9 0,0 2 63,0 5-243,0-4 126,0 16 20,0-17 1,2 15-188,6-9 266,-6-1 263,8-7-343,-10 0-99,0 0 268,0 10 4,0-8 0,2 15 53,5-10-462,-4 0 1,6-9-189,-9-5-23,0 4 523,0-6 152,0 9 509,0 0-1495,0 9-2627,0-6 3178,0 6 0,0 1 0,0 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7CA09-FE52-0C76-C089-033E859F76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E9731-D03D-A714-B10A-97E995EB7C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F0767-3D2C-1639-6D13-DAB07B239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93902-11FE-5D43-955E-9731B7B40EF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2A6B9-5D26-68DF-D673-5CF1EE5F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44394-244D-8190-D3E0-067F1AE5A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85FA2-14E1-5548-BEE2-EAEA945E1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20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79EF8-6121-8900-7A6A-E01AF18E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6886C-D8A9-3F7F-2D68-FB8604671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9B561-A985-762F-CC83-219D63FEC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93902-11FE-5D43-955E-9731B7B40EF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33F3D-1167-4902-D6D4-06D1B92A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6E9C6-D16A-3FA6-A83A-821D9807C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85FA2-14E1-5548-BEE2-EAEA945E1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7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274FA-BB91-1474-DD1F-CC61DDBEF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0D6F5-9B01-3824-5DD1-D0BA667E2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A59A0-5A53-A21F-680E-07AA5657E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93902-11FE-5D43-955E-9731B7B40EF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BEDCE-B0C1-D71F-BCB3-934584FA0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C9C53-6620-CEEA-1560-7D9BAB6E9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85FA2-14E1-5548-BEE2-EAEA945E1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31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4A3DE-16EC-7CAE-E798-3B38A704F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3FF03-1A46-698B-4291-E74C9D81E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1BA91-096E-DE07-9FCC-4727C5CD6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0C76A-C0C4-973A-2EC3-0D1F15243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93902-11FE-5D43-955E-9731B7B40EF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C210-0597-D2BF-FAB2-53D186E11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C858B-4DA3-026D-5392-13135473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85FA2-14E1-5548-BEE2-EAEA945E1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80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58080-E64F-EA34-7E25-C4AB72CC5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98849-B4FC-7BFF-D23A-270869E7C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213E0-657E-23B7-17BB-39818459E3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A55121-6047-F009-54E0-6BCEFAD41A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E90D3-C090-CAD7-EAE1-F1DF7FFA0B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06772A-F654-49CA-7E6F-169CDD19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93902-11FE-5D43-955E-9731B7B40EF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9B32A-E8D9-ADEF-E671-C293E578C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7F5F18-2AEC-FEB0-1713-378097FCB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85FA2-14E1-5548-BEE2-EAEA945E1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674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445CC-B997-1855-F791-2E48B7D1F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406628-FA25-72D2-C642-FD4CE4F8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93902-11FE-5D43-955E-9731B7B40EF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3730D-345D-74EA-1150-497301F36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732F9A-8F2C-F520-E9E9-0C8BA65B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85FA2-14E1-5548-BEE2-EAEA945E1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691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D93689-C98A-9759-EF9B-98D0E0ED7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93902-11FE-5D43-955E-9731B7B40EF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41520A-063E-C127-400E-1C7019BC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C9E0D-0858-0265-2062-A725366A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85FA2-14E1-5548-BEE2-EAEA945E1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3D40-7CCB-AF4D-7B55-8E032823D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3BEC4-2C1C-3306-6279-8FD3CE534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C0B63-5A53-E364-A1C2-0F51C7233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2EC2B-D578-79F7-CA39-B134711E6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93902-11FE-5D43-955E-9731B7B40EF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DCDCC-4F7F-45A5-C3CF-C24B8E353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6C59F-1848-C348-3A93-6D4F891D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85FA2-14E1-5548-BEE2-EAEA945E1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5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5BDFC-D384-1A49-008B-F7BAFAD3C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B6B40-1EDA-0841-0CD2-43CDE8C195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E3C99-74C8-6711-1680-E3C1CAC9F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B08D8-F58F-CD08-F3C8-193D67FD7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93902-11FE-5D43-955E-9731B7B40EF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CA31D-EE15-D94F-04E1-4705179DC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4685E0-0230-085C-3028-6A7EF79C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85FA2-14E1-5548-BEE2-EAEA945E1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32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2D521-A027-9973-D2F5-4D84BE3A2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2B3C63-E667-9E8E-5594-638538147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C1AC6-79FC-23D0-84E9-F29299780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93902-11FE-5D43-955E-9731B7B40EF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42955-9BD4-84ED-BAA0-71850C96A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2DB7E-C568-117A-9ABD-6AC1A72A0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85FA2-14E1-5548-BEE2-EAEA945E1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683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C7C515-3743-D50C-D7E8-27117FCFD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75FCD-845E-3130-6DDE-15C9563D3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5CA81-33C8-9966-B363-3FBE50146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93902-11FE-5D43-955E-9731B7B40EF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F7675-511D-F8A1-982B-41A7BDFD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468CF-E1E7-F3E4-6252-6FFB9565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185FA2-14E1-5548-BEE2-EAEA945E1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71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734FC2-4E26-72E4-AE90-D739AB9D0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4D1123-0A86-D5B1-3E59-F1970FE1A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F8827-6BA8-198A-141E-39E917D38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A93902-11FE-5D43-955E-9731B7B40EF2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8D9F6-2539-A61B-044E-A7A546159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0F0A9-8133-5D9E-72E1-7981D1E29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185FA2-14E1-5548-BEE2-EAEA945E1B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2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5" Type="http://schemas.openxmlformats.org/officeDocument/2006/relationships/image" Target="../media/image2.png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2.xml"/><Relationship Id="rId21" Type="http://schemas.openxmlformats.org/officeDocument/2006/relationships/image" Target="../media/image39.png"/><Relationship Id="rId42" Type="http://schemas.openxmlformats.org/officeDocument/2006/relationships/customXml" Target="../ink/ink50.xml"/><Relationship Id="rId47" Type="http://schemas.openxmlformats.org/officeDocument/2006/relationships/image" Target="../media/image52.png"/><Relationship Id="rId63" Type="http://schemas.openxmlformats.org/officeDocument/2006/relationships/image" Target="../media/image60.png"/><Relationship Id="rId68" Type="http://schemas.openxmlformats.org/officeDocument/2006/relationships/customXml" Target="../ink/ink63.xml"/><Relationship Id="rId84" Type="http://schemas.openxmlformats.org/officeDocument/2006/relationships/customXml" Target="../ink/ink71.xml"/><Relationship Id="rId89" Type="http://schemas.openxmlformats.org/officeDocument/2006/relationships/image" Target="../media/image73.png"/><Relationship Id="rId16" Type="http://schemas.openxmlformats.org/officeDocument/2006/relationships/customXml" Target="../ink/ink37.xml"/><Relationship Id="rId11" Type="http://schemas.openxmlformats.org/officeDocument/2006/relationships/image" Target="../media/image34.png"/><Relationship Id="rId32" Type="http://schemas.openxmlformats.org/officeDocument/2006/relationships/customXml" Target="../ink/ink45.xml"/><Relationship Id="rId37" Type="http://schemas.openxmlformats.org/officeDocument/2006/relationships/image" Target="../media/image47.png"/><Relationship Id="rId53" Type="http://schemas.openxmlformats.org/officeDocument/2006/relationships/image" Target="../media/image55.png"/><Relationship Id="rId58" Type="http://schemas.openxmlformats.org/officeDocument/2006/relationships/customXml" Target="../ink/ink58.xml"/><Relationship Id="rId74" Type="http://schemas.openxmlformats.org/officeDocument/2006/relationships/customXml" Target="../ink/ink66.xml"/><Relationship Id="rId79" Type="http://schemas.openxmlformats.org/officeDocument/2006/relationships/image" Target="../media/image68.png"/><Relationship Id="rId5" Type="http://schemas.openxmlformats.org/officeDocument/2006/relationships/image" Target="../media/image31.png"/><Relationship Id="rId90" Type="http://schemas.openxmlformats.org/officeDocument/2006/relationships/customXml" Target="../ink/ink74.xml"/><Relationship Id="rId95" Type="http://schemas.openxmlformats.org/officeDocument/2006/relationships/image" Target="../media/image76.png"/><Relationship Id="rId22" Type="http://schemas.openxmlformats.org/officeDocument/2006/relationships/customXml" Target="../ink/ink40.xml"/><Relationship Id="rId27" Type="http://schemas.openxmlformats.org/officeDocument/2006/relationships/image" Target="../media/image42.png"/><Relationship Id="rId43" Type="http://schemas.openxmlformats.org/officeDocument/2006/relationships/image" Target="../media/image50.png"/><Relationship Id="rId48" Type="http://schemas.openxmlformats.org/officeDocument/2006/relationships/customXml" Target="../ink/ink53.xml"/><Relationship Id="rId64" Type="http://schemas.openxmlformats.org/officeDocument/2006/relationships/customXml" Target="../ink/ink61.xml"/><Relationship Id="rId69" Type="http://schemas.openxmlformats.org/officeDocument/2006/relationships/image" Target="../media/image63.png"/><Relationship Id="rId80" Type="http://schemas.openxmlformats.org/officeDocument/2006/relationships/customXml" Target="../ink/ink69.xml"/><Relationship Id="rId85" Type="http://schemas.openxmlformats.org/officeDocument/2006/relationships/image" Target="../media/image71.png"/><Relationship Id="rId12" Type="http://schemas.openxmlformats.org/officeDocument/2006/relationships/customXml" Target="../ink/ink35.xml"/><Relationship Id="rId17" Type="http://schemas.openxmlformats.org/officeDocument/2006/relationships/image" Target="../media/image37.png"/><Relationship Id="rId25" Type="http://schemas.openxmlformats.org/officeDocument/2006/relationships/image" Target="../media/image41.png"/><Relationship Id="rId33" Type="http://schemas.openxmlformats.org/officeDocument/2006/relationships/image" Target="../media/image45.png"/><Relationship Id="rId38" Type="http://schemas.openxmlformats.org/officeDocument/2006/relationships/customXml" Target="../ink/ink48.xml"/><Relationship Id="rId46" Type="http://schemas.openxmlformats.org/officeDocument/2006/relationships/customXml" Target="../ink/ink52.xml"/><Relationship Id="rId59" Type="http://schemas.openxmlformats.org/officeDocument/2006/relationships/image" Target="../media/image58.png"/><Relationship Id="rId67" Type="http://schemas.openxmlformats.org/officeDocument/2006/relationships/image" Target="../media/image62.png"/><Relationship Id="rId20" Type="http://schemas.openxmlformats.org/officeDocument/2006/relationships/customXml" Target="../ink/ink39.xml"/><Relationship Id="rId41" Type="http://schemas.openxmlformats.org/officeDocument/2006/relationships/image" Target="../media/image49.png"/><Relationship Id="rId54" Type="http://schemas.openxmlformats.org/officeDocument/2006/relationships/customXml" Target="../ink/ink56.xml"/><Relationship Id="rId62" Type="http://schemas.openxmlformats.org/officeDocument/2006/relationships/customXml" Target="../ink/ink60.xml"/><Relationship Id="rId70" Type="http://schemas.openxmlformats.org/officeDocument/2006/relationships/customXml" Target="../ink/ink64.xml"/><Relationship Id="rId75" Type="http://schemas.openxmlformats.org/officeDocument/2006/relationships/image" Target="../media/image66.png"/><Relationship Id="rId83" Type="http://schemas.openxmlformats.org/officeDocument/2006/relationships/image" Target="../media/image70.png"/><Relationship Id="rId88" Type="http://schemas.openxmlformats.org/officeDocument/2006/relationships/customXml" Target="../ink/ink73.xml"/><Relationship Id="rId91" Type="http://schemas.openxmlformats.org/officeDocument/2006/relationships/image" Target="../media/image74.png"/><Relationship Id="rId96" Type="http://schemas.openxmlformats.org/officeDocument/2006/relationships/customXml" Target="../ink/ink7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15" Type="http://schemas.openxmlformats.org/officeDocument/2006/relationships/image" Target="../media/image36.png"/><Relationship Id="rId23" Type="http://schemas.openxmlformats.org/officeDocument/2006/relationships/image" Target="../media/image40.png"/><Relationship Id="rId28" Type="http://schemas.openxmlformats.org/officeDocument/2006/relationships/customXml" Target="../ink/ink43.xml"/><Relationship Id="rId36" Type="http://schemas.openxmlformats.org/officeDocument/2006/relationships/customXml" Target="../ink/ink47.xml"/><Relationship Id="rId49" Type="http://schemas.openxmlformats.org/officeDocument/2006/relationships/image" Target="../media/image53.png"/><Relationship Id="rId57" Type="http://schemas.openxmlformats.org/officeDocument/2006/relationships/image" Target="../media/image57.png"/><Relationship Id="rId10" Type="http://schemas.openxmlformats.org/officeDocument/2006/relationships/customXml" Target="../ink/ink34.xml"/><Relationship Id="rId31" Type="http://schemas.openxmlformats.org/officeDocument/2006/relationships/image" Target="../media/image44.png"/><Relationship Id="rId44" Type="http://schemas.openxmlformats.org/officeDocument/2006/relationships/customXml" Target="../ink/ink51.xml"/><Relationship Id="rId52" Type="http://schemas.openxmlformats.org/officeDocument/2006/relationships/customXml" Target="../ink/ink55.xml"/><Relationship Id="rId60" Type="http://schemas.openxmlformats.org/officeDocument/2006/relationships/customXml" Target="../ink/ink59.xml"/><Relationship Id="rId65" Type="http://schemas.openxmlformats.org/officeDocument/2006/relationships/image" Target="../media/image61.png"/><Relationship Id="rId73" Type="http://schemas.openxmlformats.org/officeDocument/2006/relationships/image" Target="../media/image65.png"/><Relationship Id="rId78" Type="http://schemas.openxmlformats.org/officeDocument/2006/relationships/customXml" Target="../ink/ink68.xml"/><Relationship Id="rId81" Type="http://schemas.openxmlformats.org/officeDocument/2006/relationships/image" Target="../media/image69.png"/><Relationship Id="rId86" Type="http://schemas.openxmlformats.org/officeDocument/2006/relationships/customXml" Target="../ink/ink72.xml"/><Relationship Id="rId94" Type="http://schemas.openxmlformats.org/officeDocument/2006/relationships/customXml" Target="../ink/ink76.xml"/><Relationship Id="rId99" Type="http://schemas.openxmlformats.org/officeDocument/2006/relationships/image" Target="../media/image78.png"/><Relationship Id="rId101" Type="http://schemas.openxmlformats.org/officeDocument/2006/relationships/image" Target="../media/image79.png"/><Relationship Id="rId4" Type="http://schemas.openxmlformats.org/officeDocument/2006/relationships/customXml" Target="../ink/ink31.xml"/><Relationship Id="rId9" Type="http://schemas.openxmlformats.org/officeDocument/2006/relationships/image" Target="../media/image33.png"/><Relationship Id="rId13" Type="http://schemas.openxmlformats.org/officeDocument/2006/relationships/image" Target="../media/image35.png"/><Relationship Id="rId18" Type="http://schemas.openxmlformats.org/officeDocument/2006/relationships/customXml" Target="../ink/ink38.xml"/><Relationship Id="rId39" Type="http://schemas.openxmlformats.org/officeDocument/2006/relationships/image" Target="../media/image48.png"/><Relationship Id="rId34" Type="http://schemas.openxmlformats.org/officeDocument/2006/relationships/customXml" Target="../ink/ink46.xml"/><Relationship Id="rId50" Type="http://schemas.openxmlformats.org/officeDocument/2006/relationships/customXml" Target="../ink/ink54.xml"/><Relationship Id="rId55" Type="http://schemas.openxmlformats.org/officeDocument/2006/relationships/image" Target="../media/image56.png"/><Relationship Id="rId76" Type="http://schemas.openxmlformats.org/officeDocument/2006/relationships/customXml" Target="../ink/ink67.xml"/><Relationship Id="rId97" Type="http://schemas.openxmlformats.org/officeDocument/2006/relationships/image" Target="../media/image77.png"/><Relationship Id="rId7" Type="http://schemas.openxmlformats.org/officeDocument/2006/relationships/image" Target="../media/image32.png"/><Relationship Id="rId71" Type="http://schemas.openxmlformats.org/officeDocument/2006/relationships/image" Target="../media/image64.png"/><Relationship Id="rId92" Type="http://schemas.openxmlformats.org/officeDocument/2006/relationships/customXml" Target="../ink/ink75.xml"/><Relationship Id="rId2" Type="http://schemas.openxmlformats.org/officeDocument/2006/relationships/customXml" Target="../ink/ink30.xml"/><Relationship Id="rId29" Type="http://schemas.openxmlformats.org/officeDocument/2006/relationships/image" Target="../media/image43.png"/><Relationship Id="rId24" Type="http://schemas.openxmlformats.org/officeDocument/2006/relationships/customXml" Target="../ink/ink41.xml"/><Relationship Id="rId40" Type="http://schemas.openxmlformats.org/officeDocument/2006/relationships/customXml" Target="../ink/ink49.xml"/><Relationship Id="rId45" Type="http://schemas.openxmlformats.org/officeDocument/2006/relationships/image" Target="../media/image51.png"/><Relationship Id="rId66" Type="http://schemas.openxmlformats.org/officeDocument/2006/relationships/customXml" Target="../ink/ink62.xml"/><Relationship Id="rId87" Type="http://schemas.openxmlformats.org/officeDocument/2006/relationships/image" Target="../media/image72.png"/><Relationship Id="rId61" Type="http://schemas.openxmlformats.org/officeDocument/2006/relationships/image" Target="../media/image59.png"/><Relationship Id="rId82" Type="http://schemas.openxmlformats.org/officeDocument/2006/relationships/customXml" Target="../ink/ink70.xml"/><Relationship Id="rId19" Type="http://schemas.openxmlformats.org/officeDocument/2006/relationships/image" Target="../media/image38.png"/><Relationship Id="rId14" Type="http://schemas.openxmlformats.org/officeDocument/2006/relationships/customXml" Target="../ink/ink36.xml"/><Relationship Id="rId30" Type="http://schemas.openxmlformats.org/officeDocument/2006/relationships/customXml" Target="../ink/ink44.xml"/><Relationship Id="rId35" Type="http://schemas.openxmlformats.org/officeDocument/2006/relationships/image" Target="../media/image46.png"/><Relationship Id="rId56" Type="http://schemas.openxmlformats.org/officeDocument/2006/relationships/customXml" Target="../ink/ink57.xml"/><Relationship Id="rId77" Type="http://schemas.openxmlformats.org/officeDocument/2006/relationships/image" Target="../media/image67.png"/><Relationship Id="rId100" Type="http://schemas.openxmlformats.org/officeDocument/2006/relationships/customXml" Target="../ink/ink79.xml"/><Relationship Id="rId8" Type="http://schemas.openxmlformats.org/officeDocument/2006/relationships/customXml" Target="../ink/ink33.xml"/><Relationship Id="rId51" Type="http://schemas.openxmlformats.org/officeDocument/2006/relationships/image" Target="../media/image54.png"/><Relationship Id="rId72" Type="http://schemas.openxmlformats.org/officeDocument/2006/relationships/customXml" Target="../ink/ink65.xml"/><Relationship Id="rId93" Type="http://schemas.openxmlformats.org/officeDocument/2006/relationships/image" Target="../media/image75.png"/><Relationship Id="rId98" Type="http://schemas.openxmlformats.org/officeDocument/2006/relationships/customXml" Target="../ink/ink78.xml"/><Relationship Id="rId3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2.xml"/><Relationship Id="rId21" Type="http://schemas.openxmlformats.org/officeDocument/2006/relationships/image" Target="../media/image89.png"/><Relationship Id="rId42" Type="http://schemas.openxmlformats.org/officeDocument/2006/relationships/customXml" Target="../ink/ink100.xml"/><Relationship Id="rId47" Type="http://schemas.openxmlformats.org/officeDocument/2006/relationships/image" Target="../media/image102.png"/><Relationship Id="rId63" Type="http://schemas.openxmlformats.org/officeDocument/2006/relationships/image" Target="../media/image110.png"/><Relationship Id="rId68" Type="http://schemas.openxmlformats.org/officeDocument/2006/relationships/customXml" Target="../ink/ink113.xml"/><Relationship Id="rId84" Type="http://schemas.openxmlformats.org/officeDocument/2006/relationships/customXml" Target="../ink/ink121.xml"/><Relationship Id="rId89" Type="http://schemas.openxmlformats.org/officeDocument/2006/relationships/image" Target="../media/image123.png"/><Relationship Id="rId16" Type="http://schemas.openxmlformats.org/officeDocument/2006/relationships/customXml" Target="../ink/ink87.xml"/><Relationship Id="rId11" Type="http://schemas.openxmlformats.org/officeDocument/2006/relationships/image" Target="../media/image84.png"/><Relationship Id="rId32" Type="http://schemas.openxmlformats.org/officeDocument/2006/relationships/customXml" Target="../ink/ink95.xml"/><Relationship Id="rId37" Type="http://schemas.openxmlformats.org/officeDocument/2006/relationships/image" Target="../media/image97.png"/><Relationship Id="rId53" Type="http://schemas.openxmlformats.org/officeDocument/2006/relationships/image" Target="../media/image105.png"/><Relationship Id="rId58" Type="http://schemas.openxmlformats.org/officeDocument/2006/relationships/customXml" Target="../ink/ink108.xml"/><Relationship Id="rId74" Type="http://schemas.openxmlformats.org/officeDocument/2006/relationships/customXml" Target="../ink/ink116.xml"/><Relationship Id="rId79" Type="http://schemas.openxmlformats.org/officeDocument/2006/relationships/image" Target="../media/image118.png"/><Relationship Id="rId102" Type="http://schemas.openxmlformats.org/officeDocument/2006/relationships/customXml" Target="../ink/ink130.xml"/><Relationship Id="rId5" Type="http://schemas.openxmlformats.org/officeDocument/2006/relationships/image" Target="../media/image81.png"/><Relationship Id="rId90" Type="http://schemas.openxmlformats.org/officeDocument/2006/relationships/customXml" Target="../ink/ink124.xml"/><Relationship Id="rId95" Type="http://schemas.openxmlformats.org/officeDocument/2006/relationships/image" Target="../media/image126.png"/><Relationship Id="rId22" Type="http://schemas.openxmlformats.org/officeDocument/2006/relationships/customXml" Target="../ink/ink90.xml"/><Relationship Id="rId27" Type="http://schemas.openxmlformats.org/officeDocument/2006/relationships/image" Target="../media/image92.png"/><Relationship Id="rId43" Type="http://schemas.openxmlformats.org/officeDocument/2006/relationships/image" Target="../media/image100.png"/><Relationship Id="rId48" Type="http://schemas.openxmlformats.org/officeDocument/2006/relationships/customXml" Target="../ink/ink103.xml"/><Relationship Id="rId64" Type="http://schemas.openxmlformats.org/officeDocument/2006/relationships/customXml" Target="../ink/ink111.xml"/><Relationship Id="rId69" Type="http://schemas.openxmlformats.org/officeDocument/2006/relationships/image" Target="../media/image113.png"/><Relationship Id="rId80" Type="http://schemas.openxmlformats.org/officeDocument/2006/relationships/customXml" Target="../ink/ink119.xml"/><Relationship Id="rId85" Type="http://schemas.openxmlformats.org/officeDocument/2006/relationships/image" Target="../media/image121.png"/><Relationship Id="rId12" Type="http://schemas.openxmlformats.org/officeDocument/2006/relationships/customXml" Target="../ink/ink85.xml"/><Relationship Id="rId17" Type="http://schemas.openxmlformats.org/officeDocument/2006/relationships/image" Target="../media/image87.png"/><Relationship Id="rId25" Type="http://schemas.openxmlformats.org/officeDocument/2006/relationships/image" Target="../media/image91.png"/><Relationship Id="rId33" Type="http://schemas.openxmlformats.org/officeDocument/2006/relationships/image" Target="../media/image95.png"/><Relationship Id="rId38" Type="http://schemas.openxmlformats.org/officeDocument/2006/relationships/customXml" Target="../ink/ink98.xml"/><Relationship Id="rId46" Type="http://schemas.openxmlformats.org/officeDocument/2006/relationships/customXml" Target="../ink/ink102.xml"/><Relationship Id="rId59" Type="http://schemas.openxmlformats.org/officeDocument/2006/relationships/image" Target="../media/image108.png"/><Relationship Id="rId67" Type="http://schemas.openxmlformats.org/officeDocument/2006/relationships/image" Target="../media/image112.png"/><Relationship Id="rId103" Type="http://schemas.openxmlformats.org/officeDocument/2006/relationships/image" Target="../media/image130.png"/><Relationship Id="rId20" Type="http://schemas.openxmlformats.org/officeDocument/2006/relationships/customXml" Target="../ink/ink89.xml"/><Relationship Id="rId41" Type="http://schemas.openxmlformats.org/officeDocument/2006/relationships/image" Target="../media/image99.png"/><Relationship Id="rId54" Type="http://schemas.openxmlformats.org/officeDocument/2006/relationships/customXml" Target="../ink/ink106.xml"/><Relationship Id="rId62" Type="http://schemas.openxmlformats.org/officeDocument/2006/relationships/customXml" Target="../ink/ink110.xml"/><Relationship Id="rId70" Type="http://schemas.openxmlformats.org/officeDocument/2006/relationships/customXml" Target="../ink/ink114.xml"/><Relationship Id="rId75" Type="http://schemas.openxmlformats.org/officeDocument/2006/relationships/image" Target="../media/image116.png"/><Relationship Id="rId83" Type="http://schemas.openxmlformats.org/officeDocument/2006/relationships/image" Target="../media/image120.png"/><Relationship Id="rId88" Type="http://schemas.openxmlformats.org/officeDocument/2006/relationships/customXml" Target="../ink/ink123.xml"/><Relationship Id="rId91" Type="http://schemas.openxmlformats.org/officeDocument/2006/relationships/image" Target="../media/image124.png"/><Relationship Id="rId96" Type="http://schemas.openxmlformats.org/officeDocument/2006/relationships/customXml" Target="../ink/ink1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2.xml"/><Relationship Id="rId15" Type="http://schemas.openxmlformats.org/officeDocument/2006/relationships/image" Target="../media/image86.png"/><Relationship Id="rId23" Type="http://schemas.openxmlformats.org/officeDocument/2006/relationships/image" Target="../media/image90.png"/><Relationship Id="rId28" Type="http://schemas.openxmlformats.org/officeDocument/2006/relationships/customXml" Target="../ink/ink93.xml"/><Relationship Id="rId36" Type="http://schemas.openxmlformats.org/officeDocument/2006/relationships/customXml" Target="../ink/ink97.xml"/><Relationship Id="rId49" Type="http://schemas.openxmlformats.org/officeDocument/2006/relationships/image" Target="../media/image103.png"/><Relationship Id="rId57" Type="http://schemas.openxmlformats.org/officeDocument/2006/relationships/image" Target="../media/image107.png"/><Relationship Id="rId10" Type="http://schemas.openxmlformats.org/officeDocument/2006/relationships/customXml" Target="../ink/ink84.xml"/><Relationship Id="rId31" Type="http://schemas.openxmlformats.org/officeDocument/2006/relationships/image" Target="../media/image94.png"/><Relationship Id="rId44" Type="http://schemas.openxmlformats.org/officeDocument/2006/relationships/customXml" Target="../ink/ink101.xml"/><Relationship Id="rId52" Type="http://schemas.openxmlformats.org/officeDocument/2006/relationships/customXml" Target="../ink/ink105.xml"/><Relationship Id="rId60" Type="http://schemas.openxmlformats.org/officeDocument/2006/relationships/customXml" Target="../ink/ink109.xml"/><Relationship Id="rId65" Type="http://schemas.openxmlformats.org/officeDocument/2006/relationships/image" Target="../media/image111.png"/><Relationship Id="rId73" Type="http://schemas.openxmlformats.org/officeDocument/2006/relationships/image" Target="../media/image115.png"/><Relationship Id="rId78" Type="http://schemas.openxmlformats.org/officeDocument/2006/relationships/customXml" Target="../ink/ink118.xml"/><Relationship Id="rId81" Type="http://schemas.openxmlformats.org/officeDocument/2006/relationships/image" Target="../media/image119.png"/><Relationship Id="rId86" Type="http://schemas.openxmlformats.org/officeDocument/2006/relationships/customXml" Target="../ink/ink122.xml"/><Relationship Id="rId94" Type="http://schemas.openxmlformats.org/officeDocument/2006/relationships/customXml" Target="../ink/ink126.xml"/><Relationship Id="rId99" Type="http://schemas.openxmlformats.org/officeDocument/2006/relationships/image" Target="../media/image128.png"/><Relationship Id="rId101" Type="http://schemas.openxmlformats.org/officeDocument/2006/relationships/image" Target="../media/image129.png"/><Relationship Id="rId4" Type="http://schemas.openxmlformats.org/officeDocument/2006/relationships/customXml" Target="../ink/ink81.xml"/><Relationship Id="rId9" Type="http://schemas.openxmlformats.org/officeDocument/2006/relationships/image" Target="../media/image83.png"/><Relationship Id="rId13" Type="http://schemas.openxmlformats.org/officeDocument/2006/relationships/image" Target="../media/image85.png"/><Relationship Id="rId18" Type="http://schemas.openxmlformats.org/officeDocument/2006/relationships/customXml" Target="../ink/ink88.xml"/><Relationship Id="rId39" Type="http://schemas.openxmlformats.org/officeDocument/2006/relationships/image" Target="../media/image98.png"/><Relationship Id="rId34" Type="http://schemas.openxmlformats.org/officeDocument/2006/relationships/customXml" Target="../ink/ink96.xml"/><Relationship Id="rId50" Type="http://schemas.openxmlformats.org/officeDocument/2006/relationships/customXml" Target="../ink/ink104.xml"/><Relationship Id="rId55" Type="http://schemas.openxmlformats.org/officeDocument/2006/relationships/image" Target="../media/image106.png"/><Relationship Id="rId76" Type="http://schemas.openxmlformats.org/officeDocument/2006/relationships/customXml" Target="../ink/ink117.xml"/><Relationship Id="rId97" Type="http://schemas.openxmlformats.org/officeDocument/2006/relationships/image" Target="../media/image127.png"/><Relationship Id="rId7" Type="http://schemas.openxmlformats.org/officeDocument/2006/relationships/image" Target="../media/image82.png"/><Relationship Id="rId71" Type="http://schemas.openxmlformats.org/officeDocument/2006/relationships/image" Target="../media/image114.png"/><Relationship Id="rId92" Type="http://schemas.openxmlformats.org/officeDocument/2006/relationships/customXml" Target="../ink/ink125.xml"/><Relationship Id="rId2" Type="http://schemas.openxmlformats.org/officeDocument/2006/relationships/customXml" Target="../ink/ink80.xml"/><Relationship Id="rId29" Type="http://schemas.openxmlformats.org/officeDocument/2006/relationships/image" Target="../media/image93.png"/><Relationship Id="rId24" Type="http://schemas.openxmlformats.org/officeDocument/2006/relationships/customXml" Target="../ink/ink91.xml"/><Relationship Id="rId40" Type="http://schemas.openxmlformats.org/officeDocument/2006/relationships/customXml" Target="../ink/ink99.xml"/><Relationship Id="rId45" Type="http://schemas.openxmlformats.org/officeDocument/2006/relationships/image" Target="../media/image101.png"/><Relationship Id="rId66" Type="http://schemas.openxmlformats.org/officeDocument/2006/relationships/customXml" Target="../ink/ink112.xml"/><Relationship Id="rId87" Type="http://schemas.openxmlformats.org/officeDocument/2006/relationships/image" Target="../media/image122.png"/><Relationship Id="rId61" Type="http://schemas.openxmlformats.org/officeDocument/2006/relationships/image" Target="../media/image109.png"/><Relationship Id="rId82" Type="http://schemas.openxmlformats.org/officeDocument/2006/relationships/customXml" Target="../ink/ink120.xml"/><Relationship Id="rId19" Type="http://schemas.openxmlformats.org/officeDocument/2006/relationships/image" Target="../media/image88.png"/><Relationship Id="rId14" Type="http://schemas.openxmlformats.org/officeDocument/2006/relationships/customXml" Target="../ink/ink86.xml"/><Relationship Id="rId30" Type="http://schemas.openxmlformats.org/officeDocument/2006/relationships/customXml" Target="../ink/ink94.xml"/><Relationship Id="rId35" Type="http://schemas.openxmlformats.org/officeDocument/2006/relationships/image" Target="../media/image96.png"/><Relationship Id="rId56" Type="http://schemas.openxmlformats.org/officeDocument/2006/relationships/customXml" Target="../ink/ink107.xml"/><Relationship Id="rId77" Type="http://schemas.openxmlformats.org/officeDocument/2006/relationships/image" Target="../media/image117.png"/><Relationship Id="rId100" Type="http://schemas.openxmlformats.org/officeDocument/2006/relationships/customXml" Target="../ink/ink129.xml"/><Relationship Id="rId8" Type="http://schemas.openxmlformats.org/officeDocument/2006/relationships/customXml" Target="../ink/ink83.xml"/><Relationship Id="rId51" Type="http://schemas.openxmlformats.org/officeDocument/2006/relationships/image" Target="../media/image104.png"/><Relationship Id="rId72" Type="http://schemas.openxmlformats.org/officeDocument/2006/relationships/customXml" Target="../ink/ink115.xml"/><Relationship Id="rId93" Type="http://schemas.openxmlformats.org/officeDocument/2006/relationships/image" Target="../media/image125.png"/><Relationship Id="rId98" Type="http://schemas.openxmlformats.org/officeDocument/2006/relationships/customXml" Target="../ink/ink128.xml"/><Relationship Id="rId3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8.png"/><Relationship Id="rId21" Type="http://schemas.openxmlformats.org/officeDocument/2006/relationships/image" Target="../media/image140.png"/><Relationship Id="rId42" Type="http://schemas.openxmlformats.org/officeDocument/2006/relationships/customXml" Target="../ink/ink151.xml"/><Relationship Id="rId63" Type="http://schemas.openxmlformats.org/officeDocument/2006/relationships/image" Target="../media/image161.png"/><Relationship Id="rId84" Type="http://schemas.openxmlformats.org/officeDocument/2006/relationships/customXml" Target="../ink/ink172.xml"/><Relationship Id="rId16" Type="http://schemas.openxmlformats.org/officeDocument/2006/relationships/customXml" Target="../ink/ink138.xml"/><Relationship Id="rId107" Type="http://schemas.openxmlformats.org/officeDocument/2006/relationships/image" Target="../media/image183.png"/><Relationship Id="rId11" Type="http://schemas.openxmlformats.org/officeDocument/2006/relationships/image" Target="../media/image135.png"/><Relationship Id="rId32" Type="http://schemas.openxmlformats.org/officeDocument/2006/relationships/customXml" Target="../ink/ink146.xml"/><Relationship Id="rId37" Type="http://schemas.openxmlformats.org/officeDocument/2006/relationships/image" Target="../media/image148.png"/><Relationship Id="rId53" Type="http://schemas.openxmlformats.org/officeDocument/2006/relationships/image" Target="../media/image156.png"/><Relationship Id="rId58" Type="http://schemas.openxmlformats.org/officeDocument/2006/relationships/customXml" Target="../ink/ink159.xml"/><Relationship Id="rId74" Type="http://schemas.openxmlformats.org/officeDocument/2006/relationships/customXml" Target="../ink/ink167.xml"/><Relationship Id="rId79" Type="http://schemas.openxmlformats.org/officeDocument/2006/relationships/image" Target="../media/image169.png"/><Relationship Id="rId102" Type="http://schemas.openxmlformats.org/officeDocument/2006/relationships/customXml" Target="../ink/ink181.xml"/><Relationship Id="rId123" Type="http://schemas.openxmlformats.org/officeDocument/2006/relationships/image" Target="../media/image191.png"/><Relationship Id="rId128" Type="http://schemas.openxmlformats.org/officeDocument/2006/relationships/customXml" Target="../ink/ink194.xml"/><Relationship Id="rId5" Type="http://schemas.openxmlformats.org/officeDocument/2006/relationships/image" Target="../media/image132.png"/><Relationship Id="rId90" Type="http://schemas.openxmlformats.org/officeDocument/2006/relationships/customXml" Target="../ink/ink175.xml"/><Relationship Id="rId95" Type="http://schemas.openxmlformats.org/officeDocument/2006/relationships/image" Target="../media/image177.png"/><Relationship Id="rId22" Type="http://schemas.openxmlformats.org/officeDocument/2006/relationships/customXml" Target="../ink/ink141.xml"/><Relationship Id="rId27" Type="http://schemas.openxmlformats.org/officeDocument/2006/relationships/image" Target="../media/image143.png"/><Relationship Id="rId43" Type="http://schemas.openxmlformats.org/officeDocument/2006/relationships/image" Target="../media/image151.png"/><Relationship Id="rId48" Type="http://schemas.openxmlformats.org/officeDocument/2006/relationships/customXml" Target="../ink/ink154.xml"/><Relationship Id="rId64" Type="http://schemas.openxmlformats.org/officeDocument/2006/relationships/customXml" Target="../ink/ink162.xml"/><Relationship Id="rId69" Type="http://schemas.openxmlformats.org/officeDocument/2006/relationships/image" Target="../media/image164.png"/><Relationship Id="rId113" Type="http://schemas.openxmlformats.org/officeDocument/2006/relationships/image" Target="../media/image186.png"/><Relationship Id="rId118" Type="http://schemas.openxmlformats.org/officeDocument/2006/relationships/customXml" Target="../ink/ink189.xml"/><Relationship Id="rId134" Type="http://schemas.openxmlformats.org/officeDocument/2006/relationships/customXml" Target="../ink/ink197.xml"/><Relationship Id="rId80" Type="http://schemas.openxmlformats.org/officeDocument/2006/relationships/customXml" Target="../ink/ink170.xml"/><Relationship Id="rId85" Type="http://schemas.openxmlformats.org/officeDocument/2006/relationships/image" Target="../media/image172.png"/><Relationship Id="rId12" Type="http://schemas.openxmlformats.org/officeDocument/2006/relationships/customXml" Target="../ink/ink136.xml"/><Relationship Id="rId17" Type="http://schemas.openxmlformats.org/officeDocument/2006/relationships/image" Target="../media/image138.png"/><Relationship Id="rId33" Type="http://schemas.openxmlformats.org/officeDocument/2006/relationships/image" Target="../media/image146.png"/><Relationship Id="rId38" Type="http://schemas.openxmlformats.org/officeDocument/2006/relationships/customXml" Target="../ink/ink149.xml"/><Relationship Id="rId59" Type="http://schemas.openxmlformats.org/officeDocument/2006/relationships/image" Target="../media/image159.png"/><Relationship Id="rId103" Type="http://schemas.openxmlformats.org/officeDocument/2006/relationships/image" Target="../media/image181.png"/><Relationship Id="rId108" Type="http://schemas.openxmlformats.org/officeDocument/2006/relationships/customXml" Target="../ink/ink184.xml"/><Relationship Id="rId124" Type="http://schemas.openxmlformats.org/officeDocument/2006/relationships/customXml" Target="../ink/ink192.xml"/><Relationship Id="rId129" Type="http://schemas.openxmlformats.org/officeDocument/2006/relationships/image" Target="../media/image194.png"/><Relationship Id="rId54" Type="http://schemas.openxmlformats.org/officeDocument/2006/relationships/customXml" Target="../ink/ink157.xml"/><Relationship Id="rId70" Type="http://schemas.openxmlformats.org/officeDocument/2006/relationships/customXml" Target="../ink/ink165.xml"/><Relationship Id="rId75" Type="http://schemas.openxmlformats.org/officeDocument/2006/relationships/image" Target="../media/image167.png"/><Relationship Id="rId91" Type="http://schemas.openxmlformats.org/officeDocument/2006/relationships/image" Target="../media/image175.png"/><Relationship Id="rId96" Type="http://schemas.openxmlformats.org/officeDocument/2006/relationships/customXml" Target="../ink/ink17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3.xml"/><Relationship Id="rId23" Type="http://schemas.openxmlformats.org/officeDocument/2006/relationships/image" Target="../media/image141.png"/><Relationship Id="rId28" Type="http://schemas.openxmlformats.org/officeDocument/2006/relationships/customXml" Target="../ink/ink144.xml"/><Relationship Id="rId49" Type="http://schemas.openxmlformats.org/officeDocument/2006/relationships/image" Target="../media/image154.png"/><Relationship Id="rId114" Type="http://schemas.openxmlformats.org/officeDocument/2006/relationships/customXml" Target="../ink/ink187.xml"/><Relationship Id="rId119" Type="http://schemas.openxmlformats.org/officeDocument/2006/relationships/image" Target="../media/image189.png"/><Relationship Id="rId44" Type="http://schemas.openxmlformats.org/officeDocument/2006/relationships/customXml" Target="../ink/ink152.xml"/><Relationship Id="rId60" Type="http://schemas.openxmlformats.org/officeDocument/2006/relationships/customXml" Target="../ink/ink160.xml"/><Relationship Id="rId65" Type="http://schemas.openxmlformats.org/officeDocument/2006/relationships/image" Target="../media/image162.png"/><Relationship Id="rId81" Type="http://schemas.openxmlformats.org/officeDocument/2006/relationships/image" Target="../media/image170.png"/><Relationship Id="rId86" Type="http://schemas.openxmlformats.org/officeDocument/2006/relationships/customXml" Target="../ink/ink173.xml"/><Relationship Id="rId130" Type="http://schemas.openxmlformats.org/officeDocument/2006/relationships/customXml" Target="../ink/ink195.xml"/><Relationship Id="rId135" Type="http://schemas.openxmlformats.org/officeDocument/2006/relationships/image" Target="../media/image197.png"/><Relationship Id="rId13" Type="http://schemas.openxmlformats.org/officeDocument/2006/relationships/image" Target="../media/image136.png"/><Relationship Id="rId18" Type="http://schemas.openxmlformats.org/officeDocument/2006/relationships/customXml" Target="../ink/ink139.xml"/><Relationship Id="rId39" Type="http://schemas.openxmlformats.org/officeDocument/2006/relationships/image" Target="../media/image149.png"/><Relationship Id="rId109" Type="http://schemas.openxmlformats.org/officeDocument/2006/relationships/image" Target="../media/image184.png"/><Relationship Id="rId34" Type="http://schemas.openxmlformats.org/officeDocument/2006/relationships/customXml" Target="../ink/ink147.xml"/><Relationship Id="rId50" Type="http://schemas.openxmlformats.org/officeDocument/2006/relationships/customXml" Target="../ink/ink155.xml"/><Relationship Id="rId55" Type="http://schemas.openxmlformats.org/officeDocument/2006/relationships/image" Target="../media/image157.png"/><Relationship Id="rId76" Type="http://schemas.openxmlformats.org/officeDocument/2006/relationships/customXml" Target="../ink/ink168.xml"/><Relationship Id="rId97" Type="http://schemas.openxmlformats.org/officeDocument/2006/relationships/image" Target="../media/image178.png"/><Relationship Id="rId104" Type="http://schemas.openxmlformats.org/officeDocument/2006/relationships/customXml" Target="../ink/ink182.xml"/><Relationship Id="rId120" Type="http://schemas.openxmlformats.org/officeDocument/2006/relationships/customXml" Target="../ink/ink190.xml"/><Relationship Id="rId125" Type="http://schemas.openxmlformats.org/officeDocument/2006/relationships/image" Target="../media/image192.png"/><Relationship Id="rId7" Type="http://schemas.openxmlformats.org/officeDocument/2006/relationships/image" Target="../media/image133.png"/><Relationship Id="rId71" Type="http://schemas.openxmlformats.org/officeDocument/2006/relationships/image" Target="../media/image165.png"/><Relationship Id="rId92" Type="http://schemas.openxmlformats.org/officeDocument/2006/relationships/customXml" Target="../ink/ink176.xml"/><Relationship Id="rId2" Type="http://schemas.openxmlformats.org/officeDocument/2006/relationships/customXml" Target="../ink/ink131.xml"/><Relationship Id="rId29" Type="http://schemas.openxmlformats.org/officeDocument/2006/relationships/image" Target="../media/image144.png"/><Relationship Id="rId24" Type="http://schemas.openxmlformats.org/officeDocument/2006/relationships/customXml" Target="../ink/ink142.xml"/><Relationship Id="rId40" Type="http://schemas.openxmlformats.org/officeDocument/2006/relationships/customXml" Target="../ink/ink150.xml"/><Relationship Id="rId45" Type="http://schemas.openxmlformats.org/officeDocument/2006/relationships/image" Target="../media/image152.png"/><Relationship Id="rId66" Type="http://schemas.openxmlformats.org/officeDocument/2006/relationships/customXml" Target="../ink/ink163.xml"/><Relationship Id="rId87" Type="http://schemas.openxmlformats.org/officeDocument/2006/relationships/image" Target="../media/image173.png"/><Relationship Id="rId110" Type="http://schemas.openxmlformats.org/officeDocument/2006/relationships/customXml" Target="../ink/ink185.xml"/><Relationship Id="rId115" Type="http://schemas.openxmlformats.org/officeDocument/2006/relationships/image" Target="../media/image187.png"/><Relationship Id="rId131" Type="http://schemas.openxmlformats.org/officeDocument/2006/relationships/image" Target="../media/image195.png"/><Relationship Id="rId61" Type="http://schemas.openxmlformats.org/officeDocument/2006/relationships/image" Target="../media/image160.png"/><Relationship Id="rId82" Type="http://schemas.openxmlformats.org/officeDocument/2006/relationships/customXml" Target="../ink/ink171.xml"/><Relationship Id="rId19" Type="http://schemas.openxmlformats.org/officeDocument/2006/relationships/image" Target="../media/image139.png"/><Relationship Id="rId14" Type="http://schemas.openxmlformats.org/officeDocument/2006/relationships/customXml" Target="../ink/ink137.xml"/><Relationship Id="rId30" Type="http://schemas.openxmlformats.org/officeDocument/2006/relationships/customXml" Target="../ink/ink145.xml"/><Relationship Id="rId35" Type="http://schemas.openxmlformats.org/officeDocument/2006/relationships/image" Target="../media/image147.png"/><Relationship Id="rId56" Type="http://schemas.openxmlformats.org/officeDocument/2006/relationships/customXml" Target="../ink/ink158.xml"/><Relationship Id="rId77" Type="http://schemas.openxmlformats.org/officeDocument/2006/relationships/image" Target="../media/image168.png"/><Relationship Id="rId100" Type="http://schemas.openxmlformats.org/officeDocument/2006/relationships/customXml" Target="../ink/ink180.xml"/><Relationship Id="rId105" Type="http://schemas.openxmlformats.org/officeDocument/2006/relationships/image" Target="../media/image182.png"/><Relationship Id="rId126" Type="http://schemas.openxmlformats.org/officeDocument/2006/relationships/customXml" Target="../ink/ink193.xml"/><Relationship Id="rId8" Type="http://schemas.openxmlformats.org/officeDocument/2006/relationships/customXml" Target="../ink/ink134.xml"/><Relationship Id="rId51" Type="http://schemas.openxmlformats.org/officeDocument/2006/relationships/image" Target="../media/image155.png"/><Relationship Id="rId72" Type="http://schemas.openxmlformats.org/officeDocument/2006/relationships/customXml" Target="../ink/ink166.xml"/><Relationship Id="rId93" Type="http://schemas.openxmlformats.org/officeDocument/2006/relationships/image" Target="../media/image176.png"/><Relationship Id="rId98" Type="http://schemas.openxmlformats.org/officeDocument/2006/relationships/customXml" Target="../ink/ink179.xml"/><Relationship Id="rId121" Type="http://schemas.openxmlformats.org/officeDocument/2006/relationships/image" Target="../media/image190.png"/><Relationship Id="rId3" Type="http://schemas.openxmlformats.org/officeDocument/2006/relationships/image" Target="../media/image131.png"/><Relationship Id="rId25" Type="http://schemas.openxmlformats.org/officeDocument/2006/relationships/image" Target="../media/image142.png"/><Relationship Id="rId46" Type="http://schemas.openxmlformats.org/officeDocument/2006/relationships/customXml" Target="../ink/ink153.xml"/><Relationship Id="rId67" Type="http://schemas.openxmlformats.org/officeDocument/2006/relationships/image" Target="../media/image163.png"/><Relationship Id="rId116" Type="http://schemas.openxmlformats.org/officeDocument/2006/relationships/customXml" Target="../ink/ink188.xml"/><Relationship Id="rId20" Type="http://schemas.openxmlformats.org/officeDocument/2006/relationships/customXml" Target="../ink/ink140.xml"/><Relationship Id="rId41" Type="http://schemas.openxmlformats.org/officeDocument/2006/relationships/image" Target="../media/image150.png"/><Relationship Id="rId62" Type="http://schemas.openxmlformats.org/officeDocument/2006/relationships/customXml" Target="../ink/ink161.xml"/><Relationship Id="rId83" Type="http://schemas.openxmlformats.org/officeDocument/2006/relationships/image" Target="../media/image171.png"/><Relationship Id="rId88" Type="http://schemas.openxmlformats.org/officeDocument/2006/relationships/customXml" Target="../ink/ink174.xml"/><Relationship Id="rId111" Type="http://schemas.openxmlformats.org/officeDocument/2006/relationships/image" Target="../media/image185.png"/><Relationship Id="rId132" Type="http://schemas.openxmlformats.org/officeDocument/2006/relationships/customXml" Target="../ink/ink196.xml"/><Relationship Id="rId15" Type="http://schemas.openxmlformats.org/officeDocument/2006/relationships/image" Target="../media/image137.png"/><Relationship Id="rId36" Type="http://schemas.openxmlformats.org/officeDocument/2006/relationships/customXml" Target="../ink/ink148.xml"/><Relationship Id="rId57" Type="http://schemas.openxmlformats.org/officeDocument/2006/relationships/image" Target="../media/image158.png"/><Relationship Id="rId106" Type="http://schemas.openxmlformats.org/officeDocument/2006/relationships/customXml" Target="../ink/ink183.xml"/><Relationship Id="rId127" Type="http://schemas.openxmlformats.org/officeDocument/2006/relationships/image" Target="../media/image193.png"/><Relationship Id="rId10" Type="http://schemas.openxmlformats.org/officeDocument/2006/relationships/customXml" Target="../ink/ink135.xml"/><Relationship Id="rId31" Type="http://schemas.openxmlformats.org/officeDocument/2006/relationships/image" Target="../media/image145.png"/><Relationship Id="rId52" Type="http://schemas.openxmlformats.org/officeDocument/2006/relationships/customXml" Target="../ink/ink156.xml"/><Relationship Id="rId73" Type="http://schemas.openxmlformats.org/officeDocument/2006/relationships/image" Target="../media/image166.png"/><Relationship Id="rId78" Type="http://schemas.openxmlformats.org/officeDocument/2006/relationships/customXml" Target="../ink/ink169.xml"/><Relationship Id="rId94" Type="http://schemas.openxmlformats.org/officeDocument/2006/relationships/customXml" Target="../ink/ink177.xml"/><Relationship Id="rId99" Type="http://schemas.openxmlformats.org/officeDocument/2006/relationships/image" Target="../media/image179.png"/><Relationship Id="rId101" Type="http://schemas.openxmlformats.org/officeDocument/2006/relationships/image" Target="../media/image180.png"/><Relationship Id="rId122" Type="http://schemas.openxmlformats.org/officeDocument/2006/relationships/customXml" Target="../ink/ink191.xml"/><Relationship Id="rId4" Type="http://schemas.openxmlformats.org/officeDocument/2006/relationships/customXml" Target="../ink/ink132.xml"/><Relationship Id="rId9" Type="http://schemas.openxmlformats.org/officeDocument/2006/relationships/image" Target="../media/image134.png"/><Relationship Id="rId26" Type="http://schemas.openxmlformats.org/officeDocument/2006/relationships/customXml" Target="../ink/ink143.xml"/><Relationship Id="rId47" Type="http://schemas.openxmlformats.org/officeDocument/2006/relationships/image" Target="../media/image153.png"/><Relationship Id="rId68" Type="http://schemas.openxmlformats.org/officeDocument/2006/relationships/customXml" Target="../ink/ink164.xml"/><Relationship Id="rId89" Type="http://schemas.openxmlformats.org/officeDocument/2006/relationships/image" Target="../media/image174.png"/><Relationship Id="rId112" Type="http://schemas.openxmlformats.org/officeDocument/2006/relationships/customXml" Target="../ink/ink186.xml"/><Relationship Id="rId133" Type="http://schemas.openxmlformats.org/officeDocument/2006/relationships/image" Target="../media/image196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10.xml"/><Relationship Id="rId21" Type="http://schemas.openxmlformats.org/officeDocument/2006/relationships/image" Target="../media/image207.png"/><Relationship Id="rId42" Type="http://schemas.openxmlformats.org/officeDocument/2006/relationships/customXml" Target="../ink/ink218.xml"/><Relationship Id="rId47" Type="http://schemas.openxmlformats.org/officeDocument/2006/relationships/image" Target="../media/image220.png"/><Relationship Id="rId63" Type="http://schemas.openxmlformats.org/officeDocument/2006/relationships/image" Target="../media/image228.png"/><Relationship Id="rId68" Type="http://schemas.openxmlformats.org/officeDocument/2006/relationships/customXml" Target="../ink/ink231.xml"/><Relationship Id="rId84" Type="http://schemas.openxmlformats.org/officeDocument/2006/relationships/customXml" Target="../ink/ink239.xml"/><Relationship Id="rId89" Type="http://schemas.openxmlformats.org/officeDocument/2006/relationships/image" Target="../media/image241.png"/><Relationship Id="rId16" Type="http://schemas.openxmlformats.org/officeDocument/2006/relationships/customXml" Target="../ink/ink205.xml"/><Relationship Id="rId107" Type="http://schemas.openxmlformats.org/officeDocument/2006/relationships/image" Target="../media/image250.png"/><Relationship Id="rId11" Type="http://schemas.openxmlformats.org/officeDocument/2006/relationships/image" Target="../media/image202.png"/><Relationship Id="rId32" Type="http://schemas.openxmlformats.org/officeDocument/2006/relationships/customXml" Target="../ink/ink213.xml"/><Relationship Id="rId37" Type="http://schemas.openxmlformats.org/officeDocument/2006/relationships/image" Target="../media/image215.png"/><Relationship Id="rId53" Type="http://schemas.openxmlformats.org/officeDocument/2006/relationships/image" Target="../media/image223.png"/><Relationship Id="rId58" Type="http://schemas.openxmlformats.org/officeDocument/2006/relationships/customXml" Target="../ink/ink226.xml"/><Relationship Id="rId74" Type="http://schemas.openxmlformats.org/officeDocument/2006/relationships/customXml" Target="../ink/ink234.xml"/><Relationship Id="rId79" Type="http://schemas.openxmlformats.org/officeDocument/2006/relationships/image" Target="../media/image236.png"/><Relationship Id="rId102" Type="http://schemas.openxmlformats.org/officeDocument/2006/relationships/customXml" Target="../ink/ink248.xml"/><Relationship Id="rId5" Type="http://schemas.openxmlformats.org/officeDocument/2006/relationships/image" Target="../media/image199.png"/><Relationship Id="rId90" Type="http://schemas.openxmlformats.org/officeDocument/2006/relationships/customXml" Target="../ink/ink242.xml"/><Relationship Id="rId95" Type="http://schemas.openxmlformats.org/officeDocument/2006/relationships/image" Target="../media/image244.png"/><Relationship Id="rId22" Type="http://schemas.openxmlformats.org/officeDocument/2006/relationships/customXml" Target="../ink/ink208.xml"/><Relationship Id="rId27" Type="http://schemas.openxmlformats.org/officeDocument/2006/relationships/image" Target="../media/image210.png"/><Relationship Id="rId43" Type="http://schemas.openxmlformats.org/officeDocument/2006/relationships/image" Target="../media/image218.png"/><Relationship Id="rId48" Type="http://schemas.openxmlformats.org/officeDocument/2006/relationships/customXml" Target="../ink/ink221.xml"/><Relationship Id="rId64" Type="http://schemas.openxmlformats.org/officeDocument/2006/relationships/customXml" Target="../ink/ink229.xml"/><Relationship Id="rId69" Type="http://schemas.openxmlformats.org/officeDocument/2006/relationships/image" Target="../media/image231.png"/><Relationship Id="rId80" Type="http://schemas.openxmlformats.org/officeDocument/2006/relationships/customXml" Target="../ink/ink237.xml"/><Relationship Id="rId85" Type="http://schemas.openxmlformats.org/officeDocument/2006/relationships/image" Target="../media/image239.png"/><Relationship Id="rId12" Type="http://schemas.openxmlformats.org/officeDocument/2006/relationships/customXml" Target="../ink/ink203.xml"/><Relationship Id="rId17" Type="http://schemas.openxmlformats.org/officeDocument/2006/relationships/image" Target="../media/image205.png"/><Relationship Id="rId33" Type="http://schemas.openxmlformats.org/officeDocument/2006/relationships/image" Target="../media/image213.png"/><Relationship Id="rId38" Type="http://schemas.openxmlformats.org/officeDocument/2006/relationships/customXml" Target="../ink/ink216.xml"/><Relationship Id="rId59" Type="http://schemas.openxmlformats.org/officeDocument/2006/relationships/image" Target="../media/image226.png"/><Relationship Id="rId103" Type="http://schemas.openxmlformats.org/officeDocument/2006/relationships/image" Target="../media/image248.png"/><Relationship Id="rId108" Type="http://schemas.openxmlformats.org/officeDocument/2006/relationships/customXml" Target="../ink/ink251.xml"/><Relationship Id="rId54" Type="http://schemas.openxmlformats.org/officeDocument/2006/relationships/customXml" Target="../ink/ink224.xml"/><Relationship Id="rId70" Type="http://schemas.openxmlformats.org/officeDocument/2006/relationships/customXml" Target="../ink/ink232.xml"/><Relationship Id="rId75" Type="http://schemas.openxmlformats.org/officeDocument/2006/relationships/image" Target="../media/image234.png"/><Relationship Id="rId91" Type="http://schemas.openxmlformats.org/officeDocument/2006/relationships/image" Target="../media/image242.png"/><Relationship Id="rId96" Type="http://schemas.openxmlformats.org/officeDocument/2006/relationships/customXml" Target="../ink/ink24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0.xml"/><Relationship Id="rId15" Type="http://schemas.openxmlformats.org/officeDocument/2006/relationships/image" Target="../media/image204.png"/><Relationship Id="rId23" Type="http://schemas.openxmlformats.org/officeDocument/2006/relationships/image" Target="../media/image208.png"/><Relationship Id="rId28" Type="http://schemas.openxmlformats.org/officeDocument/2006/relationships/customXml" Target="../ink/ink211.xml"/><Relationship Id="rId36" Type="http://schemas.openxmlformats.org/officeDocument/2006/relationships/customXml" Target="../ink/ink215.xml"/><Relationship Id="rId49" Type="http://schemas.openxmlformats.org/officeDocument/2006/relationships/image" Target="../media/image221.png"/><Relationship Id="rId57" Type="http://schemas.openxmlformats.org/officeDocument/2006/relationships/image" Target="../media/image225.png"/><Relationship Id="rId106" Type="http://schemas.openxmlformats.org/officeDocument/2006/relationships/customXml" Target="../ink/ink250.xml"/><Relationship Id="rId10" Type="http://schemas.openxmlformats.org/officeDocument/2006/relationships/customXml" Target="../ink/ink202.xml"/><Relationship Id="rId31" Type="http://schemas.openxmlformats.org/officeDocument/2006/relationships/image" Target="../media/image212.png"/><Relationship Id="rId44" Type="http://schemas.openxmlformats.org/officeDocument/2006/relationships/customXml" Target="../ink/ink219.xml"/><Relationship Id="rId52" Type="http://schemas.openxmlformats.org/officeDocument/2006/relationships/customXml" Target="../ink/ink223.xml"/><Relationship Id="rId60" Type="http://schemas.openxmlformats.org/officeDocument/2006/relationships/customXml" Target="../ink/ink227.xml"/><Relationship Id="rId65" Type="http://schemas.openxmlformats.org/officeDocument/2006/relationships/image" Target="../media/image229.png"/><Relationship Id="rId73" Type="http://schemas.openxmlformats.org/officeDocument/2006/relationships/image" Target="../media/image233.png"/><Relationship Id="rId78" Type="http://schemas.openxmlformats.org/officeDocument/2006/relationships/customXml" Target="../ink/ink236.xml"/><Relationship Id="rId81" Type="http://schemas.openxmlformats.org/officeDocument/2006/relationships/image" Target="../media/image237.png"/><Relationship Id="rId86" Type="http://schemas.openxmlformats.org/officeDocument/2006/relationships/customXml" Target="../ink/ink240.xml"/><Relationship Id="rId94" Type="http://schemas.openxmlformats.org/officeDocument/2006/relationships/customXml" Target="../ink/ink244.xml"/><Relationship Id="rId99" Type="http://schemas.openxmlformats.org/officeDocument/2006/relationships/image" Target="../media/image246.png"/><Relationship Id="rId101" Type="http://schemas.openxmlformats.org/officeDocument/2006/relationships/image" Target="../media/image247.png"/><Relationship Id="rId4" Type="http://schemas.openxmlformats.org/officeDocument/2006/relationships/customXml" Target="../ink/ink199.xml"/><Relationship Id="rId9" Type="http://schemas.openxmlformats.org/officeDocument/2006/relationships/image" Target="../media/image201.png"/><Relationship Id="rId13" Type="http://schemas.openxmlformats.org/officeDocument/2006/relationships/image" Target="../media/image203.png"/><Relationship Id="rId18" Type="http://schemas.openxmlformats.org/officeDocument/2006/relationships/customXml" Target="../ink/ink206.xml"/><Relationship Id="rId39" Type="http://schemas.openxmlformats.org/officeDocument/2006/relationships/image" Target="../media/image216.png"/><Relationship Id="rId109" Type="http://schemas.openxmlformats.org/officeDocument/2006/relationships/image" Target="../media/image251.png"/><Relationship Id="rId34" Type="http://schemas.openxmlformats.org/officeDocument/2006/relationships/customXml" Target="../ink/ink214.xml"/><Relationship Id="rId50" Type="http://schemas.openxmlformats.org/officeDocument/2006/relationships/customXml" Target="../ink/ink222.xml"/><Relationship Id="rId55" Type="http://schemas.openxmlformats.org/officeDocument/2006/relationships/image" Target="../media/image224.png"/><Relationship Id="rId76" Type="http://schemas.openxmlformats.org/officeDocument/2006/relationships/customXml" Target="../ink/ink235.xml"/><Relationship Id="rId97" Type="http://schemas.openxmlformats.org/officeDocument/2006/relationships/image" Target="../media/image245.png"/><Relationship Id="rId104" Type="http://schemas.openxmlformats.org/officeDocument/2006/relationships/customXml" Target="../ink/ink249.xml"/><Relationship Id="rId7" Type="http://schemas.openxmlformats.org/officeDocument/2006/relationships/image" Target="../media/image200.png"/><Relationship Id="rId71" Type="http://schemas.openxmlformats.org/officeDocument/2006/relationships/image" Target="../media/image232.png"/><Relationship Id="rId92" Type="http://schemas.openxmlformats.org/officeDocument/2006/relationships/customXml" Target="../ink/ink243.xml"/><Relationship Id="rId2" Type="http://schemas.openxmlformats.org/officeDocument/2006/relationships/customXml" Target="../ink/ink198.xml"/><Relationship Id="rId29" Type="http://schemas.openxmlformats.org/officeDocument/2006/relationships/image" Target="../media/image211.png"/><Relationship Id="rId24" Type="http://schemas.openxmlformats.org/officeDocument/2006/relationships/customXml" Target="../ink/ink209.xml"/><Relationship Id="rId40" Type="http://schemas.openxmlformats.org/officeDocument/2006/relationships/customXml" Target="../ink/ink217.xml"/><Relationship Id="rId45" Type="http://schemas.openxmlformats.org/officeDocument/2006/relationships/image" Target="../media/image219.png"/><Relationship Id="rId66" Type="http://schemas.openxmlformats.org/officeDocument/2006/relationships/customXml" Target="../ink/ink230.xml"/><Relationship Id="rId87" Type="http://schemas.openxmlformats.org/officeDocument/2006/relationships/image" Target="../media/image240.png"/><Relationship Id="rId61" Type="http://schemas.openxmlformats.org/officeDocument/2006/relationships/image" Target="../media/image227.png"/><Relationship Id="rId82" Type="http://schemas.openxmlformats.org/officeDocument/2006/relationships/customXml" Target="../ink/ink238.xml"/><Relationship Id="rId19" Type="http://schemas.openxmlformats.org/officeDocument/2006/relationships/image" Target="../media/image206.png"/><Relationship Id="rId14" Type="http://schemas.openxmlformats.org/officeDocument/2006/relationships/customXml" Target="../ink/ink204.xml"/><Relationship Id="rId30" Type="http://schemas.openxmlformats.org/officeDocument/2006/relationships/customXml" Target="../ink/ink212.xml"/><Relationship Id="rId35" Type="http://schemas.openxmlformats.org/officeDocument/2006/relationships/image" Target="../media/image214.png"/><Relationship Id="rId56" Type="http://schemas.openxmlformats.org/officeDocument/2006/relationships/customXml" Target="../ink/ink225.xml"/><Relationship Id="rId77" Type="http://schemas.openxmlformats.org/officeDocument/2006/relationships/image" Target="../media/image235.png"/><Relationship Id="rId100" Type="http://schemas.openxmlformats.org/officeDocument/2006/relationships/customXml" Target="../ink/ink247.xml"/><Relationship Id="rId105" Type="http://schemas.openxmlformats.org/officeDocument/2006/relationships/image" Target="../media/image249.png"/><Relationship Id="rId8" Type="http://schemas.openxmlformats.org/officeDocument/2006/relationships/customXml" Target="../ink/ink201.xml"/><Relationship Id="rId51" Type="http://schemas.openxmlformats.org/officeDocument/2006/relationships/image" Target="../media/image222.png"/><Relationship Id="rId72" Type="http://schemas.openxmlformats.org/officeDocument/2006/relationships/customXml" Target="../ink/ink233.xml"/><Relationship Id="rId93" Type="http://schemas.openxmlformats.org/officeDocument/2006/relationships/image" Target="../media/image243.png"/><Relationship Id="rId98" Type="http://schemas.openxmlformats.org/officeDocument/2006/relationships/customXml" Target="../ink/ink246.xml"/><Relationship Id="rId3" Type="http://schemas.openxmlformats.org/officeDocument/2006/relationships/image" Target="../media/image198.png"/><Relationship Id="rId25" Type="http://schemas.openxmlformats.org/officeDocument/2006/relationships/image" Target="../media/image209.png"/><Relationship Id="rId46" Type="http://schemas.openxmlformats.org/officeDocument/2006/relationships/customXml" Target="../ink/ink220.xml"/><Relationship Id="rId67" Type="http://schemas.openxmlformats.org/officeDocument/2006/relationships/image" Target="../media/image230.png"/><Relationship Id="rId20" Type="http://schemas.openxmlformats.org/officeDocument/2006/relationships/customXml" Target="../ink/ink207.xml"/><Relationship Id="rId41" Type="http://schemas.openxmlformats.org/officeDocument/2006/relationships/image" Target="../media/image217.png"/><Relationship Id="rId62" Type="http://schemas.openxmlformats.org/officeDocument/2006/relationships/customXml" Target="../ink/ink228.xml"/><Relationship Id="rId83" Type="http://schemas.openxmlformats.org/officeDocument/2006/relationships/image" Target="../media/image238.png"/><Relationship Id="rId88" Type="http://schemas.openxmlformats.org/officeDocument/2006/relationships/customXml" Target="../ink/ink241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7.png"/><Relationship Id="rId18" Type="http://schemas.openxmlformats.org/officeDocument/2006/relationships/customXml" Target="../ink/ink260.xml"/><Relationship Id="rId26" Type="http://schemas.openxmlformats.org/officeDocument/2006/relationships/customXml" Target="../ink/ink264.xml"/><Relationship Id="rId39" Type="http://schemas.openxmlformats.org/officeDocument/2006/relationships/image" Target="../media/image270.png"/><Relationship Id="rId21" Type="http://schemas.openxmlformats.org/officeDocument/2006/relationships/image" Target="../media/image261.png"/><Relationship Id="rId34" Type="http://schemas.openxmlformats.org/officeDocument/2006/relationships/customXml" Target="../ink/ink268.xml"/><Relationship Id="rId7" Type="http://schemas.openxmlformats.org/officeDocument/2006/relationships/image" Target="../media/image254.png"/><Relationship Id="rId2" Type="http://schemas.openxmlformats.org/officeDocument/2006/relationships/customXml" Target="../ink/ink252.xml"/><Relationship Id="rId16" Type="http://schemas.openxmlformats.org/officeDocument/2006/relationships/customXml" Target="../ink/ink259.xml"/><Relationship Id="rId20" Type="http://schemas.openxmlformats.org/officeDocument/2006/relationships/customXml" Target="../ink/ink261.xml"/><Relationship Id="rId29" Type="http://schemas.openxmlformats.org/officeDocument/2006/relationships/image" Target="../media/image265.png"/><Relationship Id="rId41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4.xml"/><Relationship Id="rId11" Type="http://schemas.openxmlformats.org/officeDocument/2006/relationships/image" Target="../media/image256.png"/><Relationship Id="rId24" Type="http://schemas.openxmlformats.org/officeDocument/2006/relationships/customXml" Target="../ink/ink263.xml"/><Relationship Id="rId32" Type="http://schemas.openxmlformats.org/officeDocument/2006/relationships/customXml" Target="../ink/ink267.xml"/><Relationship Id="rId37" Type="http://schemas.openxmlformats.org/officeDocument/2006/relationships/image" Target="../media/image269.png"/><Relationship Id="rId40" Type="http://schemas.openxmlformats.org/officeDocument/2006/relationships/customXml" Target="../ink/ink271.xml"/><Relationship Id="rId5" Type="http://schemas.openxmlformats.org/officeDocument/2006/relationships/image" Target="../media/image253.png"/><Relationship Id="rId15" Type="http://schemas.openxmlformats.org/officeDocument/2006/relationships/image" Target="../media/image258.png"/><Relationship Id="rId23" Type="http://schemas.openxmlformats.org/officeDocument/2006/relationships/image" Target="../media/image262.png"/><Relationship Id="rId28" Type="http://schemas.openxmlformats.org/officeDocument/2006/relationships/customXml" Target="../ink/ink265.xml"/><Relationship Id="rId36" Type="http://schemas.openxmlformats.org/officeDocument/2006/relationships/customXml" Target="../ink/ink269.xml"/><Relationship Id="rId10" Type="http://schemas.openxmlformats.org/officeDocument/2006/relationships/customXml" Target="../ink/ink256.xml"/><Relationship Id="rId19" Type="http://schemas.openxmlformats.org/officeDocument/2006/relationships/image" Target="../media/image260.png"/><Relationship Id="rId31" Type="http://schemas.openxmlformats.org/officeDocument/2006/relationships/image" Target="../media/image266.png"/><Relationship Id="rId4" Type="http://schemas.openxmlformats.org/officeDocument/2006/relationships/customXml" Target="../ink/ink253.xml"/><Relationship Id="rId9" Type="http://schemas.openxmlformats.org/officeDocument/2006/relationships/image" Target="../media/image255.png"/><Relationship Id="rId14" Type="http://schemas.openxmlformats.org/officeDocument/2006/relationships/customXml" Target="../ink/ink258.xml"/><Relationship Id="rId22" Type="http://schemas.openxmlformats.org/officeDocument/2006/relationships/customXml" Target="../ink/ink262.xml"/><Relationship Id="rId27" Type="http://schemas.openxmlformats.org/officeDocument/2006/relationships/image" Target="../media/image264.png"/><Relationship Id="rId30" Type="http://schemas.openxmlformats.org/officeDocument/2006/relationships/customXml" Target="../ink/ink266.xml"/><Relationship Id="rId35" Type="http://schemas.openxmlformats.org/officeDocument/2006/relationships/image" Target="../media/image268.png"/><Relationship Id="rId8" Type="http://schemas.openxmlformats.org/officeDocument/2006/relationships/customXml" Target="../ink/ink255.xml"/><Relationship Id="rId3" Type="http://schemas.openxmlformats.org/officeDocument/2006/relationships/image" Target="../media/image252.png"/><Relationship Id="rId12" Type="http://schemas.openxmlformats.org/officeDocument/2006/relationships/customXml" Target="../ink/ink257.xml"/><Relationship Id="rId17" Type="http://schemas.openxmlformats.org/officeDocument/2006/relationships/image" Target="../media/image259.png"/><Relationship Id="rId25" Type="http://schemas.openxmlformats.org/officeDocument/2006/relationships/image" Target="../media/image263.png"/><Relationship Id="rId33" Type="http://schemas.openxmlformats.org/officeDocument/2006/relationships/image" Target="../media/image267.png"/><Relationship Id="rId38" Type="http://schemas.openxmlformats.org/officeDocument/2006/relationships/customXml" Target="../ink/ink270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84.xml"/><Relationship Id="rId21" Type="http://schemas.openxmlformats.org/officeDocument/2006/relationships/image" Target="../media/image281.png"/><Relationship Id="rId42" Type="http://schemas.openxmlformats.org/officeDocument/2006/relationships/customXml" Target="../ink/ink292.xml"/><Relationship Id="rId47" Type="http://schemas.openxmlformats.org/officeDocument/2006/relationships/image" Target="../media/image294.png"/><Relationship Id="rId63" Type="http://schemas.openxmlformats.org/officeDocument/2006/relationships/image" Target="../media/image302.png"/><Relationship Id="rId68" Type="http://schemas.openxmlformats.org/officeDocument/2006/relationships/customXml" Target="../ink/ink305.xml"/><Relationship Id="rId84" Type="http://schemas.openxmlformats.org/officeDocument/2006/relationships/customXml" Target="../ink/ink313.xml"/><Relationship Id="rId89" Type="http://schemas.openxmlformats.org/officeDocument/2006/relationships/image" Target="../media/image315.png"/><Relationship Id="rId112" Type="http://schemas.openxmlformats.org/officeDocument/2006/relationships/customXml" Target="../ink/ink327.xml"/><Relationship Id="rId16" Type="http://schemas.openxmlformats.org/officeDocument/2006/relationships/customXml" Target="../ink/ink279.xml"/><Relationship Id="rId107" Type="http://schemas.openxmlformats.org/officeDocument/2006/relationships/image" Target="../media/image324.png"/><Relationship Id="rId11" Type="http://schemas.openxmlformats.org/officeDocument/2006/relationships/image" Target="../media/image276.png"/><Relationship Id="rId32" Type="http://schemas.openxmlformats.org/officeDocument/2006/relationships/customXml" Target="../ink/ink287.xml"/><Relationship Id="rId37" Type="http://schemas.openxmlformats.org/officeDocument/2006/relationships/image" Target="../media/image289.png"/><Relationship Id="rId53" Type="http://schemas.openxmlformats.org/officeDocument/2006/relationships/image" Target="../media/image297.png"/><Relationship Id="rId58" Type="http://schemas.openxmlformats.org/officeDocument/2006/relationships/customXml" Target="../ink/ink300.xml"/><Relationship Id="rId74" Type="http://schemas.openxmlformats.org/officeDocument/2006/relationships/customXml" Target="../ink/ink308.xml"/><Relationship Id="rId79" Type="http://schemas.openxmlformats.org/officeDocument/2006/relationships/image" Target="../media/image310.png"/><Relationship Id="rId102" Type="http://schemas.openxmlformats.org/officeDocument/2006/relationships/customXml" Target="../ink/ink322.xml"/><Relationship Id="rId5" Type="http://schemas.openxmlformats.org/officeDocument/2006/relationships/image" Target="../media/image273.png"/><Relationship Id="rId90" Type="http://schemas.openxmlformats.org/officeDocument/2006/relationships/customXml" Target="../ink/ink316.xml"/><Relationship Id="rId95" Type="http://schemas.openxmlformats.org/officeDocument/2006/relationships/image" Target="../media/image318.png"/><Relationship Id="rId22" Type="http://schemas.openxmlformats.org/officeDocument/2006/relationships/customXml" Target="../ink/ink282.xml"/><Relationship Id="rId27" Type="http://schemas.openxmlformats.org/officeDocument/2006/relationships/image" Target="../media/image284.png"/><Relationship Id="rId43" Type="http://schemas.openxmlformats.org/officeDocument/2006/relationships/image" Target="../media/image292.png"/><Relationship Id="rId48" Type="http://schemas.openxmlformats.org/officeDocument/2006/relationships/customXml" Target="../ink/ink295.xml"/><Relationship Id="rId64" Type="http://schemas.openxmlformats.org/officeDocument/2006/relationships/customXml" Target="../ink/ink303.xml"/><Relationship Id="rId69" Type="http://schemas.openxmlformats.org/officeDocument/2006/relationships/image" Target="../media/image305.png"/><Relationship Id="rId113" Type="http://schemas.openxmlformats.org/officeDocument/2006/relationships/image" Target="../media/image327.png"/><Relationship Id="rId80" Type="http://schemas.openxmlformats.org/officeDocument/2006/relationships/customXml" Target="../ink/ink311.xml"/><Relationship Id="rId85" Type="http://schemas.openxmlformats.org/officeDocument/2006/relationships/image" Target="../media/image313.png"/><Relationship Id="rId12" Type="http://schemas.openxmlformats.org/officeDocument/2006/relationships/customXml" Target="../ink/ink277.xml"/><Relationship Id="rId17" Type="http://schemas.openxmlformats.org/officeDocument/2006/relationships/image" Target="../media/image279.png"/><Relationship Id="rId33" Type="http://schemas.openxmlformats.org/officeDocument/2006/relationships/image" Target="../media/image287.png"/><Relationship Id="rId38" Type="http://schemas.openxmlformats.org/officeDocument/2006/relationships/customXml" Target="../ink/ink290.xml"/><Relationship Id="rId59" Type="http://schemas.openxmlformats.org/officeDocument/2006/relationships/image" Target="../media/image300.png"/><Relationship Id="rId103" Type="http://schemas.openxmlformats.org/officeDocument/2006/relationships/image" Target="../media/image322.png"/><Relationship Id="rId108" Type="http://schemas.openxmlformats.org/officeDocument/2006/relationships/customXml" Target="../ink/ink325.xml"/><Relationship Id="rId54" Type="http://schemas.openxmlformats.org/officeDocument/2006/relationships/customXml" Target="../ink/ink298.xml"/><Relationship Id="rId70" Type="http://schemas.openxmlformats.org/officeDocument/2006/relationships/customXml" Target="../ink/ink306.xml"/><Relationship Id="rId75" Type="http://schemas.openxmlformats.org/officeDocument/2006/relationships/image" Target="../media/image308.png"/><Relationship Id="rId91" Type="http://schemas.openxmlformats.org/officeDocument/2006/relationships/image" Target="../media/image316.png"/><Relationship Id="rId96" Type="http://schemas.openxmlformats.org/officeDocument/2006/relationships/customXml" Target="../ink/ink3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4.xml"/><Relationship Id="rId15" Type="http://schemas.openxmlformats.org/officeDocument/2006/relationships/image" Target="../media/image278.png"/><Relationship Id="rId23" Type="http://schemas.openxmlformats.org/officeDocument/2006/relationships/image" Target="../media/image282.png"/><Relationship Id="rId28" Type="http://schemas.openxmlformats.org/officeDocument/2006/relationships/customXml" Target="../ink/ink285.xml"/><Relationship Id="rId36" Type="http://schemas.openxmlformats.org/officeDocument/2006/relationships/customXml" Target="../ink/ink289.xml"/><Relationship Id="rId49" Type="http://schemas.openxmlformats.org/officeDocument/2006/relationships/image" Target="../media/image295.png"/><Relationship Id="rId57" Type="http://schemas.openxmlformats.org/officeDocument/2006/relationships/image" Target="../media/image299.png"/><Relationship Id="rId106" Type="http://schemas.openxmlformats.org/officeDocument/2006/relationships/customXml" Target="../ink/ink324.xml"/><Relationship Id="rId10" Type="http://schemas.openxmlformats.org/officeDocument/2006/relationships/customXml" Target="../ink/ink276.xml"/><Relationship Id="rId31" Type="http://schemas.openxmlformats.org/officeDocument/2006/relationships/image" Target="../media/image286.png"/><Relationship Id="rId44" Type="http://schemas.openxmlformats.org/officeDocument/2006/relationships/customXml" Target="../ink/ink293.xml"/><Relationship Id="rId52" Type="http://schemas.openxmlformats.org/officeDocument/2006/relationships/customXml" Target="../ink/ink297.xml"/><Relationship Id="rId60" Type="http://schemas.openxmlformats.org/officeDocument/2006/relationships/customXml" Target="../ink/ink301.xml"/><Relationship Id="rId65" Type="http://schemas.openxmlformats.org/officeDocument/2006/relationships/image" Target="../media/image303.png"/><Relationship Id="rId73" Type="http://schemas.openxmlformats.org/officeDocument/2006/relationships/image" Target="../media/image307.png"/><Relationship Id="rId78" Type="http://schemas.openxmlformats.org/officeDocument/2006/relationships/customXml" Target="../ink/ink310.xml"/><Relationship Id="rId81" Type="http://schemas.openxmlformats.org/officeDocument/2006/relationships/image" Target="../media/image311.png"/><Relationship Id="rId86" Type="http://schemas.openxmlformats.org/officeDocument/2006/relationships/customXml" Target="../ink/ink314.xml"/><Relationship Id="rId94" Type="http://schemas.openxmlformats.org/officeDocument/2006/relationships/customXml" Target="../ink/ink318.xml"/><Relationship Id="rId99" Type="http://schemas.openxmlformats.org/officeDocument/2006/relationships/image" Target="../media/image320.png"/><Relationship Id="rId101" Type="http://schemas.openxmlformats.org/officeDocument/2006/relationships/image" Target="../media/image321.png"/><Relationship Id="rId4" Type="http://schemas.openxmlformats.org/officeDocument/2006/relationships/customXml" Target="../ink/ink273.xml"/><Relationship Id="rId9" Type="http://schemas.openxmlformats.org/officeDocument/2006/relationships/image" Target="../media/image275.png"/><Relationship Id="rId13" Type="http://schemas.openxmlformats.org/officeDocument/2006/relationships/image" Target="../media/image277.png"/><Relationship Id="rId18" Type="http://schemas.openxmlformats.org/officeDocument/2006/relationships/customXml" Target="../ink/ink280.xml"/><Relationship Id="rId39" Type="http://schemas.openxmlformats.org/officeDocument/2006/relationships/image" Target="../media/image290.png"/><Relationship Id="rId109" Type="http://schemas.openxmlformats.org/officeDocument/2006/relationships/image" Target="../media/image325.png"/><Relationship Id="rId34" Type="http://schemas.openxmlformats.org/officeDocument/2006/relationships/customXml" Target="../ink/ink288.xml"/><Relationship Id="rId50" Type="http://schemas.openxmlformats.org/officeDocument/2006/relationships/customXml" Target="../ink/ink296.xml"/><Relationship Id="rId55" Type="http://schemas.openxmlformats.org/officeDocument/2006/relationships/image" Target="../media/image298.png"/><Relationship Id="rId76" Type="http://schemas.openxmlformats.org/officeDocument/2006/relationships/customXml" Target="../ink/ink309.xml"/><Relationship Id="rId97" Type="http://schemas.openxmlformats.org/officeDocument/2006/relationships/image" Target="../media/image319.png"/><Relationship Id="rId104" Type="http://schemas.openxmlformats.org/officeDocument/2006/relationships/customXml" Target="../ink/ink323.xml"/><Relationship Id="rId7" Type="http://schemas.openxmlformats.org/officeDocument/2006/relationships/image" Target="../media/image274.png"/><Relationship Id="rId71" Type="http://schemas.openxmlformats.org/officeDocument/2006/relationships/image" Target="../media/image306.png"/><Relationship Id="rId92" Type="http://schemas.openxmlformats.org/officeDocument/2006/relationships/customXml" Target="../ink/ink317.xml"/><Relationship Id="rId2" Type="http://schemas.openxmlformats.org/officeDocument/2006/relationships/customXml" Target="../ink/ink272.xml"/><Relationship Id="rId29" Type="http://schemas.openxmlformats.org/officeDocument/2006/relationships/image" Target="../media/image285.png"/><Relationship Id="rId24" Type="http://schemas.openxmlformats.org/officeDocument/2006/relationships/customXml" Target="../ink/ink283.xml"/><Relationship Id="rId40" Type="http://schemas.openxmlformats.org/officeDocument/2006/relationships/customXml" Target="../ink/ink291.xml"/><Relationship Id="rId45" Type="http://schemas.openxmlformats.org/officeDocument/2006/relationships/image" Target="../media/image293.png"/><Relationship Id="rId66" Type="http://schemas.openxmlformats.org/officeDocument/2006/relationships/customXml" Target="../ink/ink304.xml"/><Relationship Id="rId87" Type="http://schemas.openxmlformats.org/officeDocument/2006/relationships/image" Target="../media/image314.png"/><Relationship Id="rId110" Type="http://schemas.openxmlformats.org/officeDocument/2006/relationships/customXml" Target="../ink/ink326.xml"/><Relationship Id="rId61" Type="http://schemas.openxmlformats.org/officeDocument/2006/relationships/image" Target="../media/image301.png"/><Relationship Id="rId82" Type="http://schemas.openxmlformats.org/officeDocument/2006/relationships/customXml" Target="../ink/ink312.xml"/><Relationship Id="rId19" Type="http://schemas.openxmlformats.org/officeDocument/2006/relationships/image" Target="../media/image280.png"/><Relationship Id="rId14" Type="http://schemas.openxmlformats.org/officeDocument/2006/relationships/customXml" Target="../ink/ink278.xml"/><Relationship Id="rId30" Type="http://schemas.openxmlformats.org/officeDocument/2006/relationships/customXml" Target="../ink/ink286.xml"/><Relationship Id="rId35" Type="http://schemas.openxmlformats.org/officeDocument/2006/relationships/image" Target="../media/image288.png"/><Relationship Id="rId56" Type="http://schemas.openxmlformats.org/officeDocument/2006/relationships/customXml" Target="../ink/ink299.xml"/><Relationship Id="rId77" Type="http://schemas.openxmlformats.org/officeDocument/2006/relationships/image" Target="../media/image309.png"/><Relationship Id="rId100" Type="http://schemas.openxmlformats.org/officeDocument/2006/relationships/customXml" Target="../ink/ink321.xml"/><Relationship Id="rId105" Type="http://schemas.openxmlformats.org/officeDocument/2006/relationships/image" Target="../media/image323.png"/><Relationship Id="rId8" Type="http://schemas.openxmlformats.org/officeDocument/2006/relationships/customXml" Target="../ink/ink275.xml"/><Relationship Id="rId51" Type="http://schemas.openxmlformats.org/officeDocument/2006/relationships/image" Target="../media/image296.png"/><Relationship Id="rId72" Type="http://schemas.openxmlformats.org/officeDocument/2006/relationships/customXml" Target="../ink/ink307.xml"/><Relationship Id="rId93" Type="http://schemas.openxmlformats.org/officeDocument/2006/relationships/image" Target="../media/image317.png"/><Relationship Id="rId98" Type="http://schemas.openxmlformats.org/officeDocument/2006/relationships/customXml" Target="../ink/ink320.xml"/><Relationship Id="rId3" Type="http://schemas.openxmlformats.org/officeDocument/2006/relationships/image" Target="../media/image272.png"/><Relationship Id="rId25" Type="http://schemas.openxmlformats.org/officeDocument/2006/relationships/image" Target="../media/image283.png"/><Relationship Id="rId46" Type="http://schemas.openxmlformats.org/officeDocument/2006/relationships/customXml" Target="../ink/ink294.xml"/><Relationship Id="rId67" Type="http://schemas.openxmlformats.org/officeDocument/2006/relationships/image" Target="../media/image304.png"/><Relationship Id="rId20" Type="http://schemas.openxmlformats.org/officeDocument/2006/relationships/customXml" Target="../ink/ink281.xml"/><Relationship Id="rId41" Type="http://schemas.openxmlformats.org/officeDocument/2006/relationships/image" Target="../media/image291.png"/><Relationship Id="rId62" Type="http://schemas.openxmlformats.org/officeDocument/2006/relationships/customXml" Target="../ink/ink302.xml"/><Relationship Id="rId83" Type="http://schemas.openxmlformats.org/officeDocument/2006/relationships/image" Target="../media/image312.png"/><Relationship Id="rId88" Type="http://schemas.openxmlformats.org/officeDocument/2006/relationships/customXml" Target="../ink/ink315.xml"/><Relationship Id="rId111" Type="http://schemas.openxmlformats.org/officeDocument/2006/relationships/image" Target="../media/image326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0.xml"/><Relationship Id="rId21" Type="http://schemas.openxmlformats.org/officeDocument/2006/relationships/image" Target="../media/image337.png"/><Relationship Id="rId42" Type="http://schemas.openxmlformats.org/officeDocument/2006/relationships/customXml" Target="../ink/ink348.xml"/><Relationship Id="rId47" Type="http://schemas.openxmlformats.org/officeDocument/2006/relationships/image" Target="../media/image350.png"/><Relationship Id="rId63" Type="http://schemas.openxmlformats.org/officeDocument/2006/relationships/image" Target="../media/image358.png"/><Relationship Id="rId68" Type="http://schemas.openxmlformats.org/officeDocument/2006/relationships/customXml" Target="../ink/ink361.xml"/><Relationship Id="rId7" Type="http://schemas.openxmlformats.org/officeDocument/2006/relationships/image" Target="../media/image330.png"/><Relationship Id="rId2" Type="http://schemas.openxmlformats.org/officeDocument/2006/relationships/customXml" Target="../ink/ink328.xml"/><Relationship Id="rId16" Type="http://schemas.openxmlformats.org/officeDocument/2006/relationships/customXml" Target="../ink/ink335.xml"/><Relationship Id="rId29" Type="http://schemas.openxmlformats.org/officeDocument/2006/relationships/image" Target="../media/image341.png"/><Relationship Id="rId11" Type="http://schemas.openxmlformats.org/officeDocument/2006/relationships/image" Target="../media/image332.png"/><Relationship Id="rId24" Type="http://schemas.openxmlformats.org/officeDocument/2006/relationships/customXml" Target="../ink/ink339.xml"/><Relationship Id="rId32" Type="http://schemas.openxmlformats.org/officeDocument/2006/relationships/customXml" Target="../ink/ink343.xml"/><Relationship Id="rId37" Type="http://schemas.openxmlformats.org/officeDocument/2006/relationships/image" Target="../media/image345.png"/><Relationship Id="rId40" Type="http://schemas.openxmlformats.org/officeDocument/2006/relationships/customXml" Target="../ink/ink347.xml"/><Relationship Id="rId45" Type="http://schemas.openxmlformats.org/officeDocument/2006/relationships/image" Target="../media/image349.png"/><Relationship Id="rId53" Type="http://schemas.openxmlformats.org/officeDocument/2006/relationships/image" Target="../media/image353.png"/><Relationship Id="rId58" Type="http://schemas.openxmlformats.org/officeDocument/2006/relationships/customXml" Target="../ink/ink356.xml"/><Relationship Id="rId66" Type="http://schemas.openxmlformats.org/officeDocument/2006/relationships/customXml" Target="../ink/ink360.xml"/><Relationship Id="rId5" Type="http://schemas.openxmlformats.org/officeDocument/2006/relationships/image" Target="../media/image329.png"/><Relationship Id="rId61" Type="http://schemas.openxmlformats.org/officeDocument/2006/relationships/image" Target="../media/image357.png"/><Relationship Id="rId19" Type="http://schemas.openxmlformats.org/officeDocument/2006/relationships/image" Target="../media/image336.png"/><Relationship Id="rId14" Type="http://schemas.openxmlformats.org/officeDocument/2006/relationships/customXml" Target="../ink/ink334.xml"/><Relationship Id="rId22" Type="http://schemas.openxmlformats.org/officeDocument/2006/relationships/customXml" Target="../ink/ink338.xml"/><Relationship Id="rId27" Type="http://schemas.openxmlformats.org/officeDocument/2006/relationships/image" Target="../media/image340.png"/><Relationship Id="rId30" Type="http://schemas.openxmlformats.org/officeDocument/2006/relationships/customXml" Target="../ink/ink342.xml"/><Relationship Id="rId35" Type="http://schemas.openxmlformats.org/officeDocument/2006/relationships/image" Target="../media/image344.png"/><Relationship Id="rId43" Type="http://schemas.openxmlformats.org/officeDocument/2006/relationships/image" Target="../media/image348.png"/><Relationship Id="rId48" Type="http://schemas.openxmlformats.org/officeDocument/2006/relationships/customXml" Target="../ink/ink351.xml"/><Relationship Id="rId56" Type="http://schemas.openxmlformats.org/officeDocument/2006/relationships/customXml" Target="../ink/ink355.xml"/><Relationship Id="rId64" Type="http://schemas.openxmlformats.org/officeDocument/2006/relationships/customXml" Target="../ink/ink359.xml"/><Relationship Id="rId69" Type="http://schemas.openxmlformats.org/officeDocument/2006/relationships/image" Target="../media/image361.png"/><Relationship Id="rId8" Type="http://schemas.openxmlformats.org/officeDocument/2006/relationships/customXml" Target="../ink/ink331.xml"/><Relationship Id="rId51" Type="http://schemas.openxmlformats.org/officeDocument/2006/relationships/image" Target="../media/image352.png"/><Relationship Id="rId3" Type="http://schemas.openxmlformats.org/officeDocument/2006/relationships/image" Target="../media/image328.png"/><Relationship Id="rId12" Type="http://schemas.openxmlformats.org/officeDocument/2006/relationships/customXml" Target="../ink/ink333.xml"/><Relationship Id="rId17" Type="http://schemas.openxmlformats.org/officeDocument/2006/relationships/image" Target="../media/image335.png"/><Relationship Id="rId25" Type="http://schemas.openxmlformats.org/officeDocument/2006/relationships/image" Target="../media/image339.png"/><Relationship Id="rId33" Type="http://schemas.openxmlformats.org/officeDocument/2006/relationships/image" Target="../media/image343.png"/><Relationship Id="rId38" Type="http://schemas.openxmlformats.org/officeDocument/2006/relationships/customXml" Target="../ink/ink346.xml"/><Relationship Id="rId46" Type="http://schemas.openxmlformats.org/officeDocument/2006/relationships/customXml" Target="../ink/ink350.xml"/><Relationship Id="rId59" Type="http://schemas.openxmlformats.org/officeDocument/2006/relationships/image" Target="../media/image356.png"/><Relationship Id="rId67" Type="http://schemas.openxmlformats.org/officeDocument/2006/relationships/image" Target="../media/image360.png"/><Relationship Id="rId20" Type="http://schemas.openxmlformats.org/officeDocument/2006/relationships/customXml" Target="../ink/ink337.xml"/><Relationship Id="rId41" Type="http://schemas.openxmlformats.org/officeDocument/2006/relationships/image" Target="../media/image347.png"/><Relationship Id="rId54" Type="http://schemas.openxmlformats.org/officeDocument/2006/relationships/customXml" Target="../ink/ink354.xml"/><Relationship Id="rId62" Type="http://schemas.openxmlformats.org/officeDocument/2006/relationships/customXml" Target="../ink/ink35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0.xml"/><Relationship Id="rId15" Type="http://schemas.openxmlformats.org/officeDocument/2006/relationships/image" Target="../media/image334.png"/><Relationship Id="rId23" Type="http://schemas.openxmlformats.org/officeDocument/2006/relationships/image" Target="../media/image338.png"/><Relationship Id="rId28" Type="http://schemas.openxmlformats.org/officeDocument/2006/relationships/customXml" Target="../ink/ink341.xml"/><Relationship Id="rId36" Type="http://schemas.openxmlformats.org/officeDocument/2006/relationships/customXml" Target="../ink/ink345.xml"/><Relationship Id="rId49" Type="http://schemas.openxmlformats.org/officeDocument/2006/relationships/image" Target="../media/image351.png"/><Relationship Id="rId57" Type="http://schemas.openxmlformats.org/officeDocument/2006/relationships/image" Target="../media/image355.png"/><Relationship Id="rId10" Type="http://schemas.openxmlformats.org/officeDocument/2006/relationships/customXml" Target="../ink/ink332.xml"/><Relationship Id="rId31" Type="http://schemas.openxmlformats.org/officeDocument/2006/relationships/image" Target="../media/image342.png"/><Relationship Id="rId44" Type="http://schemas.openxmlformats.org/officeDocument/2006/relationships/customXml" Target="../ink/ink349.xml"/><Relationship Id="rId52" Type="http://schemas.openxmlformats.org/officeDocument/2006/relationships/customXml" Target="../ink/ink353.xml"/><Relationship Id="rId60" Type="http://schemas.openxmlformats.org/officeDocument/2006/relationships/customXml" Target="../ink/ink357.xml"/><Relationship Id="rId65" Type="http://schemas.openxmlformats.org/officeDocument/2006/relationships/image" Target="../media/image359.png"/><Relationship Id="rId4" Type="http://schemas.openxmlformats.org/officeDocument/2006/relationships/customXml" Target="../ink/ink329.xml"/><Relationship Id="rId9" Type="http://schemas.openxmlformats.org/officeDocument/2006/relationships/image" Target="../media/image331.png"/><Relationship Id="rId13" Type="http://schemas.openxmlformats.org/officeDocument/2006/relationships/image" Target="../media/image333.png"/><Relationship Id="rId18" Type="http://schemas.openxmlformats.org/officeDocument/2006/relationships/customXml" Target="../ink/ink336.xml"/><Relationship Id="rId39" Type="http://schemas.openxmlformats.org/officeDocument/2006/relationships/image" Target="../media/image346.png"/><Relationship Id="rId34" Type="http://schemas.openxmlformats.org/officeDocument/2006/relationships/customXml" Target="../ink/ink344.xml"/><Relationship Id="rId50" Type="http://schemas.openxmlformats.org/officeDocument/2006/relationships/customXml" Target="../ink/ink352.xml"/><Relationship Id="rId55" Type="http://schemas.openxmlformats.org/officeDocument/2006/relationships/image" Target="../media/image354.png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74.xml"/><Relationship Id="rId21" Type="http://schemas.openxmlformats.org/officeDocument/2006/relationships/image" Target="../media/image371.png"/><Relationship Id="rId42" Type="http://schemas.openxmlformats.org/officeDocument/2006/relationships/customXml" Target="../ink/ink382.xml"/><Relationship Id="rId47" Type="http://schemas.openxmlformats.org/officeDocument/2006/relationships/image" Target="../media/image384.png"/><Relationship Id="rId63" Type="http://schemas.openxmlformats.org/officeDocument/2006/relationships/image" Target="../media/image392.png"/><Relationship Id="rId68" Type="http://schemas.openxmlformats.org/officeDocument/2006/relationships/customXml" Target="../ink/ink395.xml"/><Relationship Id="rId2" Type="http://schemas.openxmlformats.org/officeDocument/2006/relationships/customXml" Target="../ink/ink362.xml"/><Relationship Id="rId16" Type="http://schemas.openxmlformats.org/officeDocument/2006/relationships/customXml" Target="../ink/ink369.xml"/><Relationship Id="rId29" Type="http://schemas.openxmlformats.org/officeDocument/2006/relationships/image" Target="../media/image375.png"/><Relationship Id="rId11" Type="http://schemas.openxmlformats.org/officeDocument/2006/relationships/image" Target="../media/image366.png"/><Relationship Id="rId24" Type="http://schemas.openxmlformats.org/officeDocument/2006/relationships/customXml" Target="../ink/ink373.xml"/><Relationship Id="rId32" Type="http://schemas.openxmlformats.org/officeDocument/2006/relationships/customXml" Target="../ink/ink377.xml"/><Relationship Id="rId37" Type="http://schemas.openxmlformats.org/officeDocument/2006/relationships/image" Target="../media/image379.png"/><Relationship Id="rId40" Type="http://schemas.openxmlformats.org/officeDocument/2006/relationships/customXml" Target="../ink/ink381.xml"/><Relationship Id="rId45" Type="http://schemas.openxmlformats.org/officeDocument/2006/relationships/image" Target="../media/image383.png"/><Relationship Id="rId53" Type="http://schemas.openxmlformats.org/officeDocument/2006/relationships/image" Target="../media/image387.png"/><Relationship Id="rId58" Type="http://schemas.openxmlformats.org/officeDocument/2006/relationships/customXml" Target="../ink/ink390.xml"/><Relationship Id="rId66" Type="http://schemas.openxmlformats.org/officeDocument/2006/relationships/customXml" Target="../ink/ink394.xml"/><Relationship Id="rId74" Type="http://schemas.openxmlformats.org/officeDocument/2006/relationships/customXml" Target="../ink/ink398.xml"/><Relationship Id="rId5" Type="http://schemas.openxmlformats.org/officeDocument/2006/relationships/image" Target="../media/image363.png"/><Relationship Id="rId61" Type="http://schemas.openxmlformats.org/officeDocument/2006/relationships/image" Target="../media/image391.png"/><Relationship Id="rId19" Type="http://schemas.openxmlformats.org/officeDocument/2006/relationships/image" Target="../media/image370.png"/><Relationship Id="rId14" Type="http://schemas.openxmlformats.org/officeDocument/2006/relationships/customXml" Target="../ink/ink368.xml"/><Relationship Id="rId22" Type="http://schemas.openxmlformats.org/officeDocument/2006/relationships/customXml" Target="../ink/ink372.xml"/><Relationship Id="rId27" Type="http://schemas.openxmlformats.org/officeDocument/2006/relationships/image" Target="../media/image374.png"/><Relationship Id="rId30" Type="http://schemas.openxmlformats.org/officeDocument/2006/relationships/customXml" Target="../ink/ink376.xml"/><Relationship Id="rId35" Type="http://schemas.openxmlformats.org/officeDocument/2006/relationships/image" Target="../media/image378.png"/><Relationship Id="rId43" Type="http://schemas.openxmlformats.org/officeDocument/2006/relationships/image" Target="../media/image382.png"/><Relationship Id="rId48" Type="http://schemas.openxmlformats.org/officeDocument/2006/relationships/customXml" Target="../ink/ink385.xml"/><Relationship Id="rId56" Type="http://schemas.openxmlformats.org/officeDocument/2006/relationships/customXml" Target="../ink/ink389.xml"/><Relationship Id="rId64" Type="http://schemas.openxmlformats.org/officeDocument/2006/relationships/customXml" Target="../ink/ink393.xml"/><Relationship Id="rId69" Type="http://schemas.openxmlformats.org/officeDocument/2006/relationships/image" Target="../media/image395.png"/><Relationship Id="rId8" Type="http://schemas.openxmlformats.org/officeDocument/2006/relationships/customXml" Target="../ink/ink365.xml"/><Relationship Id="rId51" Type="http://schemas.openxmlformats.org/officeDocument/2006/relationships/image" Target="../media/image386.png"/><Relationship Id="rId72" Type="http://schemas.openxmlformats.org/officeDocument/2006/relationships/customXml" Target="../ink/ink397.xml"/><Relationship Id="rId3" Type="http://schemas.openxmlformats.org/officeDocument/2006/relationships/image" Target="../media/image362.png"/><Relationship Id="rId12" Type="http://schemas.openxmlformats.org/officeDocument/2006/relationships/customXml" Target="../ink/ink367.xml"/><Relationship Id="rId17" Type="http://schemas.openxmlformats.org/officeDocument/2006/relationships/image" Target="../media/image369.png"/><Relationship Id="rId25" Type="http://schemas.openxmlformats.org/officeDocument/2006/relationships/image" Target="../media/image373.png"/><Relationship Id="rId33" Type="http://schemas.openxmlformats.org/officeDocument/2006/relationships/image" Target="../media/image377.png"/><Relationship Id="rId38" Type="http://schemas.openxmlformats.org/officeDocument/2006/relationships/customXml" Target="../ink/ink380.xml"/><Relationship Id="rId46" Type="http://schemas.openxmlformats.org/officeDocument/2006/relationships/customXml" Target="../ink/ink384.xml"/><Relationship Id="rId59" Type="http://schemas.openxmlformats.org/officeDocument/2006/relationships/image" Target="../media/image390.png"/><Relationship Id="rId67" Type="http://schemas.openxmlformats.org/officeDocument/2006/relationships/image" Target="../media/image394.png"/><Relationship Id="rId20" Type="http://schemas.openxmlformats.org/officeDocument/2006/relationships/customXml" Target="../ink/ink371.xml"/><Relationship Id="rId41" Type="http://schemas.openxmlformats.org/officeDocument/2006/relationships/image" Target="../media/image381.png"/><Relationship Id="rId54" Type="http://schemas.openxmlformats.org/officeDocument/2006/relationships/customXml" Target="../ink/ink388.xml"/><Relationship Id="rId62" Type="http://schemas.openxmlformats.org/officeDocument/2006/relationships/customXml" Target="../ink/ink392.xml"/><Relationship Id="rId70" Type="http://schemas.openxmlformats.org/officeDocument/2006/relationships/customXml" Target="../ink/ink396.xml"/><Relationship Id="rId75" Type="http://schemas.openxmlformats.org/officeDocument/2006/relationships/image" Target="../media/image39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4.xml"/><Relationship Id="rId15" Type="http://schemas.openxmlformats.org/officeDocument/2006/relationships/image" Target="../media/image368.png"/><Relationship Id="rId23" Type="http://schemas.openxmlformats.org/officeDocument/2006/relationships/image" Target="../media/image372.png"/><Relationship Id="rId28" Type="http://schemas.openxmlformats.org/officeDocument/2006/relationships/customXml" Target="../ink/ink375.xml"/><Relationship Id="rId36" Type="http://schemas.openxmlformats.org/officeDocument/2006/relationships/customXml" Target="../ink/ink379.xml"/><Relationship Id="rId49" Type="http://schemas.openxmlformats.org/officeDocument/2006/relationships/image" Target="../media/image385.png"/><Relationship Id="rId57" Type="http://schemas.openxmlformats.org/officeDocument/2006/relationships/image" Target="../media/image389.png"/><Relationship Id="rId10" Type="http://schemas.openxmlformats.org/officeDocument/2006/relationships/customXml" Target="../ink/ink366.xml"/><Relationship Id="rId31" Type="http://schemas.openxmlformats.org/officeDocument/2006/relationships/image" Target="../media/image376.png"/><Relationship Id="rId44" Type="http://schemas.openxmlformats.org/officeDocument/2006/relationships/customXml" Target="../ink/ink383.xml"/><Relationship Id="rId52" Type="http://schemas.openxmlformats.org/officeDocument/2006/relationships/customXml" Target="../ink/ink387.xml"/><Relationship Id="rId60" Type="http://schemas.openxmlformats.org/officeDocument/2006/relationships/customXml" Target="../ink/ink391.xml"/><Relationship Id="rId65" Type="http://schemas.openxmlformats.org/officeDocument/2006/relationships/image" Target="../media/image393.png"/><Relationship Id="rId73" Type="http://schemas.openxmlformats.org/officeDocument/2006/relationships/image" Target="../media/image397.png"/><Relationship Id="rId4" Type="http://schemas.openxmlformats.org/officeDocument/2006/relationships/customXml" Target="../ink/ink363.xml"/><Relationship Id="rId9" Type="http://schemas.openxmlformats.org/officeDocument/2006/relationships/image" Target="../media/image365.png"/><Relationship Id="rId13" Type="http://schemas.openxmlformats.org/officeDocument/2006/relationships/image" Target="../media/image367.png"/><Relationship Id="rId18" Type="http://schemas.openxmlformats.org/officeDocument/2006/relationships/customXml" Target="../ink/ink370.xml"/><Relationship Id="rId39" Type="http://schemas.openxmlformats.org/officeDocument/2006/relationships/image" Target="../media/image380.png"/><Relationship Id="rId34" Type="http://schemas.openxmlformats.org/officeDocument/2006/relationships/customXml" Target="../ink/ink378.xml"/><Relationship Id="rId50" Type="http://schemas.openxmlformats.org/officeDocument/2006/relationships/customXml" Target="../ink/ink386.xml"/><Relationship Id="rId55" Type="http://schemas.openxmlformats.org/officeDocument/2006/relationships/image" Target="../media/image388.png"/><Relationship Id="rId7" Type="http://schemas.openxmlformats.org/officeDocument/2006/relationships/image" Target="../media/image364.png"/><Relationship Id="rId71" Type="http://schemas.openxmlformats.org/officeDocument/2006/relationships/image" Target="../media/image396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11.xml"/><Relationship Id="rId21" Type="http://schemas.openxmlformats.org/officeDocument/2006/relationships/image" Target="../media/image408.png"/><Relationship Id="rId42" Type="http://schemas.openxmlformats.org/officeDocument/2006/relationships/customXml" Target="../ink/ink419.xml"/><Relationship Id="rId47" Type="http://schemas.openxmlformats.org/officeDocument/2006/relationships/image" Target="../media/image421.png"/><Relationship Id="rId63" Type="http://schemas.openxmlformats.org/officeDocument/2006/relationships/image" Target="../media/image429.png"/><Relationship Id="rId68" Type="http://schemas.openxmlformats.org/officeDocument/2006/relationships/customXml" Target="../ink/ink432.xml"/><Relationship Id="rId7" Type="http://schemas.openxmlformats.org/officeDocument/2006/relationships/image" Target="../media/image401.png"/><Relationship Id="rId71" Type="http://schemas.openxmlformats.org/officeDocument/2006/relationships/image" Target="../media/image433.png"/><Relationship Id="rId2" Type="http://schemas.openxmlformats.org/officeDocument/2006/relationships/customXml" Target="../ink/ink399.xml"/><Relationship Id="rId16" Type="http://schemas.openxmlformats.org/officeDocument/2006/relationships/customXml" Target="../ink/ink406.xml"/><Relationship Id="rId29" Type="http://schemas.openxmlformats.org/officeDocument/2006/relationships/image" Target="../media/image412.png"/><Relationship Id="rId11" Type="http://schemas.openxmlformats.org/officeDocument/2006/relationships/image" Target="../media/image403.png"/><Relationship Id="rId24" Type="http://schemas.openxmlformats.org/officeDocument/2006/relationships/customXml" Target="../ink/ink410.xml"/><Relationship Id="rId32" Type="http://schemas.openxmlformats.org/officeDocument/2006/relationships/customXml" Target="../ink/ink414.xml"/><Relationship Id="rId37" Type="http://schemas.openxmlformats.org/officeDocument/2006/relationships/image" Target="../media/image416.png"/><Relationship Id="rId40" Type="http://schemas.openxmlformats.org/officeDocument/2006/relationships/customXml" Target="../ink/ink418.xml"/><Relationship Id="rId45" Type="http://schemas.openxmlformats.org/officeDocument/2006/relationships/image" Target="../media/image420.png"/><Relationship Id="rId53" Type="http://schemas.openxmlformats.org/officeDocument/2006/relationships/image" Target="../media/image424.png"/><Relationship Id="rId58" Type="http://schemas.openxmlformats.org/officeDocument/2006/relationships/customXml" Target="../ink/ink427.xml"/><Relationship Id="rId66" Type="http://schemas.openxmlformats.org/officeDocument/2006/relationships/customXml" Target="../ink/ink431.xml"/><Relationship Id="rId5" Type="http://schemas.openxmlformats.org/officeDocument/2006/relationships/image" Target="../media/image400.png"/><Relationship Id="rId61" Type="http://schemas.openxmlformats.org/officeDocument/2006/relationships/image" Target="../media/image428.png"/><Relationship Id="rId19" Type="http://schemas.openxmlformats.org/officeDocument/2006/relationships/image" Target="../media/image407.png"/><Relationship Id="rId14" Type="http://schemas.openxmlformats.org/officeDocument/2006/relationships/customXml" Target="../ink/ink405.xml"/><Relationship Id="rId22" Type="http://schemas.openxmlformats.org/officeDocument/2006/relationships/customXml" Target="../ink/ink409.xml"/><Relationship Id="rId27" Type="http://schemas.openxmlformats.org/officeDocument/2006/relationships/image" Target="../media/image411.png"/><Relationship Id="rId30" Type="http://schemas.openxmlformats.org/officeDocument/2006/relationships/customXml" Target="../ink/ink413.xml"/><Relationship Id="rId35" Type="http://schemas.openxmlformats.org/officeDocument/2006/relationships/image" Target="../media/image415.png"/><Relationship Id="rId43" Type="http://schemas.openxmlformats.org/officeDocument/2006/relationships/image" Target="../media/image419.png"/><Relationship Id="rId48" Type="http://schemas.openxmlformats.org/officeDocument/2006/relationships/customXml" Target="../ink/ink422.xml"/><Relationship Id="rId56" Type="http://schemas.openxmlformats.org/officeDocument/2006/relationships/customXml" Target="../ink/ink426.xml"/><Relationship Id="rId64" Type="http://schemas.openxmlformats.org/officeDocument/2006/relationships/customXml" Target="../ink/ink430.xml"/><Relationship Id="rId69" Type="http://schemas.openxmlformats.org/officeDocument/2006/relationships/image" Target="../media/image432.png"/><Relationship Id="rId8" Type="http://schemas.openxmlformats.org/officeDocument/2006/relationships/customXml" Target="../ink/ink402.xml"/><Relationship Id="rId51" Type="http://schemas.openxmlformats.org/officeDocument/2006/relationships/image" Target="../media/image423.png"/><Relationship Id="rId3" Type="http://schemas.openxmlformats.org/officeDocument/2006/relationships/image" Target="../media/image399.png"/><Relationship Id="rId12" Type="http://schemas.openxmlformats.org/officeDocument/2006/relationships/customXml" Target="../ink/ink404.xml"/><Relationship Id="rId17" Type="http://schemas.openxmlformats.org/officeDocument/2006/relationships/image" Target="../media/image406.png"/><Relationship Id="rId25" Type="http://schemas.openxmlformats.org/officeDocument/2006/relationships/image" Target="../media/image410.png"/><Relationship Id="rId33" Type="http://schemas.openxmlformats.org/officeDocument/2006/relationships/image" Target="../media/image414.png"/><Relationship Id="rId38" Type="http://schemas.openxmlformats.org/officeDocument/2006/relationships/customXml" Target="../ink/ink417.xml"/><Relationship Id="rId46" Type="http://schemas.openxmlformats.org/officeDocument/2006/relationships/customXml" Target="../ink/ink421.xml"/><Relationship Id="rId59" Type="http://schemas.openxmlformats.org/officeDocument/2006/relationships/image" Target="../media/image427.png"/><Relationship Id="rId67" Type="http://schemas.openxmlformats.org/officeDocument/2006/relationships/image" Target="../media/image431.png"/><Relationship Id="rId20" Type="http://schemas.openxmlformats.org/officeDocument/2006/relationships/customXml" Target="../ink/ink408.xml"/><Relationship Id="rId41" Type="http://schemas.openxmlformats.org/officeDocument/2006/relationships/image" Target="../media/image418.png"/><Relationship Id="rId54" Type="http://schemas.openxmlformats.org/officeDocument/2006/relationships/customXml" Target="../ink/ink425.xml"/><Relationship Id="rId62" Type="http://schemas.openxmlformats.org/officeDocument/2006/relationships/customXml" Target="../ink/ink429.xml"/><Relationship Id="rId70" Type="http://schemas.openxmlformats.org/officeDocument/2006/relationships/customXml" Target="../ink/ink4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1.xml"/><Relationship Id="rId15" Type="http://schemas.openxmlformats.org/officeDocument/2006/relationships/image" Target="../media/image405.png"/><Relationship Id="rId23" Type="http://schemas.openxmlformats.org/officeDocument/2006/relationships/image" Target="../media/image409.png"/><Relationship Id="rId28" Type="http://schemas.openxmlformats.org/officeDocument/2006/relationships/customXml" Target="../ink/ink412.xml"/><Relationship Id="rId36" Type="http://schemas.openxmlformats.org/officeDocument/2006/relationships/customXml" Target="../ink/ink416.xml"/><Relationship Id="rId49" Type="http://schemas.openxmlformats.org/officeDocument/2006/relationships/image" Target="../media/image422.png"/><Relationship Id="rId57" Type="http://schemas.openxmlformats.org/officeDocument/2006/relationships/image" Target="../media/image426.png"/><Relationship Id="rId10" Type="http://schemas.openxmlformats.org/officeDocument/2006/relationships/customXml" Target="../ink/ink403.xml"/><Relationship Id="rId31" Type="http://schemas.openxmlformats.org/officeDocument/2006/relationships/image" Target="../media/image413.png"/><Relationship Id="rId44" Type="http://schemas.openxmlformats.org/officeDocument/2006/relationships/customXml" Target="../ink/ink420.xml"/><Relationship Id="rId52" Type="http://schemas.openxmlformats.org/officeDocument/2006/relationships/customXml" Target="../ink/ink424.xml"/><Relationship Id="rId60" Type="http://schemas.openxmlformats.org/officeDocument/2006/relationships/customXml" Target="../ink/ink428.xml"/><Relationship Id="rId65" Type="http://schemas.openxmlformats.org/officeDocument/2006/relationships/image" Target="../media/image430.png"/><Relationship Id="rId4" Type="http://schemas.openxmlformats.org/officeDocument/2006/relationships/customXml" Target="../ink/ink400.xml"/><Relationship Id="rId9" Type="http://schemas.openxmlformats.org/officeDocument/2006/relationships/image" Target="../media/image402.png"/><Relationship Id="rId13" Type="http://schemas.openxmlformats.org/officeDocument/2006/relationships/image" Target="../media/image404.png"/><Relationship Id="rId18" Type="http://schemas.openxmlformats.org/officeDocument/2006/relationships/customXml" Target="../ink/ink407.xml"/><Relationship Id="rId39" Type="http://schemas.openxmlformats.org/officeDocument/2006/relationships/image" Target="../media/image417.png"/><Relationship Id="rId34" Type="http://schemas.openxmlformats.org/officeDocument/2006/relationships/customXml" Target="../ink/ink415.xml"/><Relationship Id="rId50" Type="http://schemas.openxmlformats.org/officeDocument/2006/relationships/customXml" Target="../ink/ink423.xml"/><Relationship Id="rId55" Type="http://schemas.openxmlformats.org/officeDocument/2006/relationships/image" Target="../media/image425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5.png"/><Relationship Id="rId18" Type="http://schemas.openxmlformats.org/officeDocument/2006/relationships/customXml" Target="../ink/ink442.xml"/><Relationship Id="rId26" Type="http://schemas.openxmlformats.org/officeDocument/2006/relationships/customXml" Target="../ink/ink446.xml"/><Relationship Id="rId39" Type="http://schemas.openxmlformats.org/officeDocument/2006/relationships/image" Target="../media/image128.png"/><Relationship Id="rId21" Type="http://schemas.openxmlformats.org/officeDocument/2006/relationships/image" Target="../media/image119.png"/><Relationship Id="rId34" Type="http://schemas.openxmlformats.org/officeDocument/2006/relationships/customXml" Target="../ink/ink450.xml"/><Relationship Id="rId42" Type="http://schemas.openxmlformats.org/officeDocument/2006/relationships/customXml" Target="../ink/ink454.xml"/><Relationship Id="rId7" Type="http://schemas.openxmlformats.org/officeDocument/2006/relationships/image" Target="../media/image112.png"/><Relationship Id="rId2" Type="http://schemas.openxmlformats.org/officeDocument/2006/relationships/customXml" Target="../ink/ink434.xml"/><Relationship Id="rId16" Type="http://schemas.openxmlformats.org/officeDocument/2006/relationships/customXml" Target="../ink/ink441.xml"/><Relationship Id="rId20" Type="http://schemas.openxmlformats.org/officeDocument/2006/relationships/customXml" Target="../ink/ink443.xml"/><Relationship Id="rId29" Type="http://schemas.openxmlformats.org/officeDocument/2006/relationships/image" Target="../media/image123.png"/><Relationship Id="rId41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36.xml"/><Relationship Id="rId11" Type="http://schemas.openxmlformats.org/officeDocument/2006/relationships/image" Target="../media/image114.png"/><Relationship Id="rId24" Type="http://schemas.openxmlformats.org/officeDocument/2006/relationships/customXml" Target="../ink/ink445.xml"/><Relationship Id="rId32" Type="http://schemas.openxmlformats.org/officeDocument/2006/relationships/customXml" Target="../ink/ink449.xml"/><Relationship Id="rId37" Type="http://schemas.openxmlformats.org/officeDocument/2006/relationships/image" Target="../media/image127.png"/><Relationship Id="rId40" Type="http://schemas.openxmlformats.org/officeDocument/2006/relationships/customXml" Target="../ink/ink453.xml"/><Relationship Id="rId5" Type="http://schemas.openxmlformats.org/officeDocument/2006/relationships/image" Target="../media/image111.png"/><Relationship Id="rId15" Type="http://schemas.openxmlformats.org/officeDocument/2006/relationships/image" Target="../media/image116.png"/><Relationship Id="rId23" Type="http://schemas.openxmlformats.org/officeDocument/2006/relationships/image" Target="../media/image120.png"/><Relationship Id="rId28" Type="http://schemas.openxmlformats.org/officeDocument/2006/relationships/customXml" Target="../ink/ink447.xml"/><Relationship Id="rId36" Type="http://schemas.openxmlformats.org/officeDocument/2006/relationships/customXml" Target="../ink/ink451.xml"/><Relationship Id="rId10" Type="http://schemas.openxmlformats.org/officeDocument/2006/relationships/customXml" Target="../ink/ink438.xml"/><Relationship Id="rId19" Type="http://schemas.openxmlformats.org/officeDocument/2006/relationships/image" Target="../media/image118.png"/><Relationship Id="rId31" Type="http://schemas.openxmlformats.org/officeDocument/2006/relationships/image" Target="../media/image124.png"/><Relationship Id="rId4" Type="http://schemas.openxmlformats.org/officeDocument/2006/relationships/customXml" Target="../ink/ink435.xml"/><Relationship Id="rId9" Type="http://schemas.openxmlformats.org/officeDocument/2006/relationships/image" Target="../media/image113.png"/><Relationship Id="rId14" Type="http://schemas.openxmlformats.org/officeDocument/2006/relationships/customXml" Target="../ink/ink440.xml"/><Relationship Id="rId22" Type="http://schemas.openxmlformats.org/officeDocument/2006/relationships/customXml" Target="../ink/ink444.xml"/><Relationship Id="rId27" Type="http://schemas.openxmlformats.org/officeDocument/2006/relationships/image" Target="../media/image122.png"/><Relationship Id="rId30" Type="http://schemas.openxmlformats.org/officeDocument/2006/relationships/customXml" Target="../ink/ink448.xml"/><Relationship Id="rId35" Type="http://schemas.openxmlformats.org/officeDocument/2006/relationships/image" Target="../media/image126.png"/><Relationship Id="rId43" Type="http://schemas.openxmlformats.org/officeDocument/2006/relationships/image" Target="../media/image130.png"/><Relationship Id="rId8" Type="http://schemas.openxmlformats.org/officeDocument/2006/relationships/customXml" Target="../ink/ink437.xml"/><Relationship Id="rId3" Type="http://schemas.openxmlformats.org/officeDocument/2006/relationships/image" Target="../media/image110.png"/><Relationship Id="rId12" Type="http://schemas.openxmlformats.org/officeDocument/2006/relationships/customXml" Target="../ink/ink439.xml"/><Relationship Id="rId17" Type="http://schemas.openxmlformats.org/officeDocument/2006/relationships/image" Target="../media/image117.png"/><Relationship Id="rId25" Type="http://schemas.openxmlformats.org/officeDocument/2006/relationships/image" Target="../media/image121.png"/><Relationship Id="rId33" Type="http://schemas.openxmlformats.org/officeDocument/2006/relationships/image" Target="../media/image125.png"/><Relationship Id="rId38" Type="http://schemas.openxmlformats.org/officeDocument/2006/relationships/customXml" Target="../ink/ink45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91.png"/><Relationship Id="rId21" Type="http://schemas.openxmlformats.org/officeDocument/2006/relationships/image" Target="../media/image443.png"/><Relationship Id="rId42" Type="http://schemas.openxmlformats.org/officeDocument/2006/relationships/customXml" Target="../ink/ink475.xml"/><Relationship Id="rId63" Type="http://schemas.openxmlformats.org/officeDocument/2006/relationships/image" Target="../media/image464.png"/><Relationship Id="rId84" Type="http://schemas.openxmlformats.org/officeDocument/2006/relationships/customXml" Target="../ink/ink496.xml"/><Relationship Id="rId138" Type="http://schemas.openxmlformats.org/officeDocument/2006/relationships/customXml" Target="../ink/ink523.xml"/><Relationship Id="rId159" Type="http://schemas.openxmlformats.org/officeDocument/2006/relationships/image" Target="../media/image512.png"/><Relationship Id="rId170" Type="http://schemas.openxmlformats.org/officeDocument/2006/relationships/customXml" Target="../ink/ink539.xml"/><Relationship Id="rId191" Type="http://schemas.openxmlformats.org/officeDocument/2006/relationships/image" Target="../media/image528.png"/><Relationship Id="rId205" Type="http://schemas.openxmlformats.org/officeDocument/2006/relationships/image" Target="../media/image535.png"/><Relationship Id="rId226" Type="http://schemas.openxmlformats.org/officeDocument/2006/relationships/customXml" Target="../ink/ink567.xml"/><Relationship Id="rId107" Type="http://schemas.openxmlformats.org/officeDocument/2006/relationships/image" Target="../media/image486.png"/><Relationship Id="rId11" Type="http://schemas.openxmlformats.org/officeDocument/2006/relationships/image" Target="../media/image438.png"/><Relationship Id="rId32" Type="http://schemas.openxmlformats.org/officeDocument/2006/relationships/customXml" Target="../ink/ink470.xml"/><Relationship Id="rId53" Type="http://schemas.openxmlformats.org/officeDocument/2006/relationships/image" Target="../media/image459.png"/><Relationship Id="rId74" Type="http://schemas.openxmlformats.org/officeDocument/2006/relationships/customXml" Target="../ink/ink491.xml"/><Relationship Id="rId128" Type="http://schemas.openxmlformats.org/officeDocument/2006/relationships/customXml" Target="../ink/ink518.xml"/><Relationship Id="rId149" Type="http://schemas.openxmlformats.org/officeDocument/2006/relationships/image" Target="../media/image507.png"/><Relationship Id="rId5" Type="http://schemas.openxmlformats.org/officeDocument/2006/relationships/image" Target="../media/image435.png"/><Relationship Id="rId95" Type="http://schemas.openxmlformats.org/officeDocument/2006/relationships/image" Target="../media/image480.png"/><Relationship Id="rId160" Type="http://schemas.openxmlformats.org/officeDocument/2006/relationships/customXml" Target="../ink/ink534.xml"/><Relationship Id="rId181" Type="http://schemas.openxmlformats.org/officeDocument/2006/relationships/image" Target="../media/image523.png"/><Relationship Id="rId216" Type="http://schemas.openxmlformats.org/officeDocument/2006/relationships/customXml" Target="../ink/ink562.xml"/><Relationship Id="rId237" Type="http://schemas.openxmlformats.org/officeDocument/2006/relationships/image" Target="../media/image551.png"/><Relationship Id="rId22" Type="http://schemas.openxmlformats.org/officeDocument/2006/relationships/customXml" Target="../ink/ink465.xml"/><Relationship Id="rId43" Type="http://schemas.openxmlformats.org/officeDocument/2006/relationships/image" Target="../media/image454.png"/><Relationship Id="rId64" Type="http://schemas.openxmlformats.org/officeDocument/2006/relationships/customXml" Target="../ink/ink486.xml"/><Relationship Id="rId118" Type="http://schemas.openxmlformats.org/officeDocument/2006/relationships/customXml" Target="../ink/ink513.xml"/><Relationship Id="rId139" Type="http://schemas.openxmlformats.org/officeDocument/2006/relationships/image" Target="../media/image502.png"/><Relationship Id="rId85" Type="http://schemas.openxmlformats.org/officeDocument/2006/relationships/image" Target="../media/image475.png"/><Relationship Id="rId150" Type="http://schemas.openxmlformats.org/officeDocument/2006/relationships/customXml" Target="../ink/ink529.xml"/><Relationship Id="rId171" Type="http://schemas.openxmlformats.org/officeDocument/2006/relationships/image" Target="../media/image518.png"/><Relationship Id="rId192" Type="http://schemas.openxmlformats.org/officeDocument/2006/relationships/customXml" Target="../ink/ink550.xml"/><Relationship Id="rId206" Type="http://schemas.openxmlformats.org/officeDocument/2006/relationships/customXml" Target="../ink/ink557.xml"/><Relationship Id="rId227" Type="http://schemas.openxmlformats.org/officeDocument/2006/relationships/image" Target="../media/image546.png"/><Relationship Id="rId12" Type="http://schemas.openxmlformats.org/officeDocument/2006/relationships/customXml" Target="../ink/ink460.xml"/><Relationship Id="rId33" Type="http://schemas.openxmlformats.org/officeDocument/2006/relationships/image" Target="../media/image449.png"/><Relationship Id="rId108" Type="http://schemas.openxmlformats.org/officeDocument/2006/relationships/customXml" Target="../ink/ink508.xml"/><Relationship Id="rId129" Type="http://schemas.openxmlformats.org/officeDocument/2006/relationships/image" Target="../media/image497.png"/><Relationship Id="rId54" Type="http://schemas.openxmlformats.org/officeDocument/2006/relationships/customXml" Target="../ink/ink481.xml"/><Relationship Id="rId75" Type="http://schemas.openxmlformats.org/officeDocument/2006/relationships/image" Target="../media/image470.png"/><Relationship Id="rId96" Type="http://schemas.openxmlformats.org/officeDocument/2006/relationships/customXml" Target="../ink/ink502.xml"/><Relationship Id="rId140" Type="http://schemas.openxmlformats.org/officeDocument/2006/relationships/customXml" Target="../ink/ink524.xml"/><Relationship Id="rId161" Type="http://schemas.openxmlformats.org/officeDocument/2006/relationships/image" Target="../media/image513.png"/><Relationship Id="rId182" Type="http://schemas.openxmlformats.org/officeDocument/2006/relationships/customXml" Target="../ink/ink545.xml"/><Relationship Id="rId217" Type="http://schemas.openxmlformats.org/officeDocument/2006/relationships/image" Target="../media/image541.png"/><Relationship Id="rId6" Type="http://schemas.openxmlformats.org/officeDocument/2006/relationships/customXml" Target="../ink/ink457.xml"/><Relationship Id="rId238" Type="http://schemas.openxmlformats.org/officeDocument/2006/relationships/customXml" Target="../ink/ink573.xml"/><Relationship Id="rId23" Type="http://schemas.openxmlformats.org/officeDocument/2006/relationships/image" Target="../media/image444.png"/><Relationship Id="rId119" Type="http://schemas.openxmlformats.org/officeDocument/2006/relationships/image" Target="../media/image492.png"/><Relationship Id="rId44" Type="http://schemas.openxmlformats.org/officeDocument/2006/relationships/customXml" Target="../ink/ink476.xml"/><Relationship Id="rId65" Type="http://schemas.openxmlformats.org/officeDocument/2006/relationships/image" Target="../media/image465.png"/><Relationship Id="rId86" Type="http://schemas.openxmlformats.org/officeDocument/2006/relationships/customXml" Target="../ink/ink497.xml"/><Relationship Id="rId130" Type="http://schemas.openxmlformats.org/officeDocument/2006/relationships/customXml" Target="../ink/ink519.xml"/><Relationship Id="rId151" Type="http://schemas.openxmlformats.org/officeDocument/2006/relationships/image" Target="../media/image508.png"/><Relationship Id="rId172" Type="http://schemas.openxmlformats.org/officeDocument/2006/relationships/customXml" Target="../ink/ink540.xml"/><Relationship Id="rId193" Type="http://schemas.openxmlformats.org/officeDocument/2006/relationships/image" Target="../media/image529.png"/><Relationship Id="rId207" Type="http://schemas.openxmlformats.org/officeDocument/2006/relationships/image" Target="../media/image536.png"/><Relationship Id="rId228" Type="http://schemas.openxmlformats.org/officeDocument/2006/relationships/customXml" Target="../ink/ink568.xml"/><Relationship Id="rId13" Type="http://schemas.openxmlformats.org/officeDocument/2006/relationships/image" Target="../media/image439.png"/><Relationship Id="rId109" Type="http://schemas.openxmlformats.org/officeDocument/2006/relationships/image" Target="../media/image487.png"/><Relationship Id="rId34" Type="http://schemas.openxmlformats.org/officeDocument/2006/relationships/customXml" Target="../ink/ink471.xml"/><Relationship Id="rId55" Type="http://schemas.openxmlformats.org/officeDocument/2006/relationships/image" Target="../media/image460.png"/><Relationship Id="rId76" Type="http://schemas.openxmlformats.org/officeDocument/2006/relationships/customXml" Target="../ink/ink492.xml"/><Relationship Id="rId97" Type="http://schemas.openxmlformats.org/officeDocument/2006/relationships/image" Target="../media/image481.png"/><Relationship Id="rId120" Type="http://schemas.openxmlformats.org/officeDocument/2006/relationships/customXml" Target="../ink/ink514.xml"/><Relationship Id="rId141" Type="http://schemas.openxmlformats.org/officeDocument/2006/relationships/image" Target="../media/image503.png"/><Relationship Id="rId7" Type="http://schemas.openxmlformats.org/officeDocument/2006/relationships/image" Target="../media/image436.png"/><Relationship Id="rId162" Type="http://schemas.openxmlformats.org/officeDocument/2006/relationships/customXml" Target="../ink/ink535.xml"/><Relationship Id="rId183" Type="http://schemas.openxmlformats.org/officeDocument/2006/relationships/image" Target="../media/image524.png"/><Relationship Id="rId218" Type="http://schemas.openxmlformats.org/officeDocument/2006/relationships/customXml" Target="../ink/ink563.xml"/><Relationship Id="rId239" Type="http://schemas.openxmlformats.org/officeDocument/2006/relationships/image" Target="../media/image552.png"/><Relationship Id="rId24" Type="http://schemas.openxmlformats.org/officeDocument/2006/relationships/customXml" Target="../ink/ink466.xml"/><Relationship Id="rId45" Type="http://schemas.openxmlformats.org/officeDocument/2006/relationships/image" Target="../media/image455.png"/><Relationship Id="rId66" Type="http://schemas.openxmlformats.org/officeDocument/2006/relationships/customXml" Target="../ink/ink487.xml"/><Relationship Id="rId87" Type="http://schemas.openxmlformats.org/officeDocument/2006/relationships/image" Target="../media/image476.png"/><Relationship Id="rId110" Type="http://schemas.openxmlformats.org/officeDocument/2006/relationships/customXml" Target="../ink/ink509.xml"/><Relationship Id="rId131" Type="http://schemas.openxmlformats.org/officeDocument/2006/relationships/image" Target="../media/image498.png"/><Relationship Id="rId152" Type="http://schemas.openxmlformats.org/officeDocument/2006/relationships/customXml" Target="../ink/ink530.xml"/><Relationship Id="rId173" Type="http://schemas.openxmlformats.org/officeDocument/2006/relationships/image" Target="../media/image519.png"/><Relationship Id="rId194" Type="http://schemas.openxmlformats.org/officeDocument/2006/relationships/customXml" Target="../ink/ink551.xml"/><Relationship Id="rId208" Type="http://schemas.openxmlformats.org/officeDocument/2006/relationships/customXml" Target="../ink/ink558.xml"/><Relationship Id="rId229" Type="http://schemas.openxmlformats.org/officeDocument/2006/relationships/image" Target="../media/image547.png"/><Relationship Id="rId240" Type="http://schemas.openxmlformats.org/officeDocument/2006/relationships/customXml" Target="../ink/ink574.xml"/><Relationship Id="rId14" Type="http://schemas.openxmlformats.org/officeDocument/2006/relationships/customXml" Target="../ink/ink461.xml"/><Relationship Id="rId35" Type="http://schemas.openxmlformats.org/officeDocument/2006/relationships/image" Target="../media/image450.png"/><Relationship Id="rId56" Type="http://schemas.openxmlformats.org/officeDocument/2006/relationships/customXml" Target="../ink/ink482.xml"/><Relationship Id="rId77" Type="http://schemas.openxmlformats.org/officeDocument/2006/relationships/image" Target="../media/image471.png"/><Relationship Id="rId100" Type="http://schemas.openxmlformats.org/officeDocument/2006/relationships/customXml" Target="../ink/ink504.xml"/><Relationship Id="rId8" Type="http://schemas.openxmlformats.org/officeDocument/2006/relationships/customXml" Target="../ink/ink458.xml"/><Relationship Id="rId98" Type="http://schemas.openxmlformats.org/officeDocument/2006/relationships/customXml" Target="../ink/ink503.xml"/><Relationship Id="rId121" Type="http://schemas.openxmlformats.org/officeDocument/2006/relationships/image" Target="../media/image493.png"/><Relationship Id="rId142" Type="http://schemas.openxmlformats.org/officeDocument/2006/relationships/customXml" Target="../ink/ink525.xml"/><Relationship Id="rId163" Type="http://schemas.openxmlformats.org/officeDocument/2006/relationships/image" Target="../media/image514.png"/><Relationship Id="rId184" Type="http://schemas.openxmlformats.org/officeDocument/2006/relationships/customXml" Target="../ink/ink546.xml"/><Relationship Id="rId219" Type="http://schemas.openxmlformats.org/officeDocument/2006/relationships/image" Target="../media/image542.png"/><Relationship Id="rId230" Type="http://schemas.openxmlformats.org/officeDocument/2006/relationships/customXml" Target="../ink/ink569.xml"/><Relationship Id="rId25" Type="http://schemas.openxmlformats.org/officeDocument/2006/relationships/image" Target="../media/image445.png"/><Relationship Id="rId46" Type="http://schemas.openxmlformats.org/officeDocument/2006/relationships/customXml" Target="../ink/ink477.xml"/><Relationship Id="rId67" Type="http://schemas.openxmlformats.org/officeDocument/2006/relationships/image" Target="../media/image466.png"/><Relationship Id="rId88" Type="http://schemas.openxmlformats.org/officeDocument/2006/relationships/customXml" Target="../ink/ink498.xml"/><Relationship Id="rId111" Type="http://schemas.openxmlformats.org/officeDocument/2006/relationships/image" Target="../media/image488.png"/><Relationship Id="rId132" Type="http://schemas.openxmlformats.org/officeDocument/2006/relationships/customXml" Target="../ink/ink520.xml"/><Relationship Id="rId153" Type="http://schemas.openxmlformats.org/officeDocument/2006/relationships/image" Target="../media/image509.png"/><Relationship Id="rId174" Type="http://schemas.openxmlformats.org/officeDocument/2006/relationships/customXml" Target="../ink/ink541.xml"/><Relationship Id="rId195" Type="http://schemas.openxmlformats.org/officeDocument/2006/relationships/image" Target="../media/image530.png"/><Relationship Id="rId209" Type="http://schemas.openxmlformats.org/officeDocument/2006/relationships/image" Target="../media/image537.png"/><Relationship Id="rId220" Type="http://schemas.openxmlformats.org/officeDocument/2006/relationships/customXml" Target="../ink/ink564.xml"/><Relationship Id="rId241" Type="http://schemas.openxmlformats.org/officeDocument/2006/relationships/image" Target="../media/image553.png"/><Relationship Id="rId15" Type="http://schemas.openxmlformats.org/officeDocument/2006/relationships/image" Target="../media/image440.png"/><Relationship Id="rId36" Type="http://schemas.openxmlformats.org/officeDocument/2006/relationships/customXml" Target="../ink/ink472.xml"/><Relationship Id="rId57" Type="http://schemas.openxmlformats.org/officeDocument/2006/relationships/image" Target="../media/image461.png"/><Relationship Id="rId106" Type="http://schemas.openxmlformats.org/officeDocument/2006/relationships/customXml" Target="../ink/ink507.xml"/><Relationship Id="rId127" Type="http://schemas.openxmlformats.org/officeDocument/2006/relationships/image" Target="../media/image496.png"/><Relationship Id="rId10" Type="http://schemas.openxmlformats.org/officeDocument/2006/relationships/customXml" Target="../ink/ink459.xml"/><Relationship Id="rId31" Type="http://schemas.openxmlformats.org/officeDocument/2006/relationships/image" Target="../media/image448.png"/><Relationship Id="rId52" Type="http://schemas.openxmlformats.org/officeDocument/2006/relationships/customXml" Target="../ink/ink480.xml"/><Relationship Id="rId73" Type="http://schemas.openxmlformats.org/officeDocument/2006/relationships/image" Target="../media/image469.png"/><Relationship Id="rId78" Type="http://schemas.openxmlformats.org/officeDocument/2006/relationships/customXml" Target="../ink/ink493.xml"/><Relationship Id="rId94" Type="http://schemas.openxmlformats.org/officeDocument/2006/relationships/customXml" Target="../ink/ink501.xml"/><Relationship Id="rId99" Type="http://schemas.openxmlformats.org/officeDocument/2006/relationships/image" Target="../media/image482.png"/><Relationship Id="rId101" Type="http://schemas.openxmlformats.org/officeDocument/2006/relationships/image" Target="../media/image483.png"/><Relationship Id="rId122" Type="http://schemas.openxmlformats.org/officeDocument/2006/relationships/customXml" Target="../ink/ink515.xml"/><Relationship Id="rId143" Type="http://schemas.openxmlformats.org/officeDocument/2006/relationships/image" Target="../media/image504.png"/><Relationship Id="rId148" Type="http://schemas.openxmlformats.org/officeDocument/2006/relationships/customXml" Target="../ink/ink528.xml"/><Relationship Id="rId164" Type="http://schemas.openxmlformats.org/officeDocument/2006/relationships/customXml" Target="../ink/ink536.xml"/><Relationship Id="rId169" Type="http://schemas.openxmlformats.org/officeDocument/2006/relationships/image" Target="../media/image517.png"/><Relationship Id="rId185" Type="http://schemas.openxmlformats.org/officeDocument/2006/relationships/image" Target="../media/image525.png"/><Relationship Id="rId4" Type="http://schemas.openxmlformats.org/officeDocument/2006/relationships/customXml" Target="../ink/ink456.xml"/><Relationship Id="rId9" Type="http://schemas.openxmlformats.org/officeDocument/2006/relationships/image" Target="../media/image437.png"/><Relationship Id="rId180" Type="http://schemas.openxmlformats.org/officeDocument/2006/relationships/customXml" Target="../ink/ink544.xml"/><Relationship Id="rId210" Type="http://schemas.openxmlformats.org/officeDocument/2006/relationships/customXml" Target="../ink/ink559.xml"/><Relationship Id="rId215" Type="http://schemas.openxmlformats.org/officeDocument/2006/relationships/image" Target="../media/image540.png"/><Relationship Id="rId236" Type="http://schemas.openxmlformats.org/officeDocument/2006/relationships/customXml" Target="../ink/ink572.xml"/><Relationship Id="rId26" Type="http://schemas.openxmlformats.org/officeDocument/2006/relationships/customXml" Target="../ink/ink467.xml"/><Relationship Id="rId231" Type="http://schemas.openxmlformats.org/officeDocument/2006/relationships/image" Target="../media/image548.png"/><Relationship Id="rId47" Type="http://schemas.openxmlformats.org/officeDocument/2006/relationships/image" Target="../media/image456.png"/><Relationship Id="rId68" Type="http://schemas.openxmlformats.org/officeDocument/2006/relationships/customXml" Target="../ink/ink488.xml"/><Relationship Id="rId89" Type="http://schemas.openxmlformats.org/officeDocument/2006/relationships/image" Target="../media/image477.png"/><Relationship Id="rId112" Type="http://schemas.openxmlformats.org/officeDocument/2006/relationships/customXml" Target="../ink/ink510.xml"/><Relationship Id="rId133" Type="http://schemas.openxmlformats.org/officeDocument/2006/relationships/image" Target="../media/image499.png"/><Relationship Id="rId154" Type="http://schemas.openxmlformats.org/officeDocument/2006/relationships/customXml" Target="../ink/ink531.xml"/><Relationship Id="rId175" Type="http://schemas.openxmlformats.org/officeDocument/2006/relationships/image" Target="../media/image520.png"/><Relationship Id="rId196" Type="http://schemas.openxmlformats.org/officeDocument/2006/relationships/customXml" Target="../ink/ink552.xml"/><Relationship Id="rId200" Type="http://schemas.openxmlformats.org/officeDocument/2006/relationships/customXml" Target="../ink/ink554.xml"/><Relationship Id="rId16" Type="http://schemas.openxmlformats.org/officeDocument/2006/relationships/customXml" Target="../ink/ink462.xml"/><Relationship Id="rId221" Type="http://schemas.openxmlformats.org/officeDocument/2006/relationships/image" Target="../media/image543.png"/><Relationship Id="rId37" Type="http://schemas.openxmlformats.org/officeDocument/2006/relationships/image" Target="../media/image451.png"/><Relationship Id="rId58" Type="http://schemas.openxmlformats.org/officeDocument/2006/relationships/customXml" Target="../ink/ink483.xml"/><Relationship Id="rId79" Type="http://schemas.openxmlformats.org/officeDocument/2006/relationships/image" Target="../media/image472.png"/><Relationship Id="rId102" Type="http://schemas.openxmlformats.org/officeDocument/2006/relationships/customXml" Target="../ink/ink505.xml"/><Relationship Id="rId123" Type="http://schemas.openxmlformats.org/officeDocument/2006/relationships/image" Target="../media/image494.png"/><Relationship Id="rId144" Type="http://schemas.openxmlformats.org/officeDocument/2006/relationships/customXml" Target="../ink/ink526.xml"/><Relationship Id="rId90" Type="http://schemas.openxmlformats.org/officeDocument/2006/relationships/customXml" Target="../ink/ink499.xml"/><Relationship Id="rId165" Type="http://schemas.openxmlformats.org/officeDocument/2006/relationships/image" Target="../media/image515.png"/><Relationship Id="rId186" Type="http://schemas.openxmlformats.org/officeDocument/2006/relationships/customXml" Target="../ink/ink547.xml"/><Relationship Id="rId211" Type="http://schemas.openxmlformats.org/officeDocument/2006/relationships/image" Target="../media/image538.png"/><Relationship Id="rId232" Type="http://schemas.openxmlformats.org/officeDocument/2006/relationships/customXml" Target="../ink/ink570.xml"/><Relationship Id="rId27" Type="http://schemas.openxmlformats.org/officeDocument/2006/relationships/image" Target="../media/image446.png"/><Relationship Id="rId48" Type="http://schemas.openxmlformats.org/officeDocument/2006/relationships/customXml" Target="../ink/ink478.xml"/><Relationship Id="rId69" Type="http://schemas.openxmlformats.org/officeDocument/2006/relationships/image" Target="../media/image467.png"/><Relationship Id="rId113" Type="http://schemas.openxmlformats.org/officeDocument/2006/relationships/image" Target="../media/image489.png"/><Relationship Id="rId134" Type="http://schemas.openxmlformats.org/officeDocument/2006/relationships/customXml" Target="../ink/ink521.xml"/><Relationship Id="rId80" Type="http://schemas.openxmlformats.org/officeDocument/2006/relationships/customXml" Target="../ink/ink494.xml"/><Relationship Id="rId155" Type="http://schemas.openxmlformats.org/officeDocument/2006/relationships/image" Target="../media/image510.png"/><Relationship Id="rId176" Type="http://schemas.openxmlformats.org/officeDocument/2006/relationships/customXml" Target="../ink/ink542.xml"/><Relationship Id="rId197" Type="http://schemas.openxmlformats.org/officeDocument/2006/relationships/image" Target="../media/image531.png"/><Relationship Id="rId201" Type="http://schemas.openxmlformats.org/officeDocument/2006/relationships/image" Target="../media/image533.png"/><Relationship Id="rId222" Type="http://schemas.openxmlformats.org/officeDocument/2006/relationships/customXml" Target="../ink/ink565.xml"/><Relationship Id="rId17" Type="http://schemas.openxmlformats.org/officeDocument/2006/relationships/image" Target="../media/image441.png"/><Relationship Id="rId38" Type="http://schemas.openxmlformats.org/officeDocument/2006/relationships/customXml" Target="../ink/ink473.xml"/><Relationship Id="rId59" Type="http://schemas.openxmlformats.org/officeDocument/2006/relationships/image" Target="../media/image462.png"/><Relationship Id="rId103" Type="http://schemas.openxmlformats.org/officeDocument/2006/relationships/image" Target="../media/image484.png"/><Relationship Id="rId124" Type="http://schemas.openxmlformats.org/officeDocument/2006/relationships/customXml" Target="../ink/ink516.xml"/><Relationship Id="rId70" Type="http://schemas.openxmlformats.org/officeDocument/2006/relationships/customXml" Target="../ink/ink489.xml"/><Relationship Id="rId91" Type="http://schemas.openxmlformats.org/officeDocument/2006/relationships/image" Target="../media/image478.png"/><Relationship Id="rId145" Type="http://schemas.openxmlformats.org/officeDocument/2006/relationships/image" Target="../media/image505.png"/><Relationship Id="rId166" Type="http://schemas.openxmlformats.org/officeDocument/2006/relationships/customXml" Target="../ink/ink537.xml"/><Relationship Id="rId187" Type="http://schemas.openxmlformats.org/officeDocument/2006/relationships/image" Target="../media/image52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560.xml"/><Relationship Id="rId233" Type="http://schemas.openxmlformats.org/officeDocument/2006/relationships/image" Target="../media/image549.png"/><Relationship Id="rId28" Type="http://schemas.openxmlformats.org/officeDocument/2006/relationships/customXml" Target="../ink/ink468.xml"/><Relationship Id="rId49" Type="http://schemas.openxmlformats.org/officeDocument/2006/relationships/image" Target="../media/image457.png"/><Relationship Id="rId114" Type="http://schemas.openxmlformats.org/officeDocument/2006/relationships/customXml" Target="../ink/ink511.xml"/><Relationship Id="rId60" Type="http://schemas.openxmlformats.org/officeDocument/2006/relationships/customXml" Target="../ink/ink484.xml"/><Relationship Id="rId81" Type="http://schemas.openxmlformats.org/officeDocument/2006/relationships/image" Target="../media/image473.png"/><Relationship Id="rId135" Type="http://schemas.openxmlformats.org/officeDocument/2006/relationships/image" Target="../media/image500.png"/><Relationship Id="rId156" Type="http://schemas.openxmlformats.org/officeDocument/2006/relationships/customXml" Target="../ink/ink532.xml"/><Relationship Id="rId177" Type="http://schemas.openxmlformats.org/officeDocument/2006/relationships/image" Target="../media/image521.png"/><Relationship Id="rId198" Type="http://schemas.openxmlformats.org/officeDocument/2006/relationships/customXml" Target="../ink/ink553.xml"/><Relationship Id="rId202" Type="http://schemas.openxmlformats.org/officeDocument/2006/relationships/customXml" Target="../ink/ink555.xml"/><Relationship Id="rId223" Type="http://schemas.openxmlformats.org/officeDocument/2006/relationships/image" Target="../media/image544.png"/><Relationship Id="rId18" Type="http://schemas.openxmlformats.org/officeDocument/2006/relationships/customXml" Target="../ink/ink463.xml"/><Relationship Id="rId39" Type="http://schemas.openxmlformats.org/officeDocument/2006/relationships/image" Target="../media/image452.png"/><Relationship Id="rId50" Type="http://schemas.openxmlformats.org/officeDocument/2006/relationships/customXml" Target="../ink/ink479.xml"/><Relationship Id="rId104" Type="http://schemas.openxmlformats.org/officeDocument/2006/relationships/customXml" Target="../ink/ink506.xml"/><Relationship Id="rId125" Type="http://schemas.openxmlformats.org/officeDocument/2006/relationships/image" Target="../media/image495.png"/><Relationship Id="rId146" Type="http://schemas.openxmlformats.org/officeDocument/2006/relationships/customXml" Target="../ink/ink527.xml"/><Relationship Id="rId167" Type="http://schemas.openxmlformats.org/officeDocument/2006/relationships/image" Target="../media/image516.png"/><Relationship Id="rId188" Type="http://schemas.openxmlformats.org/officeDocument/2006/relationships/customXml" Target="../ink/ink548.xml"/><Relationship Id="rId71" Type="http://schemas.openxmlformats.org/officeDocument/2006/relationships/image" Target="../media/image468.png"/><Relationship Id="rId92" Type="http://schemas.openxmlformats.org/officeDocument/2006/relationships/customXml" Target="../ink/ink500.xml"/><Relationship Id="rId213" Type="http://schemas.openxmlformats.org/officeDocument/2006/relationships/image" Target="../media/image539.png"/><Relationship Id="rId234" Type="http://schemas.openxmlformats.org/officeDocument/2006/relationships/customXml" Target="../ink/ink571.xml"/><Relationship Id="rId2" Type="http://schemas.openxmlformats.org/officeDocument/2006/relationships/customXml" Target="../ink/ink455.xml"/><Relationship Id="rId29" Type="http://schemas.openxmlformats.org/officeDocument/2006/relationships/image" Target="../media/image447.png"/><Relationship Id="rId40" Type="http://schemas.openxmlformats.org/officeDocument/2006/relationships/customXml" Target="../ink/ink474.xml"/><Relationship Id="rId115" Type="http://schemas.openxmlformats.org/officeDocument/2006/relationships/image" Target="../media/image490.png"/><Relationship Id="rId136" Type="http://schemas.openxmlformats.org/officeDocument/2006/relationships/customXml" Target="../ink/ink522.xml"/><Relationship Id="rId157" Type="http://schemas.openxmlformats.org/officeDocument/2006/relationships/image" Target="../media/image511.png"/><Relationship Id="rId178" Type="http://schemas.openxmlformats.org/officeDocument/2006/relationships/customXml" Target="../ink/ink543.xml"/><Relationship Id="rId61" Type="http://schemas.openxmlformats.org/officeDocument/2006/relationships/image" Target="../media/image463.png"/><Relationship Id="rId82" Type="http://schemas.openxmlformats.org/officeDocument/2006/relationships/customXml" Target="../ink/ink495.xml"/><Relationship Id="rId199" Type="http://schemas.openxmlformats.org/officeDocument/2006/relationships/image" Target="../media/image532.png"/><Relationship Id="rId203" Type="http://schemas.openxmlformats.org/officeDocument/2006/relationships/image" Target="../media/image534.png"/><Relationship Id="rId19" Type="http://schemas.openxmlformats.org/officeDocument/2006/relationships/image" Target="../media/image442.png"/><Relationship Id="rId224" Type="http://schemas.openxmlformats.org/officeDocument/2006/relationships/customXml" Target="../ink/ink566.xml"/><Relationship Id="rId30" Type="http://schemas.openxmlformats.org/officeDocument/2006/relationships/customXml" Target="../ink/ink469.xml"/><Relationship Id="rId105" Type="http://schemas.openxmlformats.org/officeDocument/2006/relationships/image" Target="../media/image485.png"/><Relationship Id="rId126" Type="http://schemas.openxmlformats.org/officeDocument/2006/relationships/customXml" Target="../ink/ink517.xml"/><Relationship Id="rId147" Type="http://schemas.openxmlformats.org/officeDocument/2006/relationships/image" Target="../media/image506.png"/><Relationship Id="rId168" Type="http://schemas.openxmlformats.org/officeDocument/2006/relationships/customXml" Target="../ink/ink538.xml"/><Relationship Id="rId51" Type="http://schemas.openxmlformats.org/officeDocument/2006/relationships/image" Target="../media/image458.png"/><Relationship Id="rId72" Type="http://schemas.openxmlformats.org/officeDocument/2006/relationships/customXml" Target="../ink/ink490.xml"/><Relationship Id="rId93" Type="http://schemas.openxmlformats.org/officeDocument/2006/relationships/image" Target="../media/image479.png"/><Relationship Id="rId189" Type="http://schemas.openxmlformats.org/officeDocument/2006/relationships/image" Target="../media/image527.png"/><Relationship Id="rId3" Type="http://schemas.openxmlformats.org/officeDocument/2006/relationships/image" Target="../media/image434.png"/><Relationship Id="rId214" Type="http://schemas.openxmlformats.org/officeDocument/2006/relationships/customXml" Target="../ink/ink561.xml"/><Relationship Id="rId235" Type="http://schemas.openxmlformats.org/officeDocument/2006/relationships/image" Target="../media/image550.png"/><Relationship Id="rId116" Type="http://schemas.openxmlformats.org/officeDocument/2006/relationships/customXml" Target="../ink/ink512.xml"/><Relationship Id="rId137" Type="http://schemas.openxmlformats.org/officeDocument/2006/relationships/image" Target="../media/image501.png"/><Relationship Id="rId158" Type="http://schemas.openxmlformats.org/officeDocument/2006/relationships/customXml" Target="../ink/ink533.xml"/><Relationship Id="rId20" Type="http://schemas.openxmlformats.org/officeDocument/2006/relationships/customXml" Target="../ink/ink464.xml"/><Relationship Id="rId41" Type="http://schemas.openxmlformats.org/officeDocument/2006/relationships/image" Target="../media/image453.png"/><Relationship Id="rId62" Type="http://schemas.openxmlformats.org/officeDocument/2006/relationships/customXml" Target="../ink/ink485.xml"/><Relationship Id="rId83" Type="http://schemas.openxmlformats.org/officeDocument/2006/relationships/image" Target="../media/image474.png"/><Relationship Id="rId179" Type="http://schemas.openxmlformats.org/officeDocument/2006/relationships/image" Target="../media/image522.png"/><Relationship Id="rId190" Type="http://schemas.openxmlformats.org/officeDocument/2006/relationships/customXml" Target="../ink/ink549.xml"/><Relationship Id="rId204" Type="http://schemas.openxmlformats.org/officeDocument/2006/relationships/customXml" Target="../ink/ink556.xml"/><Relationship Id="rId225" Type="http://schemas.openxmlformats.org/officeDocument/2006/relationships/image" Target="../media/image545.png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87.xml"/><Relationship Id="rId21" Type="http://schemas.openxmlformats.org/officeDocument/2006/relationships/image" Target="../media/image563.png"/><Relationship Id="rId42" Type="http://schemas.openxmlformats.org/officeDocument/2006/relationships/customXml" Target="../ink/ink595.xml"/><Relationship Id="rId47" Type="http://schemas.openxmlformats.org/officeDocument/2006/relationships/image" Target="../media/image576.png"/><Relationship Id="rId63" Type="http://schemas.openxmlformats.org/officeDocument/2006/relationships/image" Target="../media/image584.png"/><Relationship Id="rId68" Type="http://schemas.openxmlformats.org/officeDocument/2006/relationships/customXml" Target="../ink/ink608.xml"/><Relationship Id="rId84" Type="http://schemas.openxmlformats.org/officeDocument/2006/relationships/customXml" Target="../ink/ink616.xml"/><Relationship Id="rId89" Type="http://schemas.openxmlformats.org/officeDocument/2006/relationships/image" Target="../media/image597.png"/><Relationship Id="rId16" Type="http://schemas.openxmlformats.org/officeDocument/2006/relationships/customXml" Target="../ink/ink582.xml"/><Relationship Id="rId11" Type="http://schemas.openxmlformats.org/officeDocument/2006/relationships/image" Target="../media/image558.png"/><Relationship Id="rId32" Type="http://schemas.openxmlformats.org/officeDocument/2006/relationships/customXml" Target="../ink/ink590.xml"/><Relationship Id="rId37" Type="http://schemas.openxmlformats.org/officeDocument/2006/relationships/image" Target="../media/image571.png"/><Relationship Id="rId53" Type="http://schemas.openxmlformats.org/officeDocument/2006/relationships/image" Target="../media/image579.png"/><Relationship Id="rId58" Type="http://schemas.openxmlformats.org/officeDocument/2006/relationships/customXml" Target="../ink/ink603.xml"/><Relationship Id="rId74" Type="http://schemas.openxmlformats.org/officeDocument/2006/relationships/customXml" Target="../ink/ink611.xml"/><Relationship Id="rId79" Type="http://schemas.openxmlformats.org/officeDocument/2006/relationships/image" Target="../media/image592.png"/><Relationship Id="rId5" Type="http://schemas.openxmlformats.org/officeDocument/2006/relationships/image" Target="../media/image555.png"/><Relationship Id="rId90" Type="http://schemas.openxmlformats.org/officeDocument/2006/relationships/customXml" Target="../ink/ink619.xml"/><Relationship Id="rId95" Type="http://schemas.openxmlformats.org/officeDocument/2006/relationships/image" Target="../media/image600.png"/><Relationship Id="rId22" Type="http://schemas.openxmlformats.org/officeDocument/2006/relationships/customXml" Target="../ink/ink585.xml"/><Relationship Id="rId27" Type="http://schemas.openxmlformats.org/officeDocument/2006/relationships/image" Target="../media/image566.png"/><Relationship Id="rId43" Type="http://schemas.openxmlformats.org/officeDocument/2006/relationships/image" Target="../media/image574.png"/><Relationship Id="rId48" Type="http://schemas.openxmlformats.org/officeDocument/2006/relationships/customXml" Target="../ink/ink598.xml"/><Relationship Id="rId64" Type="http://schemas.openxmlformats.org/officeDocument/2006/relationships/customXml" Target="../ink/ink606.xml"/><Relationship Id="rId69" Type="http://schemas.openxmlformats.org/officeDocument/2006/relationships/image" Target="../media/image587.png"/><Relationship Id="rId80" Type="http://schemas.openxmlformats.org/officeDocument/2006/relationships/customXml" Target="../ink/ink614.xml"/><Relationship Id="rId85" Type="http://schemas.openxmlformats.org/officeDocument/2006/relationships/image" Target="../media/image595.png"/><Relationship Id="rId3" Type="http://schemas.openxmlformats.org/officeDocument/2006/relationships/image" Target="../media/image554.png"/><Relationship Id="rId12" Type="http://schemas.openxmlformats.org/officeDocument/2006/relationships/customXml" Target="../ink/ink580.xml"/><Relationship Id="rId17" Type="http://schemas.openxmlformats.org/officeDocument/2006/relationships/image" Target="../media/image561.png"/><Relationship Id="rId25" Type="http://schemas.openxmlformats.org/officeDocument/2006/relationships/image" Target="../media/image565.png"/><Relationship Id="rId33" Type="http://schemas.openxmlformats.org/officeDocument/2006/relationships/image" Target="../media/image569.png"/><Relationship Id="rId38" Type="http://schemas.openxmlformats.org/officeDocument/2006/relationships/customXml" Target="../ink/ink593.xml"/><Relationship Id="rId46" Type="http://schemas.openxmlformats.org/officeDocument/2006/relationships/customXml" Target="../ink/ink597.xml"/><Relationship Id="rId59" Type="http://schemas.openxmlformats.org/officeDocument/2006/relationships/image" Target="../media/image582.png"/><Relationship Id="rId67" Type="http://schemas.openxmlformats.org/officeDocument/2006/relationships/image" Target="../media/image586.png"/><Relationship Id="rId20" Type="http://schemas.openxmlformats.org/officeDocument/2006/relationships/customXml" Target="../ink/ink584.xml"/><Relationship Id="rId41" Type="http://schemas.openxmlformats.org/officeDocument/2006/relationships/image" Target="../media/image573.png"/><Relationship Id="rId54" Type="http://schemas.openxmlformats.org/officeDocument/2006/relationships/customXml" Target="../ink/ink601.xml"/><Relationship Id="rId62" Type="http://schemas.openxmlformats.org/officeDocument/2006/relationships/customXml" Target="../ink/ink605.xml"/><Relationship Id="rId70" Type="http://schemas.openxmlformats.org/officeDocument/2006/relationships/customXml" Target="../ink/ink609.xml"/><Relationship Id="rId75" Type="http://schemas.openxmlformats.org/officeDocument/2006/relationships/image" Target="../media/image590.png"/><Relationship Id="rId83" Type="http://schemas.openxmlformats.org/officeDocument/2006/relationships/image" Target="../media/image594.png"/><Relationship Id="rId88" Type="http://schemas.openxmlformats.org/officeDocument/2006/relationships/customXml" Target="../ink/ink618.xml"/><Relationship Id="rId91" Type="http://schemas.openxmlformats.org/officeDocument/2006/relationships/image" Target="../media/image598.png"/><Relationship Id="rId96" Type="http://schemas.openxmlformats.org/officeDocument/2006/relationships/customXml" Target="../ink/ink6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77.xml"/><Relationship Id="rId15" Type="http://schemas.openxmlformats.org/officeDocument/2006/relationships/image" Target="../media/image560.png"/><Relationship Id="rId23" Type="http://schemas.openxmlformats.org/officeDocument/2006/relationships/image" Target="../media/image564.png"/><Relationship Id="rId28" Type="http://schemas.openxmlformats.org/officeDocument/2006/relationships/customXml" Target="../ink/ink588.xml"/><Relationship Id="rId36" Type="http://schemas.openxmlformats.org/officeDocument/2006/relationships/customXml" Target="../ink/ink592.xml"/><Relationship Id="rId49" Type="http://schemas.openxmlformats.org/officeDocument/2006/relationships/image" Target="../media/image577.png"/><Relationship Id="rId57" Type="http://schemas.openxmlformats.org/officeDocument/2006/relationships/image" Target="../media/image581.png"/><Relationship Id="rId10" Type="http://schemas.openxmlformats.org/officeDocument/2006/relationships/customXml" Target="../ink/ink579.xml"/><Relationship Id="rId31" Type="http://schemas.openxmlformats.org/officeDocument/2006/relationships/image" Target="../media/image568.png"/><Relationship Id="rId44" Type="http://schemas.openxmlformats.org/officeDocument/2006/relationships/customXml" Target="../ink/ink596.xml"/><Relationship Id="rId52" Type="http://schemas.openxmlformats.org/officeDocument/2006/relationships/customXml" Target="../ink/ink600.xml"/><Relationship Id="rId60" Type="http://schemas.openxmlformats.org/officeDocument/2006/relationships/customXml" Target="../ink/ink604.xml"/><Relationship Id="rId65" Type="http://schemas.openxmlformats.org/officeDocument/2006/relationships/image" Target="../media/image585.png"/><Relationship Id="rId73" Type="http://schemas.openxmlformats.org/officeDocument/2006/relationships/image" Target="../media/image589.png"/><Relationship Id="rId78" Type="http://schemas.openxmlformats.org/officeDocument/2006/relationships/customXml" Target="../ink/ink613.xml"/><Relationship Id="rId81" Type="http://schemas.openxmlformats.org/officeDocument/2006/relationships/image" Target="../media/image593.png"/><Relationship Id="rId86" Type="http://schemas.openxmlformats.org/officeDocument/2006/relationships/customXml" Target="../ink/ink617.xml"/><Relationship Id="rId94" Type="http://schemas.openxmlformats.org/officeDocument/2006/relationships/customXml" Target="../ink/ink621.xml"/><Relationship Id="rId4" Type="http://schemas.openxmlformats.org/officeDocument/2006/relationships/customXml" Target="../ink/ink576.xml"/><Relationship Id="rId9" Type="http://schemas.openxmlformats.org/officeDocument/2006/relationships/image" Target="../media/image557.png"/><Relationship Id="rId13" Type="http://schemas.openxmlformats.org/officeDocument/2006/relationships/image" Target="../media/image559.png"/><Relationship Id="rId18" Type="http://schemas.openxmlformats.org/officeDocument/2006/relationships/customXml" Target="../ink/ink583.xml"/><Relationship Id="rId39" Type="http://schemas.openxmlformats.org/officeDocument/2006/relationships/image" Target="../media/image572.png"/><Relationship Id="rId34" Type="http://schemas.openxmlformats.org/officeDocument/2006/relationships/customXml" Target="../ink/ink591.xml"/><Relationship Id="rId50" Type="http://schemas.openxmlformats.org/officeDocument/2006/relationships/customXml" Target="../ink/ink599.xml"/><Relationship Id="rId55" Type="http://schemas.openxmlformats.org/officeDocument/2006/relationships/image" Target="../media/image580.png"/><Relationship Id="rId76" Type="http://schemas.openxmlformats.org/officeDocument/2006/relationships/customXml" Target="../ink/ink612.xml"/><Relationship Id="rId97" Type="http://schemas.openxmlformats.org/officeDocument/2006/relationships/image" Target="../media/image601.png"/><Relationship Id="rId7" Type="http://schemas.openxmlformats.org/officeDocument/2006/relationships/image" Target="../media/image556.png"/><Relationship Id="rId71" Type="http://schemas.openxmlformats.org/officeDocument/2006/relationships/image" Target="../media/image588.png"/><Relationship Id="rId92" Type="http://schemas.openxmlformats.org/officeDocument/2006/relationships/customXml" Target="../ink/ink620.xml"/><Relationship Id="rId2" Type="http://schemas.openxmlformats.org/officeDocument/2006/relationships/customXml" Target="../ink/ink575.xml"/><Relationship Id="rId29" Type="http://schemas.openxmlformats.org/officeDocument/2006/relationships/image" Target="../media/image567.png"/><Relationship Id="rId24" Type="http://schemas.openxmlformats.org/officeDocument/2006/relationships/customXml" Target="../ink/ink586.xml"/><Relationship Id="rId40" Type="http://schemas.openxmlformats.org/officeDocument/2006/relationships/customXml" Target="../ink/ink594.xml"/><Relationship Id="rId45" Type="http://schemas.openxmlformats.org/officeDocument/2006/relationships/image" Target="../media/image575.png"/><Relationship Id="rId66" Type="http://schemas.openxmlformats.org/officeDocument/2006/relationships/customXml" Target="../ink/ink607.xml"/><Relationship Id="rId87" Type="http://schemas.openxmlformats.org/officeDocument/2006/relationships/image" Target="../media/image596.png"/><Relationship Id="rId61" Type="http://schemas.openxmlformats.org/officeDocument/2006/relationships/image" Target="../media/image583.png"/><Relationship Id="rId82" Type="http://schemas.openxmlformats.org/officeDocument/2006/relationships/customXml" Target="../ink/ink615.xml"/><Relationship Id="rId19" Type="http://schemas.openxmlformats.org/officeDocument/2006/relationships/image" Target="../media/image562.png"/><Relationship Id="rId14" Type="http://schemas.openxmlformats.org/officeDocument/2006/relationships/customXml" Target="../ink/ink581.xml"/><Relationship Id="rId30" Type="http://schemas.openxmlformats.org/officeDocument/2006/relationships/customXml" Target="../ink/ink589.xml"/><Relationship Id="rId35" Type="http://schemas.openxmlformats.org/officeDocument/2006/relationships/image" Target="../media/image570.png"/><Relationship Id="rId56" Type="http://schemas.openxmlformats.org/officeDocument/2006/relationships/customXml" Target="../ink/ink602.xml"/><Relationship Id="rId77" Type="http://schemas.openxmlformats.org/officeDocument/2006/relationships/image" Target="../media/image591.png"/><Relationship Id="rId8" Type="http://schemas.openxmlformats.org/officeDocument/2006/relationships/customXml" Target="../ink/ink578.xml"/><Relationship Id="rId51" Type="http://schemas.openxmlformats.org/officeDocument/2006/relationships/image" Target="../media/image578.png"/><Relationship Id="rId72" Type="http://schemas.openxmlformats.org/officeDocument/2006/relationships/customXml" Target="../ink/ink610.xml"/><Relationship Id="rId93" Type="http://schemas.openxmlformats.org/officeDocument/2006/relationships/image" Target="../media/image599.png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59.png"/><Relationship Id="rId21" Type="http://schemas.openxmlformats.org/officeDocument/2006/relationships/image" Target="../media/image611.png"/><Relationship Id="rId42" Type="http://schemas.openxmlformats.org/officeDocument/2006/relationships/customXml" Target="../ink/ink643.xml"/><Relationship Id="rId63" Type="http://schemas.openxmlformats.org/officeDocument/2006/relationships/image" Target="../media/image632.png"/><Relationship Id="rId84" Type="http://schemas.openxmlformats.org/officeDocument/2006/relationships/customXml" Target="../ink/ink664.xml"/><Relationship Id="rId138" Type="http://schemas.openxmlformats.org/officeDocument/2006/relationships/customXml" Target="../ink/ink691.xml"/><Relationship Id="rId159" Type="http://schemas.openxmlformats.org/officeDocument/2006/relationships/image" Target="../media/image680.png"/><Relationship Id="rId107" Type="http://schemas.openxmlformats.org/officeDocument/2006/relationships/image" Target="../media/image654.png"/><Relationship Id="rId11" Type="http://schemas.openxmlformats.org/officeDocument/2006/relationships/image" Target="../media/image606.png"/><Relationship Id="rId32" Type="http://schemas.openxmlformats.org/officeDocument/2006/relationships/customXml" Target="../ink/ink638.xml"/><Relationship Id="rId53" Type="http://schemas.openxmlformats.org/officeDocument/2006/relationships/image" Target="../media/image627.png"/><Relationship Id="rId74" Type="http://schemas.openxmlformats.org/officeDocument/2006/relationships/customXml" Target="../ink/ink659.xml"/><Relationship Id="rId128" Type="http://schemas.openxmlformats.org/officeDocument/2006/relationships/customXml" Target="../ink/ink686.xml"/><Relationship Id="rId149" Type="http://schemas.openxmlformats.org/officeDocument/2006/relationships/image" Target="../media/image675.png"/><Relationship Id="rId5" Type="http://schemas.openxmlformats.org/officeDocument/2006/relationships/image" Target="../media/image603.png"/><Relationship Id="rId95" Type="http://schemas.openxmlformats.org/officeDocument/2006/relationships/image" Target="../media/image648.png"/><Relationship Id="rId160" Type="http://schemas.openxmlformats.org/officeDocument/2006/relationships/customXml" Target="../ink/ink702.xml"/><Relationship Id="rId22" Type="http://schemas.openxmlformats.org/officeDocument/2006/relationships/customXml" Target="../ink/ink633.xml"/><Relationship Id="rId43" Type="http://schemas.openxmlformats.org/officeDocument/2006/relationships/image" Target="../media/image622.png"/><Relationship Id="rId64" Type="http://schemas.openxmlformats.org/officeDocument/2006/relationships/customXml" Target="../ink/ink654.xml"/><Relationship Id="rId118" Type="http://schemas.openxmlformats.org/officeDocument/2006/relationships/customXml" Target="../ink/ink681.xml"/><Relationship Id="rId139" Type="http://schemas.openxmlformats.org/officeDocument/2006/relationships/image" Target="../media/image670.png"/><Relationship Id="rId85" Type="http://schemas.openxmlformats.org/officeDocument/2006/relationships/image" Target="../media/image643.png"/><Relationship Id="rId150" Type="http://schemas.openxmlformats.org/officeDocument/2006/relationships/customXml" Target="../ink/ink697.xml"/><Relationship Id="rId12" Type="http://schemas.openxmlformats.org/officeDocument/2006/relationships/customXml" Target="../ink/ink628.xml"/><Relationship Id="rId17" Type="http://schemas.openxmlformats.org/officeDocument/2006/relationships/image" Target="../media/image609.png"/><Relationship Id="rId33" Type="http://schemas.openxmlformats.org/officeDocument/2006/relationships/image" Target="../media/image617.png"/><Relationship Id="rId38" Type="http://schemas.openxmlformats.org/officeDocument/2006/relationships/customXml" Target="../ink/ink641.xml"/><Relationship Id="rId59" Type="http://schemas.openxmlformats.org/officeDocument/2006/relationships/image" Target="../media/image630.png"/><Relationship Id="rId103" Type="http://schemas.openxmlformats.org/officeDocument/2006/relationships/image" Target="../media/image652.png"/><Relationship Id="rId108" Type="http://schemas.openxmlformats.org/officeDocument/2006/relationships/customXml" Target="../ink/ink676.xml"/><Relationship Id="rId124" Type="http://schemas.openxmlformats.org/officeDocument/2006/relationships/customXml" Target="../ink/ink684.xml"/><Relationship Id="rId129" Type="http://schemas.openxmlformats.org/officeDocument/2006/relationships/image" Target="../media/image665.png"/><Relationship Id="rId54" Type="http://schemas.openxmlformats.org/officeDocument/2006/relationships/customXml" Target="../ink/ink649.xml"/><Relationship Id="rId70" Type="http://schemas.openxmlformats.org/officeDocument/2006/relationships/customXml" Target="../ink/ink657.xml"/><Relationship Id="rId75" Type="http://schemas.openxmlformats.org/officeDocument/2006/relationships/image" Target="../media/image638.png"/><Relationship Id="rId91" Type="http://schemas.openxmlformats.org/officeDocument/2006/relationships/image" Target="../media/image646.png"/><Relationship Id="rId96" Type="http://schemas.openxmlformats.org/officeDocument/2006/relationships/customXml" Target="../ink/ink670.xml"/><Relationship Id="rId140" Type="http://schemas.openxmlformats.org/officeDocument/2006/relationships/customXml" Target="../ink/ink692.xml"/><Relationship Id="rId145" Type="http://schemas.openxmlformats.org/officeDocument/2006/relationships/image" Target="../media/image673.png"/><Relationship Id="rId161" Type="http://schemas.openxmlformats.org/officeDocument/2006/relationships/image" Target="../media/image68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25.xml"/><Relationship Id="rId23" Type="http://schemas.openxmlformats.org/officeDocument/2006/relationships/image" Target="../media/image612.png"/><Relationship Id="rId28" Type="http://schemas.openxmlformats.org/officeDocument/2006/relationships/customXml" Target="../ink/ink636.xml"/><Relationship Id="rId49" Type="http://schemas.openxmlformats.org/officeDocument/2006/relationships/image" Target="../media/image625.png"/><Relationship Id="rId114" Type="http://schemas.openxmlformats.org/officeDocument/2006/relationships/customXml" Target="../ink/ink679.xml"/><Relationship Id="rId119" Type="http://schemas.openxmlformats.org/officeDocument/2006/relationships/image" Target="../media/image660.png"/><Relationship Id="rId44" Type="http://schemas.openxmlformats.org/officeDocument/2006/relationships/customXml" Target="../ink/ink644.xml"/><Relationship Id="rId60" Type="http://schemas.openxmlformats.org/officeDocument/2006/relationships/customXml" Target="../ink/ink652.xml"/><Relationship Id="rId65" Type="http://schemas.openxmlformats.org/officeDocument/2006/relationships/image" Target="../media/image633.png"/><Relationship Id="rId81" Type="http://schemas.openxmlformats.org/officeDocument/2006/relationships/image" Target="../media/image641.png"/><Relationship Id="rId86" Type="http://schemas.openxmlformats.org/officeDocument/2006/relationships/customXml" Target="../ink/ink665.xml"/><Relationship Id="rId130" Type="http://schemas.openxmlformats.org/officeDocument/2006/relationships/customXml" Target="../ink/ink687.xml"/><Relationship Id="rId135" Type="http://schemas.openxmlformats.org/officeDocument/2006/relationships/image" Target="../media/image668.png"/><Relationship Id="rId151" Type="http://schemas.openxmlformats.org/officeDocument/2006/relationships/image" Target="../media/image676.png"/><Relationship Id="rId156" Type="http://schemas.openxmlformats.org/officeDocument/2006/relationships/customXml" Target="../ink/ink700.xml"/><Relationship Id="rId13" Type="http://schemas.openxmlformats.org/officeDocument/2006/relationships/image" Target="../media/image607.png"/><Relationship Id="rId18" Type="http://schemas.openxmlformats.org/officeDocument/2006/relationships/customXml" Target="../ink/ink631.xml"/><Relationship Id="rId39" Type="http://schemas.openxmlformats.org/officeDocument/2006/relationships/image" Target="../media/image620.png"/><Relationship Id="rId109" Type="http://schemas.openxmlformats.org/officeDocument/2006/relationships/image" Target="../media/image655.png"/><Relationship Id="rId34" Type="http://schemas.openxmlformats.org/officeDocument/2006/relationships/customXml" Target="../ink/ink639.xml"/><Relationship Id="rId50" Type="http://schemas.openxmlformats.org/officeDocument/2006/relationships/customXml" Target="../ink/ink647.xml"/><Relationship Id="rId55" Type="http://schemas.openxmlformats.org/officeDocument/2006/relationships/image" Target="../media/image628.png"/><Relationship Id="rId76" Type="http://schemas.openxmlformats.org/officeDocument/2006/relationships/customXml" Target="../ink/ink660.xml"/><Relationship Id="rId97" Type="http://schemas.openxmlformats.org/officeDocument/2006/relationships/image" Target="../media/image649.png"/><Relationship Id="rId104" Type="http://schemas.openxmlformats.org/officeDocument/2006/relationships/customXml" Target="../ink/ink674.xml"/><Relationship Id="rId120" Type="http://schemas.openxmlformats.org/officeDocument/2006/relationships/customXml" Target="../ink/ink682.xml"/><Relationship Id="rId125" Type="http://schemas.openxmlformats.org/officeDocument/2006/relationships/image" Target="../media/image663.png"/><Relationship Id="rId141" Type="http://schemas.openxmlformats.org/officeDocument/2006/relationships/image" Target="../media/image671.png"/><Relationship Id="rId146" Type="http://schemas.openxmlformats.org/officeDocument/2006/relationships/customXml" Target="../ink/ink695.xml"/><Relationship Id="rId7" Type="http://schemas.openxmlformats.org/officeDocument/2006/relationships/image" Target="../media/image604.png"/><Relationship Id="rId71" Type="http://schemas.openxmlformats.org/officeDocument/2006/relationships/image" Target="../media/image636.png"/><Relationship Id="rId92" Type="http://schemas.openxmlformats.org/officeDocument/2006/relationships/customXml" Target="../ink/ink668.xml"/><Relationship Id="rId162" Type="http://schemas.openxmlformats.org/officeDocument/2006/relationships/customXml" Target="../ink/ink703.xml"/><Relationship Id="rId2" Type="http://schemas.openxmlformats.org/officeDocument/2006/relationships/customXml" Target="../ink/ink623.xml"/><Relationship Id="rId29" Type="http://schemas.openxmlformats.org/officeDocument/2006/relationships/image" Target="../media/image615.png"/><Relationship Id="rId24" Type="http://schemas.openxmlformats.org/officeDocument/2006/relationships/customXml" Target="../ink/ink634.xml"/><Relationship Id="rId40" Type="http://schemas.openxmlformats.org/officeDocument/2006/relationships/customXml" Target="../ink/ink642.xml"/><Relationship Id="rId45" Type="http://schemas.openxmlformats.org/officeDocument/2006/relationships/image" Target="../media/image623.png"/><Relationship Id="rId66" Type="http://schemas.openxmlformats.org/officeDocument/2006/relationships/customXml" Target="../ink/ink655.xml"/><Relationship Id="rId87" Type="http://schemas.openxmlformats.org/officeDocument/2006/relationships/image" Target="../media/image644.png"/><Relationship Id="rId110" Type="http://schemas.openxmlformats.org/officeDocument/2006/relationships/customXml" Target="../ink/ink677.xml"/><Relationship Id="rId115" Type="http://schemas.openxmlformats.org/officeDocument/2006/relationships/image" Target="../media/image658.png"/><Relationship Id="rId131" Type="http://schemas.openxmlformats.org/officeDocument/2006/relationships/image" Target="../media/image666.png"/><Relationship Id="rId136" Type="http://schemas.openxmlformats.org/officeDocument/2006/relationships/customXml" Target="../ink/ink690.xml"/><Relationship Id="rId157" Type="http://schemas.openxmlformats.org/officeDocument/2006/relationships/image" Target="../media/image679.png"/><Relationship Id="rId61" Type="http://schemas.openxmlformats.org/officeDocument/2006/relationships/image" Target="../media/image631.png"/><Relationship Id="rId82" Type="http://schemas.openxmlformats.org/officeDocument/2006/relationships/customXml" Target="../ink/ink663.xml"/><Relationship Id="rId152" Type="http://schemas.openxmlformats.org/officeDocument/2006/relationships/customXml" Target="../ink/ink698.xml"/><Relationship Id="rId19" Type="http://schemas.openxmlformats.org/officeDocument/2006/relationships/image" Target="../media/image610.png"/><Relationship Id="rId14" Type="http://schemas.openxmlformats.org/officeDocument/2006/relationships/customXml" Target="../ink/ink629.xml"/><Relationship Id="rId30" Type="http://schemas.openxmlformats.org/officeDocument/2006/relationships/customXml" Target="../ink/ink637.xml"/><Relationship Id="rId35" Type="http://schemas.openxmlformats.org/officeDocument/2006/relationships/image" Target="../media/image618.png"/><Relationship Id="rId56" Type="http://schemas.openxmlformats.org/officeDocument/2006/relationships/customXml" Target="../ink/ink650.xml"/><Relationship Id="rId77" Type="http://schemas.openxmlformats.org/officeDocument/2006/relationships/image" Target="../media/image639.png"/><Relationship Id="rId100" Type="http://schemas.openxmlformats.org/officeDocument/2006/relationships/customXml" Target="../ink/ink672.xml"/><Relationship Id="rId105" Type="http://schemas.openxmlformats.org/officeDocument/2006/relationships/image" Target="../media/image653.png"/><Relationship Id="rId126" Type="http://schemas.openxmlformats.org/officeDocument/2006/relationships/customXml" Target="../ink/ink685.xml"/><Relationship Id="rId147" Type="http://schemas.openxmlformats.org/officeDocument/2006/relationships/image" Target="../media/image674.png"/><Relationship Id="rId8" Type="http://schemas.openxmlformats.org/officeDocument/2006/relationships/customXml" Target="../ink/ink626.xml"/><Relationship Id="rId51" Type="http://schemas.openxmlformats.org/officeDocument/2006/relationships/image" Target="../media/image626.png"/><Relationship Id="rId72" Type="http://schemas.openxmlformats.org/officeDocument/2006/relationships/customXml" Target="../ink/ink658.xml"/><Relationship Id="rId93" Type="http://schemas.openxmlformats.org/officeDocument/2006/relationships/image" Target="../media/image647.png"/><Relationship Id="rId98" Type="http://schemas.openxmlformats.org/officeDocument/2006/relationships/customXml" Target="../ink/ink671.xml"/><Relationship Id="rId121" Type="http://schemas.openxmlformats.org/officeDocument/2006/relationships/image" Target="../media/image661.png"/><Relationship Id="rId142" Type="http://schemas.openxmlformats.org/officeDocument/2006/relationships/customXml" Target="../ink/ink693.xml"/><Relationship Id="rId163" Type="http://schemas.openxmlformats.org/officeDocument/2006/relationships/image" Target="../media/image682.png"/><Relationship Id="rId3" Type="http://schemas.openxmlformats.org/officeDocument/2006/relationships/image" Target="../media/image602.png"/><Relationship Id="rId25" Type="http://schemas.openxmlformats.org/officeDocument/2006/relationships/image" Target="../media/image613.png"/><Relationship Id="rId46" Type="http://schemas.openxmlformats.org/officeDocument/2006/relationships/customXml" Target="../ink/ink645.xml"/><Relationship Id="rId67" Type="http://schemas.openxmlformats.org/officeDocument/2006/relationships/image" Target="../media/image634.png"/><Relationship Id="rId116" Type="http://schemas.openxmlformats.org/officeDocument/2006/relationships/customXml" Target="../ink/ink680.xml"/><Relationship Id="rId137" Type="http://schemas.openxmlformats.org/officeDocument/2006/relationships/image" Target="../media/image669.png"/><Relationship Id="rId158" Type="http://schemas.openxmlformats.org/officeDocument/2006/relationships/customXml" Target="../ink/ink701.xml"/><Relationship Id="rId20" Type="http://schemas.openxmlformats.org/officeDocument/2006/relationships/customXml" Target="../ink/ink632.xml"/><Relationship Id="rId41" Type="http://schemas.openxmlformats.org/officeDocument/2006/relationships/image" Target="../media/image621.png"/><Relationship Id="rId62" Type="http://schemas.openxmlformats.org/officeDocument/2006/relationships/customXml" Target="../ink/ink653.xml"/><Relationship Id="rId83" Type="http://schemas.openxmlformats.org/officeDocument/2006/relationships/image" Target="../media/image642.png"/><Relationship Id="rId88" Type="http://schemas.openxmlformats.org/officeDocument/2006/relationships/customXml" Target="../ink/ink666.xml"/><Relationship Id="rId111" Type="http://schemas.openxmlformats.org/officeDocument/2006/relationships/image" Target="../media/image656.png"/><Relationship Id="rId132" Type="http://schemas.openxmlformats.org/officeDocument/2006/relationships/customXml" Target="../ink/ink688.xml"/><Relationship Id="rId153" Type="http://schemas.openxmlformats.org/officeDocument/2006/relationships/image" Target="../media/image677.png"/><Relationship Id="rId15" Type="http://schemas.openxmlformats.org/officeDocument/2006/relationships/image" Target="../media/image608.png"/><Relationship Id="rId36" Type="http://schemas.openxmlformats.org/officeDocument/2006/relationships/customXml" Target="../ink/ink640.xml"/><Relationship Id="rId57" Type="http://schemas.openxmlformats.org/officeDocument/2006/relationships/image" Target="../media/image629.png"/><Relationship Id="rId106" Type="http://schemas.openxmlformats.org/officeDocument/2006/relationships/customXml" Target="../ink/ink675.xml"/><Relationship Id="rId127" Type="http://schemas.openxmlformats.org/officeDocument/2006/relationships/image" Target="../media/image664.png"/><Relationship Id="rId10" Type="http://schemas.openxmlformats.org/officeDocument/2006/relationships/customXml" Target="../ink/ink627.xml"/><Relationship Id="rId31" Type="http://schemas.openxmlformats.org/officeDocument/2006/relationships/image" Target="../media/image616.png"/><Relationship Id="rId52" Type="http://schemas.openxmlformats.org/officeDocument/2006/relationships/customXml" Target="../ink/ink648.xml"/><Relationship Id="rId73" Type="http://schemas.openxmlformats.org/officeDocument/2006/relationships/image" Target="../media/image637.png"/><Relationship Id="rId78" Type="http://schemas.openxmlformats.org/officeDocument/2006/relationships/customXml" Target="../ink/ink661.xml"/><Relationship Id="rId94" Type="http://schemas.openxmlformats.org/officeDocument/2006/relationships/customXml" Target="../ink/ink669.xml"/><Relationship Id="rId99" Type="http://schemas.openxmlformats.org/officeDocument/2006/relationships/image" Target="../media/image650.png"/><Relationship Id="rId101" Type="http://schemas.openxmlformats.org/officeDocument/2006/relationships/image" Target="../media/image651.png"/><Relationship Id="rId122" Type="http://schemas.openxmlformats.org/officeDocument/2006/relationships/customXml" Target="../ink/ink683.xml"/><Relationship Id="rId143" Type="http://schemas.openxmlformats.org/officeDocument/2006/relationships/image" Target="../media/image672.png"/><Relationship Id="rId148" Type="http://schemas.openxmlformats.org/officeDocument/2006/relationships/customXml" Target="../ink/ink696.xml"/><Relationship Id="rId4" Type="http://schemas.openxmlformats.org/officeDocument/2006/relationships/customXml" Target="../ink/ink624.xml"/><Relationship Id="rId9" Type="http://schemas.openxmlformats.org/officeDocument/2006/relationships/image" Target="../media/image605.png"/><Relationship Id="rId26" Type="http://schemas.openxmlformats.org/officeDocument/2006/relationships/customXml" Target="../ink/ink635.xml"/><Relationship Id="rId47" Type="http://schemas.openxmlformats.org/officeDocument/2006/relationships/image" Target="../media/image624.png"/><Relationship Id="rId68" Type="http://schemas.openxmlformats.org/officeDocument/2006/relationships/customXml" Target="../ink/ink656.xml"/><Relationship Id="rId89" Type="http://schemas.openxmlformats.org/officeDocument/2006/relationships/image" Target="../media/image645.png"/><Relationship Id="rId112" Type="http://schemas.openxmlformats.org/officeDocument/2006/relationships/customXml" Target="../ink/ink678.xml"/><Relationship Id="rId133" Type="http://schemas.openxmlformats.org/officeDocument/2006/relationships/image" Target="../media/image667.png"/><Relationship Id="rId154" Type="http://schemas.openxmlformats.org/officeDocument/2006/relationships/customXml" Target="../ink/ink699.xml"/><Relationship Id="rId16" Type="http://schemas.openxmlformats.org/officeDocument/2006/relationships/customXml" Target="../ink/ink630.xml"/><Relationship Id="rId37" Type="http://schemas.openxmlformats.org/officeDocument/2006/relationships/image" Target="../media/image619.png"/><Relationship Id="rId58" Type="http://schemas.openxmlformats.org/officeDocument/2006/relationships/customXml" Target="../ink/ink651.xml"/><Relationship Id="rId79" Type="http://schemas.openxmlformats.org/officeDocument/2006/relationships/image" Target="../media/image640.png"/><Relationship Id="rId102" Type="http://schemas.openxmlformats.org/officeDocument/2006/relationships/customXml" Target="../ink/ink673.xml"/><Relationship Id="rId123" Type="http://schemas.openxmlformats.org/officeDocument/2006/relationships/image" Target="../media/image662.png"/><Relationship Id="rId144" Type="http://schemas.openxmlformats.org/officeDocument/2006/relationships/customXml" Target="../ink/ink694.xml"/><Relationship Id="rId90" Type="http://schemas.openxmlformats.org/officeDocument/2006/relationships/customXml" Target="../ink/ink667.xml"/><Relationship Id="rId27" Type="http://schemas.openxmlformats.org/officeDocument/2006/relationships/image" Target="../media/image614.png"/><Relationship Id="rId48" Type="http://schemas.openxmlformats.org/officeDocument/2006/relationships/customXml" Target="../ink/ink646.xml"/><Relationship Id="rId69" Type="http://schemas.openxmlformats.org/officeDocument/2006/relationships/image" Target="../media/image635.png"/><Relationship Id="rId113" Type="http://schemas.openxmlformats.org/officeDocument/2006/relationships/image" Target="../media/image657.png"/><Relationship Id="rId134" Type="http://schemas.openxmlformats.org/officeDocument/2006/relationships/customXml" Target="../ink/ink689.xml"/><Relationship Id="rId80" Type="http://schemas.openxmlformats.org/officeDocument/2006/relationships/customXml" Target="../ink/ink662.xml"/><Relationship Id="rId155" Type="http://schemas.openxmlformats.org/officeDocument/2006/relationships/image" Target="../media/image678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16.xml"/><Relationship Id="rId21" Type="http://schemas.openxmlformats.org/officeDocument/2006/relationships/image" Target="../media/image691.png"/><Relationship Id="rId42" Type="http://schemas.openxmlformats.org/officeDocument/2006/relationships/customXml" Target="../ink/ink724.xml"/><Relationship Id="rId47" Type="http://schemas.openxmlformats.org/officeDocument/2006/relationships/image" Target="../media/image704.png"/><Relationship Id="rId63" Type="http://schemas.openxmlformats.org/officeDocument/2006/relationships/image" Target="../media/image712.png"/><Relationship Id="rId68" Type="http://schemas.openxmlformats.org/officeDocument/2006/relationships/customXml" Target="../ink/ink737.xml"/><Relationship Id="rId84" Type="http://schemas.openxmlformats.org/officeDocument/2006/relationships/customXml" Target="../ink/ink745.xml"/><Relationship Id="rId89" Type="http://schemas.openxmlformats.org/officeDocument/2006/relationships/image" Target="../media/image725.png"/><Relationship Id="rId16" Type="http://schemas.openxmlformats.org/officeDocument/2006/relationships/customXml" Target="../ink/ink711.xml"/><Relationship Id="rId11" Type="http://schemas.openxmlformats.org/officeDocument/2006/relationships/image" Target="../media/image619.png"/><Relationship Id="rId32" Type="http://schemas.openxmlformats.org/officeDocument/2006/relationships/customXml" Target="../ink/ink719.xml"/><Relationship Id="rId37" Type="http://schemas.openxmlformats.org/officeDocument/2006/relationships/image" Target="../media/image699.png"/><Relationship Id="rId53" Type="http://schemas.openxmlformats.org/officeDocument/2006/relationships/image" Target="../media/image707.png"/><Relationship Id="rId58" Type="http://schemas.openxmlformats.org/officeDocument/2006/relationships/customXml" Target="../ink/ink732.xml"/><Relationship Id="rId74" Type="http://schemas.openxmlformats.org/officeDocument/2006/relationships/customXml" Target="../ink/ink740.xml"/><Relationship Id="rId79" Type="http://schemas.openxmlformats.org/officeDocument/2006/relationships/image" Target="../media/image720.png"/><Relationship Id="rId5" Type="http://schemas.openxmlformats.org/officeDocument/2006/relationships/image" Target="../media/image684.png"/><Relationship Id="rId14" Type="http://schemas.openxmlformats.org/officeDocument/2006/relationships/customXml" Target="../ink/ink710.xml"/><Relationship Id="rId22" Type="http://schemas.openxmlformats.org/officeDocument/2006/relationships/customXml" Target="../ink/ink714.xml"/><Relationship Id="rId27" Type="http://schemas.openxmlformats.org/officeDocument/2006/relationships/image" Target="../media/image694.png"/><Relationship Id="rId30" Type="http://schemas.openxmlformats.org/officeDocument/2006/relationships/customXml" Target="../ink/ink718.xml"/><Relationship Id="rId35" Type="http://schemas.openxmlformats.org/officeDocument/2006/relationships/image" Target="../media/image698.png"/><Relationship Id="rId43" Type="http://schemas.openxmlformats.org/officeDocument/2006/relationships/image" Target="../media/image702.png"/><Relationship Id="rId48" Type="http://schemas.openxmlformats.org/officeDocument/2006/relationships/customXml" Target="../ink/ink727.xml"/><Relationship Id="rId56" Type="http://schemas.openxmlformats.org/officeDocument/2006/relationships/customXml" Target="../ink/ink731.xml"/><Relationship Id="rId64" Type="http://schemas.openxmlformats.org/officeDocument/2006/relationships/customXml" Target="../ink/ink735.xml"/><Relationship Id="rId69" Type="http://schemas.openxmlformats.org/officeDocument/2006/relationships/image" Target="../media/image715.png"/><Relationship Id="rId77" Type="http://schemas.openxmlformats.org/officeDocument/2006/relationships/image" Target="../media/image719.png"/><Relationship Id="rId8" Type="http://schemas.openxmlformats.org/officeDocument/2006/relationships/customXml" Target="../ink/ink707.xml"/><Relationship Id="rId51" Type="http://schemas.openxmlformats.org/officeDocument/2006/relationships/image" Target="../media/image706.png"/><Relationship Id="rId72" Type="http://schemas.openxmlformats.org/officeDocument/2006/relationships/customXml" Target="../ink/ink739.xml"/><Relationship Id="rId80" Type="http://schemas.openxmlformats.org/officeDocument/2006/relationships/customXml" Target="../ink/ink743.xml"/><Relationship Id="rId85" Type="http://schemas.openxmlformats.org/officeDocument/2006/relationships/image" Target="../media/image723.png"/><Relationship Id="rId3" Type="http://schemas.openxmlformats.org/officeDocument/2006/relationships/image" Target="../media/image683.png"/><Relationship Id="rId12" Type="http://schemas.openxmlformats.org/officeDocument/2006/relationships/customXml" Target="../ink/ink709.xml"/><Relationship Id="rId17" Type="http://schemas.openxmlformats.org/officeDocument/2006/relationships/image" Target="../media/image689.png"/><Relationship Id="rId25" Type="http://schemas.openxmlformats.org/officeDocument/2006/relationships/image" Target="../media/image693.png"/><Relationship Id="rId33" Type="http://schemas.openxmlformats.org/officeDocument/2006/relationships/image" Target="../media/image697.png"/><Relationship Id="rId38" Type="http://schemas.openxmlformats.org/officeDocument/2006/relationships/customXml" Target="../ink/ink722.xml"/><Relationship Id="rId46" Type="http://schemas.openxmlformats.org/officeDocument/2006/relationships/customXml" Target="../ink/ink726.xml"/><Relationship Id="rId59" Type="http://schemas.openxmlformats.org/officeDocument/2006/relationships/image" Target="../media/image710.png"/><Relationship Id="rId67" Type="http://schemas.openxmlformats.org/officeDocument/2006/relationships/image" Target="../media/image714.png"/><Relationship Id="rId20" Type="http://schemas.openxmlformats.org/officeDocument/2006/relationships/customXml" Target="../ink/ink713.xml"/><Relationship Id="rId41" Type="http://schemas.openxmlformats.org/officeDocument/2006/relationships/image" Target="../media/image701.png"/><Relationship Id="rId54" Type="http://schemas.openxmlformats.org/officeDocument/2006/relationships/customXml" Target="../ink/ink730.xml"/><Relationship Id="rId62" Type="http://schemas.openxmlformats.org/officeDocument/2006/relationships/customXml" Target="../ink/ink734.xml"/><Relationship Id="rId70" Type="http://schemas.openxmlformats.org/officeDocument/2006/relationships/customXml" Target="../ink/ink738.xml"/><Relationship Id="rId75" Type="http://schemas.openxmlformats.org/officeDocument/2006/relationships/image" Target="../media/image718.png"/><Relationship Id="rId83" Type="http://schemas.openxmlformats.org/officeDocument/2006/relationships/image" Target="../media/image722.png"/><Relationship Id="rId88" Type="http://schemas.openxmlformats.org/officeDocument/2006/relationships/customXml" Target="../ink/ink74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06.xml"/><Relationship Id="rId15" Type="http://schemas.openxmlformats.org/officeDocument/2006/relationships/image" Target="../media/image688.png"/><Relationship Id="rId23" Type="http://schemas.openxmlformats.org/officeDocument/2006/relationships/image" Target="../media/image692.png"/><Relationship Id="rId28" Type="http://schemas.openxmlformats.org/officeDocument/2006/relationships/customXml" Target="../ink/ink717.xml"/><Relationship Id="rId36" Type="http://schemas.openxmlformats.org/officeDocument/2006/relationships/customXml" Target="../ink/ink721.xml"/><Relationship Id="rId49" Type="http://schemas.openxmlformats.org/officeDocument/2006/relationships/image" Target="../media/image705.png"/><Relationship Id="rId57" Type="http://schemas.openxmlformats.org/officeDocument/2006/relationships/image" Target="../media/image709.png"/><Relationship Id="rId10" Type="http://schemas.openxmlformats.org/officeDocument/2006/relationships/customXml" Target="../ink/ink708.xml"/><Relationship Id="rId31" Type="http://schemas.openxmlformats.org/officeDocument/2006/relationships/image" Target="../media/image696.png"/><Relationship Id="rId44" Type="http://schemas.openxmlformats.org/officeDocument/2006/relationships/customXml" Target="../ink/ink725.xml"/><Relationship Id="rId52" Type="http://schemas.openxmlformats.org/officeDocument/2006/relationships/customXml" Target="../ink/ink729.xml"/><Relationship Id="rId60" Type="http://schemas.openxmlformats.org/officeDocument/2006/relationships/customXml" Target="../ink/ink733.xml"/><Relationship Id="rId65" Type="http://schemas.openxmlformats.org/officeDocument/2006/relationships/image" Target="../media/image713.png"/><Relationship Id="rId73" Type="http://schemas.openxmlformats.org/officeDocument/2006/relationships/image" Target="../media/image717.png"/><Relationship Id="rId78" Type="http://schemas.openxmlformats.org/officeDocument/2006/relationships/customXml" Target="../ink/ink742.xml"/><Relationship Id="rId81" Type="http://schemas.openxmlformats.org/officeDocument/2006/relationships/image" Target="../media/image721.png"/><Relationship Id="rId86" Type="http://schemas.openxmlformats.org/officeDocument/2006/relationships/customXml" Target="../ink/ink746.xml"/><Relationship Id="rId4" Type="http://schemas.openxmlformats.org/officeDocument/2006/relationships/customXml" Target="../ink/ink705.xml"/><Relationship Id="rId9" Type="http://schemas.openxmlformats.org/officeDocument/2006/relationships/image" Target="../media/image686.png"/><Relationship Id="rId13" Type="http://schemas.openxmlformats.org/officeDocument/2006/relationships/image" Target="../media/image687.png"/><Relationship Id="rId18" Type="http://schemas.openxmlformats.org/officeDocument/2006/relationships/customXml" Target="../ink/ink712.xml"/><Relationship Id="rId39" Type="http://schemas.openxmlformats.org/officeDocument/2006/relationships/image" Target="../media/image700.png"/><Relationship Id="rId34" Type="http://schemas.openxmlformats.org/officeDocument/2006/relationships/customXml" Target="../ink/ink720.xml"/><Relationship Id="rId50" Type="http://schemas.openxmlformats.org/officeDocument/2006/relationships/customXml" Target="../ink/ink728.xml"/><Relationship Id="rId55" Type="http://schemas.openxmlformats.org/officeDocument/2006/relationships/image" Target="../media/image708.png"/><Relationship Id="rId76" Type="http://schemas.openxmlformats.org/officeDocument/2006/relationships/customXml" Target="../ink/ink741.xml"/><Relationship Id="rId7" Type="http://schemas.openxmlformats.org/officeDocument/2006/relationships/image" Target="../media/image685.png"/><Relationship Id="rId71" Type="http://schemas.openxmlformats.org/officeDocument/2006/relationships/image" Target="../media/image716.png"/><Relationship Id="rId2" Type="http://schemas.openxmlformats.org/officeDocument/2006/relationships/customXml" Target="../ink/ink704.xml"/><Relationship Id="rId29" Type="http://schemas.openxmlformats.org/officeDocument/2006/relationships/image" Target="../media/image695.png"/><Relationship Id="rId24" Type="http://schemas.openxmlformats.org/officeDocument/2006/relationships/customXml" Target="../ink/ink715.xml"/><Relationship Id="rId40" Type="http://schemas.openxmlformats.org/officeDocument/2006/relationships/customXml" Target="../ink/ink723.xml"/><Relationship Id="rId45" Type="http://schemas.openxmlformats.org/officeDocument/2006/relationships/image" Target="../media/image703.png"/><Relationship Id="rId66" Type="http://schemas.openxmlformats.org/officeDocument/2006/relationships/customXml" Target="../ink/ink736.xml"/><Relationship Id="rId87" Type="http://schemas.openxmlformats.org/officeDocument/2006/relationships/image" Target="../media/image724.png"/><Relationship Id="rId61" Type="http://schemas.openxmlformats.org/officeDocument/2006/relationships/image" Target="../media/image711.png"/><Relationship Id="rId82" Type="http://schemas.openxmlformats.org/officeDocument/2006/relationships/customXml" Target="../ink/ink744.xml"/><Relationship Id="rId19" Type="http://schemas.openxmlformats.org/officeDocument/2006/relationships/image" Target="../media/image690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83.png"/><Relationship Id="rId21" Type="http://schemas.openxmlformats.org/officeDocument/2006/relationships/image" Target="../media/image735.png"/><Relationship Id="rId42" Type="http://schemas.openxmlformats.org/officeDocument/2006/relationships/customXml" Target="../ink/ink768.xml"/><Relationship Id="rId63" Type="http://schemas.openxmlformats.org/officeDocument/2006/relationships/image" Target="../media/image756.png"/><Relationship Id="rId84" Type="http://schemas.openxmlformats.org/officeDocument/2006/relationships/customXml" Target="../ink/ink789.xml"/><Relationship Id="rId138" Type="http://schemas.openxmlformats.org/officeDocument/2006/relationships/customXml" Target="../ink/ink816.xml"/><Relationship Id="rId16" Type="http://schemas.openxmlformats.org/officeDocument/2006/relationships/customXml" Target="../ink/ink755.xml"/><Relationship Id="rId107" Type="http://schemas.openxmlformats.org/officeDocument/2006/relationships/image" Target="../media/image778.png"/><Relationship Id="rId11" Type="http://schemas.openxmlformats.org/officeDocument/2006/relationships/image" Target="../media/image730.png"/><Relationship Id="rId32" Type="http://schemas.openxmlformats.org/officeDocument/2006/relationships/customXml" Target="../ink/ink763.xml"/><Relationship Id="rId37" Type="http://schemas.openxmlformats.org/officeDocument/2006/relationships/image" Target="../media/image743.png"/><Relationship Id="rId53" Type="http://schemas.openxmlformats.org/officeDocument/2006/relationships/image" Target="../media/image751.png"/><Relationship Id="rId58" Type="http://schemas.openxmlformats.org/officeDocument/2006/relationships/customXml" Target="../ink/ink776.xml"/><Relationship Id="rId74" Type="http://schemas.openxmlformats.org/officeDocument/2006/relationships/customXml" Target="../ink/ink784.xml"/><Relationship Id="rId79" Type="http://schemas.openxmlformats.org/officeDocument/2006/relationships/image" Target="../media/image764.png"/><Relationship Id="rId102" Type="http://schemas.openxmlformats.org/officeDocument/2006/relationships/customXml" Target="../ink/ink798.xml"/><Relationship Id="rId123" Type="http://schemas.openxmlformats.org/officeDocument/2006/relationships/image" Target="../media/image786.png"/><Relationship Id="rId128" Type="http://schemas.openxmlformats.org/officeDocument/2006/relationships/customXml" Target="../ink/ink811.xml"/><Relationship Id="rId5" Type="http://schemas.openxmlformats.org/officeDocument/2006/relationships/image" Target="../media/image727.png"/><Relationship Id="rId90" Type="http://schemas.openxmlformats.org/officeDocument/2006/relationships/customXml" Target="../ink/ink792.xml"/><Relationship Id="rId95" Type="http://schemas.openxmlformats.org/officeDocument/2006/relationships/image" Target="../media/image772.png"/><Relationship Id="rId22" Type="http://schemas.openxmlformats.org/officeDocument/2006/relationships/customXml" Target="../ink/ink758.xml"/><Relationship Id="rId27" Type="http://schemas.openxmlformats.org/officeDocument/2006/relationships/image" Target="../media/image738.png"/><Relationship Id="rId43" Type="http://schemas.openxmlformats.org/officeDocument/2006/relationships/image" Target="../media/image746.png"/><Relationship Id="rId48" Type="http://schemas.openxmlformats.org/officeDocument/2006/relationships/customXml" Target="../ink/ink771.xml"/><Relationship Id="rId64" Type="http://schemas.openxmlformats.org/officeDocument/2006/relationships/customXml" Target="../ink/ink779.xml"/><Relationship Id="rId69" Type="http://schemas.openxmlformats.org/officeDocument/2006/relationships/image" Target="../media/image759.png"/><Relationship Id="rId113" Type="http://schemas.openxmlformats.org/officeDocument/2006/relationships/image" Target="../media/image781.png"/><Relationship Id="rId118" Type="http://schemas.openxmlformats.org/officeDocument/2006/relationships/customXml" Target="../ink/ink806.xml"/><Relationship Id="rId134" Type="http://schemas.openxmlformats.org/officeDocument/2006/relationships/customXml" Target="../ink/ink814.xml"/><Relationship Id="rId139" Type="http://schemas.openxmlformats.org/officeDocument/2006/relationships/image" Target="../media/image794.png"/><Relationship Id="rId80" Type="http://schemas.openxmlformats.org/officeDocument/2006/relationships/customXml" Target="../ink/ink787.xml"/><Relationship Id="rId85" Type="http://schemas.openxmlformats.org/officeDocument/2006/relationships/image" Target="../media/image767.png"/><Relationship Id="rId12" Type="http://schemas.openxmlformats.org/officeDocument/2006/relationships/customXml" Target="../ink/ink753.xml"/><Relationship Id="rId17" Type="http://schemas.openxmlformats.org/officeDocument/2006/relationships/image" Target="../media/image733.png"/><Relationship Id="rId33" Type="http://schemas.openxmlformats.org/officeDocument/2006/relationships/image" Target="../media/image741.png"/><Relationship Id="rId38" Type="http://schemas.openxmlformats.org/officeDocument/2006/relationships/customXml" Target="../ink/ink766.xml"/><Relationship Id="rId59" Type="http://schemas.openxmlformats.org/officeDocument/2006/relationships/image" Target="../media/image754.png"/><Relationship Id="rId103" Type="http://schemas.openxmlformats.org/officeDocument/2006/relationships/image" Target="../media/image776.png"/><Relationship Id="rId108" Type="http://schemas.openxmlformats.org/officeDocument/2006/relationships/customXml" Target="../ink/ink801.xml"/><Relationship Id="rId124" Type="http://schemas.openxmlformats.org/officeDocument/2006/relationships/customXml" Target="../ink/ink809.xml"/><Relationship Id="rId129" Type="http://schemas.openxmlformats.org/officeDocument/2006/relationships/image" Target="../media/image789.png"/><Relationship Id="rId54" Type="http://schemas.openxmlformats.org/officeDocument/2006/relationships/customXml" Target="../ink/ink774.xml"/><Relationship Id="rId70" Type="http://schemas.openxmlformats.org/officeDocument/2006/relationships/customXml" Target="../ink/ink782.xml"/><Relationship Id="rId75" Type="http://schemas.openxmlformats.org/officeDocument/2006/relationships/image" Target="../media/image762.png"/><Relationship Id="rId91" Type="http://schemas.openxmlformats.org/officeDocument/2006/relationships/image" Target="../media/image770.png"/><Relationship Id="rId96" Type="http://schemas.openxmlformats.org/officeDocument/2006/relationships/customXml" Target="../ink/ink79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50.xml"/><Relationship Id="rId23" Type="http://schemas.openxmlformats.org/officeDocument/2006/relationships/image" Target="../media/image736.png"/><Relationship Id="rId28" Type="http://schemas.openxmlformats.org/officeDocument/2006/relationships/customXml" Target="../ink/ink761.xml"/><Relationship Id="rId49" Type="http://schemas.openxmlformats.org/officeDocument/2006/relationships/image" Target="../media/image749.png"/><Relationship Id="rId114" Type="http://schemas.openxmlformats.org/officeDocument/2006/relationships/customXml" Target="../ink/ink804.xml"/><Relationship Id="rId119" Type="http://schemas.openxmlformats.org/officeDocument/2006/relationships/image" Target="../media/image784.png"/><Relationship Id="rId44" Type="http://schemas.openxmlformats.org/officeDocument/2006/relationships/customXml" Target="../ink/ink769.xml"/><Relationship Id="rId60" Type="http://schemas.openxmlformats.org/officeDocument/2006/relationships/customXml" Target="../ink/ink777.xml"/><Relationship Id="rId65" Type="http://schemas.openxmlformats.org/officeDocument/2006/relationships/image" Target="../media/image757.png"/><Relationship Id="rId81" Type="http://schemas.openxmlformats.org/officeDocument/2006/relationships/image" Target="../media/image765.png"/><Relationship Id="rId86" Type="http://schemas.openxmlformats.org/officeDocument/2006/relationships/customXml" Target="../ink/ink790.xml"/><Relationship Id="rId130" Type="http://schemas.openxmlformats.org/officeDocument/2006/relationships/customXml" Target="../ink/ink812.xml"/><Relationship Id="rId135" Type="http://schemas.openxmlformats.org/officeDocument/2006/relationships/image" Target="../media/image792.png"/><Relationship Id="rId13" Type="http://schemas.openxmlformats.org/officeDocument/2006/relationships/image" Target="../media/image731.png"/><Relationship Id="rId18" Type="http://schemas.openxmlformats.org/officeDocument/2006/relationships/customXml" Target="../ink/ink756.xml"/><Relationship Id="rId39" Type="http://schemas.openxmlformats.org/officeDocument/2006/relationships/image" Target="../media/image744.png"/><Relationship Id="rId109" Type="http://schemas.openxmlformats.org/officeDocument/2006/relationships/image" Target="../media/image779.png"/><Relationship Id="rId34" Type="http://schemas.openxmlformats.org/officeDocument/2006/relationships/customXml" Target="../ink/ink764.xml"/><Relationship Id="rId50" Type="http://schemas.openxmlformats.org/officeDocument/2006/relationships/customXml" Target="../ink/ink772.xml"/><Relationship Id="rId55" Type="http://schemas.openxmlformats.org/officeDocument/2006/relationships/image" Target="../media/image752.png"/><Relationship Id="rId76" Type="http://schemas.openxmlformats.org/officeDocument/2006/relationships/customXml" Target="../ink/ink785.xml"/><Relationship Id="rId97" Type="http://schemas.openxmlformats.org/officeDocument/2006/relationships/image" Target="../media/image773.png"/><Relationship Id="rId104" Type="http://schemas.openxmlformats.org/officeDocument/2006/relationships/customXml" Target="../ink/ink799.xml"/><Relationship Id="rId120" Type="http://schemas.openxmlformats.org/officeDocument/2006/relationships/customXml" Target="../ink/ink807.xml"/><Relationship Id="rId125" Type="http://schemas.openxmlformats.org/officeDocument/2006/relationships/image" Target="../media/image787.png"/><Relationship Id="rId7" Type="http://schemas.openxmlformats.org/officeDocument/2006/relationships/image" Target="../media/image728.png"/><Relationship Id="rId71" Type="http://schemas.openxmlformats.org/officeDocument/2006/relationships/image" Target="../media/image760.png"/><Relationship Id="rId92" Type="http://schemas.openxmlformats.org/officeDocument/2006/relationships/customXml" Target="../ink/ink793.xml"/><Relationship Id="rId2" Type="http://schemas.openxmlformats.org/officeDocument/2006/relationships/customXml" Target="../ink/ink748.xml"/><Relationship Id="rId29" Type="http://schemas.openxmlformats.org/officeDocument/2006/relationships/image" Target="../media/image739.png"/><Relationship Id="rId24" Type="http://schemas.openxmlformats.org/officeDocument/2006/relationships/customXml" Target="../ink/ink759.xml"/><Relationship Id="rId40" Type="http://schemas.openxmlformats.org/officeDocument/2006/relationships/customXml" Target="../ink/ink767.xml"/><Relationship Id="rId45" Type="http://schemas.openxmlformats.org/officeDocument/2006/relationships/image" Target="../media/image747.png"/><Relationship Id="rId66" Type="http://schemas.openxmlformats.org/officeDocument/2006/relationships/customXml" Target="../ink/ink780.xml"/><Relationship Id="rId87" Type="http://schemas.openxmlformats.org/officeDocument/2006/relationships/image" Target="../media/image768.png"/><Relationship Id="rId110" Type="http://schemas.openxmlformats.org/officeDocument/2006/relationships/customXml" Target="../ink/ink802.xml"/><Relationship Id="rId115" Type="http://schemas.openxmlformats.org/officeDocument/2006/relationships/image" Target="../media/image782.png"/><Relationship Id="rId131" Type="http://schemas.openxmlformats.org/officeDocument/2006/relationships/image" Target="../media/image790.png"/><Relationship Id="rId136" Type="http://schemas.openxmlformats.org/officeDocument/2006/relationships/customXml" Target="../ink/ink815.xml"/><Relationship Id="rId61" Type="http://schemas.openxmlformats.org/officeDocument/2006/relationships/image" Target="../media/image755.png"/><Relationship Id="rId82" Type="http://schemas.openxmlformats.org/officeDocument/2006/relationships/customXml" Target="../ink/ink788.xml"/><Relationship Id="rId19" Type="http://schemas.openxmlformats.org/officeDocument/2006/relationships/image" Target="../media/image734.png"/><Relationship Id="rId14" Type="http://schemas.openxmlformats.org/officeDocument/2006/relationships/customXml" Target="../ink/ink754.xml"/><Relationship Id="rId30" Type="http://schemas.openxmlformats.org/officeDocument/2006/relationships/customXml" Target="../ink/ink762.xml"/><Relationship Id="rId35" Type="http://schemas.openxmlformats.org/officeDocument/2006/relationships/image" Target="../media/image742.png"/><Relationship Id="rId56" Type="http://schemas.openxmlformats.org/officeDocument/2006/relationships/customXml" Target="../ink/ink775.xml"/><Relationship Id="rId77" Type="http://schemas.openxmlformats.org/officeDocument/2006/relationships/image" Target="../media/image763.png"/><Relationship Id="rId100" Type="http://schemas.openxmlformats.org/officeDocument/2006/relationships/customXml" Target="../ink/ink797.xml"/><Relationship Id="rId105" Type="http://schemas.openxmlformats.org/officeDocument/2006/relationships/image" Target="../media/image777.png"/><Relationship Id="rId126" Type="http://schemas.openxmlformats.org/officeDocument/2006/relationships/customXml" Target="../ink/ink810.xml"/><Relationship Id="rId8" Type="http://schemas.openxmlformats.org/officeDocument/2006/relationships/customXml" Target="../ink/ink751.xml"/><Relationship Id="rId51" Type="http://schemas.openxmlformats.org/officeDocument/2006/relationships/image" Target="../media/image750.png"/><Relationship Id="rId72" Type="http://schemas.openxmlformats.org/officeDocument/2006/relationships/customXml" Target="../ink/ink783.xml"/><Relationship Id="rId93" Type="http://schemas.openxmlformats.org/officeDocument/2006/relationships/image" Target="../media/image771.png"/><Relationship Id="rId98" Type="http://schemas.openxmlformats.org/officeDocument/2006/relationships/customXml" Target="../ink/ink796.xml"/><Relationship Id="rId121" Type="http://schemas.openxmlformats.org/officeDocument/2006/relationships/image" Target="../media/image785.png"/><Relationship Id="rId3" Type="http://schemas.openxmlformats.org/officeDocument/2006/relationships/image" Target="../media/image726.png"/><Relationship Id="rId25" Type="http://schemas.openxmlformats.org/officeDocument/2006/relationships/image" Target="../media/image737.png"/><Relationship Id="rId46" Type="http://schemas.openxmlformats.org/officeDocument/2006/relationships/customXml" Target="../ink/ink770.xml"/><Relationship Id="rId67" Type="http://schemas.openxmlformats.org/officeDocument/2006/relationships/image" Target="../media/image758.png"/><Relationship Id="rId116" Type="http://schemas.openxmlformats.org/officeDocument/2006/relationships/customXml" Target="../ink/ink805.xml"/><Relationship Id="rId137" Type="http://schemas.openxmlformats.org/officeDocument/2006/relationships/image" Target="../media/image793.png"/><Relationship Id="rId20" Type="http://schemas.openxmlformats.org/officeDocument/2006/relationships/customXml" Target="../ink/ink757.xml"/><Relationship Id="rId41" Type="http://schemas.openxmlformats.org/officeDocument/2006/relationships/image" Target="../media/image745.png"/><Relationship Id="rId62" Type="http://schemas.openxmlformats.org/officeDocument/2006/relationships/customXml" Target="../ink/ink778.xml"/><Relationship Id="rId83" Type="http://schemas.openxmlformats.org/officeDocument/2006/relationships/image" Target="../media/image766.png"/><Relationship Id="rId88" Type="http://schemas.openxmlformats.org/officeDocument/2006/relationships/customXml" Target="../ink/ink791.xml"/><Relationship Id="rId111" Type="http://schemas.openxmlformats.org/officeDocument/2006/relationships/image" Target="../media/image780.png"/><Relationship Id="rId132" Type="http://schemas.openxmlformats.org/officeDocument/2006/relationships/customXml" Target="../ink/ink813.xml"/><Relationship Id="rId15" Type="http://schemas.openxmlformats.org/officeDocument/2006/relationships/image" Target="../media/image732.png"/><Relationship Id="rId36" Type="http://schemas.openxmlformats.org/officeDocument/2006/relationships/customXml" Target="../ink/ink765.xml"/><Relationship Id="rId57" Type="http://schemas.openxmlformats.org/officeDocument/2006/relationships/image" Target="../media/image753.png"/><Relationship Id="rId106" Type="http://schemas.openxmlformats.org/officeDocument/2006/relationships/customXml" Target="../ink/ink800.xml"/><Relationship Id="rId127" Type="http://schemas.openxmlformats.org/officeDocument/2006/relationships/image" Target="../media/image788.png"/><Relationship Id="rId10" Type="http://schemas.openxmlformats.org/officeDocument/2006/relationships/customXml" Target="../ink/ink752.xml"/><Relationship Id="rId31" Type="http://schemas.openxmlformats.org/officeDocument/2006/relationships/image" Target="../media/image740.png"/><Relationship Id="rId52" Type="http://schemas.openxmlformats.org/officeDocument/2006/relationships/customXml" Target="../ink/ink773.xml"/><Relationship Id="rId73" Type="http://schemas.openxmlformats.org/officeDocument/2006/relationships/image" Target="../media/image761.png"/><Relationship Id="rId78" Type="http://schemas.openxmlformats.org/officeDocument/2006/relationships/customXml" Target="../ink/ink786.xml"/><Relationship Id="rId94" Type="http://schemas.openxmlformats.org/officeDocument/2006/relationships/customXml" Target="../ink/ink794.xml"/><Relationship Id="rId99" Type="http://schemas.openxmlformats.org/officeDocument/2006/relationships/image" Target="../media/image774.png"/><Relationship Id="rId101" Type="http://schemas.openxmlformats.org/officeDocument/2006/relationships/image" Target="../media/image775.png"/><Relationship Id="rId122" Type="http://schemas.openxmlformats.org/officeDocument/2006/relationships/customXml" Target="../ink/ink808.xml"/><Relationship Id="rId4" Type="http://schemas.openxmlformats.org/officeDocument/2006/relationships/customXml" Target="../ink/ink749.xml"/><Relationship Id="rId9" Type="http://schemas.openxmlformats.org/officeDocument/2006/relationships/image" Target="../media/image729.png"/><Relationship Id="rId26" Type="http://schemas.openxmlformats.org/officeDocument/2006/relationships/customXml" Target="../ink/ink760.xml"/><Relationship Id="rId47" Type="http://schemas.openxmlformats.org/officeDocument/2006/relationships/image" Target="../media/image748.png"/><Relationship Id="rId68" Type="http://schemas.openxmlformats.org/officeDocument/2006/relationships/customXml" Target="../ink/ink781.xml"/><Relationship Id="rId89" Type="http://schemas.openxmlformats.org/officeDocument/2006/relationships/image" Target="../media/image769.png"/><Relationship Id="rId112" Type="http://schemas.openxmlformats.org/officeDocument/2006/relationships/customXml" Target="../ink/ink803.xml"/><Relationship Id="rId133" Type="http://schemas.openxmlformats.org/officeDocument/2006/relationships/image" Target="../media/image791.png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29.xml"/><Relationship Id="rId21" Type="http://schemas.openxmlformats.org/officeDocument/2006/relationships/image" Target="../media/image804.png"/><Relationship Id="rId42" Type="http://schemas.openxmlformats.org/officeDocument/2006/relationships/customXml" Target="../ink/ink837.xml"/><Relationship Id="rId47" Type="http://schemas.openxmlformats.org/officeDocument/2006/relationships/image" Target="../media/image817.png"/><Relationship Id="rId63" Type="http://schemas.openxmlformats.org/officeDocument/2006/relationships/image" Target="../media/image825.png"/><Relationship Id="rId68" Type="http://schemas.openxmlformats.org/officeDocument/2006/relationships/customXml" Target="../ink/ink850.xml"/><Relationship Id="rId84" Type="http://schemas.openxmlformats.org/officeDocument/2006/relationships/customXml" Target="../ink/ink858.xml"/><Relationship Id="rId89" Type="http://schemas.openxmlformats.org/officeDocument/2006/relationships/image" Target="../media/image838.png"/><Relationship Id="rId16" Type="http://schemas.openxmlformats.org/officeDocument/2006/relationships/customXml" Target="../ink/ink824.xml"/><Relationship Id="rId11" Type="http://schemas.openxmlformats.org/officeDocument/2006/relationships/image" Target="../media/image799.png"/><Relationship Id="rId32" Type="http://schemas.openxmlformats.org/officeDocument/2006/relationships/customXml" Target="../ink/ink832.xml"/><Relationship Id="rId37" Type="http://schemas.openxmlformats.org/officeDocument/2006/relationships/image" Target="../media/image812.png"/><Relationship Id="rId53" Type="http://schemas.openxmlformats.org/officeDocument/2006/relationships/image" Target="../media/image820.png"/><Relationship Id="rId58" Type="http://schemas.openxmlformats.org/officeDocument/2006/relationships/customXml" Target="../ink/ink845.xml"/><Relationship Id="rId74" Type="http://schemas.openxmlformats.org/officeDocument/2006/relationships/customXml" Target="../ink/ink853.xml"/><Relationship Id="rId79" Type="http://schemas.openxmlformats.org/officeDocument/2006/relationships/image" Target="../media/image833.png"/><Relationship Id="rId102" Type="http://schemas.openxmlformats.org/officeDocument/2006/relationships/customXml" Target="../ink/ink867.xml"/><Relationship Id="rId5" Type="http://schemas.openxmlformats.org/officeDocument/2006/relationships/image" Target="../media/image796.png"/><Relationship Id="rId90" Type="http://schemas.openxmlformats.org/officeDocument/2006/relationships/customXml" Target="../ink/ink861.xml"/><Relationship Id="rId95" Type="http://schemas.openxmlformats.org/officeDocument/2006/relationships/image" Target="../media/image841.png"/><Relationship Id="rId22" Type="http://schemas.openxmlformats.org/officeDocument/2006/relationships/customXml" Target="../ink/ink827.xml"/><Relationship Id="rId27" Type="http://schemas.openxmlformats.org/officeDocument/2006/relationships/image" Target="../media/image807.png"/><Relationship Id="rId43" Type="http://schemas.openxmlformats.org/officeDocument/2006/relationships/image" Target="../media/image815.png"/><Relationship Id="rId48" Type="http://schemas.openxmlformats.org/officeDocument/2006/relationships/customXml" Target="../ink/ink840.xml"/><Relationship Id="rId64" Type="http://schemas.openxmlformats.org/officeDocument/2006/relationships/customXml" Target="../ink/ink848.xml"/><Relationship Id="rId69" Type="http://schemas.openxmlformats.org/officeDocument/2006/relationships/image" Target="../media/image828.png"/><Relationship Id="rId80" Type="http://schemas.openxmlformats.org/officeDocument/2006/relationships/customXml" Target="../ink/ink856.xml"/><Relationship Id="rId85" Type="http://schemas.openxmlformats.org/officeDocument/2006/relationships/image" Target="../media/image836.png"/><Relationship Id="rId12" Type="http://schemas.openxmlformats.org/officeDocument/2006/relationships/customXml" Target="../ink/ink822.xml"/><Relationship Id="rId17" Type="http://schemas.openxmlformats.org/officeDocument/2006/relationships/image" Target="../media/image802.png"/><Relationship Id="rId25" Type="http://schemas.openxmlformats.org/officeDocument/2006/relationships/image" Target="../media/image806.png"/><Relationship Id="rId33" Type="http://schemas.openxmlformats.org/officeDocument/2006/relationships/image" Target="../media/image810.png"/><Relationship Id="rId38" Type="http://schemas.openxmlformats.org/officeDocument/2006/relationships/customXml" Target="../ink/ink835.xml"/><Relationship Id="rId46" Type="http://schemas.openxmlformats.org/officeDocument/2006/relationships/customXml" Target="../ink/ink839.xml"/><Relationship Id="rId59" Type="http://schemas.openxmlformats.org/officeDocument/2006/relationships/image" Target="../media/image823.png"/><Relationship Id="rId67" Type="http://schemas.openxmlformats.org/officeDocument/2006/relationships/image" Target="../media/image827.png"/><Relationship Id="rId103" Type="http://schemas.openxmlformats.org/officeDocument/2006/relationships/image" Target="../media/image845.png"/><Relationship Id="rId20" Type="http://schemas.openxmlformats.org/officeDocument/2006/relationships/customXml" Target="../ink/ink826.xml"/><Relationship Id="rId41" Type="http://schemas.openxmlformats.org/officeDocument/2006/relationships/image" Target="../media/image814.png"/><Relationship Id="rId54" Type="http://schemas.openxmlformats.org/officeDocument/2006/relationships/customXml" Target="../ink/ink843.xml"/><Relationship Id="rId62" Type="http://schemas.openxmlformats.org/officeDocument/2006/relationships/customXml" Target="../ink/ink847.xml"/><Relationship Id="rId70" Type="http://schemas.openxmlformats.org/officeDocument/2006/relationships/customXml" Target="../ink/ink851.xml"/><Relationship Id="rId75" Type="http://schemas.openxmlformats.org/officeDocument/2006/relationships/image" Target="../media/image831.png"/><Relationship Id="rId83" Type="http://schemas.openxmlformats.org/officeDocument/2006/relationships/image" Target="../media/image835.png"/><Relationship Id="rId88" Type="http://schemas.openxmlformats.org/officeDocument/2006/relationships/customXml" Target="../ink/ink860.xml"/><Relationship Id="rId91" Type="http://schemas.openxmlformats.org/officeDocument/2006/relationships/image" Target="../media/image839.png"/><Relationship Id="rId96" Type="http://schemas.openxmlformats.org/officeDocument/2006/relationships/customXml" Target="../ink/ink86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19.xml"/><Relationship Id="rId15" Type="http://schemas.openxmlformats.org/officeDocument/2006/relationships/image" Target="../media/image801.png"/><Relationship Id="rId23" Type="http://schemas.openxmlformats.org/officeDocument/2006/relationships/image" Target="../media/image805.png"/><Relationship Id="rId28" Type="http://schemas.openxmlformats.org/officeDocument/2006/relationships/customXml" Target="../ink/ink830.xml"/><Relationship Id="rId36" Type="http://schemas.openxmlformats.org/officeDocument/2006/relationships/customXml" Target="../ink/ink834.xml"/><Relationship Id="rId49" Type="http://schemas.openxmlformats.org/officeDocument/2006/relationships/image" Target="../media/image818.png"/><Relationship Id="rId57" Type="http://schemas.openxmlformats.org/officeDocument/2006/relationships/image" Target="../media/image822.png"/><Relationship Id="rId10" Type="http://schemas.openxmlformats.org/officeDocument/2006/relationships/customXml" Target="../ink/ink821.xml"/><Relationship Id="rId31" Type="http://schemas.openxmlformats.org/officeDocument/2006/relationships/image" Target="../media/image809.png"/><Relationship Id="rId44" Type="http://schemas.openxmlformats.org/officeDocument/2006/relationships/customXml" Target="../ink/ink838.xml"/><Relationship Id="rId52" Type="http://schemas.openxmlformats.org/officeDocument/2006/relationships/customXml" Target="../ink/ink842.xml"/><Relationship Id="rId60" Type="http://schemas.openxmlformats.org/officeDocument/2006/relationships/customXml" Target="../ink/ink846.xml"/><Relationship Id="rId65" Type="http://schemas.openxmlformats.org/officeDocument/2006/relationships/image" Target="../media/image826.png"/><Relationship Id="rId73" Type="http://schemas.openxmlformats.org/officeDocument/2006/relationships/image" Target="../media/image830.png"/><Relationship Id="rId78" Type="http://schemas.openxmlformats.org/officeDocument/2006/relationships/customXml" Target="../ink/ink855.xml"/><Relationship Id="rId81" Type="http://schemas.openxmlformats.org/officeDocument/2006/relationships/image" Target="../media/image834.png"/><Relationship Id="rId86" Type="http://schemas.openxmlformats.org/officeDocument/2006/relationships/customXml" Target="../ink/ink859.xml"/><Relationship Id="rId94" Type="http://schemas.openxmlformats.org/officeDocument/2006/relationships/customXml" Target="../ink/ink863.xml"/><Relationship Id="rId99" Type="http://schemas.openxmlformats.org/officeDocument/2006/relationships/image" Target="../media/image843.png"/><Relationship Id="rId101" Type="http://schemas.openxmlformats.org/officeDocument/2006/relationships/image" Target="../media/image844.png"/><Relationship Id="rId4" Type="http://schemas.openxmlformats.org/officeDocument/2006/relationships/customXml" Target="../ink/ink818.xml"/><Relationship Id="rId9" Type="http://schemas.openxmlformats.org/officeDocument/2006/relationships/image" Target="../media/image798.png"/><Relationship Id="rId13" Type="http://schemas.openxmlformats.org/officeDocument/2006/relationships/image" Target="../media/image800.png"/><Relationship Id="rId18" Type="http://schemas.openxmlformats.org/officeDocument/2006/relationships/customXml" Target="../ink/ink825.xml"/><Relationship Id="rId39" Type="http://schemas.openxmlformats.org/officeDocument/2006/relationships/image" Target="../media/image813.png"/><Relationship Id="rId34" Type="http://schemas.openxmlformats.org/officeDocument/2006/relationships/customXml" Target="../ink/ink833.xml"/><Relationship Id="rId50" Type="http://schemas.openxmlformats.org/officeDocument/2006/relationships/customXml" Target="../ink/ink841.xml"/><Relationship Id="rId55" Type="http://schemas.openxmlformats.org/officeDocument/2006/relationships/image" Target="../media/image821.png"/><Relationship Id="rId76" Type="http://schemas.openxmlformats.org/officeDocument/2006/relationships/customXml" Target="../ink/ink854.xml"/><Relationship Id="rId97" Type="http://schemas.openxmlformats.org/officeDocument/2006/relationships/image" Target="../media/image842.png"/><Relationship Id="rId7" Type="http://schemas.openxmlformats.org/officeDocument/2006/relationships/image" Target="../media/image797.png"/><Relationship Id="rId71" Type="http://schemas.openxmlformats.org/officeDocument/2006/relationships/image" Target="../media/image829.png"/><Relationship Id="rId92" Type="http://schemas.openxmlformats.org/officeDocument/2006/relationships/customXml" Target="../ink/ink862.xml"/><Relationship Id="rId2" Type="http://schemas.openxmlformats.org/officeDocument/2006/relationships/customXml" Target="../ink/ink817.xml"/><Relationship Id="rId29" Type="http://schemas.openxmlformats.org/officeDocument/2006/relationships/image" Target="../media/image808.png"/><Relationship Id="rId24" Type="http://schemas.openxmlformats.org/officeDocument/2006/relationships/customXml" Target="../ink/ink828.xml"/><Relationship Id="rId40" Type="http://schemas.openxmlformats.org/officeDocument/2006/relationships/customXml" Target="../ink/ink836.xml"/><Relationship Id="rId45" Type="http://schemas.openxmlformats.org/officeDocument/2006/relationships/image" Target="../media/image816.png"/><Relationship Id="rId66" Type="http://schemas.openxmlformats.org/officeDocument/2006/relationships/customXml" Target="../ink/ink849.xml"/><Relationship Id="rId87" Type="http://schemas.openxmlformats.org/officeDocument/2006/relationships/image" Target="../media/image837.png"/><Relationship Id="rId61" Type="http://schemas.openxmlformats.org/officeDocument/2006/relationships/image" Target="../media/image824.png"/><Relationship Id="rId82" Type="http://schemas.openxmlformats.org/officeDocument/2006/relationships/customXml" Target="../ink/ink857.xml"/><Relationship Id="rId19" Type="http://schemas.openxmlformats.org/officeDocument/2006/relationships/image" Target="../media/image803.png"/><Relationship Id="rId14" Type="http://schemas.openxmlformats.org/officeDocument/2006/relationships/customXml" Target="../ink/ink823.xml"/><Relationship Id="rId30" Type="http://schemas.openxmlformats.org/officeDocument/2006/relationships/customXml" Target="../ink/ink831.xml"/><Relationship Id="rId35" Type="http://schemas.openxmlformats.org/officeDocument/2006/relationships/image" Target="../media/image811.png"/><Relationship Id="rId56" Type="http://schemas.openxmlformats.org/officeDocument/2006/relationships/customXml" Target="../ink/ink844.xml"/><Relationship Id="rId77" Type="http://schemas.openxmlformats.org/officeDocument/2006/relationships/image" Target="../media/image832.png"/><Relationship Id="rId100" Type="http://schemas.openxmlformats.org/officeDocument/2006/relationships/customXml" Target="../ink/ink866.xml"/><Relationship Id="rId8" Type="http://schemas.openxmlformats.org/officeDocument/2006/relationships/customXml" Target="../ink/ink820.xml"/><Relationship Id="rId51" Type="http://schemas.openxmlformats.org/officeDocument/2006/relationships/image" Target="../media/image819.png"/><Relationship Id="rId72" Type="http://schemas.openxmlformats.org/officeDocument/2006/relationships/customXml" Target="../ink/ink852.xml"/><Relationship Id="rId93" Type="http://schemas.openxmlformats.org/officeDocument/2006/relationships/image" Target="../media/image840.png"/><Relationship Id="rId98" Type="http://schemas.openxmlformats.org/officeDocument/2006/relationships/customXml" Target="../ink/ink865.xml"/><Relationship Id="rId3" Type="http://schemas.openxmlformats.org/officeDocument/2006/relationships/image" Target="../media/image79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871.xml"/><Relationship Id="rId13" Type="http://schemas.openxmlformats.org/officeDocument/2006/relationships/image" Target="../media/image851.png"/><Relationship Id="rId3" Type="http://schemas.openxmlformats.org/officeDocument/2006/relationships/image" Target="../media/image846.png"/><Relationship Id="rId7" Type="http://schemas.openxmlformats.org/officeDocument/2006/relationships/image" Target="../media/image848.png"/><Relationship Id="rId12" Type="http://schemas.openxmlformats.org/officeDocument/2006/relationships/customXml" Target="../ink/ink873.xml"/><Relationship Id="rId2" Type="http://schemas.openxmlformats.org/officeDocument/2006/relationships/customXml" Target="../ink/ink86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70.xml"/><Relationship Id="rId11" Type="http://schemas.openxmlformats.org/officeDocument/2006/relationships/image" Target="../media/image850.png"/><Relationship Id="rId5" Type="http://schemas.openxmlformats.org/officeDocument/2006/relationships/image" Target="../media/image847.png"/><Relationship Id="rId15" Type="http://schemas.openxmlformats.org/officeDocument/2006/relationships/image" Target="../media/image852.png"/><Relationship Id="rId10" Type="http://schemas.openxmlformats.org/officeDocument/2006/relationships/customXml" Target="../ink/ink872.xml"/><Relationship Id="rId4" Type="http://schemas.openxmlformats.org/officeDocument/2006/relationships/customXml" Target="../ink/ink869.xml"/><Relationship Id="rId9" Type="http://schemas.openxmlformats.org/officeDocument/2006/relationships/image" Target="../media/image849.png"/><Relationship Id="rId14" Type="http://schemas.openxmlformats.org/officeDocument/2006/relationships/customXml" Target="../ink/ink87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808B-D5E0-D1BE-CF05-5194A0E206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Perceptron update rules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9A293-B061-965F-4CBB-257D7006B7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Intro to backpropagation and example</a:t>
            </a:r>
          </a:p>
        </p:txBody>
      </p:sp>
    </p:spTree>
    <p:extLst>
      <p:ext uri="{BB962C8B-B14F-4D97-AF65-F5344CB8AC3E}">
        <p14:creationId xmlns:p14="http://schemas.microsoft.com/office/powerpoint/2010/main" val="1979296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7760"/>
          </a:xfrm>
        </p:spPr>
        <p:txBody>
          <a:bodyPr>
            <a:normAutofit fontScale="90000"/>
          </a:bodyPr>
          <a:lstStyle/>
          <a:p>
            <a:r>
              <a:t>The Perceptron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Equation</a:t>
            </a:r>
            <a:r>
              <a:rPr lang="en-US"/>
              <a:t>: </a:t>
            </a:r>
          </a:p>
          <a:p>
            <a:endParaRPr lang="en-US"/>
          </a:p>
          <a:p>
            <a:r>
              <a:rPr lang="en-US"/>
              <a:t>Activation: Step function f(z) = 1 if z ≥ 0; -1 otherwise.</a:t>
            </a:r>
          </a:p>
          <a:p>
            <a:r>
              <a:rPr lang="en-US"/>
              <a:t>If predicts whether an input, X</a:t>
            </a:r>
            <a:r>
              <a:rPr lang="en-US" baseline="-25000"/>
              <a:t>i</a:t>
            </a:r>
            <a:r>
              <a:rPr lang="en-US"/>
              <a:t>, has a label of 1 or 0.</a:t>
            </a:r>
            <a:endParaRPr/>
          </a:p>
          <a:p>
            <a:r>
              <a:t>Update </a:t>
            </a:r>
            <a:r>
              <a:rPr lang="en-US"/>
              <a:t>rule</a:t>
            </a:r>
          </a:p>
          <a:p>
            <a:pPr lvl="1"/>
            <a:r>
              <a:rPr lang="en-US"/>
              <a:t>If the prediction is correct, do nothing.</a:t>
            </a:r>
          </a:p>
          <a:p>
            <a:pPr lvl="1"/>
            <a:r>
              <a:rPr lang="en-US"/>
              <a:t>If the prediction is wrong, then:</a:t>
            </a:r>
          </a:p>
          <a:p>
            <a:pPr lvl="2"/>
            <a:r>
              <a:rPr lang="en-US"/>
              <a:t>W = W + X; b = b + 1  it was labelled as 0 but should be 1</a:t>
            </a:r>
          </a:p>
          <a:p>
            <a:pPr lvl="2"/>
            <a:r>
              <a:rPr lang="en-US"/>
              <a:t>W = W – X; b = b  - 1  it was labelled as 1 but should be 0</a:t>
            </a:r>
            <a:endParaRPr/>
          </a:p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6E5F691-904C-11DB-A061-B9FEFF6F179C}"/>
                  </a:ext>
                </a:extLst>
              </p14:cNvPr>
              <p14:cNvContentPartPr/>
              <p14:nvPr/>
            </p14:nvContentPartPr>
            <p14:xfrm>
              <a:off x="4553375" y="1374031"/>
              <a:ext cx="243360" cy="1098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6E5F691-904C-11DB-A061-B9FEFF6F17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37895" y="1358546"/>
                <a:ext cx="273960" cy="11286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38320E6-2574-8FC0-5DC8-765A1A7903E9}"/>
                  </a:ext>
                </a:extLst>
              </p14:cNvPr>
              <p14:cNvContentPartPr/>
              <p14:nvPr/>
            </p14:nvContentPartPr>
            <p14:xfrm>
              <a:off x="3374015" y="1885591"/>
              <a:ext cx="850680" cy="585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38320E6-2574-8FC0-5DC8-765A1A7903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58528" y="1870111"/>
                <a:ext cx="881293" cy="61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75F237-F7CA-113E-D85D-2A1BB7190F79}"/>
                  </a:ext>
                </a:extLst>
              </p14:cNvPr>
              <p14:cNvContentPartPr/>
              <p14:nvPr/>
            </p14:nvContentPartPr>
            <p14:xfrm>
              <a:off x="4939238" y="1523836"/>
              <a:ext cx="39600" cy="292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75F237-F7CA-113E-D85D-2A1BB7190F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923758" y="1508356"/>
                <a:ext cx="7020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8202F34-E450-4CDD-F19C-5DD169F0BEAB}"/>
                  </a:ext>
                </a:extLst>
              </p14:cNvPr>
              <p14:cNvContentPartPr/>
              <p14:nvPr/>
            </p14:nvContentPartPr>
            <p14:xfrm>
              <a:off x="5323358" y="1687276"/>
              <a:ext cx="47520" cy="195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8202F34-E450-4CDD-F19C-5DD169F0BE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07760" y="1671796"/>
                <a:ext cx="78354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E468151-5724-88F0-A796-C83D97A3901E}"/>
                  </a:ext>
                </a:extLst>
              </p14:cNvPr>
              <p14:cNvContentPartPr/>
              <p14:nvPr/>
            </p14:nvContentPartPr>
            <p14:xfrm>
              <a:off x="5837438" y="1490716"/>
              <a:ext cx="372240" cy="384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E468151-5724-88F0-A796-C83D97A3901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21958" y="1475236"/>
                <a:ext cx="40284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A534E4A-190B-33F0-A5C2-210CA928F095}"/>
                  </a:ext>
                </a:extLst>
              </p14:cNvPr>
              <p14:cNvContentPartPr/>
              <p14:nvPr/>
            </p14:nvContentPartPr>
            <p14:xfrm>
              <a:off x="4899998" y="2109916"/>
              <a:ext cx="384480" cy="407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A534E4A-190B-33F0-A5C2-210CA928F09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84518" y="2094450"/>
                <a:ext cx="415080" cy="4384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37283AC-BF98-E0B6-A690-F92DE238EA67}"/>
                  </a:ext>
                </a:extLst>
              </p14:cNvPr>
              <p14:cNvContentPartPr/>
              <p14:nvPr/>
            </p14:nvContentPartPr>
            <p14:xfrm>
              <a:off x="6413078" y="1490716"/>
              <a:ext cx="172800" cy="282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37283AC-BF98-E0B6-A690-F92DE238EA6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397598" y="1475236"/>
                <a:ext cx="2034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12CA90A-143C-E699-E403-44EAE868A1CB}"/>
                  </a:ext>
                </a:extLst>
              </p14:cNvPr>
              <p14:cNvContentPartPr/>
              <p14:nvPr/>
            </p14:nvContentPartPr>
            <p14:xfrm>
              <a:off x="6640598" y="1733716"/>
              <a:ext cx="23760" cy="16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12CA90A-143C-E699-E403-44EAE868A1C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625118" y="1718236"/>
                <a:ext cx="543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CBDD54D-6BBB-2A10-8655-37D4959FDC85}"/>
                  </a:ext>
                </a:extLst>
              </p14:cNvPr>
              <p14:cNvContentPartPr/>
              <p14:nvPr/>
            </p14:nvContentPartPr>
            <p14:xfrm>
              <a:off x="6781718" y="1498276"/>
              <a:ext cx="63000" cy="227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CBDD54D-6BBB-2A10-8655-37D4959FDC8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766238" y="1482772"/>
                <a:ext cx="93600" cy="2585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3982622-6CF0-29B3-68A2-3589DD35CC6C}"/>
                  </a:ext>
                </a:extLst>
              </p14:cNvPr>
              <p14:cNvContentPartPr/>
              <p14:nvPr/>
            </p14:nvContentPartPr>
            <p14:xfrm>
              <a:off x="6711158" y="1474876"/>
              <a:ext cx="164880" cy="219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3982622-6CF0-29B3-68A2-3589DD35CC6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695678" y="1459371"/>
                <a:ext cx="195480" cy="2506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23B9E0E-86C9-E689-18F8-3A727E60547C}"/>
                  </a:ext>
                </a:extLst>
              </p14:cNvPr>
              <p14:cNvContentPartPr/>
              <p14:nvPr/>
            </p14:nvContentPartPr>
            <p14:xfrm>
              <a:off x="6068198" y="1984636"/>
              <a:ext cx="47520" cy="70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23B9E0E-86C9-E689-18F8-3A727E60547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052718" y="1969156"/>
                <a:ext cx="7812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22791D5-7637-9DB2-C5A1-365370D6BE3E}"/>
                  </a:ext>
                </a:extLst>
              </p14:cNvPr>
              <p14:cNvContentPartPr/>
              <p14:nvPr/>
            </p14:nvContentPartPr>
            <p14:xfrm>
              <a:off x="6052358" y="1906156"/>
              <a:ext cx="39600" cy="316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22791D5-7637-9DB2-C5A1-365370D6BE3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036878" y="1890676"/>
                <a:ext cx="702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53A3B49-F662-83DB-CC2D-E0971BA159F7}"/>
                  </a:ext>
                </a:extLst>
              </p14:cNvPr>
              <p14:cNvContentPartPr/>
              <p14:nvPr/>
            </p14:nvContentPartPr>
            <p14:xfrm>
              <a:off x="6914918" y="1655956"/>
              <a:ext cx="70920" cy="101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53A3B49-F662-83DB-CC2D-E0971BA159F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99438" y="1640476"/>
                <a:ext cx="10152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E34E394-8772-6E7E-B21E-A3AFB1B1382E}"/>
                  </a:ext>
                </a:extLst>
              </p14:cNvPr>
              <p14:cNvContentPartPr/>
              <p14:nvPr/>
            </p14:nvContentPartPr>
            <p14:xfrm>
              <a:off x="6954158" y="1545436"/>
              <a:ext cx="16200" cy="396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E34E394-8772-6E7E-B21E-A3AFB1B1382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38678" y="1529814"/>
                <a:ext cx="46800" cy="704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83903B2-BE40-6545-4B06-EF2545721939}"/>
                  </a:ext>
                </a:extLst>
              </p14:cNvPr>
              <p14:cNvContentPartPr/>
              <p14:nvPr/>
            </p14:nvContentPartPr>
            <p14:xfrm>
              <a:off x="6562118" y="1890316"/>
              <a:ext cx="102240" cy="475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83903B2-BE40-6545-4B06-EF254572193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46638" y="1874718"/>
                <a:ext cx="132840" cy="783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C4EF93C-3E57-C958-5CA3-ACFF51D4A37E}"/>
                  </a:ext>
                </a:extLst>
              </p14:cNvPr>
              <p14:cNvContentPartPr/>
              <p14:nvPr/>
            </p14:nvContentPartPr>
            <p14:xfrm>
              <a:off x="6554198" y="1788436"/>
              <a:ext cx="47520" cy="82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C4EF93C-3E57-C958-5CA3-ACFF51D4A37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538600" y="1772252"/>
                <a:ext cx="78354" cy="40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7B7770E-4B7A-3873-F900-6631164C9CE7}"/>
                  </a:ext>
                </a:extLst>
              </p14:cNvPr>
              <p14:cNvContentPartPr/>
              <p14:nvPr/>
            </p14:nvContentPartPr>
            <p14:xfrm>
              <a:off x="7165838" y="1537516"/>
              <a:ext cx="164880" cy="2199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7B7770E-4B7A-3873-F900-6631164C9CE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150358" y="1522036"/>
                <a:ext cx="195480" cy="25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77AF056-F9F5-6D57-1CA7-DFB4ECFCA896}"/>
                  </a:ext>
                </a:extLst>
              </p14:cNvPr>
              <p14:cNvContentPartPr/>
              <p14:nvPr/>
            </p14:nvContentPartPr>
            <p14:xfrm>
              <a:off x="7549958" y="1324036"/>
              <a:ext cx="588240" cy="4726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77AF056-F9F5-6D57-1CA7-DFB4ECFCA89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34478" y="1308544"/>
                <a:ext cx="618840" cy="5033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330F057-3A51-03CE-8784-81677618A484}"/>
                  </a:ext>
                </a:extLst>
              </p14:cNvPr>
              <p14:cNvContentPartPr/>
              <p14:nvPr/>
            </p14:nvContentPartPr>
            <p14:xfrm>
              <a:off x="7432238" y="2030716"/>
              <a:ext cx="996120" cy="3618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330F057-3A51-03CE-8784-81677618A48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416752" y="2015236"/>
                <a:ext cx="1026731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57263FC-CCAA-A740-5010-630DBC9D76F7}"/>
                  </a:ext>
                </a:extLst>
              </p14:cNvPr>
              <p14:cNvContentPartPr/>
              <p14:nvPr/>
            </p14:nvContentPartPr>
            <p14:xfrm>
              <a:off x="6538718" y="2141236"/>
              <a:ext cx="666720" cy="2826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57263FC-CCAA-A740-5010-630DBC9D76F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523238" y="2125756"/>
                <a:ext cx="6973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5950DF8-C25E-83AE-BC0D-10718FB1A8AD}"/>
                  </a:ext>
                </a:extLst>
              </p14:cNvPr>
              <p14:cNvContentPartPr/>
              <p14:nvPr/>
            </p14:nvContentPartPr>
            <p14:xfrm>
              <a:off x="6001958" y="2180476"/>
              <a:ext cx="325440" cy="4550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5950DF8-C25E-83AE-BC0D-10718FB1A8A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986461" y="2164996"/>
                <a:ext cx="356074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596BD498-CF54-AA07-8510-48E4F2F17C75}"/>
                  </a:ext>
                </a:extLst>
              </p14:cNvPr>
              <p14:cNvContentPartPr/>
              <p14:nvPr/>
            </p14:nvContentPartPr>
            <p14:xfrm>
              <a:off x="5857238" y="2173636"/>
              <a:ext cx="551880" cy="430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596BD498-CF54-AA07-8510-48E4F2F17C7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841748" y="2158156"/>
                <a:ext cx="582500" cy="46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E47F89-EDAE-F9BA-BB2E-DED695FCA501}"/>
                  </a:ext>
                </a:extLst>
              </p14:cNvPr>
              <p14:cNvContentPartPr/>
              <p14:nvPr/>
            </p14:nvContentPartPr>
            <p14:xfrm>
              <a:off x="8925981" y="909395"/>
              <a:ext cx="164880" cy="1622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E47F89-EDAE-F9BA-BB2E-DED695FCA50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10535" y="893918"/>
                <a:ext cx="195413" cy="1652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F9B139D-985F-3678-3AD0-95064F9C6345}"/>
                  </a:ext>
                </a:extLst>
              </p14:cNvPr>
              <p14:cNvContentPartPr/>
              <p14:nvPr/>
            </p14:nvContentPartPr>
            <p14:xfrm>
              <a:off x="7797021" y="1701035"/>
              <a:ext cx="94320" cy="133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F9B139D-985F-3678-3AD0-95064F9C634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781600" y="1685555"/>
                <a:ext cx="124804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EA81068-54DB-868C-5073-ACD42DCEC755}"/>
                  </a:ext>
                </a:extLst>
              </p14:cNvPr>
              <p14:cNvContentPartPr/>
              <p14:nvPr/>
            </p14:nvContentPartPr>
            <p14:xfrm>
              <a:off x="9239541" y="1160315"/>
              <a:ext cx="651240" cy="423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EA81068-54DB-868C-5073-ACD42DCEC75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224061" y="1144835"/>
                <a:ext cx="68184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5DBBF9F-08E5-2C01-F6EC-FD90B4A45584}"/>
                  </a:ext>
                </a:extLst>
              </p14:cNvPr>
              <p14:cNvContentPartPr/>
              <p14:nvPr/>
            </p14:nvContentPartPr>
            <p14:xfrm>
              <a:off x="10894461" y="2014595"/>
              <a:ext cx="430560" cy="2746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5DBBF9F-08E5-2C01-F6EC-FD90B4A4558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878981" y="1999115"/>
                <a:ext cx="46116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2407F04-874D-EBCE-B424-B4AF48ACB218}"/>
                  </a:ext>
                </a:extLst>
              </p14:cNvPr>
              <p14:cNvContentPartPr/>
              <p14:nvPr/>
            </p14:nvContentPartPr>
            <p14:xfrm>
              <a:off x="10250781" y="1870235"/>
              <a:ext cx="430920" cy="4665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2407F04-874D-EBCE-B424-B4AF48ACB21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235301" y="1854755"/>
                <a:ext cx="461520" cy="49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479F311-6F2B-6739-05BA-047CF2DDF436}"/>
                  </a:ext>
                </a:extLst>
              </p14:cNvPr>
              <p14:cNvContentPartPr/>
              <p14:nvPr/>
            </p14:nvContentPartPr>
            <p14:xfrm>
              <a:off x="9356901" y="1873475"/>
              <a:ext cx="674640" cy="50220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479F311-6F2B-6739-05BA-047CF2DDF43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341421" y="1857995"/>
                <a:ext cx="705240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BEA7152-8350-F96D-CA1F-31777D79C3F4}"/>
                  </a:ext>
                </a:extLst>
              </p14:cNvPr>
              <p14:cNvContentPartPr/>
              <p14:nvPr/>
            </p14:nvContentPartPr>
            <p14:xfrm>
              <a:off x="10042701" y="1082555"/>
              <a:ext cx="1094400" cy="4935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BEA7152-8350-F96D-CA1F-31777D79C3F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027221" y="1067064"/>
                <a:ext cx="1125000" cy="524182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</a:t>
            </a:r>
            <a:r>
              <a:rPr dirty="0"/>
              <a:t>erceptron</a:t>
            </a:r>
            <a:r>
              <a:rPr lang="en-US" dirty="0"/>
              <a:t> is a linear classifier</a:t>
            </a:r>
          </a:p>
          <a:p>
            <a:endParaRPr lang="en-US" dirty="0"/>
          </a:p>
          <a:p>
            <a:r>
              <a:rPr lang="en-US" dirty="0"/>
              <a:t>Has an activation </a:t>
            </a:r>
          </a:p>
          <a:p>
            <a:endParaRPr lang="en-US" dirty="0"/>
          </a:p>
          <a:p>
            <a:r>
              <a:rPr lang="en-US" dirty="0"/>
              <a:t>Weights are updated using a rule</a:t>
            </a:r>
          </a:p>
          <a:p>
            <a:endParaRPr lang="en-US" dirty="0"/>
          </a:p>
          <a:p>
            <a:r>
              <a:rPr lang="en-US" dirty="0"/>
              <a:t>No </a:t>
            </a:r>
            <a:r>
              <a:rPr dirty="0"/>
              <a:t>gradient</a:t>
            </a:r>
            <a:r>
              <a:rPr lang="en-US" dirty="0"/>
              <a:t> is used to update the weights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Toward the MLP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add multiple neurons arranged in hidden layers.</a:t>
            </a:r>
          </a:p>
          <a:p>
            <a:endParaRPr lang="en-US" dirty="0"/>
          </a:p>
          <a:p>
            <a:r>
              <a:rPr lang="en-US" dirty="0"/>
              <a:t>This setup allows us to learn decision boundaries that are </a:t>
            </a:r>
            <a:r>
              <a:rPr lang="en-US" b="1" dirty="0"/>
              <a:t>non linear</a:t>
            </a:r>
            <a:r>
              <a:rPr lang="en-US" dirty="0"/>
              <a:t>.</a:t>
            </a:r>
          </a:p>
          <a:p>
            <a:endParaRPr dirty="0"/>
          </a:p>
          <a:p>
            <a:r>
              <a:rPr lang="en-US" dirty="0"/>
              <a:t>The weights of each neuron are updated using </a:t>
            </a:r>
            <a:r>
              <a:rPr lang="en-US" b="1" dirty="0"/>
              <a:t>gradient-based optimization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gradients are calculated using </a:t>
            </a:r>
            <a:r>
              <a:rPr lang="en-US" b="1" dirty="0"/>
              <a:t>backpropagation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64AB2-8B2E-1394-5A3E-3DAC2E1BB9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 chain rule 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35B4A9-E0C1-0082-C62D-AB1083623E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In more detail and for a simpler example</a:t>
            </a:r>
          </a:p>
        </p:txBody>
      </p:sp>
    </p:spTree>
    <p:extLst>
      <p:ext uri="{BB962C8B-B14F-4D97-AF65-F5344CB8AC3E}">
        <p14:creationId xmlns:p14="http://schemas.microsoft.com/office/powerpoint/2010/main" val="3051549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B7B8F490-5A04-A501-CD69-3C61FB14B9FF}"/>
                  </a:ext>
                </a:extLst>
              </p14:cNvPr>
              <p14:cNvContentPartPr/>
              <p14:nvPr/>
            </p14:nvContentPartPr>
            <p14:xfrm>
              <a:off x="1149261" y="2680955"/>
              <a:ext cx="752760" cy="2905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B7B8F490-5A04-A501-CD69-3C61FB14B9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3788" y="2665475"/>
                <a:ext cx="783345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4615166-88E1-5A0C-70F3-6931BE4845C9}"/>
                  </a:ext>
                </a:extLst>
              </p14:cNvPr>
              <p14:cNvContentPartPr/>
              <p14:nvPr/>
            </p14:nvContentPartPr>
            <p14:xfrm>
              <a:off x="1117581" y="1340675"/>
              <a:ext cx="813960" cy="3218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4615166-88E1-5A0C-70F3-6931BE4845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2101" y="1325195"/>
                <a:ext cx="84456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CA8010C-41A4-A8AA-C68B-F7577111E390}"/>
                  </a:ext>
                </a:extLst>
              </p14:cNvPr>
              <p14:cNvContentPartPr/>
              <p14:nvPr/>
            </p14:nvContentPartPr>
            <p14:xfrm>
              <a:off x="2152581" y="1113155"/>
              <a:ext cx="1583640" cy="19044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CA8010C-41A4-A8AA-C68B-F7577111E39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37105" y="1097675"/>
                <a:ext cx="1614233" cy="19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7219347-24AB-5EF3-1B7C-F86F6AC99BA2}"/>
                  </a:ext>
                </a:extLst>
              </p14:cNvPr>
              <p14:cNvContentPartPr/>
              <p14:nvPr/>
            </p14:nvContentPartPr>
            <p14:xfrm>
              <a:off x="3681141" y="1661795"/>
              <a:ext cx="383760" cy="4942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7219347-24AB-5EF3-1B7C-F86F6AC99BA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65646" y="1646315"/>
                <a:ext cx="414389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8A34A0A-D831-BA6B-5EFA-BCD9401713D0}"/>
                  </a:ext>
                </a:extLst>
              </p14:cNvPr>
              <p14:cNvContentPartPr/>
              <p14:nvPr/>
            </p14:nvContentPartPr>
            <p14:xfrm>
              <a:off x="4053021" y="1575755"/>
              <a:ext cx="1878480" cy="6508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8A34A0A-D831-BA6B-5EFA-BCD9401713D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37541" y="1560284"/>
                <a:ext cx="1909080" cy="681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C57CEC8-75C6-8F69-EE61-5CF44ADC4EA1}"/>
                  </a:ext>
                </a:extLst>
              </p14:cNvPr>
              <p14:cNvContentPartPr/>
              <p14:nvPr/>
            </p14:nvContentPartPr>
            <p14:xfrm>
              <a:off x="1846941" y="2728115"/>
              <a:ext cx="102240" cy="2199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C57CEC8-75C6-8F69-EE61-5CF44ADC4EA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31461" y="2712610"/>
                <a:ext cx="132840" cy="2506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0086065-48E5-9CD8-7802-99D17A746262}"/>
                  </a:ext>
                </a:extLst>
              </p14:cNvPr>
              <p14:cNvContentPartPr/>
              <p14:nvPr/>
            </p14:nvContentPartPr>
            <p14:xfrm>
              <a:off x="3328341" y="2093075"/>
              <a:ext cx="141480" cy="1573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0086065-48E5-9CD8-7802-99D17A74626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312861" y="2077559"/>
                <a:ext cx="172080" cy="1879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1E9BF57-CE78-EBBC-F76C-5BA39816D644}"/>
                  </a:ext>
                </a:extLst>
              </p14:cNvPr>
              <p14:cNvContentPartPr/>
              <p14:nvPr/>
            </p14:nvContentPartPr>
            <p14:xfrm>
              <a:off x="3375501" y="1646315"/>
              <a:ext cx="148680" cy="2354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1E9BF57-CE78-EBBC-F76C-5BA39816D64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59983" y="1630859"/>
                <a:ext cx="179354" cy="265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F63A7B7-11E5-F769-F975-600CB67140EC}"/>
                  </a:ext>
                </a:extLst>
              </p14:cNvPr>
              <p14:cNvContentPartPr/>
              <p14:nvPr/>
            </p14:nvContentPartPr>
            <p14:xfrm>
              <a:off x="4896501" y="1795355"/>
              <a:ext cx="125640" cy="1886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F63A7B7-11E5-F769-F975-600CB67140E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881065" y="1779875"/>
                <a:ext cx="156153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582F7EC-43C7-F77A-0577-0C0888077DAF}"/>
                  </a:ext>
                </a:extLst>
              </p14:cNvPr>
              <p14:cNvContentPartPr/>
              <p14:nvPr/>
            </p14:nvContentPartPr>
            <p14:xfrm>
              <a:off x="2897421" y="1277675"/>
              <a:ext cx="306000" cy="2728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582F7EC-43C7-F77A-0577-0C0888077DA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881941" y="1262195"/>
                <a:ext cx="33660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73233AA8-3A48-6E58-3A86-B121BE8CD0EF}"/>
                  </a:ext>
                </a:extLst>
              </p14:cNvPr>
              <p14:cNvContentPartPr/>
              <p14:nvPr/>
            </p14:nvContentPartPr>
            <p14:xfrm>
              <a:off x="3203061" y="1438955"/>
              <a:ext cx="23760" cy="1641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73233AA8-3A48-6E58-3A86-B121BE8CD0E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187812" y="1423441"/>
                <a:ext cx="53903" cy="1948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FC8EBC6-9831-E82F-B7AF-6840A59DD99A}"/>
                  </a:ext>
                </a:extLst>
              </p14:cNvPr>
              <p14:cNvContentPartPr/>
              <p14:nvPr/>
            </p14:nvContentPartPr>
            <p14:xfrm>
              <a:off x="4441821" y="2002715"/>
              <a:ext cx="391320" cy="3967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FC8EBC6-9831-E82F-B7AF-6840A59DD99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426355" y="1987235"/>
                <a:ext cx="421892" cy="4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0A516C3D-3FF3-759D-B1C7-62D98EB1FF2D}"/>
                  </a:ext>
                </a:extLst>
              </p14:cNvPr>
              <p14:cNvContentPartPr/>
              <p14:nvPr/>
            </p14:nvContentPartPr>
            <p14:xfrm>
              <a:off x="3038541" y="2493035"/>
              <a:ext cx="478440" cy="29664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0A516C3D-3FF3-759D-B1C7-62D98EB1FF2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023073" y="2477555"/>
                <a:ext cx="509017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1EC064D-BBEA-0A1F-61DB-72C4C8C24C52}"/>
                  </a:ext>
                </a:extLst>
              </p14:cNvPr>
              <p14:cNvContentPartPr/>
              <p14:nvPr/>
            </p14:nvContentPartPr>
            <p14:xfrm>
              <a:off x="2290320" y="3699887"/>
              <a:ext cx="1134720" cy="39564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1EC064D-BBEA-0A1F-61DB-72C4C8C24C5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79520" y="3689077"/>
                <a:ext cx="1155960" cy="416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6E51BDF-7450-7E52-F3F5-3066FC2602C5}"/>
                  </a:ext>
                </a:extLst>
              </p14:cNvPr>
              <p14:cNvContentPartPr/>
              <p14:nvPr/>
            </p14:nvContentPartPr>
            <p14:xfrm>
              <a:off x="1428480" y="3636167"/>
              <a:ext cx="302040" cy="4662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6E51BDF-7450-7E52-F3F5-3066FC2602C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417680" y="3625367"/>
                <a:ext cx="32328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8AC1C1B-7511-CA1E-04BB-79FED9BED6F8}"/>
                  </a:ext>
                </a:extLst>
              </p14:cNvPr>
              <p14:cNvContentPartPr/>
              <p14:nvPr/>
            </p14:nvContentPartPr>
            <p14:xfrm>
              <a:off x="3647160" y="3553367"/>
              <a:ext cx="1070280" cy="3625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8AC1C1B-7511-CA1E-04BB-79FED9BED6F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36356" y="3542567"/>
                <a:ext cx="1091527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73F9C38-AB17-10EE-FDFD-83CC08472F9B}"/>
                  </a:ext>
                </a:extLst>
              </p14:cNvPr>
              <p14:cNvContentPartPr/>
              <p14:nvPr/>
            </p14:nvContentPartPr>
            <p14:xfrm>
              <a:off x="2878920" y="4367687"/>
              <a:ext cx="1386360" cy="8474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73F9C38-AB17-10EE-FDFD-83CC08472F9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68120" y="4356887"/>
                <a:ext cx="1407600" cy="86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390AFEFD-0C51-07B6-E318-EA3BECFB667F}"/>
                  </a:ext>
                </a:extLst>
              </p14:cNvPr>
              <p14:cNvContentPartPr/>
              <p14:nvPr/>
            </p14:nvContentPartPr>
            <p14:xfrm>
              <a:off x="1536480" y="4518527"/>
              <a:ext cx="1077120" cy="55332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390AFEFD-0C51-07B6-E318-EA3BECFB667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525684" y="4507727"/>
                <a:ext cx="1098353" cy="5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669905B3-7919-D236-6F47-36F22CCB3409}"/>
                  </a:ext>
                </a:extLst>
              </p14:cNvPr>
              <p14:cNvContentPartPr/>
              <p14:nvPr/>
            </p14:nvContentPartPr>
            <p14:xfrm>
              <a:off x="5729400" y="4181207"/>
              <a:ext cx="79200" cy="2732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669905B3-7919-D236-6F47-36F22CCB340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718600" y="4170407"/>
                <a:ext cx="10044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0CFF768B-ADB6-BB61-0F61-4073347DBA0E}"/>
                  </a:ext>
                </a:extLst>
              </p14:cNvPr>
              <p14:cNvContentPartPr/>
              <p14:nvPr/>
            </p14:nvContentPartPr>
            <p14:xfrm>
              <a:off x="5212440" y="4604567"/>
              <a:ext cx="1471320" cy="6897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0CFF768B-ADB6-BB61-0F61-4073347DBA0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201640" y="4593761"/>
                <a:ext cx="1492560" cy="7110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6D4A7893-436E-C9CB-917E-B4BC25ACF2C4}"/>
                  </a:ext>
                </a:extLst>
              </p14:cNvPr>
              <p14:cNvContentPartPr/>
              <p14:nvPr/>
            </p14:nvContentPartPr>
            <p14:xfrm>
              <a:off x="4398120" y="4633367"/>
              <a:ext cx="333720" cy="1656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6D4A7893-436E-C9CB-917E-B4BC25ACF2C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87320" y="4622543"/>
                <a:ext cx="354960" cy="1868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FF5A3ECB-2C74-E2E2-F4D6-8C4569DBCDD4}"/>
                  </a:ext>
                </a:extLst>
              </p14:cNvPr>
              <p14:cNvContentPartPr/>
              <p14:nvPr/>
            </p14:nvContentPartPr>
            <p14:xfrm>
              <a:off x="6117120" y="4670087"/>
              <a:ext cx="344880" cy="3513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FF5A3ECB-2C74-E2E2-F4D6-8C4569DBCDD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106320" y="4659287"/>
                <a:ext cx="366120" cy="37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0B21AB56-48EC-CB75-D32F-F6572F47A4D4}"/>
                  </a:ext>
                </a:extLst>
              </p14:cNvPr>
              <p14:cNvContentPartPr/>
              <p14:nvPr/>
            </p14:nvContentPartPr>
            <p14:xfrm>
              <a:off x="3841200" y="1014647"/>
              <a:ext cx="696960" cy="6033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0B21AB56-48EC-CB75-D32F-F6572F47A4D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825720" y="999167"/>
                <a:ext cx="72756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60627DC8-EDC2-F477-BCFA-87E767AA7FA7}"/>
                  </a:ext>
                </a:extLst>
              </p14:cNvPr>
              <p14:cNvContentPartPr/>
              <p14:nvPr/>
            </p14:nvContentPartPr>
            <p14:xfrm>
              <a:off x="5456520" y="985847"/>
              <a:ext cx="1249920" cy="56052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60627DC8-EDC2-F477-BCFA-87E767AA7FA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441036" y="970357"/>
                <a:ext cx="1280529" cy="5911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B101B310-D80C-F704-82B3-72DD71D23861}"/>
                  </a:ext>
                </a:extLst>
              </p14:cNvPr>
              <p14:cNvContentPartPr/>
              <p14:nvPr/>
            </p14:nvContentPartPr>
            <p14:xfrm>
              <a:off x="6899760" y="3157367"/>
              <a:ext cx="294840" cy="210816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B101B310-D80C-F704-82B3-72DD71D2386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884261" y="3141887"/>
                <a:ext cx="325477" cy="21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6E23F6D1-054E-BEE3-2C22-D83DC21108B0}"/>
                  </a:ext>
                </a:extLst>
              </p14:cNvPr>
              <p14:cNvContentPartPr/>
              <p14:nvPr/>
            </p14:nvContentPartPr>
            <p14:xfrm>
              <a:off x="6476040" y="4611767"/>
              <a:ext cx="85680" cy="50292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6E23F6D1-054E-BEE3-2C22-D83DC21108B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465240" y="4600967"/>
                <a:ext cx="10692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6A6ABEC4-FDF3-1A71-5707-9DBCECAF3189}"/>
                  </a:ext>
                </a:extLst>
              </p14:cNvPr>
              <p14:cNvContentPartPr/>
              <p14:nvPr/>
            </p14:nvContentPartPr>
            <p14:xfrm>
              <a:off x="5686200" y="4662167"/>
              <a:ext cx="388440" cy="4096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6A6ABEC4-FDF3-1A71-5707-9DBCECAF318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675390" y="4651367"/>
                <a:ext cx="40970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5A8BC1A6-7B26-1F21-0D7B-A3B193D87D8F}"/>
                  </a:ext>
                </a:extLst>
              </p14:cNvPr>
              <p14:cNvContentPartPr/>
              <p14:nvPr/>
            </p14:nvContentPartPr>
            <p14:xfrm>
              <a:off x="7438320" y="3355367"/>
              <a:ext cx="596160" cy="45972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5A8BC1A6-7B26-1F21-0D7B-A3B193D87D8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422849" y="3339899"/>
                <a:ext cx="626742" cy="4902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7A3BA67C-6E80-D4EC-8728-923A32EBD04C}"/>
                  </a:ext>
                </a:extLst>
              </p14:cNvPr>
              <p14:cNvContentPartPr/>
              <p14:nvPr/>
            </p14:nvContentPartPr>
            <p14:xfrm>
              <a:off x="8249760" y="3304967"/>
              <a:ext cx="280440" cy="36576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7A3BA67C-6E80-D4EC-8728-923A32EBD04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234280" y="3289487"/>
                <a:ext cx="311040" cy="39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81A32D21-2523-628B-1041-9855813BE10A}"/>
                  </a:ext>
                </a:extLst>
              </p14:cNvPr>
              <p14:cNvContentPartPr/>
              <p14:nvPr/>
            </p14:nvContentPartPr>
            <p14:xfrm>
              <a:off x="8472240" y="3142967"/>
              <a:ext cx="1127520" cy="56448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81A32D21-2523-628B-1041-9855813BE10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456765" y="3127487"/>
                <a:ext cx="1158110" cy="5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FCCBC1BB-ACAB-9C6A-FB4E-574384BE6474}"/>
                  </a:ext>
                </a:extLst>
              </p14:cNvPr>
              <p14:cNvContentPartPr/>
              <p14:nvPr/>
            </p14:nvContentPartPr>
            <p14:xfrm>
              <a:off x="7366320" y="4130807"/>
              <a:ext cx="1623240" cy="63936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FCCBC1BB-ACAB-9C6A-FB4E-574384BE647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350837" y="4115336"/>
                <a:ext cx="1653847" cy="6699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FD39D628-48B0-0308-5CF9-AB81E98E0B04}"/>
                  </a:ext>
                </a:extLst>
              </p14:cNvPr>
              <p14:cNvContentPartPr/>
              <p14:nvPr/>
            </p14:nvContentPartPr>
            <p14:xfrm>
              <a:off x="8974800" y="4037567"/>
              <a:ext cx="780480" cy="63936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FD39D628-48B0-0308-5CF9-AB81E98E0B0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959320" y="4022087"/>
                <a:ext cx="811080" cy="66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C21D44D2-644F-86D6-21BA-34C1804D74F1}"/>
                  </a:ext>
                </a:extLst>
              </p14:cNvPr>
              <p14:cNvContentPartPr/>
              <p14:nvPr/>
            </p14:nvContentPartPr>
            <p14:xfrm>
              <a:off x="7265880" y="322367"/>
              <a:ext cx="1227960" cy="58824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C21D44D2-644F-86D6-21BA-34C1804D74F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255080" y="311567"/>
                <a:ext cx="1249200" cy="60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998B6017-0AE3-DA03-14C1-CA4EB375FBED}"/>
                  </a:ext>
                </a:extLst>
              </p14:cNvPr>
              <p14:cNvContentPartPr/>
              <p14:nvPr/>
            </p14:nvContentPartPr>
            <p14:xfrm>
              <a:off x="9549360" y="367727"/>
              <a:ext cx="955080" cy="58104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998B6017-0AE3-DA03-14C1-CA4EB375FBE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538564" y="356934"/>
                <a:ext cx="976312" cy="6022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2AC83832-266E-E713-91FA-0017ED2731C0}"/>
                  </a:ext>
                </a:extLst>
              </p14:cNvPr>
              <p14:cNvContentPartPr/>
              <p14:nvPr/>
            </p14:nvContentPartPr>
            <p14:xfrm>
              <a:off x="8720280" y="368447"/>
              <a:ext cx="534960" cy="41760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2AC83832-266E-E713-91FA-0017ED2731C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709473" y="357647"/>
                <a:ext cx="556214" cy="43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CF30E3CB-B6BF-D2B6-8110-8687F26477AC}"/>
                  </a:ext>
                </a:extLst>
              </p14:cNvPr>
              <p14:cNvContentPartPr/>
              <p14:nvPr/>
            </p14:nvContentPartPr>
            <p14:xfrm>
              <a:off x="8505000" y="1050647"/>
              <a:ext cx="276480" cy="38088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CF30E3CB-B6BF-D2B6-8110-8687F26477A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494200" y="1039847"/>
                <a:ext cx="29772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8B7A7F8B-F2CC-A1CB-2F65-0CE2A16CBA21}"/>
                  </a:ext>
                </a:extLst>
              </p14:cNvPr>
              <p14:cNvContentPartPr/>
              <p14:nvPr/>
            </p14:nvContentPartPr>
            <p14:xfrm>
              <a:off x="7158240" y="990887"/>
              <a:ext cx="1163880" cy="69840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8B7A7F8B-F2CC-A1CB-2F65-0CE2A16CBA2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147437" y="980087"/>
                <a:ext cx="1185127" cy="71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1F0A049B-1B21-B242-9360-55D50DE8CC16}"/>
                  </a:ext>
                </a:extLst>
              </p14:cNvPr>
              <p14:cNvContentPartPr/>
              <p14:nvPr/>
            </p14:nvContentPartPr>
            <p14:xfrm>
              <a:off x="8974800" y="1036967"/>
              <a:ext cx="244440" cy="34416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1F0A049B-1B21-B242-9360-55D50DE8CC1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964000" y="1026167"/>
                <a:ext cx="265680" cy="36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693A4FBB-544B-539F-59A4-2B416C29406A}"/>
                  </a:ext>
                </a:extLst>
              </p14:cNvPr>
              <p14:cNvContentPartPr/>
              <p14:nvPr/>
            </p14:nvContentPartPr>
            <p14:xfrm>
              <a:off x="9247680" y="1216607"/>
              <a:ext cx="86400" cy="15768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693A4FBB-544B-539F-59A4-2B416C29406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236925" y="1205807"/>
                <a:ext cx="107552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E5443CCA-715D-EEB8-55F1-D649AD86A649}"/>
                  </a:ext>
                </a:extLst>
              </p14:cNvPr>
              <p14:cNvContentPartPr/>
              <p14:nvPr/>
            </p14:nvContentPartPr>
            <p14:xfrm>
              <a:off x="9200520" y="1093487"/>
              <a:ext cx="54720" cy="8640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E5443CCA-715D-EEB8-55F1-D649AD86A64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189648" y="1082687"/>
                <a:ext cx="76101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CE243443-793D-CF81-EAAE-EDC31C5C69F8}"/>
                  </a:ext>
                </a:extLst>
              </p14:cNvPr>
              <p14:cNvContentPartPr/>
              <p14:nvPr/>
            </p14:nvContentPartPr>
            <p14:xfrm>
              <a:off x="9333720" y="961367"/>
              <a:ext cx="165600" cy="42732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CE243443-793D-CF81-EAAE-EDC31C5C69F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322896" y="950567"/>
                <a:ext cx="186886" cy="44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86D7CC8C-B147-D126-B60A-6A8E8AE2BD31}"/>
                  </a:ext>
                </a:extLst>
              </p14:cNvPr>
              <p14:cNvContentPartPr/>
              <p14:nvPr/>
            </p14:nvContentPartPr>
            <p14:xfrm>
              <a:off x="9513360" y="937247"/>
              <a:ext cx="165600" cy="47268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86D7CC8C-B147-D126-B60A-6A8E8AE2BD3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502560" y="926447"/>
                <a:ext cx="186840" cy="49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32CD34D8-7499-45AC-DF33-A50F89D3FC7B}"/>
                  </a:ext>
                </a:extLst>
              </p14:cNvPr>
              <p14:cNvContentPartPr/>
              <p14:nvPr/>
            </p14:nvContentPartPr>
            <p14:xfrm>
              <a:off x="9699840" y="1201487"/>
              <a:ext cx="215640" cy="18000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32CD34D8-7499-45AC-DF33-A50F89D3FC7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689040" y="1190687"/>
                <a:ext cx="23688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1E887391-8B97-DD02-E4B4-328BADFE0531}"/>
                  </a:ext>
                </a:extLst>
              </p14:cNvPr>
              <p14:cNvContentPartPr/>
              <p14:nvPr/>
            </p14:nvContentPartPr>
            <p14:xfrm>
              <a:off x="8393400" y="1636007"/>
              <a:ext cx="875160" cy="84780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1E887391-8B97-DD02-E4B4-328BADFE053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382604" y="1625202"/>
                <a:ext cx="896391" cy="8690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1201B165-66AA-1302-4023-5AB03D2A0CCC}"/>
                  </a:ext>
                </a:extLst>
              </p14:cNvPr>
              <p14:cNvContentPartPr/>
              <p14:nvPr/>
            </p14:nvContentPartPr>
            <p14:xfrm>
              <a:off x="7301880" y="1639247"/>
              <a:ext cx="797400" cy="74016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1201B165-66AA-1302-4023-5AB03D2A0CC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7291080" y="1628442"/>
                <a:ext cx="818640" cy="7614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932BFA47-1409-2E81-0719-A98585D3C53F}"/>
                  </a:ext>
                </a:extLst>
              </p14:cNvPr>
              <p14:cNvContentPartPr/>
              <p14:nvPr/>
            </p14:nvContentPartPr>
            <p14:xfrm>
              <a:off x="10137960" y="899087"/>
              <a:ext cx="409680" cy="58284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932BFA47-1409-2E81-0719-A98585D3C53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127151" y="888287"/>
                <a:ext cx="430939" cy="60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0876FD1-91EB-EEE8-775D-2AB07A873FE2}"/>
                  </a:ext>
                </a:extLst>
              </p14:cNvPr>
              <p14:cNvContentPartPr/>
              <p14:nvPr/>
            </p14:nvContentPartPr>
            <p14:xfrm>
              <a:off x="8612421" y="7980515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0876FD1-91EB-EEE8-775D-2AB07A873FE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606301" y="797439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41C1832-FB72-E811-BD9B-70A0034A7B8B}"/>
                  </a:ext>
                </a:extLst>
              </p14:cNvPr>
              <p14:cNvContentPartPr/>
              <p14:nvPr/>
            </p14:nvContentPartPr>
            <p14:xfrm>
              <a:off x="1705821" y="3788315"/>
              <a:ext cx="23760" cy="47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41C1832-FB72-E811-BD9B-70A0034A7B8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695021" y="3777515"/>
                <a:ext cx="4500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78D8DCD-BB45-6258-D2C9-7C0F0B379F10}"/>
                  </a:ext>
                </a:extLst>
              </p14:cNvPr>
              <p14:cNvContentPartPr/>
              <p14:nvPr/>
            </p14:nvContentPartPr>
            <p14:xfrm>
              <a:off x="1839021" y="3976235"/>
              <a:ext cx="345240" cy="152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78D8DCD-BB45-6258-D2C9-7C0F0B379F1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828232" y="3965435"/>
                <a:ext cx="366458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6FA8548-874B-0EE6-860C-36D9AAB70613}"/>
                  </a:ext>
                </a:extLst>
              </p14:cNvPr>
              <p14:cNvContentPartPr/>
              <p14:nvPr/>
            </p14:nvContentPartPr>
            <p14:xfrm>
              <a:off x="3446061" y="1005155"/>
              <a:ext cx="384480" cy="416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6FA8548-874B-0EE6-860C-36D9AAB7061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430581" y="989662"/>
                <a:ext cx="415080" cy="44678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3776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6885839-0410-C069-A221-F4E96B9F7204}"/>
                  </a:ext>
                </a:extLst>
              </p14:cNvPr>
              <p14:cNvContentPartPr/>
              <p14:nvPr/>
            </p14:nvContentPartPr>
            <p14:xfrm>
              <a:off x="10023261" y="22355"/>
              <a:ext cx="815760" cy="4140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6885839-0410-C069-A221-F4E96B9F72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12461" y="11564"/>
                <a:ext cx="837000" cy="4352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BDE66EF-31C8-3041-5EFC-38C71AE9E274}"/>
                  </a:ext>
                </a:extLst>
              </p14:cNvPr>
              <p14:cNvContentPartPr/>
              <p14:nvPr/>
            </p14:nvContentPartPr>
            <p14:xfrm>
              <a:off x="8933901" y="15515"/>
              <a:ext cx="737280" cy="4280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BDE66EF-31C8-3041-5EFC-38C71AE9E2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23101" y="4706"/>
                <a:ext cx="758520" cy="4492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8D1ABC6-9317-68EF-A903-1190FC5F669F}"/>
                  </a:ext>
                </a:extLst>
              </p14:cNvPr>
              <p14:cNvContentPartPr/>
              <p14:nvPr/>
            </p14:nvContentPartPr>
            <p14:xfrm>
              <a:off x="8079981" y="39275"/>
              <a:ext cx="634320" cy="3924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8D1ABC6-9317-68EF-A903-1190FC5F669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69181" y="28475"/>
                <a:ext cx="65556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52FDB1C-3047-0619-EEB0-8CF716703AD5}"/>
                  </a:ext>
                </a:extLst>
              </p14:cNvPr>
              <p14:cNvContentPartPr/>
              <p14:nvPr/>
            </p14:nvContentPartPr>
            <p14:xfrm>
              <a:off x="7217781" y="59075"/>
              <a:ext cx="603360" cy="4352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52FDB1C-3047-0619-EEB0-8CF716703AD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06981" y="48266"/>
                <a:ext cx="624600" cy="4564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418A1AA-B4FE-7A24-8CBC-1F5C08233561}"/>
                  </a:ext>
                </a:extLst>
              </p14:cNvPr>
              <p14:cNvContentPartPr/>
              <p14:nvPr/>
            </p14:nvContentPartPr>
            <p14:xfrm>
              <a:off x="5978301" y="141155"/>
              <a:ext cx="995040" cy="5490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418A1AA-B4FE-7A24-8CBC-1F5C0823356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67501" y="130362"/>
                <a:ext cx="1016280" cy="5702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87EACCA-4AE6-C9C9-908B-A6CE4A7F63EF}"/>
                  </a:ext>
                </a:extLst>
              </p14:cNvPr>
              <p14:cNvContentPartPr/>
              <p14:nvPr/>
            </p14:nvContentPartPr>
            <p14:xfrm>
              <a:off x="3681141" y="82835"/>
              <a:ext cx="1944360" cy="7563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87EACCA-4AE6-C9C9-908B-A6CE4A7F63E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670341" y="72035"/>
                <a:ext cx="1965600" cy="77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96994C3-5CAA-2314-1DC3-A5AC22C62FE3}"/>
                  </a:ext>
                </a:extLst>
              </p14:cNvPr>
              <p14:cNvContentPartPr/>
              <p14:nvPr/>
            </p14:nvContentPartPr>
            <p14:xfrm>
              <a:off x="1783941" y="1226195"/>
              <a:ext cx="643320" cy="4017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96994C3-5CAA-2314-1DC3-A5AC22C62FE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68461" y="1210729"/>
                <a:ext cx="673920" cy="4323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844BAB1-7AA5-8557-378E-B29E5546B6B8}"/>
                  </a:ext>
                </a:extLst>
              </p14:cNvPr>
              <p14:cNvContentPartPr/>
              <p14:nvPr/>
            </p14:nvContentPartPr>
            <p14:xfrm>
              <a:off x="1070781" y="1235555"/>
              <a:ext cx="407880" cy="4788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844BAB1-7AA5-8557-378E-B29E5546B6B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55315" y="1220063"/>
                <a:ext cx="438453" cy="5094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C94E24E-8522-1AEF-4138-32C9614F7845}"/>
                  </a:ext>
                </a:extLst>
              </p14:cNvPr>
              <p14:cNvContentPartPr/>
              <p14:nvPr/>
            </p14:nvContentPartPr>
            <p14:xfrm>
              <a:off x="2544621" y="1086515"/>
              <a:ext cx="1003680" cy="4554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C94E24E-8522-1AEF-4138-32C9614F784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529147" y="1071023"/>
                <a:ext cx="1034269" cy="486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3D5E0EC0-C952-B1D3-1589-68BC45444999}"/>
                  </a:ext>
                </a:extLst>
              </p14:cNvPr>
              <p14:cNvContentPartPr/>
              <p14:nvPr/>
            </p14:nvContentPartPr>
            <p14:xfrm>
              <a:off x="7334421" y="1023875"/>
              <a:ext cx="431640" cy="2905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3D5E0EC0-C952-B1D3-1589-68BC4544499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318928" y="1008395"/>
                <a:ext cx="462266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71A43F36-3EC5-C1F0-3452-0EDA1DFB4CAE}"/>
                  </a:ext>
                </a:extLst>
              </p14:cNvPr>
              <p14:cNvContentPartPr/>
              <p14:nvPr/>
            </p14:nvContentPartPr>
            <p14:xfrm>
              <a:off x="6589581" y="1039715"/>
              <a:ext cx="501480" cy="3452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71A43F36-3EC5-C1F0-3452-0EDA1DFB4CA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574090" y="1024235"/>
                <a:ext cx="532102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583FA45-458E-F6E7-D398-48269201D24B}"/>
                  </a:ext>
                </a:extLst>
              </p14:cNvPr>
              <p14:cNvContentPartPr/>
              <p14:nvPr/>
            </p14:nvContentPartPr>
            <p14:xfrm>
              <a:off x="5852661" y="1094435"/>
              <a:ext cx="510120" cy="38484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583FA45-458E-F6E7-D398-48269201D24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837170" y="1078941"/>
                <a:ext cx="540742" cy="4154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7B13116-8B93-BE7B-440A-28657A4280DC}"/>
                  </a:ext>
                </a:extLst>
              </p14:cNvPr>
              <p14:cNvContentPartPr/>
              <p14:nvPr/>
            </p14:nvContentPartPr>
            <p14:xfrm>
              <a:off x="4010541" y="1110275"/>
              <a:ext cx="1325160" cy="6332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7B13116-8B93-BE7B-440A-28657A4280D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95065" y="1094804"/>
                <a:ext cx="1355752" cy="6638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B93F28D-6828-FC3E-2EB3-9374FC3B4AD3}"/>
                  </a:ext>
                </a:extLst>
              </p14:cNvPr>
              <p14:cNvContentPartPr/>
              <p14:nvPr/>
            </p14:nvContentPartPr>
            <p14:xfrm>
              <a:off x="4496541" y="1949075"/>
              <a:ext cx="642240" cy="4471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B93F28D-6828-FC3E-2EB3-9374FC3B4AD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81061" y="1933607"/>
                <a:ext cx="672840" cy="4776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5E88E0FF-AAA3-AC76-77F6-28194E0604DD}"/>
                  </a:ext>
                </a:extLst>
              </p14:cNvPr>
              <p14:cNvContentPartPr/>
              <p14:nvPr/>
            </p14:nvContentPartPr>
            <p14:xfrm>
              <a:off x="3528861" y="2082275"/>
              <a:ext cx="662400" cy="38448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5E88E0FF-AAA3-AC76-77F6-28194E0604D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13381" y="2066795"/>
                <a:ext cx="69300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D789DE09-2185-22E9-7ADA-135FF1A8D0F9}"/>
                  </a:ext>
                </a:extLst>
              </p14:cNvPr>
              <p14:cNvContentPartPr/>
              <p14:nvPr/>
            </p14:nvContentPartPr>
            <p14:xfrm>
              <a:off x="2074101" y="2097035"/>
              <a:ext cx="1199880" cy="6242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D789DE09-2185-22E9-7ADA-135FF1A8D0F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058616" y="2081546"/>
                <a:ext cx="1230489" cy="654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9D645E7D-236E-D8C0-5E3A-8D92498C1976}"/>
                  </a:ext>
                </a:extLst>
              </p14:cNvPr>
              <p14:cNvContentPartPr/>
              <p14:nvPr/>
            </p14:nvContentPartPr>
            <p14:xfrm>
              <a:off x="1172661" y="2160755"/>
              <a:ext cx="455040" cy="4280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9D645E7D-236E-D8C0-5E3A-8D92498C197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57181" y="2145275"/>
                <a:ext cx="48564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227D9DE0-3214-BD11-F95C-0341676739D9}"/>
                  </a:ext>
                </a:extLst>
              </p14:cNvPr>
              <p14:cNvContentPartPr/>
              <p14:nvPr/>
            </p14:nvContentPartPr>
            <p14:xfrm>
              <a:off x="7068021" y="1839995"/>
              <a:ext cx="219960" cy="3132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227D9DE0-3214-BD11-F95C-0341676739D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052541" y="1824515"/>
                <a:ext cx="25056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DC7006B7-916D-2090-D3EE-A008D04A5CF0}"/>
                  </a:ext>
                </a:extLst>
              </p14:cNvPr>
              <p14:cNvContentPartPr/>
              <p14:nvPr/>
            </p14:nvContentPartPr>
            <p14:xfrm>
              <a:off x="8581101" y="1623995"/>
              <a:ext cx="1027080" cy="6861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DC7006B7-916D-2090-D3EE-A008D04A5CF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565626" y="1608507"/>
                <a:ext cx="1057669" cy="7167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1D063E9C-95DD-D0B5-2D14-C4DD6C585A9C}"/>
                  </a:ext>
                </a:extLst>
              </p14:cNvPr>
              <p14:cNvContentPartPr/>
              <p14:nvPr/>
            </p14:nvContentPartPr>
            <p14:xfrm>
              <a:off x="7530621" y="1870595"/>
              <a:ext cx="549000" cy="27468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1D063E9C-95DD-D0B5-2D14-C4DD6C585A9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515141" y="1855115"/>
                <a:ext cx="57960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A9DFBE90-862D-67C5-1E30-EDD4A4BC3F7A}"/>
                  </a:ext>
                </a:extLst>
              </p14:cNvPr>
              <p14:cNvContentPartPr/>
              <p14:nvPr/>
            </p14:nvContentPartPr>
            <p14:xfrm>
              <a:off x="5405901" y="1808675"/>
              <a:ext cx="1160640" cy="80964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A9DFBE90-862D-67C5-1E30-EDD4A4BC3F7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390421" y="1793195"/>
                <a:ext cx="1191240" cy="84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0F4E1DF-5C06-C0A6-CE6C-71B50F541326}"/>
                  </a:ext>
                </a:extLst>
              </p14:cNvPr>
              <p14:cNvContentPartPr/>
              <p14:nvPr/>
            </p14:nvContentPartPr>
            <p14:xfrm>
              <a:off x="9890061" y="1698155"/>
              <a:ext cx="180720" cy="4942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0F4E1DF-5C06-C0A6-CE6C-71B50F54132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874581" y="1682664"/>
                <a:ext cx="211320" cy="5249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D7BC485A-8158-CDF6-DFB7-5EEABFC07623}"/>
                  </a:ext>
                </a:extLst>
              </p14:cNvPr>
              <p14:cNvContentPartPr/>
              <p14:nvPr/>
            </p14:nvContentPartPr>
            <p14:xfrm>
              <a:off x="9701781" y="1463075"/>
              <a:ext cx="1250640" cy="80784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D7BC485A-8158-CDF6-DFB7-5EEABFC0762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686301" y="1447595"/>
                <a:ext cx="1281240" cy="83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B8A95D64-39EB-64A1-80B2-85DB5525022E}"/>
                  </a:ext>
                </a:extLst>
              </p14:cNvPr>
              <p14:cNvContentPartPr/>
              <p14:nvPr/>
            </p14:nvContentPartPr>
            <p14:xfrm>
              <a:off x="10999941" y="1346435"/>
              <a:ext cx="544680" cy="81468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B8A95D64-39EB-64A1-80B2-85DB5525022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984471" y="1330955"/>
                <a:ext cx="575260" cy="84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23654CB2-C57A-6CB4-914C-1E5061AA9367}"/>
                  </a:ext>
                </a:extLst>
              </p14:cNvPr>
              <p14:cNvContentPartPr/>
              <p14:nvPr/>
            </p14:nvContentPartPr>
            <p14:xfrm>
              <a:off x="11567661" y="1094435"/>
              <a:ext cx="251280" cy="2512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23654CB2-C57A-6CB4-914C-1E5061AA936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1552181" y="1078955"/>
                <a:ext cx="28188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6AB5F370-964E-4355-32A7-5C34C7607489}"/>
                  </a:ext>
                </a:extLst>
              </p14:cNvPr>
              <p14:cNvContentPartPr/>
              <p14:nvPr/>
            </p14:nvContentPartPr>
            <p14:xfrm>
              <a:off x="2890221" y="2827115"/>
              <a:ext cx="1072800" cy="69732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6AB5F370-964E-4355-32A7-5C34C760748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874736" y="2811635"/>
                <a:ext cx="1103410" cy="72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046CDCB4-6321-6F38-7868-C463FFFA2DDF}"/>
                  </a:ext>
                </a:extLst>
              </p14:cNvPr>
              <p14:cNvContentPartPr/>
              <p14:nvPr/>
            </p14:nvContentPartPr>
            <p14:xfrm>
              <a:off x="2144661" y="3090275"/>
              <a:ext cx="525600" cy="34848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046CDCB4-6321-6F38-7868-C463FFFA2DD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129181" y="3074811"/>
                <a:ext cx="556200" cy="3790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887B2C8B-4119-C62C-A5D2-B0E1BA1153D7}"/>
                  </a:ext>
                </a:extLst>
              </p14:cNvPr>
              <p14:cNvContentPartPr/>
              <p14:nvPr/>
            </p14:nvContentPartPr>
            <p14:xfrm>
              <a:off x="1737141" y="3211235"/>
              <a:ext cx="165240" cy="27504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887B2C8B-4119-C62C-A5D2-B0E1BA1153D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721661" y="3195755"/>
                <a:ext cx="19584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F55DFCC5-9C64-BAFE-C856-B46CB934993F}"/>
                  </a:ext>
                </a:extLst>
              </p14:cNvPr>
              <p14:cNvContentPartPr/>
              <p14:nvPr/>
            </p14:nvContentPartPr>
            <p14:xfrm>
              <a:off x="1265901" y="3156155"/>
              <a:ext cx="236520" cy="35316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F55DFCC5-9C64-BAFE-C856-B46CB934993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250421" y="3140675"/>
                <a:ext cx="26712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9BEDBC5D-23AA-E555-9359-35D51529F83E}"/>
                  </a:ext>
                </a:extLst>
              </p14:cNvPr>
              <p14:cNvContentPartPr/>
              <p14:nvPr/>
            </p14:nvContentPartPr>
            <p14:xfrm>
              <a:off x="3500781" y="2905595"/>
              <a:ext cx="361080" cy="13356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9BEDBC5D-23AA-E555-9359-35D51529F83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485301" y="2890115"/>
                <a:ext cx="39168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C45B9EA-C22F-ECA0-145B-86B60783FE8E}"/>
                  </a:ext>
                </a:extLst>
              </p14:cNvPr>
              <p14:cNvContentPartPr/>
              <p14:nvPr/>
            </p14:nvContentPartPr>
            <p14:xfrm>
              <a:off x="1219821" y="4136435"/>
              <a:ext cx="972360" cy="49428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C45B9EA-C22F-ECA0-145B-86B60783FE8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209021" y="4125635"/>
                <a:ext cx="993600" cy="5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D9423ECE-2E92-23C0-F3E8-4A25FC387286}"/>
                  </a:ext>
                </a:extLst>
              </p14:cNvPr>
              <p14:cNvContentPartPr/>
              <p14:nvPr/>
            </p14:nvContentPartPr>
            <p14:xfrm>
              <a:off x="2185701" y="4332275"/>
              <a:ext cx="272880" cy="29052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D9423ECE-2E92-23C0-F3E8-4A25FC38728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174915" y="4321475"/>
                <a:ext cx="294092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9271378E-B24E-DBDF-186C-AF80ADD04B79}"/>
                  </a:ext>
                </a:extLst>
              </p14:cNvPr>
              <p14:cNvContentPartPr/>
              <p14:nvPr/>
            </p14:nvContentPartPr>
            <p14:xfrm>
              <a:off x="2788341" y="3975875"/>
              <a:ext cx="1206720" cy="81036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9271378E-B24E-DBDF-186C-AF80ADD04B7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777541" y="3965075"/>
                <a:ext cx="1227960" cy="83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FB25A8D4-2795-0F8F-ECE5-9DD38D18636E}"/>
                  </a:ext>
                </a:extLst>
              </p14:cNvPr>
              <p14:cNvContentPartPr/>
              <p14:nvPr/>
            </p14:nvContentPartPr>
            <p14:xfrm>
              <a:off x="5843484" y="3996688"/>
              <a:ext cx="547200" cy="33696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FB25A8D4-2795-0F8F-ECE5-9DD38D18636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832684" y="3985888"/>
                <a:ext cx="56844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55CC817E-702E-6780-8B14-5F5EE2AB03DB}"/>
                  </a:ext>
                </a:extLst>
              </p14:cNvPr>
              <p14:cNvContentPartPr/>
              <p14:nvPr/>
            </p14:nvContentPartPr>
            <p14:xfrm>
              <a:off x="4220244" y="3912808"/>
              <a:ext cx="1211400" cy="65664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55CC817E-702E-6780-8B14-5F5EE2AB03D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209447" y="3902008"/>
                <a:ext cx="1232634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76B7128C-41C4-3601-AD33-99C8EDDC8625}"/>
                  </a:ext>
                </a:extLst>
              </p14:cNvPr>
              <p14:cNvContentPartPr/>
              <p14:nvPr/>
            </p14:nvContentPartPr>
            <p14:xfrm>
              <a:off x="7046244" y="3803368"/>
              <a:ext cx="362160" cy="49392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76B7128C-41C4-3601-AD33-99C8EDDC8625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035433" y="3792560"/>
                <a:ext cx="383421" cy="5151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F5506E56-33C3-A1B0-4B16-455E9376215F}"/>
                  </a:ext>
                </a:extLst>
              </p14:cNvPr>
              <p14:cNvContentPartPr/>
              <p14:nvPr/>
            </p14:nvContentPartPr>
            <p14:xfrm>
              <a:off x="7408044" y="4173448"/>
              <a:ext cx="92880" cy="10980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F5506E56-33C3-A1B0-4B16-455E9376215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397244" y="4162612"/>
                <a:ext cx="114120" cy="131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5153C2DA-C2A3-C92A-6698-66EE24A29E9D}"/>
                  </a:ext>
                </a:extLst>
              </p14:cNvPr>
              <p14:cNvContentPartPr/>
              <p14:nvPr/>
            </p14:nvContentPartPr>
            <p14:xfrm>
              <a:off x="7458444" y="4005328"/>
              <a:ext cx="33840" cy="3384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5153C2DA-C2A3-C92A-6698-66EE24A29E9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447644" y="3994642"/>
                <a:ext cx="55080" cy="548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4312D568-6E3D-DC19-CD95-0C80F5FFDCBB}"/>
                  </a:ext>
                </a:extLst>
              </p14:cNvPr>
              <p14:cNvContentPartPr/>
              <p14:nvPr/>
            </p14:nvContentPartPr>
            <p14:xfrm>
              <a:off x="7534044" y="3567928"/>
              <a:ext cx="126360" cy="13968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4312D568-6E3D-DC19-CD95-0C80F5FFDCB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523244" y="3557128"/>
                <a:ext cx="1476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39FA729C-8B6B-0216-47B2-F18B90388A08}"/>
                  </a:ext>
                </a:extLst>
              </p14:cNvPr>
              <p14:cNvContentPartPr/>
              <p14:nvPr/>
            </p14:nvContentPartPr>
            <p14:xfrm>
              <a:off x="7660404" y="3534088"/>
              <a:ext cx="185400" cy="16848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39FA729C-8B6B-0216-47B2-F18B90388A0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649604" y="3523288"/>
                <a:ext cx="2066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F9D37062-A15F-BEED-40E9-C8F48CC92E21}"/>
                  </a:ext>
                </a:extLst>
              </p14:cNvPr>
              <p14:cNvContentPartPr/>
              <p14:nvPr/>
            </p14:nvContentPartPr>
            <p14:xfrm>
              <a:off x="7803324" y="3492328"/>
              <a:ext cx="218880" cy="20988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F9D37062-A15F-BEED-40E9-C8F48CC92E2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792524" y="3481528"/>
                <a:ext cx="2401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11347801-9464-51F3-DA54-E34BDBCD1A02}"/>
                  </a:ext>
                </a:extLst>
              </p14:cNvPr>
              <p14:cNvContentPartPr/>
              <p14:nvPr/>
            </p14:nvContentPartPr>
            <p14:xfrm>
              <a:off x="7963164" y="4173448"/>
              <a:ext cx="126360" cy="36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11347801-9464-51F3-DA54-E34BDBCD1A0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952395" y="4162648"/>
                <a:ext cx="1475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F02FE441-52E1-7239-FDC3-2D02249DE583}"/>
                  </a:ext>
                </a:extLst>
              </p14:cNvPr>
              <p14:cNvContentPartPr/>
              <p14:nvPr/>
            </p14:nvContentPartPr>
            <p14:xfrm>
              <a:off x="7946244" y="4064008"/>
              <a:ext cx="185400" cy="1728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F02FE441-52E1-7239-FDC3-2D02249DE58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935444" y="4053208"/>
                <a:ext cx="2066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092C5997-5749-8637-933E-C1C5734A9543}"/>
                  </a:ext>
                </a:extLst>
              </p14:cNvPr>
              <p14:cNvContentPartPr/>
              <p14:nvPr/>
            </p14:nvContentPartPr>
            <p14:xfrm>
              <a:off x="8695044" y="3702568"/>
              <a:ext cx="235800" cy="34524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092C5997-5749-8637-933E-C1C5734A954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684244" y="3691768"/>
                <a:ext cx="25704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D7F45981-B103-D9C2-AC8B-794858612D45}"/>
                  </a:ext>
                </a:extLst>
              </p14:cNvPr>
              <p14:cNvContentPartPr/>
              <p14:nvPr/>
            </p14:nvContentPartPr>
            <p14:xfrm>
              <a:off x="8955684" y="4114768"/>
              <a:ext cx="101160" cy="9288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D7F45981-B103-D9C2-AC8B-794858612D4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944884" y="4103968"/>
                <a:ext cx="1224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DBE07A6F-AA27-62DD-A409-7392C651271C}"/>
                  </a:ext>
                </a:extLst>
              </p14:cNvPr>
              <p14:cNvContentPartPr/>
              <p14:nvPr/>
            </p14:nvContentPartPr>
            <p14:xfrm>
              <a:off x="8989164" y="3980128"/>
              <a:ext cx="50760" cy="2556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DBE07A6F-AA27-62DD-A409-7392C651271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978364" y="3969328"/>
                <a:ext cx="72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B35B4E74-1CEF-FF0A-16D6-E97386BA8C72}"/>
                  </a:ext>
                </a:extLst>
              </p14:cNvPr>
              <p14:cNvContentPartPr/>
              <p14:nvPr/>
            </p14:nvContentPartPr>
            <p14:xfrm>
              <a:off x="9006084" y="3458488"/>
              <a:ext cx="92880" cy="19368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B35B4E74-1CEF-FF0A-16D6-E97386BA8C7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995284" y="3447688"/>
                <a:ext cx="1141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FAA8FB76-57EB-20A3-79D5-BBA9C1E182E4}"/>
                  </a:ext>
                </a:extLst>
              </p14:cNvPr>
              <p14:cNvContentPartPr/>
              <p14:nvPr/>
            </p14:nvContentPartPr>
            <p14:xfrm>
              <a:off x="9157644" y="3358408"/>
              <a:ext cx="50760" cy="30240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FAA8FB76-57EB-20A3-79D5-BBA9C1E182E4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146844" y="3347595"/>
                <a:ext cx="72000" cy="3236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4296FE54-F6CA-2252-337A-D8BE34D87765}"/>
                  </a:ext>
                </a:extLst>
              </p14:cNvPr>
              <p14:cNvContentPartPr/>
              <p14:nvPr/>
            </p14:nvContentPartPr>
            <p14:xfrm>
              <a:off x="9233244" y="3261208"/>
              <a:ext cx="135000" cy="36576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4296FE54-F6CA-2252-337A-D8BE34D8776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222415" y="3250408"/>
                <a:ext cx="156297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526B0779-2DCC-CA8D-4C6C-034E9E961783}"/>
                  </a:ext>
                </a:extLst>
              </p14:cNvPr>
              <p14:cNvContentPartPr/>
              <p14:nvPr/>
            </p14:nvContentPartPr>
            <p14:xfrm>
              <a:off x="9456804" y="3921088"/>
              <a:ext cx="231120" cy="4248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526B0779-2DCC-CA8D-4C6C-034E9E96178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446004" y="3910196"/>
                <a:ext cx="252360" cy="639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03A1E421-BFC3-A590-EA77-1DF4B235EC01}"/>
                  </a:ext>
                </a:extLst>
              </p14:cNvPr>
              <p14:cNvContentPartPr/>
              <p14:nvPr/>
            </p14:nvContentPartPr>
            <p14:xfrm>
              <a:off x="9923004" y="3450928"/>
              <a:ext cx="1119240" cy="96336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03A1E421-BFC3-A590-EA77-1DF4B235EC0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912204" y="3440124"/>
                <a:ext cx="1140480" cy="9846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475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161FEF7-34E1-3D95-CC5B-51353ABAAE84}"/>
                  </a:ext>
                </a:extLst>
              </p14:cNvPr>
              <p14:cNvContentPartPr/>
              <p14:nvPr/>
            </p14:nvContentPartPr>
            <p14:xfrm>
              <a:off x="5131581" y="133235"/>
              <a:ext cx="776160" cy="6955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161FEF7-34E1-3D95-CC5B-51353ABAAE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20786" y="122429"/>
                <a:ext cx="797390" cy="7167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EC9C9AB5-023F-EB2D-EB6B-F918C8F1ADDA}"/>
                  </a:ext>
                </a:extLst>
              </p14:cNvPr>
              <p14:cNvContentPartPr/>
              <p14:nvPr/>
            </p14:nvContentPartPr>
            <p14:xfrm>
              <a:off x="4190901" y="156635"/>
              <a:ext cx="642240" cy="10040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EC9C9AB5-023F-EB2D-EB6B-F918C8F1AD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80107" y="145831"/>
                <a:ext cx="663468" cy="10252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A8A7705-033D-1B0B-ABB9-8B8AF629A740}"/>
                  </a:ext>
                </a:extLst>
              </p14:cNvPr>
              <p14:cNvContentPartPr/>
              <p14:nvPr/>
            </p14:nvContentPartPr>
            <p14:xfrm>
              <a:off x="2661981" y="155195"/>
              <a:ext cx="1050840" cy="5662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A8A7705-033D-1B0B-ABB9-8B8AF629A7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51181" y="144402"/>
                <a:ext cx="1072080" cy="5875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53095F0-98C6-D735-7332-D43500C77EA3}"/>
                  </a:ext>
                </a:extLst>
              </p14:cNvPr>
              <p14:cNvContentPartPr/>
              <p14:nvPr/>
            </p14:nvContentPartPr>
            <p14:xfrm>
              <a:off x="6088101" y="517355"/>
              <a:ext cx="110160" cy="1573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53095F0-98C6-D735-7332-D43500C77EA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77301" y="506530"/>
                <a:ext cx="131400" cy="1786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9280DDD-ACDB-C5C9-D90F-A2547987E303}"/>
                  </a:ext>
                </a:extLst>
              </p14:cNvPr>
              <p14:cNvContentPartPr/>
              <p14:nvPr/>
            </p14:nvContentPartPr>
            <p14:xfrm>
              <a:off x="6589581" y="149795"/>
              <a:ext cx="893880" cy="41508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9280DDD-ACDB-C5C9-D90F-A2547987E30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78781" y="138986"/>
                <a:ext cx="915120" cy="436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73EB84A-99B3-5FB6-2135-944446751587}"/>
                  </a:ext>
                </a:extLst>
              </p14:cNvPr>
              <p14:cNvContentPartPr/>
              <p14:nvPr/>
            </p14:nvContentPartPr>
            <p14:xfrm>
              <a:off x="8538261" y="846755"/>
              <a:ext cx="348840" cy="1710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73EB84A-99B3-5FB6-2135-94444675158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27450" y="835955"/>
                <a:ext cx="370102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BF043F5-EF32-FBD4-16C1-8BADB31225F9}"/>
                  </a:ext>
                </a:extLst>
              </p14:cNvPr>
              <p14:cNvContentPartPr/>
              <p14:nvPr/>
            </p14:nvContentPartPr>
            <p14:xfrm>
              <a:off x="8455461" y="404315"/>
              <a:ext cx="337320" cy="3250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BF043F5-EF32-FBD4-16C1-8BADB31225F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444661" y="393527"/>
                <a:ext cx="358560" cy="3462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2A7479C-3D64-94F9-D208-8836D75E3251}"/>
                  </a:ext>
                </a:extLst>
              </p14:cNvPr>
              <p14:cNvContentPartPr/>
              <p14:nvPr/>
            </p14:nvContentPartPr>
            <p14:xfrm>
              <a:off x="7828341" y="329075"/>
              <a:ext cx="392400" cy="43956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2A7479C-3D64-94F9-D208-8836D75E325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817531" y="318266"/>
                <a:ext cx="413660" cy="4608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51FDA7C-704E-6028-2797-A79491A3CEEB}"/>
                  </a:ext>
                </a:extLst>
              </p14:cNvPr>
              <p14:cNvContentPartPr/>
              <p14:nvPr/>
            </p14:nvContentPartPr>
            <p14:xfrm>
              <a:off x="8957661" y="70595"/>
              <a:ext cx="1818720" cy="8625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51FDA7C-704E-6028-2797-A79491A3CEE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946859" y="59800"/>
                <a:ext cx="1839964" cy="8837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0265518-41DB-DC5A-7456-EBFC58BC4BC0}"/>
                  </a:ext>
                </a:extLst>
              </p14:cNvPr>
              <p14:cNvContentPartPr/>
              <p14:nvPr/>
            </p14:nvContentPartPr>
            <p14:xfrm>
              <a:off x="867021" y="1631555"/>
              <a:ext cx="647640" cy="43812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0265518-41DB-DC5A-7456-EBFC58BC4BC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51541" y="1616088"/>
                <a:ext cx="678240" cy="4686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53D93396-34BD-76C4-E5F4-3384775470E8}"/>
                  </a:ext>
                </a:extLst>
              </p14:cNvPr>
              <p14:cNvContentPartPr/>
              <p14:nvPr/>
            </p14:nvContentPartPr>
            <p14:xfrm>
              <a:off x="1305861" y="1631555"/>
              <a:ext cx="251280" cy="33660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53D93396-34BD-76C4-E5F4-3384775470E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90359" y="1616075"/>
                <a:ext cx="281924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EE60F6E-9198-AAF9-288D-93E9C061B8D9}"/>
                  </a:ext>
                </a:extLst>
              </p14:cNvPr>
              <p14:cNvContentPartPr/>
              <p14:nvPr/>
            </p14:nvContentPartPr>
            <p14:xfrm>
              <a:off x="968901" y="2250035"/>
              <a:ext cx="250200" cy="3297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EE60F6E-9198-AAF9-288D-93E9C061B8D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53443" y="2234555"/>
                <a:ext cx="280756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B622B07-4ABF-B324-0F0D-D6F18EEA9AC0}"/>
                  </a:ext>
                </a:extLst>
              </p14:cNvPr>
              <p14:cNvContentPartPr/>
              <p14:nvPr/>
            </p14:nvContentPartPr>
            <p14:xfrm>
              <a:off x="1282461" y="2265515"/>
              <a:ext cx="227880" cy="3060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B622B07-4ABF-B324-0F0D-D6F18EEA9AC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266981" y="2250035"/>
                <a:ext cx="25848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46B3E24F-DCAB-743D-E8E0-C7566F7EF69B}"/>
                  </a:ext>
                </a:extLst>
              </p14:cNvPr>
              <p14:cNvContentPartPr/>
              <p14:nvPr/>
            </p14:nvContentPartPr>
            <p14:xfrm>
              <a:off x="1533381" y="2508515"/>
              <a:ext cx="164880" cy="2826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46B3E24F-DCAB-743D-E8E0-C7566F7EF69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17901" y="2493035"/>
                <a:ext cx="19548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34B1CCA-AB3F-AACD-1FF3-6D587EE0AB1B}"/>
                  </a:ext>
                </a:extLst>
              </p14:cNvPr>
              <p14:cNvContentPartPr/>
              <p14:nvPr/>
            </p14:nvContentPartPr>
            <p14:xfrm>
              <a:off x="1721301" y="2093075"/>
              <a:ext cx="172800" cy="3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34B1CCA-AB3F-AACD-1FF3-6D587EE0AB1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705821" y="2077595"/>
                <a:ext cx="2034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DE7284AF-684F-4F2C-3C80-6D20B81B39EB}"/>
                  </a:ext>
                </a:extLst>
              </p14:cNvPr>
              <p14:cNvContentPartPr/>
              <p14:nvPr/>
            </p14:nvContentPartPr>
            <p14:xfrm>
              <a:off x="1682061" y="1944035"/>
              <a:ext cx="227880" cy="162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DE7284AF-684F-4F2C-3C80-6D20B81B39E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666557" y="1928203"/>
                <a:ext cx="258528" cy="47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F9384F86-6191-240D-25E1-2EA69C90B8C7}"/>
                  </a:ext>
                </a:extLst>
              </p14:cNvPr>
              <p14:cNvContentPartPr/>
              <p14:nvPr/>
            </p14:nvContentPartPr>
            <p14:xfrm>
              <a:off x="2418981" y="1591235"/>
              <a:ext cx="634320" cy="4082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F9384F86-6191-240D-25E1-2EA69C90B8C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403501" y="1575741"/>
                <a:ext cx="664920" cy="438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6A5524E4-6609-0175-7954-689D491DFF47}"/>
                  </a:ext>
                </a:extLst>
              </p14:cNvPr>
              <p14:cNvContentPartPr/>
              <p14:nvPr/>
            </p14:nvContentPartPr>
            <p14:xfrm>
              <a:off x="3384141" y="1465955"/>
              <a:ext cx="1402200" cy="55692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6A5524E4-6609-0175-7954-689D491DFF4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68657" y="1450475"/>
                <a:ext cx="1432808" cy="5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F7863980-EA5B-927F-1EEB-4295DC238FF5}"/>
                  </a:ext>
                </a:extLst>
              </p14:cNvPr>
              <p14:cNvContentPartPr/>
              <p14:nvPr/>
            </p14:nvContentPartPr>
            <p14:xfrm>
              <a:off x="2490621" y="2210795"/>
              <a:ext cx="626400" cy="5097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F7863980-EA5B-927F-1EEB-4295DC238FF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475150" y="2195326"/>
                <a:ext cx="656982" cy="540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ACC40A93-B8C0-B1FC-A73A-39A3A395BE19}"/>
                  </a:ext>
                </a:extLst>
              </p14:cNvPr>
              <p14:cNvContentPartPr/>
              <p14:nvPr/>
            </p14:nvContentPartPr>
            <p14:xfrm>
              <a:off x="5045181" y="1936475"/>
              <a:ext cx="16200" cy="2376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ACC40A93-B8C0-B1FC-A73A-39A3A395BE1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029349" y="1920995"/>
                <a:ext cx="47495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8023E1D1-74B7-73D9-8E33-5536A70EF52F}"/>
                  </a:ext>
                </a:extLst>
              </p14:cNvPr>
              <p14:cNvContentPartPr/>
              <p14:nvPr/>
            </p14:nvContentPartPr>
            <p14:xfrm>
              <a:off x="3869421" y="2132315"/>
              <a:ext cx="768600" cy="54900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8023E1D1-74B7-73D9-8E33-5536A70EF52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853948" y="2116835"/>
                <a:ext cx="799186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6F167281-DF4E-7761-7AB8-1E60754D4803}"/>
                  </a:ext>
                </a:extLst>
              </p14:cNvPr>
              <p14:cNvContentPartPr/>
              <p14:nvPr/>
            </p14:nvContentPartPr>
            <p14:xfrm>
              <a:off x="5181261" y="1490435"/>
              <a:ext cx="1044720" cy="60336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6F167281-DF4E-7761-7AB8-1E60754D480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165781" y="1474955"/>
                <a:ext cx="107532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FE5BA1AF-A940-4D19-A456-76BE13E06BA3}"/>
                  </a:ext>
                </a:extLst>
              </p14:cNvPr>
              <p14:cNvContentPartPr/>
              <p14:nvPr/>
            </p14:nvContentPartPr>
            <p14:xfrm>
              <a:off x="5344654" y="2196177"/>
              <a:ext cx="343080" cy="31428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FE5BA1AF-A940-4D19-A456-76BE13E06BA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329174" y="2180697"/>
                <a:ext cx="37368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B75F6FD1-0CFA-CDBD-513E-968B37DBC71F}"/>
                  </a:ext>
                </a:extLst>
              </p14:cNvPr>
              <p14:cNvContentPartPr/>
              <p14:nvPr/>
            </p14:nvContentPartPr>
            <p14:xfrm>
              <a:off x="4063414" y="2785137"/>
              <a:ext cx="579600" cy="3168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B75F6FD1-0CFA-CDBD-513E-968B37DBC71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047934" y="2769831"/>
                <a:ext cx="610200" cy="61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427DE3F1-4876-AD7B-85AA-B76E8C607B1F}"/>
                  </a:ext>
                </a:extLst>
              </p14:cNvPr>
              <p14:cNvContentPartPr/>
              <p14:nvPr/>
            </p14:nvContentPartPr>
            <p14:xfrm>
              <a:off x="4348894" y="2957937"/>
              <a:ext cx="177480" cy="15732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427DE3F1-4876-AD7B-85AA-B76E8C607B1F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333414" y="2942457"/>
                <a:ext cx="20808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49B3445-BE93-0F86-C279-DA46EE9F82CD}"/>
                  </a:ext>
                </a:extLst>
              </p14:cNvPr>
              <p14:cNvContentPartPr/>
              <p14:nvPr/>
            </p14:nvContentPartPr>
            <p14:xfrm>
              <a:off x="5463814" y="2832297"/>
              <a:ext cx="753840" cy="2671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49B3445-BE93-0F86-C279-DA46EE9F82C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448334" y="2816838"/>
                <a:ext cx="784440" cy="2976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876056E0-16B6-67EB-32C7-9766FC4334F4}"/>
                  </a:ext>
                </a:extLst>
              </p14:cNvPr>
              <p14:cNvContentPartPr/>
              <p14:nvPr/>
            </p14:nvContentPartPr>
            <p14:xfrm>
              <a:off x="2497414" y="2863617"/>
              <a:ext cx="741600" cy="34560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876056E0-16B6-67EB-32C7-9766FC4334F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481934" y="2848153"/>
                <a:ext cx="772200" cy="376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AC5C741F-78F2-8E7D-3C42-625C540D0585}"/>
                  </a:ext>
                </a:extLst>
              </p14:cNvPr>
              <p14:cNvContentPartPr/>
              <p14:nvPr/>
            </p14:nvContentPartPr>
            <p14:xfrm>
              <a:off x="859774" y="3844977"/>
              <a:ext cx="39600" cy="3142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AC5C741F-78F2-8E7D-3C42-625C540D058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44294" y="3829497"/>
                <a:ext cx="7020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7CDD936-E6A4-0F51-5E1E-A3499B9CCD4B}"/>
                  </a:ext>
                </a:extLst>
              </p14:cNvPr>
              <p14:cNvContentPartPr/>
              <p14:nvPr/>
            </p14:nvContentPartPr>
            <p14:xfrm>
              <a:off x="1048054" y="4103817"/>
              <a:ext cx="141840" cy="2376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7CDD936-E6A4-0F51-5E1E-A3499B9CCD4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32535" y="4088337"/>
                <a:ext cx="172518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DF9A3059-D549-BFF4-BDC3-52770A2A65CF}"/>
                  </a:ext>
                </a:extLst>
              </p14:cNvPr>
              <p14:cNvContentPartPr/>
              <p14:nvPr/>
            </p14:nvContentPartPr>
            <p14:xfrm>
              <a:off x="1024654" y="4025337"/>
              <a:ext cx="165240" cy="2376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DF9A3059-D549-BFF4-BDC3-52770A2A65C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09174" y="4009857"/>
                <a:ext cx="19584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17A742DB-4513-97E0-D435-3F43FF5ECC27}"/>
                  </a:ext>
                </a:extLst>
              </p14:cNvPr>
              <p14:cNvContentPartPr/>
              <p14:nvPr/>
            </p14:nvContentPartPr>
            <p14:xfrm>
              <a:off x="1637014" y="3688017"/>
              <a:ext cx="194040" cy="27432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17A742DB-4513-97E0-D435-3F43FF5ECC2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621534" y="3672537"/>
                <a:ext cx="22464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BCD29A9D-74CD-3B5F-69E0-6E3758C261E7}"/>
                  </a:ext>
                </a:extLst>
              </p14:cNvPr>
              <p14:cNvContentPartPr/>
              <p14:nvPr/>
            </p14:nvContentPartPr>
            <p14:xfrm>
              <a:off x="1530861" y="3605435"/>
              <a:ext cx="1171080" cy="42804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BCD29A9D-74CD-3B5F-69E0-6E3758C261E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15381" y="3589955"/>
                <a:ext cx="1201680" cy="45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13728FB8-D2E7-40C5-5F72-6846F3284B7C}"/>
                  </a:ext>
                </a:extLst>
              </p14:cNvPr>
              <p14:cNvContentPartPr/>
              <p14:nvPr/>
            </p14:nvContentPartPr>
            <p14:xfrm>
              <a:off x="1659021" y="4190075"/>
              <a:ext cx="855000" cy="44784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13728FB8-D2E7-40C5-5F72-6846F3284B7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643534" y="4174595"/>
                <a:ext cx="885613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09468D86-C609-2B56-263F-823AA32E31C7}"/>
                  </a:ext>
                </a:extLst>
              </p14:cNvPr>
              <p14:cNvContentPartPr/>
              <p14:nvPr/>
            </p14:nvContentPartPr>
            <p14:xfrm>
              <a:off x="2991741" y="3860675"/>
              <a:ext cx="1011600" cy="63540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09468D86-C609-2B56-263F-823AA32E31C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976261" y="3845195"/>
                <a:ext cx="1042200" cy="66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1797973F-FCA0-31A0-B5B8-74243DF53CAB}"/>
                  </a:ext>
                </a:extLst>
              </p14:cNvPr>
              <p14:cNvContentPartPr/>
              <p14:nvPr/>
            </p14:nvContentPartPr>
            <p14:xfrm>
              <a:off x="2529141" y="3907835"/>
              <a:ext cx="196200" cy="11016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1797973F-FCA0-31A0-B5B8-74243DF53CA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513661" y="3892304"/>
                <a:ext cx="226800" cy="1408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3D046706-EF10-8393-88E7-3CB7529618DC}"/>
                  </a:ext>
                </a:extLst>
              </p14:cNvPr>
              <p14:cNvContentPartPr/>
              <p14:nvPr/>
            </p14:nvContentPartPr>
            <p14:xfrm>
              <a:off x="3015141" y="3477635"/>
              <a:ext cx="313200" cy="30528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3D046706-EF10-8393-88E7-3CB7529618D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999661" y="3462155"/>
                <a:ext cx="34380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55498A13-6A4E-E6A4-BCFA-BA7302C6E002}"/>
                  </a:ext>
                </a:extLst>
              </p14:cNvPr>
              <p14:cNvContentPartPr/>
              <p14:nvPr/>
            </p14:nvContentPartPr>
            <p14:xfrm>
              <a:off x="4159941" y="3569795"/>
              <a:ext cx="329400" cy="55440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55498A13-6A4E-E6A4-BCFA-BA7302C6E00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144478" y="3554315"/>
                <a:ext cx="359967" cy="58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B2C215EB-3A3A-5677-226C-1CC2CBD6E334}"/>
                  </a:ext>
                </a:extLst>
              </p14:cNvPr>
              <p14:cNvContentPartPr/>
              <p14:nvPr/>
            </p14:nvContentPartPr>
            <p14:xfrm>
              <a:off x="4606701" y="3578435"/>
              <a:ext cx="753120" cy="4971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B2C215EB-3A3A-5677-226C-1CC2CBD6E33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591214" y="3562944"/>
                <a:ext cx="783735" cy="5277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088DFA00-2DE7-6506-91C7-5D85D252DE89}"/>
                  </a:ext>
                </a:extLst>
              </p14:cNvPr>
              <p14:cNvContentPartPr/>
              <p14:nvPr/>
            </p14:nvContentPartPr>
            <p14:xfrm>
              <a:off x="4466301" y="3453155"/>
              <a:ext cx="117360" cy="67464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088DFA00-2DE7-6506-91C7-5D85D252DE8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450821" y="3437667"/>
                <a:ext cx="147960" cy="7052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A0E0C5DF-40C5-B28B-9C45-59B53CB7BA4C}"/>
                  </a:ext>
                </a:extLst>
              </p14:cNvPr>
              <p14:cNvContentPartPr/>
              <p14:nvPr/>
            </p14:nvContentPartPr>
            <p14:xfrm>
              <a:off x="5415981" y="3241475"/>
              <a:ext cx="978480" cy="106668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A0E0C5DF-40C5-B28B-9C45-59B53CB7BA4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400507" y="3225990"/>
                <a:ext cx="1009069" cy="10972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C81E21FA-A4D0-70CA-CDDB-D82068FFBE9E}"/>
                  </a:ext>
                </a:extLst>
              </p14:cNvPr>
              <p14:cNvContentPartPr/>
              <p14:nvPr/>
            </p14:nvContentPartPr>
            <p14:xfrm>
              <a:off x="3885621" y="3453875"/>
              <a:ext cx="274680" cy="72072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C81E21FA-A4D0-70CA-CDDB-D82068FFBE9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870141" y="3438395"/>
                <a:ext cx="305280" cy="75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12A64F49-0A9C-611A-F75C-F6A22781A913}"/>
                  </a:ext>
                </a:extLst>
              </p14:cNvPr>
              <p14:cNvContentPartPr/>
              <p14:nvPr/>
            </p14:nvContentPartPr>
            <p14:xfrm>
              <a:off x="6708741" y="3155435"/>
              <a:ext cx="1943280" cy="92520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12A64F49-0A9C-611A-F75C-F6A22781A91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693264" y="3139961"/>
                <a:ext cx="1973874" cy="9557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2FFC4093-B3C1-B99D-059D-5A2168BA9D3A}"/>
                  </a:ext>
                </a:extLst>
              </p14:cNvPr>
              <p14:cNvContentPartPr/>
              <p14:nvPr/>
            </p14:nvContentPartPr>
            <p14:xfrm>
              <a:off x="837597" y="5231706"/>
              <a:ext cx="518760" cy="27324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2FFC4093-B3C1-B99D-059D-5A2168BA9D3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22106" y="5216226"/>
                <a:ext cx="549381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B1ADBB4E-C0D0-FA26-417A-63B705874AC5}"/>
                  </a:ext>
                </a:extLst>
              </p14:cNvPr>
              <p14:cNvContentPartPr/>
              <p14:nvPr/>
            </p14:nvContentPartPr>
            <p14:xfrm>
              <a:off x="1841997" y="4882146"/>
              <a:ext cx="1150920" cy="119412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B1ADBB4E-C0D0-FA26-417A-63B705874AC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826522" y="4866661"/>
                <a:ext cx="1181510" cy="12247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95E303DD-81D3-64BD-3CFF-AD018D928301}"/>
                  </a:ext>
                </a:extLst>
              </p14:cNvPr>
              <p14:cNvContentPartPr/>
              <p14:nvPr/>
            </p14:nvContentPartPr>
            <p14:xfrm>
              <a:off x="3239877" y="4899275"/>
              <a:ext cx="852840" cy="101484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95E303DD-81D3-64BD-3CFF-AD018D928301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224397" y="4883795"/>
                <a:ext cx="883440" cy="10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38C12ACC-01DA-9630-C32A-C2EB1D03AF7A}"/>
                  </a:ext>
                </a:extLst>
              </p14:cNvPr>
              <p14:cNvContentPartPr/>
              <p14:nvPr/>
            </p14:nvContentPartPr>
            <p14:xfrm>
              <a:off x="4159581" y="4871915"/>
              <a:ext cx="180720" cy="54144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38C12ACC-01DA-9630-C32A-C2EB1D03AF7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144101" y="4856435"/>
                <a:ext cx="211320" cy="57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2C294CFE-5B65-FE9D-5122-DFD45A157A56}"/>
                  </a:ext>
                </a:extLst>
              </p14:cNvPr>
              <p14:cNvContentPartPr/>
              <p14:nvPr/>
            </p14:nvContentPartPr>
            <p14:xfrm>
              <a:off x="4120341" y="4868315"/>
              <a:ext cx="188640" cy="7884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2C294CFE-5B65-FE9D-5122-DFD45A157A5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104861" y="4852835"/>
                <a:ext cx="21924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E08D55F3-8826-52E6-4F50-D7EACF057A1F}"/>
                  </a:ext>
                </a:extLst>
              </p14:cNvPr>
              <p14:cNvContentPartPr/>
              <p14:nvPr/>
            </p14:nvContentPartPr>
            <p14:xfrm>
              <a:off x="4449381" y="4797755"/>
              <a:ext cx="282600" cy="35316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E08D55F3-8826-52E6-4F50-D7EACF057A1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433901" y="4782259"/>
                <a:ext cx="313200" cy="3837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0342A764-23BA-6008-E74A-779F4A1B5272}"/>
                  </a:ext>
                </a:extLst>
              </p14:cNvPr>
              <p14:cNvContentPartPr/>
              <p14:nvPr/>
            </p14:nvContentPartPr>
            <p14:xfrm>
              <a:off x="4731621" y="4993595"/>
              <a:ext cx="118080" cy="172800"/>
            </p14:xfrm>
          </p:contentPart>
        </mc:Choice>
        <mc:Fallback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0342A764-23BA-6008-E74A-779F4A1B5272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716094" y="4978115"/>
                <a:ext cx="148774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37E23111-2232-5BBD-F8DD-C5002A5CE93B}"/>
                  </a:ext>
                </a:extLst>
              </p14:cNvPr>
              <p14:cNvContentPartPr/>
              <p14:nvPr/>
            </p14:nvContentPartPr>
            <p14:xfrm>
              <a:off x="4818021" y="5009435"/>
              <a:ext cx="39600" cy="38880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37E23111-2232-5BBD-F8DD-C5002A5CE93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802541" y="4993969"/>
                <a:ext cx="70200" cy="4193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FC090619-DAA2-3DA0-B6A9-460E901C0A6E}"/>
                  </a:ext>
                </a:extLst>
              </p14:cNvPr>
              <p14:cNvContentPartPr/>
              <p14:nvPr/>
            </p14:nvContentPartPr>
            <p14:xfrm>
              <a:off x="4888581" y="5189795"/>
              <a:ext cx="86760" cy="7884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FC090619-DAA2-3DA0-B6A9-460E901C0A6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873101" y="5174315"/>
                <a:ext cx="1173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6B307A31-F388-0E1E-BA39-E0F77058B358}"/>
                  </a:ext>
                </a:extLst>
              </p14:cNvPr>
              <p14:cNvContentPartPr/>
              <p14:nvPr/>
            </p14:nvContentPartPr>
            <p14:xfrm>
              <a:off x="4897221" y="5079995"/>
              <a:ext cx="38520" cy="1620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6B307A31-F388-0E1E-BA39-E0F77058B35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881741" y="5064515"/>
                <a:ext cx="691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D46A5A39-B014-7495-C580-A3F86005DE99}"/>
                  </a:ext>
                </a:extLst>
              </p14:cNvPr>
              <p14:cNvContentPartPr/>
              <p14:nvPr/>
            </p14:nvContentPartPr>
            <p14:xfrm>
              <a:off x="4990461" y="5103395"/>
              <a:ext cx="138960" cy="14940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D46A5A39-B014-7495-C580-A3F86005DE99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974981" y="5087915"/>
                <a:ext cx="16956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893DF981-6970-537D-7C0B-B83AB491BC47}"/>
                  </a:ext>
                </a:extLst>
              </p14:cNvPr>
              <p14:cNvContentPartPr/>
              <p14:nvPr/>
            </p14:nvContentPartPr>
            <p14:xfrm>
              <a:off x="5124741" y="4797755"/>
              <a:ext cx="579600" cy="63540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893DF981-6970-537D-7C0B-B83AB491BC47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109261" y="4782266"/>
                <a:ext cx="610200" cy="6660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5A28B83F-BE3F-D41A-1C03-D2198D17909D}"/>
                  </a:ext>
                </a:extLst>
              </p14:cNvPr>
              <p14:cNvContentPartPr/>
              <p14:nvPr/>
            </p14:nvContentPartPr>
            <p14:xfrm>
              <a:off x="6001701" y="4711355"/>
              <a:ext cx="600480" cy="89424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5A28B83F-BE3F-D41A-1C03-D2198D17909D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986221" y="4695869"/>
                <a:ext cx="631080" cy="924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41D5046C-FD6E-7E67-75DE-341218DCC05D}"/>
                  </a:ext>
                </a:extLst>
              </p14:cNvPr>
              <p14:cNvContentPartPr/>
              <p14:nvPr/>
            </p14:nvContentPartPr>
            <p14:xfrm>
              <a:off x="6472221" y="5385635"/>
              <a:ext cx="212040" cy="15732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41D5046C-FD6E-7E67-75DE-341218DCC05D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456741" y="5370119"/>
                <a:ext cx="242640" cy="1879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8D1D0B35-D267-0077-18BE-956CB4F77947}"/>
                  </a:ext>
                </a:extLst>
              </p14:cNvPr>
              <p14:cNvContentPartPr/>
              <p14:nvPr/>
            </p14:nvContentPartPr>
            <p14:xfrm>
              <a:off x="7394541" y="4629635"/>
              <a:ext cx="1100520" cy="897480"/>
            </p14:xfrm>
          </p:contentPart>
        </mc:Choice>
        <mc:Fallback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8D1D0B35-D267-0077-18BE-956CB4F77947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379061" y="4614155"/>
                <a:ext cx="1131120" cy="9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DFE997CA-EF7B-4F67-F55B-B99627D5728B}"/>
                  </a:ext>
                </a:extLst>
              </p14:cNvPr>
              <p14:cNvContentPartPr/>
              <p14:nvPr/>
            </p14:nvContentPartPr>
            <p14:xfrm>
              <a:off x="6840501" y="4633235"/>
              <a:ext cx="204480" cy="70920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DFE997CA-EF7B-4F67-F55B-B99627D5728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824994" y="4617763"/>
                <a:ext cx="235134" cy="739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B16C137D-9480-C171-462B-6C670E12B3A1}"/>
                  </a:ext>
                </a:extLst>
              </p14:cNvPr>
              <p14:cNvContentPartPr/>
              <p14:nvPr/>
            </p14:nvContentPartPr>
            <p14:xfrm>
              <a:off x="8549421" y="4390235"/>
              <a:ext cx="321840" cy="123012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B16C137D-9480-C171-462B-6C670E12B3A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533941" y="4374760"/>
                <a:ext cx="352440" cy="1260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318" name="Ink 317">
                <a:extLst>
                  <a:ext uri="{FF2B5EF4-FFF2-40B4-BE49-F238E27FC236}">
                    <a16:creationId xmlns:a16="http://schemas.microsoft.com/office/drawing/2014/main" id="{41123F88-50CA-FA99-E821-AF7050970E9F}"/>
                  </a:ext>
                </a:extLst>
              </p14:cNvPr>
              <p14:cNvContentPartPr/>
              <p14:nvPr/>
            </p14:nvContentPartPr>
            <p14:xfrm>
              <a:off x="8839581" y="5299595"/>
              <a:ext cx="8280" cy="55080"/>
            </p14:xfrm>
          </p:contentPart>
        </mc:Choice>
        <mc:Fallback>
          <p:pic>
            <p:nvPicPr>
              <p:cNvPr id="318" name="Ink 317">
                <a:extLst>
                  <a:ext uri="{FF2B5EF4-FFF2-40B4-BE49-F238E27FC236}">
                    <a16:creationId xmlns:a16="http://schemas.microsoft.com/office/drawing/2014/main" id="{41123F88-50CA-FA99-E821-AF7050970E9F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823397" y="5284216"/>
                <a:ext cx="40271" cy="854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324" name="Ink 323">
                <a:extLst>
                  <a:ext uri="{FF2B5EF4-FFF2-40B4-BE49-F238E27FC236}">
                    <a16:creationId xmlns:a16="http://schemas.microsoft.com/office/drawing/2014/main" id="{EDF1B56A-37F3-F020-E2A9-66E106EE597A}"/>
                  </a:ext>
                </a:extLst>
              </p14:cNvPr>
              <p14:cNvContentPartPr/>
              <p14:nvPr/>
            </p14:nvContentPartPr>
            <p14:xfrm>
              <a:off x="8149821" y="5040035"/>
              <a:ext cx="290160" cy="299160"/>
            </p14:xfrm>
          </p:contentPart>
        </mc:Choice>
        <mc:Fallback>
          <p:pic>
            <p:nvPicPr>
              <p:cNvPr id="324" name="Ink 323">
                <a:extLst>
                  <a:ext uri="{FF2B5EF4-FFF2-40B4-BE49-F238E27FC236}">
                    <a16:creationId xmlns:a16="http://schemas.microsoft.com/office/drawing/2014/main" id="{EDF1B56A-37F3-F020-E2A9-66E106EE597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134360" y="5024555"/>
                <a:ext cx="320722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327" name="Ink 326">
                <a:extLst>
                  <a:ext uri="{FF2B5EF4-FFF2-40B4-BE49-F238E27FC236}">
                    <a16:creationId xmlns:a16="http://schemas.microsoft.com/office/drawing/2014/main" id="{0E4EEF7C-A0C3-F3EA-8C12-219B7E3D5671}"/>
                  </a:ext>
                </a:extLst>
              </p14:cNvPr>
              <p14:cNvContentPartPr/>
              <p14:nvPr/>
            </p14:nvContentPartPr>
            <p14:xfrm>
              <a:off x="4692381" y="4797755"/>
              <a:ext cx="509400" cy="556920"/>
            </p14:xfrm>
          </p:contentPart>
        </mc:Choice>
        <mc:Fallback>
          <p:pic>
            <p:nvPicPr>
              <p:cNvPr id="327" name="Ink 326">
                <a:extLst>
                  <a:ext uri="{FF2B5EF4-FFF2-40B4-BE49-F238E27FC236}">
                    <a16:creationId xmlns:a16="http://schemas.microsoft.com/office/drawing/2014/main" id="{0E4EEF7C-A0C3-F3EA-8C12-219B7E3D567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676890" y="4782275"/>
                <a:ext cx="540022" cy="5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4798956-6EA2-ACEE-BC46-7C5E8BE7E9D7}"/>
                  </a:ext>
                </a:extLst>
              </p14:cNvPr>
              <p14:cNvContentPartPr/>
              <p14:nvPr/>
            </p14:nvContentPartPr>
            <p14:xfrm>
              <a:off x="7342341" y="1513835"/>
              <a:ext cx="1968120" cy="6973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4798956-6EA2-ACEE-BC46-7C5E8BE7E9D7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326861" y="1498347"/>
                <a:ext cx="1998720" cy="727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4135088-943B-CA11-9513-341F8994F281}"/>
                  </a:ext>
                </a:extLst>
              </p14:cNvPr>
              <p14:cNvContentPartPr/>
              <p14:nvPr/>
            </p14:nvContentPartPr>
            <p14:xfrm>
              <a:off x="9419181" y="1451195"/>
              <a:ext cx="173160" cy="5954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4135088-943B-CA11-9513-341F8994F28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403701" y="1435715"/>
                <a:ext cx="203760" cy="62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5F5F0E6-DFE9-2EB0-83DA-122FCD547EB0}"/>
                  </a:ext>
                </a:extLst>
              </p14:cNvPr>
              <p14:cNvContentPartPr/>
              <p14:nvPr/>
            </p14:nvContentPartPr>
            <p14:xfrm>
              <a:off x="8087181" y="1795355"/>
              <a:ext cx="447120" cy="2667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5F5F0E6-DFE9-2EB0-83DA-122FCD547EB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071701" y="1779896"/>
                <a:ext cx="477720" cy="2973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4F98F04-9BA9-F562-85BD-B9A5D6F3BCFC}"/>
                  </a:ext>
                </a:extLst>
              </p14:cNvPr>
              <p14:cNvContentPartPr/>
              <p14:nvPr/>
            </p14:nvContentPartPr>
            <p14:xfrm>
              <a:off x="5766621" y="2242115"/>
              <a:ext cx="366840" cy="3765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4F98F04-9BA9-F562-85BD-B9A5D6F3BCFC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751156" y="2226650"/>
                <a:ext cx="397410" cy="4071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E4ACA88-B47F-E350-F241-B976D9F8FDA6}"/>
                  </a:ext>
                </a:extLst>
              </p14:cNvPr>
              <p14:cNvContentPartPr/>
              <p14:nvPr/>
            </p14:nvContentPartPr>
            <p14:xfrm>
              <a:off x="9615741" y="1293515"/>
              <a:ext cx="964800" cy="9637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E4ACA88-B47F-E350-F241-B976D9F8FDA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9600261" y="1278041"/>
                <a:ext cx="995400" cy="9943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8059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A1BE3EF-EF8E-B943-4B85-6BC85E03C1CC}"/>
                  </a:ext>
                </a:extLst>
              </p14:cNvPr>
              <p14:cNvContentPartPr/>
              <p14:nvPr/>
            </p14:nvContentPartPr>
            <p14:xfrm>
              <a:off x="984381" y="1058435"/>
              <a:ext cx="604080" cy="423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A1BE3EF-EF8E-B943-4B85-6BC85E03C1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8901" y="1042955"/>
                <a:ext cx="63468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60D976D-E91F-7394-F7CF-FFCDF6CE042E}"/>
                  </a:ext>
                </a:extLst>
              </p14:cNvPr>
              <p14:cNvContentPartPr/>
              <p14:nvPr/>
            </p14:nvContentPartPr>
            <p14:xfrm>
              <a:off x="868461" y="455435"/>
              <a:ext cx="617760" cy="4150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60D976D-E91F-7394-F7CF-FFCDF6CE04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2981" y="439955"/>
                <a:ext cx="64836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AB2377A-C60F-D3F3-F2C4-23967FAC1F3E}"/>
                  </a:ext>
                </a:extLst>
              </p14:cNvPr>
              <p14:cNvContentPartPr/>
              <p14:nvPr/>
            </p14:nvContentPartPr>
            <p14:xfrm>
              <a:off x="2105421" y="1034675"/>
              <a:ext cx="612000" cy="3844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AB2377A-C60F-D3F3-F2C4-23967FAC1F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89932" y="1019195"/>
                <a:ext cx="642618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F12085A-96C1-0842-F8B2-24386BFE41FE}"/>
                  </a:ext>
                </a:extLst>
              </p14:cNvPr>
              <p14:cNvContentPartPr/>
              <p14:nvPr/>
            </p14:nvContentPartPr>
            <p14:xfrm>
              <a:off x="1917501" y="357155"/>
              <a:ext cx="1121400" cy="4352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F12085A-96C1-0842-F8B2-24386BFE41F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02021" y="341675"/>
                <a:ext cx="1152000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E7A771A-2FB3-1DAD-4C23-69A119D1712B}"/>
                  </a:ext>
                </a:extLst>
              </p14:cNvPr>
              <p14:cNvContentPartPr/>
              <p14:nvPr/>
            </p14:nvContentPartPr>
            <p14:xfrm>
              <a:off x="1736781" y="243035"/>
              <a:ext cx="314280" cy="13251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E7A771A-2FB3-1DAD-4C23-69A119D1712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21301" y="227559"/>
                <a:ext cx="344880" cy="13557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DC59DB4-7573-CA23-FB54-D50A4E958779}"/>
                  </a:ext>
                </a:extLst>
              </p14:cNvPr>
              <p14:cNvContentPartPr/>
              <p14:nvPr/>
            </p14:nvContentPartPr>
            <p14:xfrm>
              <a:off x="4041861" y="392075"/>
              <a:ext cx="588240" cy="7999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DC59DB4-7573-CA23-FB54-D50A4E95877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26381" y="376595"/>
                <a:ext cx="618840" cy="83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098299C-42FF-9F49-F19C-77A3CC2E3891}"/>
                  </a:ext>
                </a:extLst>
              </p14:cNvPr>
              <p14:cNvContentPartPr/>
              <p14:nvPr/>
            </p14:nvContentPartPr>
            <p14:xfrm>
              <a:off x="3218901" y="258515"/>
              <a:ext cx="509760" cy="99504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098299C-42FF-9F49-F19C-77A3CC2E389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03421" y="243035"/>
                <a:ext cx="540360" cy="10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F05F3AA-9456-BF7D-6EAC-50D427129D00}"/>
                  </a:ext>
                </a:extLst>
              </p14:cNvPr>
              <p14:cNvContentPartPr/>
              <p14:nvPr/>
            </p14:nvContentPartPr>
            <p14:xfrm>
              <a:off x="7342341" y="86075"/>
              <a:ext cx="2391480" cy="108216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F05F3AA-9456-BF7D-6EAC-50D427129D0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26861" y="70595"/>
                <a:ext cx="2422080" cy="11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CCDCFDC8-3B06-EAFE-1040-49879CCF3D09}"/>
                  </a:ext>
                </a:extLst>
              </p14:cNvPr>
              <p14:cNvContentPartPr/>
              <p14:nvPr/>
            </p14:nvContentPartPr>
            <p14:xfrm>
              <a:off x="9866661" y="470195"/>
              <a:ext cx="8280" cy="18864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CCDCFDC8-3B06-EAFE-1040-49879CCF3D0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51181" y="454715"/>
                <a:ext cx="388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CBE2A821-BAB1-4958-266C-6F8FAF74815F}"/>
                  </a:ext>
                </a:extLst>
              </p14:cNvPr>
              <p14:cNvContentPartPr/>
              <p14:nvPr/>
            </p14:nvContentPartPr>
            <p14:xfrm>
              <a:off x="4915941" y="54755"/>
              <a:ext cx="2152440" cy="7999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CBE2A821-BAB1-4958-266C-6F8FAF74815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00458" y="39275"/>
                <a:ext cx="2183045" cy="83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0721D357-5792-5171-2BCA-B056529BD69B}"/>
                  </a:ext>
                </a:extLst>
              </p14:cNvPr>
              <p14:cNvContentPartPr/>
              <p14:nvPr/>
            </p14:nvContentPartPr>
            <p14:xfrm>
              <a:off x="2756301" y="870155"/>
              <a:ext cx="368640" cy="31392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0721D357-5792-5171-2BCA-B056529BD69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40836" y="854675"/>
                <a:ext cx="39921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0333AC7D-CC47-D558-1B36-B32DFE08AD0C}"/>
                  </a:ext>
                </a:extLst>
              </p14:cNvPr>
              <p14:cNvContentPartPr/>
              <p14:nvPr/>
            </p14:nvContentPartPr>
            <p14:xfrm>
              <a:off x="8286621" y="125315"/>
              <a:ext cx="342000" cy="37656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0333AC7D-CC47-D558-1B36-B32DFE08AD0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271141" y="109835"/>
                <a:ext cx="37260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FC756046-2ABE-9521-CF60-3705A1F6FCDA}"/>
                  </a:ext>
                </a:extLst>
              </p14:cNvPr>
              <p14:cNvContentPartPr/>
              <p14:nvPr/>
            </p14:nvContentPartPr>
            <p14:xfrm>
              <a:off x="10016421" y="141155"/>
              <a:ext cx="861840" cy="54108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FC756046-2ABE-9521-CF60-3705A1F6FCD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000941" y="125685"/>
                <a:ext cx="892440" cy="5716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08EB8303-92EF-935B-747A-B84C7A3E3D1F}"/>
                  </a:ext>
                </a:extLst>
              </p14:cNvPr>
              <p14:cNvContentPartPr/>
              <p14:nvPr/>
            </p14:nvContentPartPr>
            <p14:xfrm>
              <a:off x="9711501" y="258515"/>
              <a:ext cx="257400" cy="5335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08EB8303-92EF-935B-747A-B84C7A3E3D1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690952" y="237995"/>
                <a:ext cx="298137" cy="57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E13B536C-99A8-4B90-1B8C-B172AC462858}"/>
                  </a:ext>
                </a:extLst>
              </p14:cNvPr>
              <p14:cNvContentPartPr/>
              <p14:nvPr/>
            </p14:nvContentPartPr>
            <p14:xfrm>
              <a:off x="10964301" y="109835"/>
              <a:ext cx="478440" cy="65088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E13B536C-99A8-4B90-1B8C-B172AC46285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948821" y="94364"/>
                <a:ext cx="509040" cy="681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C244AA35-D89D-611A-F78E-10AF3CB43D0A}"/>
                  </a:ext>
                </a:extLst>
              </p14:cNvPr>
              <p14:cNvContentPartPr/>
              <p14:nvPr/>
            </p14:nvContentPartPr>
            <p14:xfrm>
              <a:off x="969621" y="1583675"/>
              <a:ext cx="2406240" cy="116064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C244AA35-D89D-611A-F78E-10AF3CB43D0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54141" y="1568195"/>
                <a:ext cx="2436840" cy="11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902AED0F-0C76-2A9B-FDFD-892849A9A868}"/>
                  </a:ext>
                </a:extLst>
              </p14:cNvPr>
              <p14:cNvContentPartPr/>
              <p14:nvPr/>
            </p14:nvContentPartPr>
            <p14:xfrm>
              <a:off x="3640523" y="2163937"/>
              <a:ext cx="206640" cy="2376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902AED0F-0C76-2A9B-FDFD-892849A9A86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625043" y="2148457"/>
                <a:ext cx="23724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C8090461-FA93-35B0-F4CE-37217614FF82}"/>
                  </a:ext>
                </a:extLst>
              </p14:cNvPr>
              <p14:cNvContentPartPr/>
              <p14:nvPr/>
            </p14:nvContentPartPr>
            <p14:xfrm>
              <a:off x="3886403" y="1665697"/>
              <a:ext cx="631440" cy="63900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C8090461-FA93-35B0-F4CE-37217614FF8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70914" y="1650217"/>
                <a:ext cx="662057" cy="66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310E3F20-25D9-8D36-2E5E-814767DEC42E}"/>
                  </a:ext>
                </a:extLst>
              </p14:cNvPr>
              <p14:cNvContentPartPr/>
              <p14:nvPr/>
            </p14:nvContentPartPr>
            <p14:xfrm>
              <a:off x="4774883" y="2226217"/>
              <a:ext cx="195480" cy="7056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310E3F20-25D9-8D36-2E5E-814767DEC42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759403" y="2210737"/>
                <a:ext cx="22608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650AF416-A425-D3F5-1C95-F09ECA7B01AE}"/>
                  </a:ext>
                </a:extLst>
              </p14:cNvPr>
              <p14:cNvContentPartPr/>
              <p14:nvPr/>
            </p14:nvContentPartPr>
            <p14:xfrm>
              <a:off x="4774883" y="2210737"/>
              <a:ext cx="203040" cy="93600"/>
            </p14:xfrm>
          </p:contentPart>
        </mc:Choice>
        <mc:Fallback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650AF416-A425-D3F5-1C95-F09ECA7B01A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759430" y="2195316"/>
                <a:ext cx="233586" cy="1240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40F5F7B6-781E-A241-B250-04A236A55D83}"/>
                  </a:ext>
                </a:extLst>
              </p14:cNvPr>
              <p14:cNvContentPartPr/>
              <p14:nvPr/>
            </p14:nvContentPartPr>
            <p14:xfrm>
              <a:off x="5430083" y="1547617"/>
              <a:ext cx="1581840" cy="126396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40F5F7B6-781E-A241-B250-04A236A55D8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414603" y="1532133"/>
                <a:ext cx="1612440" cy="12945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B3E643C6-11A2-9E2F-8B39-AF9EE94E8011}"/>
                  </a:ext>
                </a:extLst>
              </p14:cNvPr>
              <p14:cNvContentPartPr/>
              <p14:nvPr/>
            </p14:nvContentPartPr>
            <p14:xfrm>
              <a:off x="4345763" y="2936137"/>
              <a:ext cx="3618720" cy="78804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B3E643C6-11A2-9E2F-8B39-AF9EE94E801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330281" y="2920657"/>
                <a:ext cx="3649323" cy="81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14" name="Ink 313">
                <a:extLst>
                  <a:ext uri="{FF2B5EF4-FFF2-40B4-BE49-F238E27FC236}">
                    <a16:creationId xmlns:a16="http://schemas.microsoft.com/office/drawing/2014/main" id="{311290B2-E9E6-D9DF-8B9F-E99FB3479EFB}"/>
                  </a:ext>
                </a:extLst>
              </p14:cNvPr>
              <p14:cNvContentPartPr/>
              <p14:nvPr/>
            </p14:nvContentPartPr>
            <p14:xfrm>
              <a:off x="10250123" y="2811217"/>
              <a:ext cx="811800" cy="491760"/>
            </p14:xfrm>
          </p:contentPart>
        </mc:Choice>
        <mc:Fallback>
          <p:pic>
            <p:nvPicPr>
              <p:cNvPr id="314" name="Ink 313">
                <a:extLst>
                  <a:ext uri="{FF2B5EF4-FFF2-40B4-BE49-F238E27FC236}">
                    <a16:creationId xmlns:a16="http://schemas.microsoft.com/office/drawing/2014/main" id="{311290B2-E9E6-D9DF-8B9F-E99FB3479EF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234643" y="2795737"/>
                <a:ext cx="842400" cy="52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7DC87E4B-1AC7-33AA-8D7C-5A340C663A70}"/>
                  </a:ext>
                </a:extLst>
              </p14:cNvPr>
              <p14:cNvContentPartPr/>
              <p14:nvPr/>
            </p14:nvContentPartPr>
            <p14:xfrm>
              <a:off x="8963123" y="2846857"/>
              <a:ext cx="928440" cy="51876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7DC87E4B-1AC7-33AA-8D7C-5A340C663A7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947643" y="2831377"/>
                <a:ext cx="959040" cy="54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16" name="Ink 315">
                <a:extLst>
                  <a:ext uri="{FF2B5EF4-FFF2-40B4-BE49-F238E27FC236}">
                    <a16:creationId xmlns:a16="http://schemas.microsoft.com/office/drawing/2014/main" id="{6E8F93EF-3DFA-8FF6-9688-0FF8D4BEDE41}"/>
                  </a:ext>
                </a:extLst>
              </p14:cNvPr>
              <p14:cNvContentPartPr/>
              <p14:nvPr/>
            </p14:nvContentPartPr>
            <p14:xfrm>
              <a:off x="8276963" y="3133417"/>
              <a:ext cx="397800" cy="263160"/>
            </p14:xfrm>
          </p:contentPart>
        </mc:Choice>
        <mc:Fallback>
          <p:pic>
            <p:nvPicPr>
              <p:cNvPr id="316" name="Ink 315">
                <a:extLst>
                  <a:ext uri="{FF2B5EF4-FFF2-40B4-BE49-F238E27FC236}">
                    <a16:creationId xmlns:a16="http://schemas.microsoft.com/office/drawing/2014/main" id="{6E8F93EF-3DFA-8FF6-9688-0FF8D4BEDE4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261497" y="3117916"/>
                <a:ext cx="428372" cy="2938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E093AAF0-AF32-1E71-EC95-5B1603C2FF8D}"/>
                  </a:ext>
                </a:extLst>
              </p14:cNvPr>
              <p14:cNvContentPartPr/>
              <p14:nvPr/>
            </p14:nvContentPartPr>
            <p14:xfrm>
              <a:off x="10452803" y="2865937"/>
              <a:ext cx="31680" cy="366840"/>
            </p14:xfrm>
          </p:contentPart>
        </mc:Choice>
        <mc:Fallback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E093AAF0-AF32-1E71-EC95-5B1603C2FF8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437145" y="2850457"/>
                <a:ext cx="62632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41" name="Ink 340">
                <a:extLst>
                  <a:ext uri="{FF2B5EF4-FFF2-40B4-BE49-F238E27FC236}">
                    <a16:creationId xmlns:a16="http://schemas.microsoft.com/office/drawing/2014/main" id="{07C6DB74-6ED2-0494-B619-A0C6794090D8}"/>
                  </a:ext>
                </a:extLst>
              </p14:cNvPr>
              <p14:cNvContentPartPr/>
              <p14:nvPr/>
            </p14:nvContentPartPr>
            <p14:xfrm>
              <a:off x="882923" y="4613737"/>
              <a:ext cx="2181600" cy="264600"/>
            </p14:xfrm>
          </p:contentPart>
        </mc:Choice>
        <mc:Fallback>
          <p:pic>
            <p:nvPicPr>
              <p:cNvPr id="341" name="Ink 340">
                <a:extLst>
                  <a:ext uri="{FF2B5EF4-FFF2-40B4-BE49-F238E27FC236}">
                    <a16:creationId xmlns:a16="http://schemas.microsoft.com/office/drawing/2014/main" id="{07C6DB74-6ED2-0494-B619-A0C6794090D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67443" y="4598257"/>
                <a:ext cx="221220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DBB93883-6FE1-D21E-6920-898D42536A2C}"/>
                  </a:ext>
                </a:extLst>
              </p14:cNvPr>
              <p14:cNvContentPartPr/>
              <p14:nvPr/>
            </p14:nvContentPartPr>
            <p14:xfrm>
              <a:off x="2216363" y="4196137"/>
              <a:ext cx="15840" cy="284760"/>
            </p14:xfrm>
          </p:contentPart>
        </mc:Choice>
        <mc:Fallback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DBB93883-6FE1-D21E-6920-898D42536A2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00883" y="4180657"/>
                <a:ext cx="4644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43214BB4-63F4-1261-1A0D-0EF410F18128}"/>
                  </a:ext>
                </a:extLst>
              </p14:cNvPr>
              <p14:cNvContentPartPr/>
              <p14:nvPr/>
            </p14:nvContentPartPr>
            <p14:xfrm>
              <a:off x="3168203" y="4573777"/>
              <a:ext cx="234360" cy="125280"/>
            </p14:xfrm>
          </p:contentPart>
        </mc:Choice>
        <mc:Fallback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43214BB4-63F4-1261-1A0D-0EF410F1812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152723" y="4558297"/>
                <a:ext cx="264960" cy="15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84B0C247-28BC-2D07-EE7E-711A3A3E71A1}"/>
                  </a:ext>
                </a:extLst>
              </p14:cNvPr>
              <p14:cNvContentPartPr/>
              <p14:nvPr/>
            </p14:nvContentPartPr>
            <p14:xfrm>
              <a:off x="1943483" y="4809577"/>
              <a:ext cx="1029960" cy="63036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84B0C247-28BC-2D07-EE7E-711A3A3E71A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927998" y="4794097"/>
                <a:ext cx="1060571" cy="6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15B8B562-C9B8-23D1-2825-CE5C58504BEB}"/>
                  </a:ext>
                </a:extLst>
              </p14:cNvPr>
              <p14:cNvContentPartPr/>
              <p14:nvPr/>
            </p14:nvContentPartPr>
            <p14:xfrm>
              <a:off x="4361243" y="3904177"/>
              <a:ext cx="974520" cy="59220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15B8B562-C9B8-23D1-2825-CE5C58504BE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345763" y="3888697"/>
                <a:ext cx="1005120" cy="62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A5E43660-4FA9-7A3D-8C51-A777AD380643}"/>
                  </a:ext>
                </a:extLst>
              </p14:cNvPr>
              <p14:cNvContentPartPr/>
              <p14:nvPr/>
            </p14:nvContentPartPr>
            <p14:xfrm>
              <a:off x="4248923" y="4550377"/>
              <a:ext cx="2242080" cy="577440"/>
            </p14:xfrm>
          </p:contentPart>
        </mc:Choice>
        <mc:Fallback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A5E43660-4FA9-7A3D-8C51-A777AD38064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233445" y="4534897"/>
                <a:ext cx="2272675" cy="60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D38BCD14-2CFA-2852-2407-5341E3F75F6B}"/>
                  </a:ext>
                </a:extLst>
              </p14:cNvPr>
              <p14:cNvContentPartPr/>
              <p14:nvPr/>
            </p14:nvContentPartPr>
            <p14:xfrm>
              <a:off x="5610083" y="4152577"/>
              <a:ext cx="311760" cy="24228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D38BCD14-2CFA-2852-2407-5341E3F75F6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594585" y="4137097"/>
                <a:ext cx="342395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B14B45ED-08D6-AF32-AC16-3BC805202A7D}"/>
                  </a:ext>
                </a:extLst>
              </p14:cNvPr>
              <p14:cNvContentPartPr/>
              <p14:nvPr/>
            </p14:nvContentPartPr>
            <p14:xfrm>
              <a:off x="7184723" y="3794017"/>
              <a:ext cx="764640" cy="58536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B14B45ED-08D6-AF32-AC16-3BC805202A7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169243" y="3778537"/>
                <a:ext cx="795240" cy="61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2CD82FDF-386E-2143-5131-AE55AEC15B08}"/>
                  </a:ext>
                </a:extLst>
              </p14:cNvPr>
              <p14:cNvContentPartPr/>
              <p14:nvPr/>
            </p14:nvContentPartPr>
            <p14:xfrm>
              <a:off x="6931643" y="4511497"/>
              <a:ext cx="1333080" cy="56196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2CD82FDF-386E-2143-5131-AE55AEC15B0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916163" y="4496017"/>
                <a:ext cx="1363680" cy="5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040B768E-1986-E07F-F38F-29C015C28DA7}"/>
                  </a:ext>
                </a:extLst>
              </p14:cNvPr>
              <p14:cNvContentPartPr/>
              <p14:nvPr/>
            </p14:nvContentPartPr>
            <p14:xfrm>
              <a:off x="1433003" y="5744857"/>
              <a:ext cx="604440" cy="49104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040B768E-1986-E07F-F38F-29C015C28DA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417523" y="5729377"/>
                <a:ext cx="635040" cy="52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42CD1CBC-860B-95CE-8F8A-A41B356453D2}"/>
                  </a:ext>
                </a:extLst>
              </p14:cNvPr>
              <p14:cNvContentPartPr/>
              <p14:nvPr/>
            </p14:nvContentPartPr>
            <p14:xfrm>
              <a:off x="310101" y="2665475"/>
              <a:ext cx="23760" cy="251280"/>
            </p14:xfrm>
          </p:contentPart>
        </mc:Choice>
        <mc:Fallback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42CD1CBC-860B-95CE-8F8A-A41B356453D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94621" y="2649995"/>
                <a:ext cx="543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3FAA7495-2536-9030-A634-0E53F7C0A0DB}"/>
                  </a:ext>
                </a:extLst>
              </p14:cNvPr>
              <p14:cNvContentPartPr/>
              <p14:nvPr/>
            </p14:nvContentPartPr>
            <p14:xfrm>
              <a:off x="302541" y="3182795"/>
              <a:ext cx="39600" cy="28260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3FAA7495-2536-9030-A634-0E53F7C0A0D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87061" y="3167315"/>
                <a:ext cx="702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34E7F402-224F-9ABA-AD74-E6277D1E5810}"/>
                  </a:ext>
                </a:extLst>
              </p14:cNvPr>
              <p14:cNvContentPartPr/>
              <p14:nvPr/>
            </p14:nvContentPartPr>
            <p14:xfrm>
              <a:off x="350421" y="3715955"/>
              <a:ext cx="77760" cy="329760"/>
            </p14:xfrm>
          </p:contentPart>
        </mc:Choice>
        <mc:Fallback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34E7F402-224F-9ABA-AD74-E6277D1E581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35012" y="3700475"/>
                <a:ext cx="108219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4F2557B1-7D35-C0A8-3161-A48C73F054CD}"/>
                  </a:ext>
                </a:extLst>
              </p14:cNvPr>
              <p14:cNvContentPartPr/>
              <p14:nvPr/>
            </p14:nvContentPartPr>
            <p14:xfrm>
              <a:off x="427821" y="4303835"/>
              <a:ext cx="306000" cy="737280"/>
            </p14:xfrm>
          </p:contentPart>
        </mc:Choice>
        <mc:Fallback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4F2557B1-7D35-C0A8-3161-A48C73F054C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12341" y="4288355"/>
                <a:ext cx="336600" cy="76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3E7E7B88-CB39-4864-A937-F4FF0CE77D6F}"/>
                  </a:ext>
                </a:extLst>
              </p14:cNvPr>
              <p14:cNvContentPartPr/>
              <p14:nvPr/>
            </p14:nvContentPartPr>
            <p14:xfrm>
              <a:off x="811941" y="5346395"/>
              <a:ext cx="439200" cy="501480"/>
            </p14:xfrm>
          </p:contentPart>
        </mc:Choice>
        <mc:Fallback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3E7E7B88-CB39-4864-A937-F4FF0CE77D6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96461" y="5330904"/>
                <a:ext cx="469800" cy="5321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553E6D98-AA84-B1F2-9955-61B25C040218}"/>
                  </a:ext>
                </a:extLst>
              </p14:cNvPr>
              <p14:cNvContentPartPr/>
              <p14:nvPr/>
            </p14:nvContentPartPr>
            <p14:xfrm>
              <a:off x="318021" y="799595"/>
              <a:ext cx="447120" cy="1568160"/>
            </p14:xfrm>
          </p:contentPart>
        </mc:Choice>
        <mc:Fallback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553E6D98-AA84-B1F2-9955-61B25C040218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02541" y="784115"/>
                <a:ext cx="477720" cy="159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973001F7-EBE0-9841-DDFA-A82D7D2ACDA7}"/>
                  </a:ext>
                </a:extLst>
              </p14:cNvPr>
              <p14:cNvContentPartPr/>
              <p14:nvPr/>
            </p14:nvContentPartPr>
            <p14:xfrm>
              <a:off x="2646501" y="5526755"/>
              <a:ext cx="1552680" cy="682560"/>
            </p14:xfrm>
          </p:contentPart>
        </mc:Choice>
        <mc:Fallback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973001F7-EBE0-9841-DDFA-A82D7D2ACDA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631021" y="5511267"/>
                <a:ext cx="1583280" cy="7131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BB404DB2-8C52-6506-EC29-BA8838A82589}"/>
                  </a:ext>
                </a:extLst>
              </p14:cNvPr>
              <p14:cNvContentPartPr/>
              <p14:nvPr/>
            </p14:nvContentPartPr>
            <p14:xfrm>
              <a:off x="2858181" y="6350075"/>
              <a:ext cx="987840" cy="438480"/>
            </p14:xfrm>
          </p:contentPart>
        </mc:Choice>
        <mc:Fallback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BB404DB2-8C52-6506-EC29-BA8838A8258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842707" y="6334595"/>
                <a:ext cx="1018429" cy="4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61" name="Ink 460">
                <a:extLst>
                  <a:ext uri="{FF2B5EF4-FFF2-40B4-BE49-F238E27FC236}">
                    <a16:creationId xmlns:a16="http://schemas.microsoft.com/office/drawing/2014/main" id="{DA8C0390-12DA-6E91-862A-E8C7E4926243}"/>
                  </a:ext>
                </a:extLst>
              </p14:cNvPr>
              <p14:cNvContentPartPr/>
              <p14:nvPr/>
            </p14:nvContentPartPr>
            <p14:xfrm>
              <a:off x="5115741" y="2328155"/>
              <a:ext cx="212040" cy="745200"/>
            </p14:xfrm>
          </p:contentPart>
        </mc:Choice>
        <mc:Fallback>
          <p:pic>
            <p:nvPicPr>
              <p:cNvPr id="461" name="Ink 460">
                <a:extLst>
                  <a:ext uri="{FF2B5EF4-FFF2-40B4-BE49-F238E27FC236}">
                    <a16:creationId xmlns:a16="http://schemas.microsoft.com/office/drawing/2014/main" id="{DA8C0390-12DA-6E91-862A-E8C7E492624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100261" y="2312675"/>
                <a:ext cx="242640" cy="77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77" name="Ink 476">
                <a:extLst>
                  <a:ext uri="{FF2B5EF4-FFF2-40B4-BE49-F238E27FC236}">
                    <a16:creationId xmlns:a16="http://schemas.microsoft.com/office/drawing/2014/main" id="{555B8671-F59B-05FD-05B9-B86C1DB7085C}"/>
                  </a:ext>
                </a:extLst>
              </p14:cNvPr>
              <p14:cNvContentPartPr/>
              <p14:nvPr/>
            </p14:nvContentPartPr>
            <p14:xfrm>
              <a:off x="6660141" y="2281355"/>
              <a:ext cx="368640" cy="571680"/>
            </p14:xfrm>
          </p:contentPart>
        </mc:Choice>
        <mc:Fallback>
          <p:pic>
            <p:nvPicPr>
              <p:cNvPr id="477" name="Ink 476">
                <a:extLst>
                  <a:ext uri="{FF2B5EF4-FFF2-40B4-BE49-F238E27FC236}">
                    <a16:creationId xmlns:a16="http://schemas.microsoft.com/office/drawing/2014/main" id="{555B8671-F59B-05FD-05B9-B86C1DB7085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644661" y="2265885"/>
                <a:ext cx="399240" cy="6022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71DAA94E-3236-A456-6B91-B82F3DE6FB79}"/>
                  </a:ext>
                </a:extLst>
              </p14:cNvPr>
              <p14:cNvContentPartPr/>
              <p14:nvPr/>
            </p14:nvContentPartPr>
            <p14:xfrm>
              <a:off x="7130661" y="2116475"/>
              <a:ext cx="259200" cy="172800"/>
            </p14:xfrm>
          </p:contentPart>
        </mc:Choice>
        <mc:Fallback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71DAA94E-3236-A456-6B91-B82F3DE6FB7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115181" y="2100995"/>
                <a:ext cx="28980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15" name="Ink 514">
                <a:extLst>
                  <a:ext uri="{FF2B5EF4-FFF2-40B4-BE49-F238E27FC236}">
                    <a16:creationId xmlns:a16="http://schemas.microsoft.com/office/drawing/2014/main" id="{048D5DE3-BF65-E786-78D4-B3666B3D8CF1}"/>
                  </a:ext>
                </a:extLst>
              </p14:cNvPr>
              <p14:cNvContentPartPr/>
              <p14:nvPr/>
            </p14:nvContentPartPr>
            <p14:xfrm>
              <a:off x="9372741" y="1575755"/>
              <a:ext cx="1449720" cy="1325160"/>
            </p14:xfrm>
          </p:contentPart>
        </mc:Choice>
        <mc:Fallback>
          <p:pic>
            <p:nvPicPr>
              <p:cNvPr id="515" name="Ink 514">
                <a:extLst>
                  <a:ext uri="{FF2B5EF4-FFF2-40B4-BE49-F238E27FC236}">
                    <a16:creationId xmlns:a16="http://schemas.microsoft.com/office/drawing/2014/main" id="{048D5DE3-BF65-E786-78D4-B3666B3D8CF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357265" y="1560279"/>
                <a:ext cx="1480312" cy="13557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3DDDD7B8-7450-6B10-B478-1C542A201D4B}"/>
                  </a:ext>
                </a:extLst>
              </p14:cNvPr>
              <p14:cNvContentPartPr/>
              <p14:nvPr/>
            </p14:nvContentPartPr>
            <p14:xfrm>
              <a:off x="7569501" y="1465955"/>
              <a:ext cx="1489320" cy="1380240"/>
            </p14:xfrm>
          </p:contentPart>
        </mc:Choice>
        <mc:Fallback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3DDDD7B8-7450-6B10-B478-1C542A201D4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7554017" y="1450471"/>
                <a:ext cx="1519927" cy="14108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22" name="Ink 521">
                <a:extLst>
                  <a:ext uri="{FF2B5EF4-FFF2-40B4-BE49-F238E27FC236}">
                    <a16:creationId xmlns:a16="http://schemas.microsoft.com/office/drawing/2014/main" id="{DA30939F-D27F-EDC8-178A-B8CA302AEEF0}"/>
                  </a:ext>
                </a:extLst>
              </p14:cNvPr>
              <p14:cNvContentPartPr/>
              <p14:nvPr/>
            </p14:nvContentPartPr>
            <p14:xfrm>
              <a:off x="9333501" y="4013675"/>
              <a:ext cx="792360" cy="369000"/>
            </p14:xfrm>
          </p:contentPart>
        </mc:Choice>
        <mc:Fallback>
          <p:pic>
            <p:nvPicPr>
              <p:cNvPr id="522" name="Ink 521">
                <a:extLst>
                  <a:ext uri="{FF2B5EF4-FFF2-40B4-BE49-F238E27FC236}">
                    <a16:creationId xmlns:a16="http://schemas.microsoft.com/office/drawing/2014/main" id="{DA30939F-D27F-EDC8-178A-B8CA302AEEF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318014" y="3998180"/>
                <a:ext cx="822974" cy="399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23" name="Ink 522">
                <a:extLst>
                  <a:ext uri="{FF2B5EF4-FFF2-40B4-BE49-F238E27FC236}">
                    <a16:creationId xmlns:a16="http://schemas.microsoft.com/office/drawing/2014/main" id="{08FDD764-2179-9F34-4040-D58CA39A8684}"/>
                  </a:ext>
                </a:extLst>
              </p14:cNvPr>
              <p14:cNvContentPartPr/>
              <p14:nvPr/>
            </p14:nvContentPartPr>
            <p14:xfrm>
              <a:off x="8604501" y="4484195"/>
              <a:ext cx="251280" cy="157320"/>
            </p14:xfrm>
          </p:contentPart>
        </mc:Choice>
        <mc:Fallback>
          <p:pic>
            <p:nvPicPr>
              <p:cNvPr id="523" name="Ink 522">
                <a:extLst>
                  <a:ext uri="{FF2B5EF4-FFF2-40B4-BE49-F238E27FC236}">
                    <a16:creationId xmlns:a16="http://schemas.microsoft.com/office/drawing/2014/main" id="{08FDD764-2179-9F34-4040-D58CA39A8684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589021" y="4468715"/>
                <a:ext cx="281880" cy="18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EBCBD4F3-635C-9FCF-2430-7AC7EEAD268B}"/>
                  </a:ext>
                </a:extLst>
              </p14:cNvPr>
              <p14:cNvContentPartPr/>
              <p14:nvPr/>
            </p14:nvContentPartPr>
            <p14:xfrm>
              <a:off x="10025061" y="3927635"/>
              <a:ext cx="821160" cy="580320"/>
            </p14:xfrm>
          </p:contentPart>
        </mc:Choice>
        <mc:Fallback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EBCBD4F3-635C-9FCF-2430-7AC7EEAD268B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009574" y="3912165"/>
                <a:ext cx="851773" cy="6109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44" name="Ink 543">
                <a:extLst>
                  <a:ext uri="{FF2B5EF4-FFF2-40B4-BE49-F238E27FC236}">
                    <a16:creationId xmlns:a16="http://schemas.microsoft.com/office/drawing/2014/main" id="{CB0B8447-E7B6-D7EE-C23A-C5B7E7895814}"/>
                  </a:ext>
                </a:extLst>
              </p14:cNvPr>
              <p14:cNvContentPartPr/>
              <p14:nvPr/>
            </p14:nvContentPartPr>
            <p14:xfrm>
              <a:off x="4527861" y="5377715"/>
              <a:ext cx="1990080" cy="886320"/>
            </p14:xfrm>
          </p:contentPart>
        </mc:Choice>
        <mc:Fallback>
          <p:pic>
            <p:nvPicPr>
              <p:cNvPr id="544" name="Ink 543">
                <a:extLst>
                  <a:ext uri="{FF2B5EF4-FFF2-40B4-BE49-F238E27FC236}">
                    <a16:creationId xmlns:a16="http://schemas.microsoft.com/office/drawing/2014/main" id="{CB0B8447-E7B6-D7EE-C23A-C5B7E7895814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512378" y="5362235"/>
                <a:ext cx="2020686" cy="9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58" name="Ink 557">
                <a:extLst>
                  <a:ext uri="{FF2B5EF4-FFF2-40B4-BE49-F238E27FC236}">
                    <a16:creationId xmlns:a16="http://schemas.microsoft.com/office/drawing/2014/main" id="{36857A6F-D29C-66D4-B051-F7E6F7648599}"/>
                  </a:ext>
                </a:extLst>
              </p14:cNvPr>
              <p14:cNvContentPartPr/>
              <p14:nvPr/>
            </p14:nvContentPartPr>
            <p14:xfrm>
              <a:off x="6738621" y="5403995"/>
              <a:ext cx="1198080" cy="1009080"/>
            </p14:xfrm>
          </p:contentPart>
        </mc:Choice>
        <mc:Fallback>
          <p:pic>
            <p:nvPicPr>
              <p:cNvPr id="558" name="Ink 557">
                <a:extLst>
                  <a:ext uri="{FF2B5EF4-FFF2-40B4-BE49-F238E27FC236}">
                    <a16:creationId xmlns:a16="http://schemas.microsoft.com/office/drawing/2014/main" id="{36857A6F-D29C-66D4-B051-F7E6F764859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723141" y="5388509"/>
                <a:ext cx="1228680" cy="103969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7940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763C4AD-DA3A-3DF3-CCD6-87024620CFCD}"/>
                  </a:ext>
                </a:extLst>
              </p14:cNvPr>
              <p14:cNvContentPartPr/>
              <p14:nvPr/>
            </p14:nvContentPartPr>
            <p14:xfrm>
              <a:off x="815541" y="415475"/>
              <a:ext cx="1980000" cy="651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763C4AD-DA3A-3DF3-CCD6-87024620CF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00064" y="399995"/>
                <a:ext cx="2010594" cy="68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82F8AC9-4BDB-1DC8-6055-0ECB9A431ABA}"/>
                  </a:ext>
                </a:extLst>
              </p14:cNvPr>
              <p14:cNvContentPartPr/>
              <p14:nvPr/>
            </p14:nvContentPartPr>
            <p14:xfrm>
              <a:off x="2247621" y="309995"/>
              <a:ext cx="485280" cy="5605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82F8AC9-4BDB-1DC8-6055-0ECB9A431A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2152" y="294515"/>
                <a:ext cx="515857" cy="59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7871B6F-9E22-FDAA-CC0B-F91E3630F326}"/>
                  </a:ext>
                </a:extLst>
              </p14:cNvPr>
              <p14:cNvContentPartPr/>
              <p14:nvPr/>
            </p14:nvContentPartPr>
            <p14:xfrm>
              <a:off x="3061941" y="799595"/>
              <a:ext cx="243360" cy="180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7871B6F-9E22-FDAA-CC0B-F91E3630F3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46484" y="784084"/>
                <a:ext cx="273915" cy="2113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8D5E92D-492E-A03B-D660-C619C371BA9F}"/>
                  </a:ext>
                </a:extLst>
              </p14:cNvPr>
              <p14:cNvContentPartPr/>
              <p14:nvPr/>
            </p14:nvContentPartPr>
            <p14:xfrm>
              <a:off x="1972221" y="1067075"/>
              <a:ext cx="901800" cy="5054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8D5E92D-492E-A03B-D660-C619C371BA9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56741" y="1051606"/>
                <a:ext cx="932400" cy="536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2D3231A-C475-F004-1DA3-F988DA03E8E3}"/>
                  </a:ext>
                </a:extLst>
              </p14:cNvPr>
              <p14:cNvContentPartPr/>
              <p14:nvPr/>
            </p14:nvContentPartPr>
            <p14:xfrm>
              <a:off x="3611661" y="365075"/>
              <a:ext cx="736200" cy="5054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2D3231A-C475-F004-1DA3-F988DA03E8E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96189" y="349606"/>
                <a:ext cx="766785" cy="536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3F893DC-F30E-C6AD-85D0-D081C17B4991}"/>
                  </a:ext>
                </a:extLst>
              </p14:cNvPr>
              <p14:cNvContentPartPr/>
              <p14:nvPr/>
            </p14:nvContentPartPr>
            <p14:xfrm>
              <a:off x="2039181" y="3231755"/>
              <a:ext cx="1399320" cy="6645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3F893DC-F30E-C6AD-85D0-D081C17B499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23701" y="3216283"/>
                <a:ext cx="1429920" cy="695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D5097CF-AA1F-CB2F-E3A5-EA9D63BF3CD0}"/>
                  </a:ext>
                </a:extLst>
              </p14:cNvPr>
              <p14:cNvContentPartPr/>
              <p14:nvPr/>
            </p14:nvContentPartPr>
            <p14:xfrm>
              <a:off x="2129181" y="4087835"/>
              <a:ext cx="854640" cy="4042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D5097CF-AA1F-CB2F-E3A5-EA9D63BF3CD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13708" y="4072355"/>
                <a:ext cx="885227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AC7929B-481B-6B2D-5DB1-DA83933C7F88}"/>
                  </a:ext>
                </a:extLst>
              </p14:cNvPr>
              <p14:cNvContentPartPr/>
              <p14:nvPr/>
            </p14:nvContentPartPr>
            <p14:xfrm>
              <a:off x="3767541" y="1850075"/>
              <a:ext cx="1403640" cy="6040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AC7929B-481B-6B2D-5DB1-DA83933C7F8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52061" y="1834586"/>
                <a:ext cx="1434240" cy="6346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9A54E3DC-EAF3-D9DD-E309-A6856C0E3C1D}"/>
                  </a:ext>
                </a:extLst>
              </p14:cNvPr>
              <p14:cNvContentPartPr/>
              <p14:nvPr/>
            </p14:nvContentPartPr>
            <p14:xfrm>
              <a:off x="1635261" y="2183795"/>
              <a:ext cx="1771920" cy="5205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9A54E3DC-EAF3-D9DD-E309-A6856C0E3C1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19784" y="2168315"/>
                <a:ext cx="1802514" cy="55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03D516F-DCE9-C2DC-CE4E-9B6A6217368C}"/>
                  </a:ext>
                </a:extLst>
              </p14:cNvPr>
              <p14:cNvContentPartPr/>
              <p14:nvPr/>
            </p14:nvContentPartPr>
            <p14:xfrm>
              <a:off x="698901" y="2077595"/>
              <a:ext cx="568440" cy="4852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03D516F-DCE9-C2DC-CE4E-9B6A6217368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3421" y="2062126"/>
                <a:ext cx="599040" cy="5158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9580F1E-4468-2B61-8707-7CDA132A6D4B}"/>
                  </a:ext>
                </a:extLst>
              </p14:cNvPr>
              <p14:cNvContentPartPr/>
              <p14:nvPr/>
            </p14:nvContentPartPr>
            <p14:xfrm>
              <a:off x="3572061" y="3136715"/>
              <a:ext cx="1998720" cy="8071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9580F1E-4468-2B61-8707-7CDA132A6D4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56584" y="3121235"/>
                <a:ext cx="2029314" cy="83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1754A3C-C3C1-9282-1903-A887F9B4CC49}"/>
                  </a:ext>
                </a:extLst>
              </p14:cNvPr>
              <p14:cNvContentPartPr/>
              <p14:nvPr/>
            </p14:nvContentPartPr>
            <p14:xfrm>
              <a:off x="5719461" y="3190715"/>
              <a:ext cx="986760" cy="68220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1754A3C-C3C1-9282-1903-A887F9B4CC4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03975" y="3175243"/>
                <a:ext cx="1017371" cy="712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1C09F09-D788-0F58-B900-3E16B31855D3}"/>
                  </a:ext>
                </a:extLst>
              </p14:cNvPr>
              <p14:cNvContentPartPr/>
              <p14:nvPr/>
            </p14:nvContentPartPr>
            <p14:xfrm>
              <a:off x="6785781" y="2877875"/>
              <a:ext cx="2093400" cy="9640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1C09F09-D788-0F58-B900-3E16B31855D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770304" y="2862389"/>
                <a:ext cx="2123995" cy="9946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9F394AD-C28A-D06C-D8FA-C809F7DCE90F}"/>
                  </a:ext>
                </a:extLst>
              </p14:cNvPr>
              <p14:cNvContentPartPr/>
              <p14:nvPr/>
            </p14:nvContentPartPr>
            <p14:xfrm>
              <a:off x="9161061" y="2967515"/>
              <a:ext cx="761040" cy="4737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9F394AD-C28A-D06C-D8FA-C809F7DCE90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145574" y="2952023"/>
                <a:ext cx="791654" cy="5043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9EB9BAF5-F374-FD65-C148-F4CFC5604B78}"/>
                  </a:ext>
                </a:extLst>
              </p14:cNvPr>
              <p14:cNvContentPartPr/>
              <p14:nvPr/>
            </p14:nvContentPartPr>
            <p14:xfrm>
              <a:off x="10242861" y="3410315"/>
              <a:ext cx="212040" cy="162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9EB9BAF5-F374-FD65-C148-F4CFC5604B7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227381" y="3394835"/>
                <a:ext cx="2426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AD260FB-AF4B-DC19-EF01-DE466309F3D0}"/>
                  </a:ext>
                </a:extLst>
              </p14:cNvPr>
              <p14:cNvContentPartPr/>
              <p14:nvPr/>
            </p14:nvContentPartPr>
            <p14:xfrm>
              <a:off x="10239261" y="3308075"/>
              <a:ext cx="262440" cy="1620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AD260FB-AF4B-DC19-EF01-DE466309F3D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223781" y="3292595"/>
                <a:ext cx="2930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06237518-613F-529B-5D81-B92800F4C0A0}"/>
                  </a:ext>
                </a:extLst>
              </p14:cNvPr>
              <p14:cNvContentPartPr/>
              <p14:nvPr/>
            </p14:nvContentPartPr>
            <p14:xfrm>
              <a:off x="3618501" y="4350995"/>
              <a:ext cx="1787760" cy="75276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06237518-613F-529B-5D81-B92800F4C0A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603021" y="4335522"/>
                <a:ext cx="1818360" cy="7833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E89D1A3C-6FF5-D2AC-D7FE-449699F644B7}"/>
                  </a:ext>
                </a:extLst>
              </p14:cNvPr>
              <p14:cNvContentPartPr/>
              <p14:nvPr/>
            </p14:nvContentPartPr>
            <p14:xfrm>
              <a:off x="5664741" y="4523435"/>
              <a:ext cx="572760" cy="5097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E89D1A3C-6FF5-D2AC-D7FE-449699F644B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649261" y="4507966"/>
                <a:ext cx="603360" cy="540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C399649F-80EA-5D22-B48F-18173D16556A}"/>
                  </a:ext>
                </a:extLst>
              </p14:cNvPr>
              <p14:cNvContentPartPr/>
              <p14:nvPr/>
            </p14:nvContentPartPr>
            <p14:xfrm>
              <a:off x="6456021" y="4170635"/>
              <a:ext cx="2682000" cy="95688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C399649F-80EA-5D22-B48F-18173D16556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440539" y="4155155"/>
                <a:ext cx="2712604" cy="9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988DD64-0FEE-5A37-ED34-FDBD6B688D20}"/>
                  </a:ext>
                </a:extLst>
              </p14:cNvPr>
              <p14:cNvContentPartPr/>
              <p14:nvPr/>
            </p14:nvContentPartPr>
            <p14:xfrm>
              <a:off x="3846021" y="5213195"/>
              <a:ext cx="4151880" cy="1807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988DD64-0FEE-5A37-ED34-FDBD6B688D2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835221" y="5202395"/>
                <a:ext cx="4173120" cy="20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9051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D546082-3AF8-6A3E-ECEC-825EFF937E32}"/>
                  </a:ext>
                </a:extLst>
              </p14:cNvPr>
              <p14:cNvContentPartPr/>
              <p14:nvPr/>
            </p14:nvContentPartPr>
            <p14:xfrm>
              <a:off x="3030621" y="214955"/>
              <a:ext cx="635400" cy="577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D546082-3AF8-6A3E-ECEC-825EFF937E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5141" y="199465"/>
                <a:ext cx="666000" cy="6080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A04977C-9CEC-022F-FDDD-0705F88500E3}"/>
                  </a:ext>
                </a:extLst>
              </p14:cNvPr>
              <p14:cNvContentPartPr/>
              <p14:nvPr/>
            </p14:nvContentPartPr>
            <p14:xfrm>
              <a:off x="4739541" y="143675"/>
              <a:ext cx="313920" cy="405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A04977C-9CEC-022F-FDDD-0705F88500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24061" y="128195"/>
                <a:ext cx="34452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E52291B-C688-3CE7-E474-5293A9335E94}"/>
                  </a:ext>
                </a:extLst>
              </p14:cNvPr>
              <p14:cNvContentPartPr/>
              <p14:nvPr/>
            </p14:nvContentPartPr>
            <p14:xfrm>
              <a:off x="3932061" y="156635"/>
              <a:ext cx="557280" cy="4838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E52291B-C688-3CE7-E474-5293A9335E9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16571" y="141155"/>
                <a:ext cx="587900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1789433-7652-370D-8E15-7D0EBECDC9A8}"/>
                  </a:ext>
                </a:extLst>
              </p14:cNvPr>
              <p14:cNvContentPartPr/>
              <p14:nvPr/>
            </p14:nvContentPartPr>
            <p14:xfrm>
              <a:off x="7209141" y="86075"/>
              <a:ext cx="682560" cy="7923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1789433-7652-370D-8E15-7D0EBECDC9A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93661" y="70588"/>
                <a:ext cx="713160" cy="8229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4FCA66C4-E438-72A4-1671-851F7F689C18}"/>
                  </a:ext>
                </a:extLst>
              </p14:cNvPr>
              <p14:cNvContentPartPr/>
              <p14:nvPr/>
            </p14:nvContentPartPr>
            <p14:xfrm>
              <a:off x="6432981" y="86075"/>
              <a:ext cx="392400" cy="4899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4FCA66C4-E438-72A4-1671-851F7F689C1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17501" y="70595"/>
                <a:ext cx="423000" cy="52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DE8CC72-D025-1EEA-E779-9B4F7B34FCD5}"/>
                  </a:ext>
                </a:extLst>
              </p14:cNvPr>
              <p14:cNvContentPartPr/>
              <p14:nvPr/>
            </p14:nvContentPartPr>
            <p14:xfrm>
              <a:off x="5500941" y="118475"/>
              <a:ext cx="595080" cy="9324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DE8CC72-D025-1EEA-E779-9B4F7B34FCD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485470" y="102995"/>
                <a:ext cx="625661" cy="9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4944F95-88B7-719C-E59C-565731ED2D9B}"/>
                  </a:ext>
                </a:extLst>
              </p14:cNvPr>
              <p14:cNvContentPartPr/>
              <p14:nvPr/>
            </p14:nvContentPartPr>
            <p14:xfrm>
              <a:off x="2677821" y="1285595"/>
              <a:ext cx="517680" cy="3924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4944F95-88B7-719C-E59C-565731ED2D9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62352" y="1270101"/>
                <a:ext cx="548259" cy="4230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9E5AFC6-E7D1-5AD9-5E3C-0586B7D1A651}"/>
                  </a:ext>
                </a:extLst>
              </p14:cNvPr>
              <p14:cNvContentPartPr/>
              <p14:nvPr/>
            </p14:nvContentPartPr>
            <p14:xfrm>
              <a:off x="1219821" y="1309355"/>
              <a:ext cx="1035000" cy="8938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9E5AFC6-E7D1-5AD9-5E3C-0586B7D1A65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04346" y="1293881"/>
                <a:ext cx="1065589" cy="9244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BF2BB252-67E3-F6CC-4459-C51B752641B5}"/>
                  </a:ext>
                </a:extLst>
              </p14:cNvPr>
              <p14:cNvContentPartPr/>
              <p14:nvPr/>
            </p14:nvContentPartPr>
            <p14:xfrm>
              <a:off x="2724981" y="1137635"/>
              <a:ext cx="2061000" cy="11952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BF2BB252-67E3-F6CC-4459-C51B752641B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09504" y="1122160"/>
                <a:ext cx="2091595" cy="12257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B5D3B01B-1C76-32B7-928F-ED515780BA0C}"/>
                  </a:ext>
                </a:extLst>
              </p14:cNvPr>
              <p14:cNvContentPartPr/>
              <p14:nvPr/>
            </p14:nvContentPartPr>
            <p14:xfrm>
              <a:off x="4982541" y="1208915"/>
              <a:ext cx="1007280" cy="4611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B5D3B01B-1C76-32B7-928F-ED515780BA0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967061" y="1193435"/>
                <a:ext cx="103788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ADF28E5-BE9A-108D-A77C-3ADB52D6CAE3}"/>
                  </a:ext>
                </a:extLst>
              </p14:cNvPr>
              <p14:cNvContentPartPr/>
              <p14:nvPr/>
            </p14:nvContentPartPr>
            <p14:xfrm>
              <a:off x="5029701" y="1732355"/>
              <a:ext cx="259200" cy="30600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ADF28E5-BE9A-108D-A77C-3ADB52D6CAE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014221" y="1716875"/>
                <a:ext cx="28980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C02233D-1330-D5EF-CB56-B595A846870B}"/>
                  </a:ext>
                </a:extLst>
              </p14:cNvPr>
              <p14:cNvContentPartPr/>
              <p14:nvPr/>
            </p14:nvContentPartPr>
            <p14:xfrm>
              <a:off x="5443907" y="1704520"/>
              <a:ext cx="258840" cy="3790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AC02233D-1330-D5EF-CB56-B595A846870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428427" y="1689040"/>
                <a:ext cx="28944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A7DE6FE-3A49-F339-075B-AFEA1EDA7959}"/>
                  </a:ext>
                </a:extLst>
              </p14:cNvPr>
              <p14:cNvContentPartPr/>
              <p14:nvPr/>
            </p14:nvContentPartPr>
            <p14:xfrm>
              <a:off x="5752067" y="1237960"/>
              <a:ext cx="1808640" cy="92916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A7DE6FE-3A49-F339-075B-AFEA1EDA795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736587" y="1222480"/>
                <a:ext cx="1839240" cy="9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CFB0057F-D215-0493-4BF5-9392DEC0D094}"/>
                  </a:ext>
                </a:extLst>
              </p14:cNvPr>
              <p14:cNvContentPartPr/>
              <p14:nvPr/>
            </p14:nvContentPartPr>
            <p14:xfrm>
              <a:off x="7702187" y="1100080"/>
              <a:ext cx="1017000" cy="62496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CFB0057F-D215-0493-4BF5-9392DEC0D09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686707" y="1084609"/>
                <a:ext cx="1047600" cy="6555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75849ED7-4129-69FD-1919-DBC268CAC878}"/>
                  </a:ext>
                </a:extLst>
              </p14:cNvPr>
              <p14:cNvContentPartPr/>
              <p14:nvPr/>
            </p14:nvContentPartPr>
            <p14:xfrm>
              <a:off x="7702187" y="1775080"/>
              <a:ext cx="675000" cy="43380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75849ED7-4129-69FD-1919-DBC268CAC87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686715" y="1759600"/>
                <a:ext cx="705584" cy="4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88FBE3D-B290-E62A-B897-BFEFC988482B}"/>
                  </a:ext>
                </a:extLst>
              </p14:cNvPr>
              <p14:cNvContentPartPr/>
              <p14:nvPr/>
            </p14:nvContentPartPr>
            <p14:xfrm>
              <a:off x="2610707" y="2324800"/>
              <a:ext cx="982800" cy="3384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88FBE3D-B290-E62A-B897-BFEFC988482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599907" y="2313884"/>
                <a:ext cx="1004040" cy="553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1B7A6E68-E125-1625-14BE-E304F3969C4C}"/>
                  </a:ext>
                </a:extLst>
              </p14:cNvPr>
              <p14:cNvContentPartPr/>
              <p14:nvPr/>
            </p14:nvContentPartPr>
            <p14:xfrm>
              <a:off x="3927227" y="2258200"/>
              <a:ext cx="1071720" cy="504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1B7A6E68-E125-1625-14BE-E304F3969C4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916423" y="2247322"/>
                <a:ext cx="1092967" cy="717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691DDF5D-D25F-BBD3-2B9F-D0AF051EF081}"/>
                  </a:ext>
                </a:extLst>
              </p14:cNvPr>
              <p14:cNvContentPartPr/>
              <p14:nvPr/>
            </p14:nvContentPartPr>
            <p14:xfrm>
              <a:off x="4152227" y="2449720"/>
              <a:ext cx="792360" cy="3088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691DDF5D-D25F-BBD3-2B9F-D0AF051EF08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141422" y="2438907"/>
                <a:ext cx="813610" cy="3301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A2AB11DD-E8C5-5310-FA7E-3B96060A0CCA}"/>
                  </a:ext>
                </a:extLst>
              </p14:cNvPr>
              <p14:cNvContentPartPr/>
              <p14:nvPr/>
            </p14:nvContentPartPr>
            <p14:xfrm>
              <a:off x="2802227" y="2524960"/>
              <a:ext cx="783720" cy="26712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A2AB11DD-E8C5-5310-FA7E-3B96060A0CC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791427" y="2514160"/>
                <a:ext cx="80496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C62509A-072F-531A-79EC-7A0B695A4562}"/>
                  </a:ext>
                </a:extLst>
              </p14:cNvPr>
              <p14:cNvContentPartPr/>
              <p14:nvPr/>
            </p14:nvContentPartPr>
            <p14:xfrm>
              <a:off x="1119227" y="3417400"/>
              <a:ext cx="317160" cy="3484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C62509A-072F-531A-79EC-7A0B695A456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03747" y="3401920"/>
                <a:ext cx="347760" cy="37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7D693FF9-6852-2C14-D70C-61ECC588B281}"/>
                  </a:ext>
                </a:extLst>
              </p14:cNvPr>
              <p14:cNvContentPartPr/>
              <p14:nvPr/>
            </p14:nvContentPartPr>
            <p14:xfrm>
              <a:off x="5285507" y="2283400"/>
              <a:ext cx="849240" cy="1692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7D693FF9-6852-2C14-D70C-61ECC588B28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270027" y="2267920"/>
                <a:ext cx="8798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A82ABAA-5814-590A-CEE1-DDE063EA8885}"/>
                  </a:ext>
                </a:extLst>
              </p14:cNvPr>
              <p14:cNvContentPartPr/>
              <p14:nvPr/>
            </p14:nvContentPartPr>
            <p14:xfrm>
              <a:off x="5810387" y="2449720"/>
              <a:ext cx="16920" cy="18360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A82ABAA-5814-590A-CEE1-DDE063EA888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794907" y="2434240"/>
                <a:ext cx="475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03F883F2-8516-D7B1-CADD-EDC0CAACDB1B}"/>
                  </a:ext>
                </a:extLst>
              </p14:cNvPr>
              <p14:cNvContentPartPr/>
              <p14:nvPr/>
            </p14:nvContentPartPr>
            <p14:xfrm>
              <a:off x="6662507" y="2333080"/>
              <a:ext cx="723600" cy="338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03F883F2-8516-D7B1-CADD-EDC0CAACDB1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647027" y="2317600"/>
                <a:ext cx="75420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CB86FEBC-4681-89A5-32F4-857FD99F7C25}"/>
                  </a:ext>
                </a:extLst>
              </p14:cNvPr>
              <p14:cNvContentPartPr/>
              <p14:nvPr/>
            </p14:nvContentPartPr>
            <p14:xfrm>
              <a:off x="6902267" y="2499760"/>
              <a:ext cx="241920" cy="18360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CB86FEBC-4681-89A5-32F4-857FD99F7C25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886787" y="2484280"/>
                <a:ext cx="2725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B4471783-764C-6B8F-9187-6659F6D32121}"/>
                  </a:ext>
                </a:extLst>
              </p14:cNvPr>
              <p14:cNvContentPartPr/>
              <p14:nvPr/>
            </p14:nvContentPartPr>
            <p14:xfrm>
              <a:off x="7702907" y="2324800"/>
              <a:ext cx="974520" cy="35892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B4471783-764C-6B8F-9187-6659F6D3212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687421" y="2309304"/>
                <a:ext cx="1005131" cy="3895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0D53E561-FEDD-9C39-73FF-A4486980C15C}"/>
                  </a:ext>
                </a:extLst>
              </p14:cNvPr>
              <p14:cNvContentPartPr/>
              <p14:nvPr/>
            </p14:nvContentPartPr>
            <p14:xfrm>
              <a:off x="995027" y="3436840"/>
              <a:ext cx="1257840" cy="51336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0D53E561-FEDD-9C39-73FF-A4486980C15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9547" y="3421349"/>
                <a:ext cx="1288440" cy="5439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F28DF9AE-7698-2511-5E91-CF235D78C789}"/>
                  </a:ext>
                </a:extLst>
              </p14:cNvPr>
              <p14:cNvContentPartPr/>
              <p14:nvPr/>
            </p14:nvContentPartPr>
            <p14:xfrm>
              <a:off x="1244147" y="3424960"/>
              <a:ext cx="2516040" cy="98352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F28DF9AE-7698-2511-5E91-CF235D78C78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228667" y="3409486"/>
                <a:ext cx="2546640" cy="10141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04190E2D-72B6-4708-30E4-7E2DB72452C3}"/>
                  </a:ext>
                </a:extLst>
              </p14:cNvPr>
              <p14:cNvContentPartPr/>
              <p14:nvPr/>
            </p14:nvContentPartPr>
            <p14:xfrm>
              <a:off x="3293987" y="4008160"/>
              <a:ext cx="600120" cy="32328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04190E2D-72B6-4708-30E4-7E2DB72452C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278516" y="3992680"/>
                <a:ext cx="630702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E2446B7A-648A-7FA2-98EA-5CE616F1AAB9}"/>
                  </a:ext>
                </a:extLst>
              </p14:cNvPr>
              <p14:cNvContentPartPr/>
              <p14:nvPr/>
            </p14:nvContentPartPr>
            <p14:xfrm>
              <a:off x="4010541" y="3253355"/>
              <a:ext cx="1850400" cy="76068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E2446B7A-648A-7FA2-98EA-5CE616F1AAB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995064" y="3237875"/>
                <a:ext cx="1880994" cy="79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6DE9C78B-BC1B-BBC0-E2FF-031EF78E37F9}"/>
                  </a:ext>
                </a:extLst>
              </p14:cNvPr>
              <p14:cNvContentPartPr/>
              <p14:nvPr/>
            </p14:nvContentPartPr>
            <p14:xfrm>
              <a:off x="6127341" y="3323915"/>
              <a:ext cx="446760" cy="50904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6DE9C78B-BC1B-BBC0-E2FF-031EF78E37F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111873" y="3308435"/>
                <a:ext cx="477335" cy="53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82B07E44-ED0B-9A0E-6A12-2CC1C48BA24F}"/>
                  </a:ext>
                </a:extLst>
              </p14:cNvPr>
              <p14:cNvContentPartPr/>
              <p14:nvPr/>
            </p14:nvContentPartPr>
            <p14:xfrm>
              <a:off x="373101" y="5197715"/>
              <a:ext cx="470880" cy="30420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82B07E44-ED0B-9A0E-6A12-2CC1C48BA24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7621" y="5182253"/>
                <a:ext cx="501480" cy="3347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42B7E077-728D-C199-D552-F00C9979CCA7}"/>
                  </a:ext>
                </a:extLst>
              </p14:cNvPr>
              <p14:cNvContentPartPr/>
              <p14:nvPr/>
            </p14:nvContentPartPr>
            <p14:xfrm>
              <a:off x="396501" y="3692555"/>
              <a:ext cx="361080" cy="30600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42B7E077-728D-C199-D552-F00C9979CCA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81021" y="3677075"/>
                <a:ext cx="39168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C608ADEE-EEEB-303F-7178-923005625B85}"/>
                  </a:ext>
                </a:extLst>
              </p14:cNvPr>
              <p14:cNvContentPartPr/>
              <p14:nvPr/>
            </p14:nvContentPartPr>
            <p14:xfrm>
              <a:off x="1282461" y="4852475"/>
              <a:ext cx="1552320" cy="99612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C608ADEE-EEEB-303F-7178-923005625B8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266985" y="4836995"/>
                <a:ext cx="1582913" cy="10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E1DAE972-6D46-A69F-E907-372B293474BB}"/>
                  </a:ext>
                </a:extLst>
              </p14:cNvPr>
              <p14:cNvContentPartPr/>
              <p14:nvPr/>
            </p14:nvContentPartPr>
            <p14:xfrm>
              <a:off x="3085341" y="5440715"/>
              <a:ext cx="729720" cy="298440"/>
            </p14:xfrm>
          </p:contentPart>
        </mc:Choice>
        <mc:Fallback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E1DAE972-6D46-A69F-E907-372B293474B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069853" y="5425235"/>
                <a:ext cx="760335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9189556D-446D-E9C6-26AE-08CD1DFAD539}"/>
                  </a:ext>
                </a:extLst>
              </p14:cNvPr>
              <p14:cNvContentPartPr/>
              <p14:nvPr/>
            </p14:nvContentPartPr>
            <p14:xfrm>
              <a:off x="3077781" y="4884155"/>
              <a:ext cx="705960" cy="392040"/>
            </p14:xfrm>
          </p:contentPart>
        </mc:Choice>
        <mc:Fallback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9189556D-446D-E9C6-26AE-08CD1DFAD53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062301" y="4868689"/>
                <a:ext cx="736560" cy="4226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ADDE9B96-F626-7A7E-A068-85527CA330A8}"/>
                  </a:ext>
                </a:extLst>
              </p14:cNvPr>
              <p14:cNvContentPartPr/>
              <p14:nvPr/>
            </p14:nvContentPartPr>
            <p14:xfrm>
              <a:off x="3853581" y="4648715"/>
              <a:ext cx="1815120" cy="79200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ADDE9B96-F626-7A7E-A068-85527CA330A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838101" y="4633235"/>
                <a:ext cx="1845720" cy="82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7AFEEBF0-441B-EAAC-62F4-1F9A5C9825C5}"/>
                  </a:ext>
                </a:extLst>
              </p14:cNvPr>
              <p14:cNvContentPartPr/>
              <p14:nvPr/>
            </p14:nvContentPartPr>
            <p14:xfrm>
              <a:off x="4465221" y="4789835"/>
              <a:ext cx="455040" cy="563760"/>
            </p14:xfrm>
          </p:contentPart>
        </mc:Choice>
        <mc:Fallback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7AFEEBF0-441B-EAAC-62F4-1F9A5C9825C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449741" y="4774355"/>
                <a:ext cx="485640" cy="59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E3C5A00A-2690-A4DE-2FCC-CDCE7B42BB5E}"/>
                  </a:ext>
                </a:extLst>
              </p14:cNvPr>
              <p14:cNvContentPartPr/>
              <p14:nvPr/>
            </p14:nvContentPartPr>
            <p14:xfrm>
              <a:off x="6142821" y="4531355"/>
              <a:ext cx="916920" cy="793080"/>
            </p14:xfrm>
          </p:contentPart>
        </mc:Choice>
        <mc:Fallback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E3C5A00A-2690-A4DE-2FCC-CDCE7B42BB5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127335" y="4515875"/>
                <a:ext cx="947532" cy="82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5298EFA2-92D9-B6E6-5A91-8A6B4247DAD8}"/>
                  </a:ext>
                </a:extLst>
              </p14:cNvPr>
              <p14:cNvContentPartPr/>
              <p14:nvPr/>
            </p14:nvContentPartPr>
            <p14:xfrm>
              <a:off x="7248381" y="4538915"/>
              <a:ext cx="494280" cy="56484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5298EFA2-92D9-B6E6-5A91-8A6B4247DAD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232901" y="4523435"/>
                <a:ext cx="52488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5469A4AB-4B4E-D6CC-9179-AA7ED4AF5EA3}"/>
                  </a:ext>
                </a:extLst>
              </p14:cNvPr>
              <p14:cNvContentPartPr/>
              <p14:nvPr/>
            </p14:nvContentPartPr>
            <p14:xfrm>
              <a:off x="7922301" y="4256675"/>
              <a:ext cx="1166760" cy="109008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5469A4AB-4B4E-D6CC-9179-AA7ED4AF5EA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906821" y="4241195"/>
                <a:ext cx="1197360" cy="11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AFE63BB7-97E0-CFCB-F8F8-983036D445FE}"/>
                  </a:ext>
                </a:extLst>
              </p14:cNvPr>
              <p14:cNvContentPartPr/>
              <p14:nvPr/>
            </p14:nvContentPartPr>
            <p14:xfrm>
              <a:off x="467061" y="6318755"/>
              <a:ext cx="517680" cy="25920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AFE63BB7-97E0-CFCB-F8F8-983036D445F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51592" y="6303275"/>
                <a:ext cx="548259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302" name="Ink 301">
                <a:extLst>
                  <a:ext uri="{FF2B5EF4-FFF2-40B4-BE49-F238E27FC236}">
                    <a16:creationId xmlns:a16="http://schemas.microsoft.com/office/drawing/2014/main" id="{3739E3B4-B7BD-A11E-3218-A72D8CAA41EF}"/>
                  </a:ext>
                </a:extLst>
              </p14:cNvPr>
              <p14:cNvContentPartPr/>
              <p14:nvPr/>
            </p14:nvContentPartPr>
            <p14:xfrm>
              <a:off x="1462821" y="6122555"/>
              <a:ext cx="862560" cy="736560"/>
            </p14:xfrm>
          </p:contentPart>
        </mc:Choice>
        <mc:Fallback>
          <p:pic>
            <p:nvPicPr>
              <p:cNvPr id="302" name="Ink 301">
                <a:extLst>
                  <a:ext uri="{FF2B5EF4-FFF2-40B4-BE49-F238E27FC236}">
                    <a16:creationId xmlns:a16="http://schemas.microsoft.com/office/drawing/2014/main" id="{3739E3B4-B7BD-A11E-3218-A72D8CAA41E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447341" y="6107067"/>
                <a:ext cx="893160" cy="7671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A36B595F-12A0-DB44-FBB5-B1D21085ED22}"/>
                  </a:ext>
                </a:extLst>
              </p14:cNvPr>
              <p14:cNvContentPartPr/>
              <p14:nvPr/>
            </p14:nvContentPartPr>
            <p14:xfrm>
              <a:off x="2372181" y="6091955"/>
              <a:ext cx="1340640" cy="77328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A36B595F-12A0-DB44-FBB5-B1D21085ED22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356705" y="6076468"/>
                <a:ext cx="1371232" cy="8038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328" name="Ink 327">
                <a:extLst>
                  <a:ext uri="{FF2B5EF4-FFF2-40B4-BE49-F238E27FC236}">
                    <a16:creationId xmlns:a16="http://schemas.microsoft.com/office/drawing/2014/main" id="{AD2FECB2-29DA-4F84-C6A2-D7A3AAF67D99}"/>
                  </a:ext>
                </a:extLst>
              </p14:cNvPr>
              <p14:cNvContentPartPr/>
              <p14:nvPr/>
            </p14:nvContentPartPr>
            <p14:xfrm>
              <a:off x="6346581" y="6091955"/>
              <a:ext cx="219960" cy="55440"/>
            </p14:xfrm>
          </p:contentPart>
        </mc:Choice>
        <mc:Fallback>
          <p:pic>
            <p:nvPicPr>
              <p:cNvPr id="328" name="Ink 327">
                <a:extLst>
                  <a:ext uri="{FF2B5EF4-FFF2-40B4-BE49-F238E27FC236}">
                    <a16:creationId xmlns:a16="http://schemas.microsoft.com/office/drawing/2014/main" id="{AD2FECB2-29DA-4F84-C6A2-D7A3AAF67D9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331101" y="6076374"/>
                <a:ext cx="250560" cy="8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329" name="Ink 328">
                <a:extLst>
                  <a:ext uri="{FF2B5EF4-FFF2-40B4-BE49-F238E27FC236}">
                    <a16:creationId xmlns:a16="http://schemas.microsoft.com/office/drawing/2014/main" id="{249553BB-C1C0-25CC-C76B-481F1702D45A}"/>
                  </a:ext>
                </a:extLst>
              </p14:cNvPr>
              <p14:cNvContentPartPr/>
              <p14:nvPr/>
            </p14:nvContentPartPr>
            <p14:xfrm>
              <a:off x="3931701" y="5754995"/>
              <a:ext cx="2219400" cy="839160"/>
            </p14:xfrm>
          </p:contentPart>
        </mc:Choice>
        <mc:Fallback>
          <p:pic>
            <p:nvPicPr>
              <p:cNvPr id="329" name="Ink 328">
                <a:extLst>
                  <a:ext uri="{FF2B5EF4-FFF2-40B4-BE49-F238E27FC236}">
                    <a16:creationId xmlns:a16="http://schemas.microsoft.com/office/drawing/2014/main" id="{249553BB-C1C0-25CC-C76B-481F1702D45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916218" y="5739515"/>
                <a:ext cx="2250005" cy="86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59E40916-3C05-3FBE-B125-E84E337C8EC8}"/>
                  </a:ext>
                </a:extLst>
              </p14:cNvPr>
              <p14:cNvContentPartPr/>
              <p14:nvPr/>
            </p14:nvContentPartPr>
            <p14:xfrm>
              <a:off x="6981621" y="5888195"/>
              <a:ext cx="329400" cy="39240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59E40916-3C05-3FBE-B125-E84E337C8EC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966141" y="5872701"/>
                <a:ext cx="360000" cy="4230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2097D6FB-7108-35C1-E34B-F6F65423A5ED}"/>
                  </a:ext>
                </a:extLst>
              </p14:cNvPr>
              <p14:cNvContentPartPr/>
              <p14:nvPr/>
            </p14:nvContentPartPr>
            <p14:xfrm>
              <a:off x="9176901" y="4931675"/>
              <a:ext cx="188640" cy="8280"/>
            </p14:xfrm>
          </p:contentPart>
        </mc:Choice>
        <mc:Fallback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2097D6FB-7108-35C1-E34B-F6F65423A5E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161421" y="4916195"/>
                <a:ext cx="2192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DD7D35DE-7AF7-6B4A-B6ED-6D494CFF859D}"/>
                  </a:ext>
                </a:extLst>
              </p14:cNvPr>
              <p14:cNvContentPartPr/>
              <p14:nvPr/>
            </p14:nvContentPartPr>
            <p14:xfrm>
              <a:off x="9208221" y="4806395"/>
              <a:ext cx="164880" cy="1620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DD7D35DE-7AF7-6B4A-B6ED-6D494CFF859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192741" y="4790915"/>
                <a:ext cx="19548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344" name="Ink 343">
                <a:extLst>
                  <a:ext uri="{FF2B5EF4-FFF2-40B4-BE49-F238E27FC236}">
                    <a16:creationId xmlns:a16="http://schemas.microsoft.com/office/drawing/2014/main" id="{52D590EE-B571-7A61-00D8-EFE18B53DC6A}"/>
                  </a:ext>
                </a:extLst>
              </p14:cNvPr>
              <p14:cNvContentPartPr/>
              <p14:nvPr/>
            </p14:nvContentPartPr>
            <p14:xfrm>
              <a:off x="9623661" y="4233995"/>
              <a:ext cx="1309680" cy="549000"/>
            </p14:xfrm>
          </p:contentPart>
        </mc:Choice>
        <mc:Fallback>
          <p:pic>
            <p:nvPicPr>
              <p:cNvPr id="344" name="Ink 343">
                <a:extLst>
                  <a:ext uri="{FF2B5EF4-FFF2-40B4-BE49-F238E27FC236}">
                    <a16:creationId xmlns:a16="http://schemas.microsoft.com/office/drawing/2014/main" id="{52D590EE-B571-7A61-00D8-EFE18B53DC6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608181" y="4218515"/>
                <a:ext cx="1340280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351" name="Ink 350">
                <a:extLst>
                  <a:ext uri="{FF2B5EF4-FFF2-40B4-BE49-F238E27FC236}">
                    <a16:creationId xmlns:a16="http://schemas.microsoft.com/office/drawing/2014/main" id="{9FBAA8C6-FB01-4B32-C20A-B0483CED04BF}"/>
                  </a:ext>
                </a:extLst>
              </p14:cNvPr>
              <p14:cNvContentPartPr/>
              <p14:nvPr/>
            </p14:nvContentPartPr>
            <p14:xfrm>
              <a:off x="10987701" y="4155875"/>
              <a:ext cx="694800" cy="690120"/>
            </p14:xfrm>
          </p:contentPart>
        </mc:Choice>
        <mc:Fallback>
          <p:pic>
            <p:nvPicPr>
              <p:cNvPr id="351" name="Ink 350">
                <a:extLst>
                  <a:ext uri="{FF2B5EF4-FFF2-40B4-BE49-F238E27FC236}">
                    <a16:creationId xmlns:a16="http://schemas.microsoft.com/office/drawing/2014/main" id="{9FBAA8C6-FB01-4B32-C20A-B0483CED04B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972221" y="4140395"/>
                <a:ext cx="725400" cy="72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29A6C6B-89CB-E80B-DB31-952F476E0206}"/>
                  </a:ext>
                </a:extLst>
              </p14:cNvPr>
              <p14:cNvContentPartPr/>
              <p14:nvPr/>
            </p14:nvContentPartPr>
            <p14:xfrm>
              <a:off x="6973701" y="2877875"/>
              <a:ext cx="760680" cy="5176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29A6C6B-89CB-E80B-DB31-952F476E020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958221" y="2862406"/>
                <a:ext cx="791280" cy="5482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C732AB9-CFA1-DEA5-A1D6-B1B30B519949}"/>
                  </a:ext>
                </a:extLst>
              </p14:cNvPr>
              <p14:cNvContentPartPr/>
              <p14:nvPr/>
            </p14:nvContentPartPr>
            <p14:xfrm>
              <a:off x="7703061" y="2823155"/>
              <a:ext cx="885960" cy="5252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C732AB9-CFA1-DEA5-A1D6-B1B30B51994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687587" y="2807686"/>
                <a:ext cx="916548" cy="5558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3DF04942-7359-3A42-0C71-17B98C7A4295}"/>
                  </a:ext>
                </a:extLst>
              </p14:cNvPr>
              <p14:cNvContentPartPr/>
              <p14:nvPr/>
            </p14:nvContentPartPr>
            <p14:xfrm>
              <a:off x="8675061" y="2713355"/>
              <a:ext cx="948960" cy="5490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3DF04942-7359-3A42-0C71-17B98C7A429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8659581" y="2697885"/>
                <a:ext cx="979560" cy="579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FB915866-4A5C-818D-7FD9-67DE09A5E334}"/>
                  </a:ext>
                </a:extLst>
              </p14:cNvPr>
              <p14:cNvContentPartPr/>
              <p14:nvPr/>
            </p14:nvContentPartPr>
            <p14:xfrm>
              <a:off x="9607821" y="2611475"/>
              <a:ext cx="1063800" cy="61848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FB915866-4A5C-818D-7FD9-67DE09A5E33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592341" y="2596004"/>
                <a:ext cx="1094400" cy="649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8F108C1-5E89-09E4-6C6F-52B4C43B9DA7}"/>
                  </a:ext>
                </a:extLst>
              </p14:cNvPr>
              <p14:cNvContentPartPr/>
              <p14:nvPr/>
            </p14:nvContentPartPr>
            <p14:xfrm>
              <a:off x="10689621" y="2658275"/>
              <a:ext cx="321840" cy="6199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8F108C1-5E89-09E4-6C6F-52B4C43B9DA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674141" y="2642786"/>
                <a:ext cx="352440" cy="6505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A0CA486-D405-ABF6-1E98-7B7042C100F2}"/>
                  </a:ext>
                </a:extLst>
              </p14:cNvPr>
              <p14:cNvContentPartPr/>
              <p14:nvPr/>
            </p14:nvContentPartPr>
            <p14:xfrm>
              <a:off x="11019741" y="2634875"/>
              <a:ext cx="297720" cy="6120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A0CA486-D405-ABF6-1E98-7B7042C100F2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1004242" y="2619395"/>
                <a:ext cx="328357" cy="64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5366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DBD5BC5-2461-2BE6-8B9C-699B53AA8A78}"/>
                  </a:ext>
                </a:extLst>
              </p14:cNvPr>
              <p14:cNvContentPartPr/>
              <p14:nvPr/>
            </p14:nvContentPartPr>
            <p14:xfrm>
              <a:off x="3736941" y="705635"/>
              <a:ext cx="971640" cy="8233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DBD5BC5-2461-2BE6-8B9C-699B53AA8A7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21461" y="690162"/>
                <a:ext cx="1002240" cy="8539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7D3DE75-C80B-024B-544B-290E88305CB4}"/>
                  </a:ext>
                </a:extLst>
              </p14:cNvPr>
              <p14:cNvContentPartPr/>
              <p14:nvPr/>
            </p14:nvContentPartPr>
            <p14:xfrm>
              <a:off x="1831101" y="749195"/>
              <a:ext cx="1419480" cy="4194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7D3DE75-C80B-024B-544B-290E88305C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5617" y="733715"/>
                <a:ext cx="1450088" cy="45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8568A83-26BC-BDA6-28B0-2C21EC5EE430}"/>
                  </a:ext>
                </a:extLst>
              </p14:cNvPr>
              <p14:cNvContentPartPr/>
              <p14:nvPr/>
            </p14:nvContentPartPr>
            <p14:xfrm>
              <a:off x="1149261" y="619235"/>
              <a:ext cx="431280" cy="5727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8568A83-26BC-BDA6-28B0-2C21EC5EE4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33794" y="603745"/>
                <a:ext cx="461854" cy="6033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7E32094-BF0B-BDB5-56C0-26CAB137F3C8}"/>
                  </a:ext>
                </a:extLst>
              </p14:cNvPr>
              <p14:cNvContentPartPr/>
              <p14:nvPr/>
            </p14:nvContentPartPr>
            <p14:xfrm>
              <a:off x="7397061" y="611315"/>
              <a:ext cx="1294920" cy="8388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7E32094-BF0B-BDB5-56C0-26CAB137F3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81577" y="595828"/>
                <a:ext cx="1325529" cy="869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0365E82-1C62-1FA9-1767-A68AC2650AD0}"/>
                  </a:ext>
                </a:extLst>
              </p14:cNvPr>
              <p14:cNvContentPartPr/>
              <p14:nvPr/>
            </p14:nvContentPartPr>
            <p14:xfrm>
              <a:off x="4913061" y="675755"/>
              <a:ext cx="2217240" cy="10573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0365E82-1C62-1FA9-1767-A68AC2650AD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97581" y="660270"/>
                <a:ext cx="2247840" cy="10879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F580973-B3D7-ED39-0C2B-421041E77576}"/>
                  </a:ext>
                </a:extLst>
              </p14:cNvPr>
              <p14:cNvContentPartPr/>
              <p14:nvPr/>
            </p14:nvContentPartPr>
            <p14:xfrm>
              <a:off x="7812501" y="540755"/>
              <a:ext cx="3503160" cy="100404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F580973-B3D7-ED39-0C2B-421041E7757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97019" y="525269"/>
                <a:ext cx="3533763" cy="10346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C04E5D6C-A95C-EBEA-66BA-7CF1104C5BA8}"/>
                  </a:ext>
                </a:extLst>
              </p14:cNvPr>
              <p14:cNvContentPartPr/>
              <p14:nvPr/>
            </p14:nvContentPartPr>
            <p14:xfrm>
              <a:off x="886101" y="2391155"/>
              <a:ext cx="623880" cy="8859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C04E5D6C-A95C-EBEA-66BA-7CF1104C5BA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0630" y="2375681"/>
                <a:ext cx="654462" cy="916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AED3A519-AE1E-B846-56E2-F8958BF63033}"/>
                  </a:ext>
                </a:extLst>
              </p14:cNvPr>
              <p14:cNvContentPartPr/>
              <p14:nvPr/>
            </p14:nvContentPartPr>
            <p14:xfrm>
              <a:off x="1509621" y="3174875"/>
              <a:ext cx="23760" cy="1728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AED3A519-AE1E-B846-56E2-F8958BF6303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494141" y="3159395"/>
                <a:ext cx="543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69EC9F34-3C4E-A33B-890D-E0213DD21FFA}"/>
                  </a:ext>
                </a:extLst>
              </p14:cNvPr>
              <p14:cNvContentPartPr/>
              <p14:nvPr/>
            </p14:nvContentPartPr>
            <p14:xfrm>
              <a:off x="1611501" y="2296835"/>
              <a:ext cx="1788120" cy="7138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69EC9F34-3C4E-A33B-890D-E0213DD21FF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96018" y="2281347"/>
                <a:ext cx="1818726" cy="744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6DAFEB3A-E0A8-9D69-F0E1-1C6D115E1D76}"/>
                  </a:ext>
                </a:extLst>
              </p14:cNvPr>
              <p14:cNvContentPartPr/>
              <p14:nvPr/>
            </p14:nvContentPartPr>
            <p14:xfrm>
              <a:off x="5868501" y="2610395"/>
              <a:ext cx="16200" cy="3168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6DAFEB3A-E0A8-9D69-F0E1-1C6D115E1D7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53021" y="2594915"/>
                <a:ext cx="468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59E1E392-C8FD-AC5E-0636-88F9CF4E56F3}"/>
                  </a:ext>
                </a:extLst>
              </p14:cNvPr>
              <p14:cNvContentPartPr/>
              <p14:nvPr/>
            </p14:nvContentPartPr>
            <p14:xfrm>
              <a:off x="6095661" y="2242115"/>
              <a:ext cx="565200" cy="51768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59E1E392-C8FD-AC5E-0636-88F9CF4E56F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080171" y="2226646"/>
                <a:ext cx="595820" cy="5482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637D52D2-09EC-3B07-FBEF-04E62E52CD81}"/>
                  </a:ext>
                </a:extLst>
              </p14:cNvPr>
              <p14:cNvContentPartPr/>
              <p14:nvPr/>
            </p14:nvContentPartPr>
            <p14:xfrm>
              <a:off x="3641901" y="2163635"/>
              <a:ext cx="1951560" cy="75276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637D52D2-09EC-3B07-FBEF-04E62E52CD8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26421" y="2148155"/>
                <a:ext cx="1982160" cy="78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E1B83F25-C472-096A-ED69-227766869450}"/>
                  </a:ext>
                </a:extLst>
              </p14:cNvPr>
              <p14:cNvContentPartPr/>
              <p14:nvPr/>
            </p14:nvContentPartPr>
            <p14:xfrm>
              <a:off x="7083501" y="1897235"/>
              <a:ext cx="1991520" cy="69012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E1B83F25-C472-096A-ED69-22776686945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068021" y="1881763"/>
                <a:ext cx="2022120" cy="72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45F643A1-148E-16CA-4D91-6FE826B9B7E3}"/>
                  </a:ext>
                </a:extLst>
              </p14:cNvPr>
              <p14:cNvContentPartPr/>
              <p14:nvPr/>
            </p14:nvContentPartPr>
            <p14:xfrm>
              <a:off x="9270861" y="2406635"/>
              <a:ext cx="23760" cy="1620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45F643A1-148E-16CA-4D91-6FE826B9B7E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255612" y="2390803"/>
                <a:ext cx="53903" cy="47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8063A9C9-EFD0-C7EE-D9E7-6C56D899A75C}"/>
                  </a:ext>
                </a:extLst>
              </p14:cNvPr>
              <p14:cNvContentPartPr/>
              <p14:nvPr/>
            </p14:nvContentPartPr>
            <p14:xfrm>
              <a:off x="9490461" y="2124395"/>
              <a:ext cx="368640" cy="40824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8063A9C9-EFD0-C7EE-D9E7-6C56D899A75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474996" y="2108901"/>
                <a:ext cx="399210" cy="438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D96F247C-719A-B85D-A270-57DCADCBBE7D}"/>
                  </a:ext>
                </a:extLst>
              </p14:cNvPr>
              <p14:cNvContentPartPr/>
              <p14:nvPr/>
            </p14:nvContentPartPr>
            <p14:xfrm>
              <a:off x="4872741" y="3755195"/>
              <a:ext cx="1011960" cy="116856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D96F247C-719A-B85D-A270-57DCADCBBE7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57255" y="3739715"/>
                <a:ext cx="1042571" cy="11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E0A06449-DAD5-A029-5951-7BBD61BC974B}"/>
                  </a:ext>
                </a:extLst>
              </p14:cNvPr>
              <p14:cNvContentPartPr/>
              <p14:nvPr/>
            </p14:nvContentPartPr>
            <p14:xfrm>
              <a:off x="3446061" y="3786515"/>
              <a:ext cx="1098000" cy="98640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E0A06449-DAD5-A029-5951-7BBD61BC974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430576" y="3771035"/>
                <a:ext cx="1128610" cy="10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68877383-5926-A58D-3F46-DD633C9BC8D2}"/>
                  </a:ext>
                </a:extLst>
              </p14:cNvPr>
              <p14:cNvContentPartPr/>
              <p14:nvPr/>
            </p14:nvContentPartPr>
            <p14:xfrm>
              <a:off x="1230981" y="3720995"/>
              <a:ext cx="1823760" cy="84636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68877383-5926-A58D-3F46-DD633C9BC8D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15501" y="3705508"/>
                <a:ext cx="1854360" cy="8769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28AE0485-49D5-AEBA-5267-3FE689727E44}"/>
                  </a:ext>
                </a:extLst>
              </p14:cNvPr>
              <p14:cNvContentPartPr/>
              <p14:nvPr/>
            </p14:nvContentPartPr>
            <p14:xfrm>
              <a:off x="5896221" y="3668795"/>
              <a:ext cx="1705320" cy="108576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28AE0485-49D5-AEBA-5267-3FE689727E4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80738" y="3653315"/>
                <a:ext cx="1735926" cy="11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D4324B15-F2F9-3814-B79D-2CB466DA4FA4}"/>
                  </a:ext>
                </a:extLst>
              </p14:cNvPr>
              <p14:cNvContentPartPr/>
              <p14:nvPr/>
            </p14:nvContentPartPr>
            <p14:xfrm>
              <a:off x="7838061" y="3519755"/>
              <a:ext cx="2593080" cy="1035360"/>
            </p14:xfrm>
          </p:contentPart>
        </mc:Choice>
        <mc:Fallback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D4324B15-F2F9-3814-B79D-2CB466DA4FA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22583" y="3504270"/>
                <a:ext cx="2623676" cy="10659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018A37C0-7EAA-ED75-D475-7F1C1337B63E}"/>
                  </a:ext>
                </a:extLst>
              </p14:cNvPr>
              <p14:cNvContentPartPr/>
              <p14:nvPr/>
            </p14:nvContentPartPr>
            <p14:xfrm>
              <a:off x="10290021" y="3512915"/>
              <a:ext cx="1113840" cy="89244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018A37C0-7EAA-ED75-D475-7F1C1337B63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74541" y="3497429"/>
                <a:ext cx="1144440" cy="9230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9" name="Ink 278">
                <a:extLst>
                  <a:ext uri="{FF2B5EF4-FFF2-40B4-BE49-F238E27FC236}">
                    <a16:creationId xmlns:a16="http://schemas.microsoft.com/office/drawing/2014/main" id="{B1AA7ED4-27A0-9024-BE24-AE06AC0B1849}"/>
                  </a:ext>
                </a:extLst>
              </p14:cNvPr>
              <p14:cNvContentPartPr/>
              <p14:nvPr/>
            </p14:nvContentPartPr>
            <p14:xfrm>
              <a:off x="9647061" y="4190795"/>
              <a:ext cx="392400" cy="277920"/>
            </p14:xfrm>
          </p:contentPart>
        </mc:Choice>
        <mc:Fallback>
          <p:pic>
            <p:nvPicPr>
              <p:cNvPr id="279" name="Ink 278">
                <a:extLst>
                  <a:ext uri="{FF2B5EF4-FFF2-40B4-BE49-F238E27FC236}">
                    <a16:creationId xmlns:a16="http://schemas.microsoft.com/office/drawing/2014/main" id="{B1AA7ED4-27A0-9024-BE24-AE06AC0B184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631567" y="4175335"/>
                <a:ext cx="423028" cy="30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C86077E1-8273-940D-8F19-876F2B5B84CA}"/>
                  </a:ext>
                </a:extLst>
              </p14:cNvPr>
              <p14:cNvContentPartPr/>
              <p14:nvPr/>
            </p14:nvContentPartPr>
            <p14:xfrm>
              <a:off x="921741" y="5307155"/>
              <a:ext cx="893880" cy="49428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C86077E1-8273-940D-8F19-876F2B5B84C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06261" y="5291675"/>
                <a:ext cx="92448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213D57EA-0690-4D42-7335-8FB926AEBF61}"/>
                  </a:ext>
                </a:extLst>
              </p14:cNvPr>
              <p14:cNvContentPartPr/>
              <p14:nvPr/>
            </p14:nvContentPartPr>
            <p14:xfrm>
              <a:off x="862341" y="5918795"/>
              <a:ext cx="749520" cy="25020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213D57EA-0690-4D42-7335-8FB926AEBF6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46861" y="5903315"/>
                <a:ext cx="78012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F8E4B28F-B3EF-8E21-2515-9202E761E389}"/>
                  </a:ext>
                </a:extLst>
              </p14:cNvPr>
              <p14:cNvContentPartPr/>
              <p14:nvPr/>
            </p14:nvContentPartPr>
            <p14:xfrm>
              <a:off x="2160501" y="5244515"/>
              <a:ext cx="1528920" cy="745200"/>
            </p14:xfrm>
          </p:contentPart>
        </mc:Choice>
        <mc:Fallback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F8E4B28F-B3EF-8E21-2515-9202E761E38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145025" y="5229035"/>
                <a:ext cx="1559513" cy="77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4A64B8C3-B449-54BC-63D5-AA2A37A1598E}"/>
                  </a:ext>
                </a:extLst>
              </p14:cNvPr>
              <p14:cNvContentPartPr/>
              <p14:nvPr/>
            </p14:nvContentPartPr>
            <p14:xfrm>
              <a:off x="3861501" y="5268275"/>
              <a:ext cx="1262520" cy="612000"/>
            </p14:xfrm>
          </p:contentPart>
        </mc:Choice>
        <mc:Fallback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4A64B8C3-B449-54BC-63D5-AA2A37A1598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846021" y="5252795"/>
                <a:ext cx="1293120" cy="64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34" name="Ink 333">
                <a:extLst>
                  <a:ext uri="{FF2B5EF4-FFF2-40B4-BE49-F238E27FC236}">
                    <a16:creationId xmlns:a16="http://schemas.microsoft.com/office/drawing/2014/main" id="{8CDAC53C-4380-65AA-8AA4-7ECEB19EDF98}"/>
                  </a:ext>
                </a:extLst>
              </p14:cNvPr>
              <p14:cNvContentPartPr/>
              <p14:nvPr/>
            </p14:nvContentPartPr>
            <p14:xfrm>
              <a:off x="6746541" y="5464115"/>
              <a:ext cx="39600" cy="31680"/>
            </p14:xfrm>
          </p:contentPart>
        </mc:Choice>
        <mc:Fallback>
          <p:pic>
            <p:nvPicPr>
              <p:cNvPr id="334" name="Ink 333">
                <a:extLst>
                  <a:ext uri="{FF2B5EF4-FFF2-40B4-BE49-F238E27FC236}">
                    <a16:creationId xmlns:a16="http://schemas.microsoft.com/office/drawing/2014/main" id="{8CDAC53C-4380-65AA-8AA4-7ECEB19EDF9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731061" y="5448809"/>
                <a:ext cx="70200" cy="61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72EE3B2F-EBB5-BB34-B7C0-F144FB56A605}"/>
                  </a:ext>
                </a:extLst>
              </p14:cNvPr>
              <p14:cNvContentPartPr/>
              <p14:nvPr/>
            </p14:nvContentPartPr>
            <p14:xfrm>
              <a:off x="5108181" y="5134715"/>
              <a:ext cx="1465200" cy="694800"/>
            </p14:xfrm>
          </p:contentPart>
        </mc:Choice>
        <mc:Fallback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72EE3B2F-EBB5-BB34-B7C0-F144FB56A60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092705" y="5119227"/>
                <a:ext cx="1495792" cy="7254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BB0D7208-83EE-8AF3-272D-054A6A4A227C}"/>
                  </a:ext>
                </a:extLst>
              </p14:cNvPr>
              <p14:cNvContentPartPr/>
              <p14:nvPr/>
            </p14:nvContentPartPr>
            <p14:xfrm>
              <a:off x="6801261" y="2187035"/>
              <a:ext cx="196200" cy="38448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BB0D7208-83EE-8AF3-272D-054A6A4A227C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85781" y="2171555"/>
                <a:ext cx="22680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49D9F7B1-E636-7382-836B-481066900B90}"/>
                  </a:ext>
                </a:extLst>
              </p14:cNvPr>
              <p14:cNvContentPartPr/>
              <p14:nvPr/>
            </p14:nvContentPartPr>
            <p14:xfrm>
              <a:off x="6871821" y="4868315"/>
              <a:ext cx="2948040" cy="80712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49D9F7B1-E636-7382-836B-481066900B9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856341" y="4852835"/>
                <a:ext cx="2978640" cy="83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BD977A48-4133-88BF-12DF-97EBF8FF9B1A}"/>
                  </a:ext>
                </a:extLst>
              </p14:cNvPr>
              <p14:cNvContentPartPr/>
              <p14:nvPr/>
            </p14:nvContentPartPr>
            <p14:xfrm>
              <a:off x="2325021" y="5965955"/>
              <a:ext cx="3496680" cy="204120"/>
            </p14:xfrm>
          </p:contentPart>
        </mc:Choice>
        <mc:Fallback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BD977A48-4133-88BF-12DF-97EBF8FF9B1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314222" y="5955155"/>
                <a:ext cx="3517918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44946B9C-2C86-57B0-442A-55F5284EA5A1}"/>
                  </a:ext>
                </a:extLst>
              </p14:cNvPr>
              <p14:cNvContentPartPr/>
              <p14:nvPr/>
            </p14:nvContentPartPr>
            <p14:xfrm>
              <a:off x="2089941" y="2963195"/>
              <a:ext cx="3496680" cy="19620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44946B9C-2C86-57B0-442A-55F5284EA5A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079141" y="2952395"/>
                <a:ext cx="351792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DC77EF1C-47A6-7D4A-B9C4-06D2ACB79840}"/>
                  </a:ext>
                </a:extLst>
              </p14:cNvPr>
              <p14:cNvContentPartPr/>
              <p14:nvPr/>
            </p14:nvContentPartPr>
            <p14:xfrm>
              <a:off x="6205461" y="2665475"/>
              <a:ext cx="2744280" cy="32976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DC77EF1C-47A6-7D4A-B9C4-06D2ACB7984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189981" y="2649995"/>
                <a:ext cx="277488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2A3D0445-528E-7E2D-41FE-AC4EF834A110}"/>
                  </a:ext>
                </a:extLst>
              </p14:cNvPr>
              <p14:cNvContentPartPr/>
              <p14:nvPr/>
            </p14:nvContentPartPr>
            <p14:xfrm>
              <a:off x="6307341" y="5738435"/>
              <a:ext cx="2539440" cy="25920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2A3D0445-528E-7E2D-41FE-AC4EF834A11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291861" y="5722933"/>
                <a:ext cx="2570040" cy="2898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9329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568A462-8616-B88E-0FF3-F28F8341D26C}"/>
                  </a:ext>
                </a:extLst>
              </p14:cNvPr>
              <p14:cNvContentPartPr/>
              <p14:nvPr/>
            </p14:nvContentPartPr>
            <p14:xfrm>
              <a:off x="8478861" y="93995"/>
              <a:ext cx="1380240" cy="4525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568A462-8616-B88E-0FF3-F28F8341D2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63381" y="78503"/>
                <a:ext cx="1410840" cy="4831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E581B93-317C-32D6-EFFC-16118FCBBCEC}"/>
                  </a:ext>
                </a:extLst>
              </p14:cNvPr>
              <p14:cNvContentPartPr/>
              <p14:nvPr/>
            </p14:nvContentPartPr>
            <p14:xfrm>
              <a:off x="6283941" y="297755"/>
              <a:ext cx="1756440" cy="9673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E581B93-317C-32D6-EFFC-16118FCBBC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68458" y="282275"/>
                <a:ext cx="1787046" cy="9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377C878-1E9E-7243-B3D4-0195A42B1844}"/>
                  </a:ext>
                </a:extLst>
              </p14:cNvPr>
              <p14:cNvContentPartPr/>
              <p14:nvPr/>
            </p14:nvContentPartPr>
            <p14:xfrm>
              <a:off x="5461701" y="180395"/>
              <a:ext cx="493200" cy="4273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377C878-1E9E-7243-B3D4-0195A42B18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46232" y="164915"/>
                <a:ext cx="523778" cy="45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4178DC53-EB0B-E498-E807-37DAB5EAC9E4}"/>
                  </a:ext>
                </a:extLst>
              </p14:cNvPr>
              <p14:cNvContentPartPr/>
              <p14:nvPr/>
            </p14:nvContentPartPr>
            <p14:xfrm>
              <a:off x="3555861" y="187955"/>
              <a:ext cx="1584000" cy="7261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4178DC53-EB0B-E498-E807-37DAB5EAC9E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40381" y="172475"/>
                <a:ext cx="1614600" cy="75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8670C8C-9C42-B9F8-60F5-F8DBF643722A}"/>
                  </a:ext>
                </a:extLst>
              </p14:cNvPr>
              <p14:cNvContentPartPr/>
              <p14:nvPr/>
            </p14:nvContentPartPr>
            <p14:xfrm>
              <a:off x="1000941" y="1222955"/>
              <a:ext cx="979560" cy="5101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8670C8C-9C42-B9F8-60F5-F8DBF643722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85455" y="1207475"/>
                <a:ext cx="1010171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F30960C-94C5-5A8E-19D2-D5AD349AF885}"/>
                  </a:ext>
                </a:extLst>
              </p14:cNvPr>
              <p14:cNvContentPartPr/>
              <p14:nvPr/>
            </p14:nvContentPartPr>
            <p14:xfrm>
              <a:off x="1125501" y="1842155"/>
              <a:ext cx="649440" cy="5180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F30960C-94C5-5A8E-19D2-D5AD349AF88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10012" y="1826664"/>
                <a:ext cx="680057" cy="5486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1B909F6-14E7-9E27-C239-A2308828EC94}"/>
                  </a:ext>
                </a:extLst>
              </p14:cNvPr>
              <p14:cNvContentPartPr/>
              <p14:nvPr/>
            </p14:nvContentPartPr>
            <p14:xfrm>
              <a:off x="2058621" y="1082555"/>
              <a:ext cx="2210400" cy="8146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1B909F6-14E7-9E27-C239-A2308828EC9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43144" y="1067075"/>
                <a:ext cx="2240995" cy="84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7688F87-A1A4-5F26-57B2-B26FD8F147D2}"/>
                  </a:ext>
                </a:extLst>
              </p14:cNvPr>
              <p14:cNvContentPartPr/>
              <p14:nvPr/>
            </p14:nvContentPartPr>
            <p14:xfrm>
              <a:off x="4621821" y="1208915"/>
              <a:ext cx="612000" cy="58644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7688F87-A1A4-5F26-57B2-B26FD8F147D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06341" y="1193435"/>
                <a:ext cx="642600" cy="61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C27F5E3E-4353-9AB8-88BD-CE7D8701A8E0}"/>
                  </a:ext>
                </a:extLst>
              </p14:cNvPr>
              <p14:cNvContentPartPr/>
              <p14:nvPr/>
            </p14:nvContentPartPr>
            <p14:xfrm>
              <a:off x="5394381" y="1019195"/>
              <a:ext cx="1293480" cy="7214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C27F5E3E-4353-9AB8-88BD-CE7D8701A8E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78905" y="1003723"/>
                <a:ext cx="1324071" cy="7520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734B804C-645C-64C5-01D4-67083B4C66B7}"/>
                  </a:ext>
                </a:extLst>
              </p14:cNvPr>
              <p14:cNvContentPartPr/>
              <p14:nvPr/>
            </p14:nvContentPartPr>
            <p14:xfrm>
              <a:off x="6825741" y="972035"/>
              <a:ext cx="1042200" cy="50220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734B804C-645C-64C5-01D4-67083B4C66B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10256" y="956544"/>
                <a:ext cx="1072811" cy="5328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BB36D1E5-065A-462E-CD2E-58EABBAD4FA4}"/>
                  </a:ext>
                </a:extLst>
              </p14:cNvPr>
              <p14:cNvContentPartPr/>
              <p14:nvPr/>
            </p14:nvContentPartPr>
            <p14:xfrm>
              <a:off x="1034061" y="2658275"/>
              <a:ext cx="1126800" cy="97956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BB36D1E5-065A-462E-CD2E-58EABBAD4FA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18576" y="2642795"/>
                <a:ext cx="1157410" cy="10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D3FD2656-245B-1047-2944-F9E34F5C1E53}"/>
                  </a:ext>
                </a:extLst>
              </p14:cNvPr>
              <p14:cNvContentPartPr/>
              <p14:nvPr/>
            </p14:nvContentPartPr>
            <p14:xfrm>
              <a:off x="2688981" y="2817755"/>
              <a:ext cx="145800" cy="12672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D3FD2656-245B-1047-2944-F9E34F5C1E5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673501" y="2802275"/>
                <a:ext cx="17640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3DB22A40-F7B6-DF5D-8FCC-530A08841B37}"/>
                  </a:ext>
                </a:extLst>
              </p14:cNvPr>
              <p14:cNvContentPartPr/>
              <p14:nvPr/>
            </p14:nvContentPartPr>
            <p14:xfrm>
              <a:off x="2787621" y="2791835"/>
              <a:ext cx="55080" cy="4978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3DB22A40-F7B6-DF5D-8FCC-530A08841B3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72242" y="2776355"/>
                <a:ext cx="85481" cy="52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160C33C2-E31D-BD80-840C-BBC4C872FA34}"/>
                  </a:ext>
                </a:extLst>
              </p14:cNvPr>
              <p14:cNvContentPartPr/>
              <p14:nvPr/>
            </p14:nvContentPartPr>
            <p14:xfrm>
              <a:off x="2850261" y="2967515"/>
              <a:ext cx="306000" cy="1684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160C33C2-E31D-BD80-840C-BBC4C872FA3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34781" y="2952035"/>
                <a:ext cx="3366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A44D8A0-CABB-6399-C479-91CDA9060C82}"/>
                  </a:ext>
                </a:extLst>
              </p14:cNvPr>
              <p14:cNvContentPartPr/>
              <p14:nvPr/>
            </p14:nvContentPartPr>
            <p14:xfrm>
              <a:off x="3187221" y="2728115"/>
              <a:ext cx="47520" cy="3924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A44D8A0-CABB-6399-C479-91CDA9060C8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71741" y="2712621"/>
                <a:ext cx="78120" cy="4230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808413C-6557-E657-896B-D297A3607145}"/>
                  </a:ext>
                </a:extLst>
              </p14:cNvPr>
              <p14:cNvContentPartPr/>
              <p14:nvPr/>
            </p14:nvContentPartPr>
            <p14:xfrm>
              <a:off x="3053301" y="2885075"/>
              <a:ext cx="275760" cy="237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808413C-6557-E657-896B-D297A360714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37821" y="2869595"/>
                <a:ext cx="3063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C5C8A86-4DCF-8465-3F98-F1DB434AA819}"/>
                  </a:ext>
                </a:extLst>
              </p14:cNvPr>
              <p14:cNvContentPartPr/>
              <p14:nvPr/>
            </p14:nvContentPartPr>
            <p14:xfrm>
              <a:off x="3375501" y="2986955"/>
              <a:ext cx="180720" cy="162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C5C8A86-4DCF-8465-3F98-F1DB434AA81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359990" y="2971475"/>
                <a:ext cx="211381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CCFC1159-EDCA-A479-7083-527351C36747}"/>
                  </a:ext>
                </a:extLst>
              </p14:cNvPr>
              <p14:cNvContentPartPr/>
              <p14:nvPr/>
            </p14:nvContentPartPr>
            <p14:xfrm>
              <a:off x="3712461" y="2701115"/>
              <a:ext cx="149400" cy="2782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CCFC1159-EDCA-A479-7083-527351C3674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696981" y="2685615"/>
                <a:ext cx="180000" cy="30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895BB9A8-1759-F850-A812-1BA8DBBBD9BE}"/>
                  </a:ext>
                </a:extLst>
              </p14:cNvPr>
              <p14:cNvContentPartPr/>
              <p14:nvPr/>
            </p14:nvContentPartPr>
            <p14:xfrm>
              <a:off x="3704901" y="2822075"/>
              <a:ext cx="180720" cy="3960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895BB9A8-1759-F850-A812-1BA8DBBBD9B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689421" y="2806595"/>
                <a:ext cx="21132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E1C31911-2CA7-9742-919C-9535A0D810A5}"/>
                  </a:ext>
                </a:extLst>
              </p14:cNvPr>
              <p14:cNvContentPartPr/>
              <p14:nvPr/>
            </p14:nvContentPartPr>
            <p14:xfrm>
              <a:off x="2536701" y="2689955"/>
              <a:ext cx="517680" cy="6343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E1C31911-2CA7-9742-919C-9535A0D810A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521232" y="2674484"/>
                <a:ext cx="548259" cy="6649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32BA06D-5471-3D73-7C95-C5929B601DDF}"/>
                  </a:ext>
                </a:extLst>
              </p14:cNvPr>
              <p14:cNvContentPartPr/>
              <p14:nvPr/>
            </p14:nvContentPartPr>
            <p14:xfrm>
              <a:off x="3947901" y="2524355"/>
              <a:ext cx="185040" cy="53352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32BA06D-5471-3D73-7C95-C5929B601DD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32421" y="2508875"/>
                <a:ext cx="215640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CDAF53A2-A3B6-2B0B-9095-FBD68795DB89}"/>
                  </a:ext>
                </a:extLst>
              </p14:cNvPr>
              <p14:cNvContentPartPr/>
              <p14:nvPr/>
            </p14:nvContentPartPr>
            <p14:xfrm>
              <a:off x="4214301" y="2657555"/>
              <a:ext cx="118080" cy="1494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CDAF53A2-A3B6-2B0B-9095-FBD68795DB8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98774" y="2642038"/>
                <a:ext cx="148774" cy="1800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8BCBCEA2-DC54-FE5D-E61A-1F2DE8ECDEE1}"/>
                  </a:ext>
                </a:extLst>
              </p14:cNvPr>
              <p14:cNvContentPartPr/>
              <p14:nvPr/>
            </p14:nvContentPartPr>
            <p14:xfrm>
              <a:off x="4339941" y="2626235"/>
              <a:ext cx="31680" cy="51768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8BCBCEA2-DC54-FE5D-E61A-1F2DE8ECDEE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324461" y="2610766"/>
                <a:ext cx="62280" cy="5482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838ECF22-69B5-C69B-E42E-4B38DA73704B}"/>
                  </a:ext>
                </a:extLst>
              </p14:cNvPr>
              <p14:cNvContentPartPr/>
              <p14:nvPr/>
            </p14:nvContentPartPr>
            <p14:xfrm>
              <a:off x="4410501" y="2818835"/>
              <a:ext cx="298440" cy="16056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838ECF22-69B5-C69B-E42E-4B38DA73704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395021" y="2803355"/>
                <a:ext cx="32904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E1C71134-50BE-42DD-E9A2-A6E7721E7B82}"/>
                  </a:ext>
                </a:extLst>
              </p14:cNvPr>
              <p14:cNvContentPartPr/>
              <p14:nvPr/>
            </p14:nvContentPartPr>
            <p14:xfrm>
              <a:off x="4755381" y="2547755"/>
              <a:ext cx="39600" cy="39240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E1C71134-50BE-42DD-E9A2-A6E7721E7B8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739901" y="2532261"/>
                <a:ext cx="70200" cy="4230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12C1206-EC05-BA12-92C8-02FDAA60DC4F}"/>
                  </a:ext>
                </a:extLst>
              </p14:cNvPr>
              <p14:cNvContentPartPr/>
              <p14:nvPr/>
            </p14:nvContentPartPr>
            <p14:xfrm>
              <a:off x="4607061" y="2680955"/>
              <a:ext cx="242640" cy="3168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12C1206-EC05-BA12-92C8-02FDAA60DC4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591558" y="2665475"/>
                <a:ext cx="273285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04C9797-5A60-F690-FA12-6A596309655B}"/>
                  </a:ext>
                </a:extLst>
              </p14:cNvPr>
              <p14:cNvContentPartPr/>
              <p14:nvPr/>
            </p14:nvContentPartPr>
            <p14:xfrm>
              <a:off x="5030061" y="2061755"/>
              <a:ext cx="5330880" cy="97236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04C9797-5A60-F690-FA12-6A596309655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014580" y="2046275"/>
                <a:ext cx="5361482" cy="10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2DD6410-3C06-BD73-EA62-21EE3CD92BB8}"/>
                  </a:ext>
                </a:extLst>
              </p14:cNvPr>
              <p14:cNvContentPartPr/>
              <p14:nvPr/>
            </p14:nvContentPartPr>
            <p14:xfrm>
              <a:off x="1211901" y="4022675"/>
              <a:ext cx="1270080" cy="8694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2DD6410-3C06-BD73-EA62-21EE3CD92BB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196425" y="4007201"/>
                <a:ext cx="1300671" cy="8999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3EFBF009-63A8-5655-3B05-E420877CC544}"/>
                  </a:ext>
                </a:extLst>
              </p14:cNvPr>
              <p14:cNvContentPartPr/>
              <p14:nvPr/>
            </p14:nvContentPartPr>
            <p14:xfrm>
              <a:off x="2685741" y="3880475"/>
              <a:ext cx="2822760" cy="74520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3EFBF009-63A8-5655-3B05-E420877CC54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670261" y="3864988"/>
                <a:ext cx="2853360" cy="7758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396CBC20-BCA7-9413-3810-82D5A9396F26}"/>
                  </a:ext>
                </a:extLst>
              </p14:cNvPr>
              <p14:cNvContentPartPr/>
              <p14:nvPr/>
            </p14:nvContentPartPr>
            <p14:xfrm>
              <a:off x="7961541" y="3472955"/>
              <a:ext cx="3081600" cy="66672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396CBC20-BCA7-9413-3810-82D5A9396F2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46059" y="3457475"/>
                <a:ext cx="3112204" cy="6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81466844-EC19-3CCC-5FC6-568E0AB26840}"/>
                  </a:ext>
                </a:extLst>
              </p14:cNvPr>
              <p14:cNvContentPartPr/>
              <p14:nvPr/>
            </p14:nvContentPartPr>
            <p14:xfrm>
              <a:off x="7161981" y="3747275"/>
              <a:ext cx="572040" cy="42372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81466844-EC19-3CCC-5FC6-568E0AB2684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146491" y="3731795"/>
                <a:ext cx="602659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4E1781F-D27F-DCE6-067E-09CE616380BF}"/>
                  </a:ext>
                </a:extLst>
              </p14:cNvPr>
              <p14:cNvContentPartPr/>
              <p14:nvPr/>
            </p14:nvContentPartPr>
            <p14:xfrm>
              <a:off x="5594181" y="3708035"/>
              <a:ext cx="1363320" cy="71352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4E1781F-D27F-DCE6-067E-09CE616380B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578705" y="3692555"/>
                <a:ext cx="1393912" cy="74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9925AE03-5E25-603A-AB1A-6A26EF0F103E}"/>
                  </a:ext>
                </a:extLst>
              </p14:cNvPr>
              <p14:cNvContentPartPr/>
              <p14:nvPr/>
            </p14:nvContentPartPr>
            <p14:xfrm>
              <a:off x="2638581" y="1912715"/>
              <a:ext cx="4210200" cy="25128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9925AE03-5E25-603A-AB1A-6A26EF0F103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627780" y="1901915"/>
                <a:ext cx="4231442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D4BF4A8D-DAFB-6B2F-79B8-8C4AE8E9002B}"/>
                  </a:ext>
                </a:extLst>
              </p14:cNvPr>
              <p14:cNvContentPartPr/>
              <p14:nvPr/>
            </p14:nvContentPartPr>
            <p14:xfrm>
              <a:off x="2763861" y="3206195"/>
              <a:ext cx="3778920" cy="35316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D4BF4A8D-DAFB-6B2F-79B8-8C4AE8E9002B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753061" y="3195395"/>
                <a:ext cx="380016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B1D54BB1-FBBF-3865-13CB-BBE0955216F8}"/>
                  </a:ext>
                </a:extLst>
              </p14:cNvPr>
              <p14:cNvContentPartPr/>
              <p14:nvPr/>
            </p14:nvContentPartPr>
            <p14:xfrm>
              <a:off x="2826861" y="4507595"/>
              <a:ext cx="4268520" cy="40032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B1D54BB1-FBBF-3865-13CB-BBE0955216F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816061" y="4496785"/>
                <a:ext cx="4289760" cy="421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A3350F2F-6E25-F19F-23F3-40523F95EE1E}"/>
                  </a:ext>
                </a:extLst>
              </p14:cNvPr>
              <p14:cNvContentPartPr/>
              <p14:nvPr/>
            </p14:nvContentPartPr>
            <p14:xfrm>
              <a:off x="6848421" y="2900555"/>
              <a:ext cx="2932200" cy="31320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A3350F2F-6E25-F19F-23F3-40523F95EE1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832943" y="2885057"/>
                <a:ext cx="2962796" cy="3438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7B9201BF-6852-04ED-695B-82000DE8ABFB}"/>
                  </a:ext>
                </a:extLst>
              </p14:cNvPr>
              <p14:cNvContentPartPr/>
              <p14:nvPr/>
            </p14:nvContentPartPr>
            <p14:xfrm>
              <a:off x="7460061" y="4249115"/>
              <a:ext cx="2720520" cy="30528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7B9201BF-6852-04ED-695B-82000DE8ABF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444581" y="4233635"/>
                <a:ext cx="2751120" cy="33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3583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2A8023A-89FF-E183-40F6-1551FA5E3390}"/>
                  </a:ext>
                </a:extLst>
              </p14:cNvPr>
              <p14:cNvContentPartPr/>
              <p14:nvPr/>
            </p14:nvContentPartPr>
            <p14:xfrm>
              <a:off x="1328541" y="627155"/>
              <a:ext cx="1122480" cy="533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2A8023A-89FF-E183-40F6-1551FA5E33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3061" y="611685"/>
                <a:ext cx="1153080" cy="563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B0DDD6B-F617-55BF-460B-ABF58C710BEE}"/>
                  </a:ext>
                </a:extLst>
              </p14:cNvPr>
              <p14:cNvContentPartPr/>
              <p14:nvPr/>
            </p14:nvContentPartPr>
            <p14:xfrm>
              <a:off x="1368501" y="1293515"/>
              <a:ext cx="729720" cy="599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B0DDD6B-F617-55BF-460B-ABF58C710B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3013" y="1278044"/>
                <a:ext cx="760335" cy="6299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13914E21-7DE7-164F-ADA2-EF402FE7BD84}"/>
                  </a:ext>
                </a:extLst>
              </p14:cNvPr>
              <p14:cNvContentPartPr/>
              <p14:nvPr/>
            </p14:nvContentPartPr>
            <p14:xfrm>
              <a:off x="419901" y="619235"/>
              <a:ext cx="627480" cy="7999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13914E21-7DE7-164F-ADA2-EF402FE7BD8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4421" y="603755"/>
                <a:ext cx="658080" cy="83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2E888AA-552C-8D47-1605-A57B4C9DBB6C}"/>
                  </a:ext>
                </a:extLst>
              </p14:cNvPr>
              <p14:cNvContentPartPr/>
              <p14:nvPr/>
            </p14:nvContentPartPr>
            <p14:xfrm>
              <a:off x="1133421" y="1230875"/>
              <a:ext cx="180720" cy="162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2E888AA-552C-8D47-1605-A57B4C9DBB6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17941" y="1215395"/>
                <a:ext cx="2113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BBD0984-0405-C1A6-2DFE-B95D2AB7DB92}"/>
                  </a:ext>
                </a:extLst>
              </p14:cNvPr>
              <p14:cNvContentPartPr/>
              <p14:nvPr/>
            </p14:nvContentPartPr>
            <p14:xfrm>
              <a:off x="1144581" y="1065995"/>
              <a:ext cx="161640" cy="162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BBD0984-0405-C1A6-2DFE-B95D2AB7DB9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29101" y="1050163"/>
                <a:ext cx="192240" cy="47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7388AE3-EA63-0CA1-FA34-18E167450925}"/>
                  </a:ext>
                </a:extLst>
              </p14:cNvPr>
              <p14:cNvContentPartPr/>
              <p14:nvPr/>
            </p14:nvContentPartPr>
            <p14:xfrm>
              <a:off x="2773581" y="501875"/>
              <a:ext cx="2836800" cy="7686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7388AE3-EA63-0CA1-FA34-18E16745092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58099" y="486402"/>
                <a:ext cx="2867404" cy="7991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99861C1-BF38-915C-C9A1-C6C5753CC45D}"/>
                  </a:ext>
                </a:extLst>
              </p14:cNvPr>
              <p14:cNvContentPartPr/>
              <p14:nvPr/>
            </p14:nvContentPartPr>
            <p14:xfrm>
              <a:off x="5429301" y="399635"/>
              <a:ext cx="643680" cy="7293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99861C1-BF38-915C-C9A1-C6C5753CC45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413812" y="384155"/>
                <a:ext cx="674297" cy="75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5280ECE-DE56-C352-219D-B14301514AE1}"/>
                  </a:ext>
                </a:extLst>
              </p14:cNvPr>
              <p14:cNvContentPartPr/>
              <p14:nvPr/>
            </p14:nvContentPartPr>
            <p14:xfrm>
              <a:off x="565341" y="2336075"/>
              <a:ext cx="1015200" cy="5886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5280ECE-DE56-C352-219D-B14301514AE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49861" y="2320586"/>
                <a:ext cx="1045800" cy="619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A15577C7-D3E6-7830-9677-9A2B45EDEC63}"/>
                  </a:ext>
                </a:extLst>
              </p14:cNvPr>
              <p14:cNvContentPartPr/>
              <p14:nvPr/>
            </p14:nvContentPartPr>
            <p14:xfrm>
              <a:off x="3395661" y="2148155"/>
              <a:ext cx="905400" cy="58032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A15577C7-D3E6-7830-9677-9A2B45EDEC6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80181" y="2132685"/>
                <a:ext cx="936000" cy="6109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9C6A65F-6217-A7A9-A3D7-3AB1A291889D}"/>
                  </a:ext>
                </a:extLst>
              </p14:cNvPr>
              <p14:cNvContentPartPr/>
              <p14:nvPr/>
            </p14:nvContentPartPr>
            <p14:xfrm>
              <a:off x="1918941" y="2322035"/>
              <a:ext cx="1033560" cy="8924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9C6A65F-6217-A7A9-A3D7-3AB1A291889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03461" y="2306555"/>
                <a:ext cx="1064160" cy="9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753E0ED-1C62-D75A-D6C9-6B1A6EBAF0AF}"/>
                  </a:ext>
                </a:extLst>
              </p14:cNvPr>
              <p14:cNvContentPartPr/>
              <p14:nvPr/>
            </p14:nvContentPartPr>
            <p14:xfrm>
              <a:off x="4481781" y="2328155"/>
              <a:ext cx="399240" cy="4550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753E0ED-1C62-D75A-D6C9-6B1A6EBAF0A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66315" y="2312675"/>
                <a:ext cx="429812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78346B4C-CDD2-B6AE-0B55-B1CAA50F1380}"/>
                  </a:ext>
                </a:extLst>
              </p14:cNvPr>
              <p14:cNvContentPartPr/>
              <p14:nvPr/>
            </p14:nvContentPartPr>
            <p14:xfrm>
              <a:off x="5092341" y="2108915"/>
              <a:ext cx="204120" cy="4942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78346B4C-CDD2-B6AE-0B55-B1CAA50F138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76861" y="2093435"/>
                <a:ext cx="23472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0D3D2DFB-966C-827D-02D8-013483156D17}"/>
                  </a:ext>
                </a:extLst>
              </p14:cNvPr>
              <p14:cNvContentPartPr/>
              <p14:nvPr/>
            </p14:nvContentPartPr>
            <p14:xfrm>
              <a:off x="6056421" y="1881395"/>
              <a:ext cx="1558080" cy="75204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0D3D2DFB-966C-827D-02D8-013483156D1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040941" y="1865915"/>
                <a:ext cx="1588680" cy="78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9F178F9-25CF-549A-56E8-601A9333C1CA}"/>
                  </a:ext>
                </a:extLst>
              </p14:cNvPr>
              <p14:cNvContentPartPr/>
              <p14:nvPr/>
            </p14:nvContentPartPr>
            <p14:xfrm>
              <a:off x="5343261" y="2320595"/>
              <a:ext cx="447120" cy="43920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9F178F9-25CF-549A-56E8-601A9333C1C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327793" y="2305128"/>
                <a:ext cx="477695" cy="4697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AE52106-48B1-475F-1060-E985F3DA7E7C}"/>
                  </a:ext>
                </a:extLst>
              </p14:cNvPr>
              <p14:cNvContentPartPr/>
              <p14:nvPr/>
            </p14:nvContentPartPr>
            <p14:xfrm>
              <a:off x="8000781" y="344915"/>
              <a:ext cx="47520" cy="25012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AE52106-48B1-475F-1060-E985F3DA7E7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985183" y="329433"/>
                <a:ext cx="78354" cy="25318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75045EFC-8269-6B61-2269-67D5B9CA1C70}"/>
                  </a:ext>
                </a:extLst>
              </p14:cNvPr>
              <p14:cNvContentPartPr/>
              <p14:nvPr/>
            </p14:nvContentPartPr>
            <p14:xfrm>
              <a:off x="8604501" y="718595"/>
              <a:ext cx="1913040" cy="73980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75045EFC-8269-6B61-2269-67D5B9CA1C7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589024" y="703115"/>
                <a:ext cx="1943634" cy="77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10BA5E71-4A3B-AA86-466A-45558D5713A9}"/>
                  </a:ext>
                </a:extLst>
              </p14:cNvPr>
              <p14:cNvContentPartPr/>
              <p14:nvPr/>
            </p14:nvContentPartPr>
            <p14:xfrm>
              <a:off x="8447541" y="1708955"/>
              <a:ext cx="1191240" cy="5569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10BA5E71-4A3B-AA86-466A-45558D5713A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432056" y="1693475"/>
                <a:ext cx="1221849" cy="5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66AAA65-449A-7D68-A226-46D1ECA32A66}"/>
                  </a:ext>
                </a:extLst>
              </p14:cNvPr>
              <p14:cNvContentPartPr/>
              <p14:nvPr/>
            </p14:nvContentPartPr>
            <p14:xfrm>
              <a:off x="10909221" y="948635"/>
              <a:ext cx="627480" cy="25884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66AAA65-449A-7D68-A226-46D1ECA32A6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893741" y="933176"/>
                <a:ext cx="658080" cy="2893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2366CC48-4E68-EE33-26DF-2ECBC420D660}"/>
                  </a:ext>
                </a:extLst>
              </p14:cNvPr>
              <p14:cNvContentPartPr/>
              <p14:nvPr/>
            </p14:nvContentPartPr>
            <p14:xfrm>
              <a:off x="10007781" y="1599155"/>
              <a:ext cx="1693800" cy="55692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2366CC48-4E68-EE33-26DF-2ECBC420D66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992301" y="1583675"/>
                <a:ext cx="1724400" cy="5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4A1F2D02-BEEB-C581-B772-6CED86EE5AC0}"/>
                  </a:ext>
                </a:extLst>
              </p14:cNvPr>
              <p14:cNvContentPartPr/>
              <p14:nvPr/>
            </p14:nvContentPartPr>
            <p14:xfrm>
              <a:off x="154221" y="2242115"/>
              <a:ext cx="11045520" cy="224244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4A1F2D02-BEEB-C581-B772-6CED86EE5AC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38740" y="2226635"/>
                <a:ext cx="11076121" cy="22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44B31F5-4279-03D4-25AD-3D7069860D40}"/>
                  </a:ext>
                </a:extLst>
              </p14:cNvPr>
              <p14:cNvContentPartPr/>
              <p14:nvPr/>
            </p14:nvContentPartPr>
            <p14:xfrm>
              <a:off x="2278941" y="4021595"/>
              <a:ext cx="1238040" cy="10116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44B31F5-4279-03D4-25AD-3D7069860D4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63465" y="4006115"/>
                <a:ext cx="1268631" cy="10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77130429-BF2C-1C95-035C-3DE02102BBF5}"/>
                  </a:ext>
                </a:extLst>
              </p14:cNvPr>
              <p14:cNvContentPartPr/>
              <p14:nvPr/>
            </p14:nvContentPartPr>
            <p14:xfrm>
              <a:off x="4120341" y="3880475"/>
              <a:ext cx="698040" cy="6573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77130429-BF2C-1C95-035C-3DE02102BBF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104861" y="3864987"/>
                <a:ext cx="728640" cy="6879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7CCB8C4A-E8F1-8674-09E7-599C72AA794E}"/>
                  </a:ext>
                </a:extLst>
              </p14:cNvPr>
              <p14:cNvContentPartPr/>
              <p14:nvPr/>
            </p14:nvContentPartPr>
            <p14:xfrm>
              <a:off x="5029701" y="3880475"/>
              <a:ext cx="792000" cy="54900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7CCB8C4A-E8F1-8674-09E7-599C72AA794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014228" y="3864995"/>
                <a:ext cx="822586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C0CFA15D-2114-110F-85A9-A60D2AFEDDE0}"/>
                  </a:ext>
                </a:extLst>
              </p14:cNvPr>
              <p14:cNvContentPartPr/>
              <p14:nvPr/>
            </p14:nvContentPartPr>
            <p14:xfrm>
              <a:off x="2384421" y="5260355"/>
              <a:ext cx="1125000" cy="52560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C0CFA15D-2114-110F-85A9-A60D2AFEDDE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368941" y="5244875"/>
                <a:ext cx="115560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D9F85CE8-E4EC-5877-3921-8D2345F8EC13}"/>
                  </a:ext>
                </a:extLst>
              </p14:cNvPr>
              <p14:cNvContentPartPr/>
              <p14:nvPr/>
            </p14:nvContentPartPr>
            <p14:xfrm>
              <a:off x="2293701" y="5966675"/>
              <a:ext cx="839160" cy="38376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D9F85CE8-E4EC-5877-3921-8D2345F8EC1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278221" y="5951180"/>
                <a:ext cx="869760" cy="4143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462A93E6-B59D-B0CE-C2BD-99DDA86C704E}"/>
                  </a:ext>
                </a:extLst>
              </p14:cNvPr>
              <p14:cNvContentPartPr/>
              <p14:nvPr/>
            </p14:nvContentPartPr>
            <p14:xfrm>
              <a:off x="4316181" y="5127155"/>
              <a:ext cx="800280" cy="61956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462A93E6-B59D-B0CE-C2BD-99DDA86C704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300694" y="5111675"/>
                <a:ext cx="830894" cy="65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ACBCC0F8-C010-7A15-22AE-F69486CEECF3}"/>
                  </a:ext>
                </a:extLst>
              </p14:cNvPr>
              <p14:cNvContentPartPr/>
              <p14:nvPr/>
            </p14:nvContentPartPr>
            <p14:xfrm>
              <a:off x="6593901" y="4288355"/>
              <a:ext cx="775440" cy="6336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ACBCC0F8-C010-7A15-22AE-F69486CEECF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578421" y="4272875"/>
                <a:ext cx="80604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5D9A4019-0F9D-0682-4EA7-2450A2018F9F}"/>
                  </a:ext>
                </a:extLst>
              </p14:cNvPr>
              <p14:cNvContentPartPr/>
              <p14:nvPr/>
            </p14:nvContentPartPr>
            <p14:xfrm>
              <a:off x="5829261" y="4266395"/>
              <a:ext cx="235440" cy="32004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5D9A4019-0F9D-0682-4EA7-2450A2018F9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813781" y="4250915"/>
                <a:ext cx="266040" cy="35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72886EF2-D171-5220-1ADE-1225F7F1A1D6}"/>
                  </a:ext>
                </a:extLst>
              </p14:cNvPr>
              <p14:cNvContentPartPr/>
              <p14:nvPr/>
            </p14:nvContentPartPr>
            <p14:xfrm>
              <a:off x="5249301" y="5293475"/>
              <a:ext cx="282240" cy="3589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72886EF2-D171-5220-1ADE-1225F7F1A1D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33841" y="5278011"/>
                <a:ext cx="312801" cy="3894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2193C9B5-1E70-B450-7801-95D1A5824254}"/>
                  </a:ext>
                </a:extLst>
              </p14:cNvPr>
              <p14:cNvContentPartPr/>
              <p14:nvPr/>
            </p14:nvContentPartPr>
            <p14:xfrm>
              <a:off x="6519021" y="4562675"/>
              <a:ext cx="902160" cy="33732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2193C9B5-1E70-B450-7801-95D1A582425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503535" y="4547212"/>
                <a:ext cx="932772" cy="3678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88312E46-743D-1A08-E564-8692A9E8F261}"/>
                  </a:ext>
                </a:extLst>
              </p14:cNvPr>
              <p14:cNvContentPartPr/>
              <p14:nvPr/>
            </p14:nvContentPartPr>
            <p14:xfrm>
              <a:off x="8137581" y="3519755"/>
              <a:ext cx="835560" cy="70596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88312E46-743D-1A08-E564-8692A9E8F26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122108" y="3504275"/>
                <a:ext cx="866147" cy="73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26ED1EAB-4A09-E302-2921-3138FB27B6BC}"/>
                  </a:ext>
                </a:extLst>
              </p14:cNvPr>
              <p14:cNvContentPartPr/>
              <p14:nvPr/>
            </p14:nvContentPartPr>
            <p14:xfrm>
              <a:off x="9121821" y="3770675"/>
              <a:ext cx="596160" cy="44388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26ED1EAB-4A09-E302-2921-3138FB27B6B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9106341" y="3755182"/>
                <a:ext cx="626760" cy="4745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B433E6-7FB8-08F4-FB96-F3673ACF25A4}"/>
                  </a:ext>
                </a:extLst>
              </p14:cNvPr>
              <p14:cNvContentPartPr/>
              <p14:nvPr/>
            </p14:nvContentPartPr>
            <p14:xfrm>
              <a:off x="6723141" y="3809915"/>
              <a:ext cx="509760" cy="408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B433E6-7FB8-08F4-FB96-F3673ACF25A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707672" y="3794421"/>
                <a:ext cx="540338" cy="438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A68BA23-1EB2-A2FE-7833-FF9A63547053}"/>
                  </a:ext>
                </a:extLst>
              </p14:cNvPr>
              <p14:cNvContentPartPr/>
              <p14:nvPr/>
            </p14:nvContentPartPr>
            <p14:xfrm>
              <a:off x="7514781" y="4382315"/>
              <a:ext cx="141480" cy="39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A68BA23-1EB2-A2FE-7833-FF9A6354705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499301" y="4366835"/>
                <a:ext cx="1720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5B666FF-8D7C-C69B-4158-A3A11F34E518}"/>
                  </a:ext>
                </a:extLst>
              </p14:cNvPr>
              <p14:cNvContentPartPr/>
              <p14:nvPr/>
            </p14:nvContentPartPr>
            <p14:xfrm>
              <a:off x="7460061" y="4233275"/>
              <a:ext cx="20412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5B666FF-8D7C-C69B-4158-A3A11F34E51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444581" y="4217795"/>
                <a:ext cx="23472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0158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81714-D2FD-A9F6-EA0D-B13EB667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56B95717-40A4-C029-6946-13D5B1916258}"/>
                  </a:ext>
                </a:extLst>
              </p14:cNvPr>
              <p14:cNvContentPartPr/>
              <p14:nvPr/>
            </p14:nvContentPartPr>
            <p14:xfrm>
              <a:off x="1083187" y="2181511"/>
              <a:ext cx="972360" cy="49428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56B95717-40A4-C029-6946-13D5B191625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2387" y="2170711"/>
                <a:ext cx="993600" cy="5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D09EA2A5-0FFD-E4F1-3F40-8E91152727C9}"/>
                  </a:ext>
                </a:extLst>
              </p14:cNvPr>
              <p14:cNvContentPartPr/>
              <p14:nvPr/>
            </p14:nvContentPartPr>
            <p14:xfrm>
              <a:off x="2049067" y="2377351"/>
              <a:ext cx="272880" cy="29052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D09EA2A5-0FFD-E4F1-3F40-8E91152727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38281" y="2366551"/>
                <a:ext cx="294092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10926133-5A51-F885-EA38-E1F53508156B}"/>
                  </a:ext>
                </a:extLst>
              </p14:cNvPr>
              <p14:cNvContentPartPr/>
              <p14:nvPr/>
            </p14:nvContentPartPr>
            <p14:xfrm>
              <a:off x="2651707" y="2020951"/>
              <a:ext cx="1206720" cy="81036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10926133-5A51-F885-EA38-E1F5350815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40907" y="2010151"/>
                <a:ext cx="1227960" cy="83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F7E42361-D430-6058-CE92-633679BEFA49}"/>
                  </a:ext>
                </a:extLst>
              </p14:cNvPr>
              <p14:cNvContentPartPr/>
              <p14:nvPr/>
            </p14:nvContentPartPr>
            <p14:xfrm>
              <a:off x="5706850" y="2041764"/>
              <a:ext cx="547200" cy="336960"/>
            </p14:xfrm>
          </p:contentPart>
        </mc:Choice>
        <mc:Fallback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F7E42361-D430-6058-CE92-633679BEFA4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96050" y="2030964"/>
                <a:ext cx="56844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F2CE0D38-F786-E576-B309-0EB27BA93DB0}"/>
                  </a:ext>
                </a:extLst>
              </p14:cNvPr>
              <p14:cNvContentPartPr/>
              <p14:nvPr/>
            </p14:nvContentPartPr>
            <p14:xfrm>
              <a:off x="4083610" y="1957884"/>
              <a:ext cx="1211400" cy="656640"/>
            </p14:xfrm>
          </p:contentPart>
        </mc:Choice>
        <mc:Fallback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F2CE0D38-F786-E576-B309-0EB27BA93DB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72813" y="1947084"/>
                <a:ext cx="1232634" cy="67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89B61088-BA0D-1E37-71B1-16F2B0E7E481}"/>
                  </a:ext>
                </a:extLst>
              </p14:cNvPr>
              <p14:cNvContentPartPr/>
              <p14:nvPr/>
            </p14:nvContentPartPr>
            <p14:xfrm>
              <a:off x="6909610" y="1848444"/>
              <a:ext cx="362160" cy="49392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89B61088-BA0D-1E37-71B1-16F2B0E7E48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898799" y="1837636"/>
                <a:ext cx="383421" cy="5151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B23280DE-B153-5DDD-577F-A1BDDA829835}"/>
                  </a:ext>
                </a:extLst>
              </p14:cNvPr>
              <p14:cNvContentPartPr/>
              <p14:nvPr/>
            </p14:nvContentPartPr>
            <p14:xfrm>
              <a:off x="7271410" y="2218524"/>
              <a:ext cx="92880" cy="10980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B23280DE-B153-5DDD-577F-A1BDDA82983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60610" y="2207688"/>
                <a:ext cx="114120" cy="131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6FDEC228-B2BD-5C75-89B3-B5E20D375FA0}"/>
                  </a:ext>
                </a:extLst>
              </p14:cNvPr>
              <p14:cNvContentPartPr/>
              <p14:nvPr/>
            </p14:nvContentPartPr>
            <p14:xfrm>
              <a:off x="7321810" y="2050404"/>
              <a:ext cx="33840" cy="33840"/>
            </p14:xfrm>
          </p:contentPart>
        </mc:Choice>
        <mc:Fallback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6FDEC228-B2BD-5C75-89B3-B5E20D375FA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11010" y="2039718"/>
                <a:ext cx="55080" cy="548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ED0F7C83-926B-217C-2EA0-CBDCD69EAFD9}"/>
                  </a:ext>
                </a:extLst>
              </p14:cNvPr>
              <p14:cNvContentPartPr/>
              <p14:nvPr/>
            </p14:nvContentPartPr>
            <p14:xfrm>
              <a:off x="7397410" y="1613004"/>
              <a:ext cx="126360" cy="13968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ED0F7C83-926B-217C-2EA0-CBDCD69EAFD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386610" y="1602204"/>
                <a:ext cx="14760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8B6E1C89-2052-B89E-EED4-28D8AD5E0094}"/>
                  </a:ext>
                </a:extLst>
              </p14:cNvPr>
              <p14:cNvContentPartPr/>
              <p14:nvPr/>
            </p14:nvContentPartPr>
            <p14:xfrm>
              <a:off x="7523770" y="1579164"/>
              <a:ext cx="185400" cy="16848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8B6E1C89-2052-B89E-EED4-28D8AD5E009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12970" y="1568364"/>
                <a:ext cx="2066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85985A03-2171-540E-BD3E-BAFD805AF2F0}"/>
                  </a:ext>
                </a:extLst>
              </p14:cNvPr>
              <p14:cNvContentPartPr/>
              <p14:nvPr/>
            </p14:nvContentPartPr>
            <p14:xfrm>
              <a:off x="7666690" y="1537404"/>
              <a:ext cx="218880" cy="209880"/>
            </p14:xfrm>
          </p:contentPart>
        </mc:Choice>
        <mc:Fallback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85985A03-2171-540E-BD3E-BAFD805AF2F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655890" y="1526604"/>
                <a:ext cx="2401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9A660DA7-08DE-92E9-6BFF-7F6FD0D268E4}"/>
                  </a:ext>
                </a:extLst>
              </p14:cNvPr>
              <p14:cNvContentPartPr/>
              <p14:nvPr/>
            </p14:nvContentPartPr>
            <p14:xfrm>
              <a:off x="7826530" y="2218524"/>
              <a:ext cx="126360" cy="36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9A660DA7-08DE-92E9-6BFF-7F6FD0D268E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815761" y="2207724"/>
                <a:ext cx="1475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647861EF-71A4-030A-FD69-05F138159559}"/>
                  </a:ext>
                </a:extLst>
              </p14:cNvPr>
              <p14:cNvContentPartPr/>
              <p14:nvPr/>
            </p14:nvContentPartPr>
            <p14:xfrm>
              <a:off x="7809610" y="2109084"/>
              <a:ext cx="185400" cy="1728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647861EF-71A4-030A-FD69-05F13815955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798810" y="2098284"/>
                <a:ext cx="20664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02B5DE65-CCD2-5FD2-302F-DC41331FD8EC}"/>
                  </a:ext>
                </a:extLst>
              </p14:cNvPr>
              <p14:cNvContentPartPr/>
              <p14:nvPr/>
            </p14:nvContentPartPr>
            <p14:xfrm>
              <a:off x="8558410" y="1747644"/>
              <a:ext cx="235800" cy="34524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02B5DE65-CCD2-5FD2-302F-DC41331FD8E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547610" y="1736844"/>
                <a:ext cx="25704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B2FF259A-C2FA-568E-F37C-12350E459A10}"/>
                  </a:ext>
                </a:extLst>
              </p14:cNvPr>
              <p14:cNvContentPartPr/>
              <p14:nvPr/>
            </p14:nvContentPartPr>
            <p14:xfrm>
              <a:off x="8819050" y="2159844"/>
              <a:ext cx="101160" cy="9288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B2FF259A-C2FA-568E-F37C-12350E459A1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808250" y="2149044"/>
                <a:ext cx="1224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C287B28D-D042-32E7-1DC9-7E4032860BC8}"/>
                  </a:ext>
                </a:extLst>
              </p14:cNvPr>
              <p14:cNvContentPartPr/>
              <p14:nvPr/>
            </p14:nvContentPartPr>
            <p14:xfrm>
              <a:off x="8852530" y="2025204"/>
              <a:ext cx="50760" cy="2556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C287B28D-D042-32E7-1DC9-7E4032860BC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41730" y="2014404"/>
                <a:ext cx="7200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CE05BB30-6F14-8048-FFBD-2D5796154229}"/>
                  </a:ext>
                </a:extLst>
              </p14:cNvPr>
              <p14:cNvContentPartPr/>
              <p14:nvPr/>
            </p14:nvContentPartPr>
            <p14:xfrm>
              <a:off x="8869450" y="1503564"/>
              <a:ext cx="92880" cy="19368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CE05BB30-6F14-8048-FFBD-2D579615422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58650" y="1492764"/>
                <a:ext cx="1141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FD5475F6-01F6-B7F0-FF47-E07D06893F1D}"/>
                  </a:ext>
                </a:extLst>
              </p14:cNvPr>
              <p14:cNvContentPartPr/>
              <p14:nvPr/>
            </p14:nvContentPartPr>
            <p14:xfrm>
              <a:off x="9021010" y="1403484"/>
              <a:ext cx="50760" cy="30240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FD5475F6-01F6-B7F0-FF47-E07D06893F1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010210" y="1392671"/>
                <a:ext cx="72000" cy="3236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A60BEC94-9628-D4DA-CDC8-ADF8B1655C3F}"/>
                  </a:ext>
                </a:extLst>
              </p14:cNvPr>
              <p14:cNvContentPartPr/>
              <p14:nvPr/>
            </p14:nvContentPartPr>
            <p14:xfrm>
              <a:off x="9096610" y="1306284"/>
              <a:ext cx="135000" cy="36576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A60BEC94-9628-D4DA-CDC8-ADF8B1655C3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085781" y="1295484"/>
                <a:ext cx="156297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113108A1-445F-C648-D8F9-905A08F7B44C}"/>
                  </a:ext>
                </a:extLst>
              </p14:cNvPr>
              <p14:cNvContentPartPr/>
              <p14:nvPr/>
            </p14:nvContentPartPr>
            <p14:xfrm>
              <a:off x="9320170" y="1966164"/>
              <a:ext cx="231120" cy="42480"/>
            </p14:xfrm>
          </p:contentPart>
        </mc:Choice>
        <mc:Fallback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113108A1-445F-C648-D8F9-905A08F7B44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309370" y="1955272"/>
                <a:ext cx="252360" cy="639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7A5D91D6-B19A-DECF-4CBD-704C4CB80730}"/>
                  </a:ext>
                </a:extLst>
              </p14:cNvPr>
              <p14:cNvContentPartPr/>
              <p14:nvPr/>
            </p14:nvContentPartPr>
            <p14:xfrm>
              <a:off x="9786370" y="1496004"/>
              <a:ext cx="1119240" cy="96336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7A5D91D6-B19A-DECF-4CBD-704C4CB8073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775570" y="1485200"/>
                <a:ext cx="1140480" cy="984608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8E943AB-9C56-736F-D959-77F65B513A73}"/>
              </a:ext>
            </a:extLst>
          </p:cNvPr>
          <p:cNvSpPr txBox="1"/>
          <p:nvPr/>
        </p:nvSpPr>
        <p:spPr>
          <a:xfrm>
            <a:off x="1083187" y="651641"/>
            <a:ext cx="7590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Now use gradient descent to update the weights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6A4B4-CB07-8682-E1FE-12D85ACAAFC7}"/>
              </a:ext>
            </a:extLst>
          </p:cNvPr>
          <p:cNvSpPr txBox="1"/>
          <p:nvPr/>
        </p:nvSpPr>
        <p:spPr>
          <a:xfrm>
            <a:off x="941297" y="4182210"/>
            <a:ext cx="7473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And keep doing this until the loss is satisfactory</a:t>
            </a:r>
          </a:p>
        </p:txBody>
      </p:sp>
    </p:spTree>
    <p:extLst>
      <p:ext uri="{BB962C8B-B14F-4D97-AF65-F5344CB8AC3E}">
        <p14:creationId xmlns:p14="http://schemas.microsoft.com/office/powerpoint/2010/main" val="1140967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AC1C7-16D3-5ECB-6460-19609EF7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 is awesome!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17D0D-2CCA-EFB8-86FC-0AACFCDF5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Mathematics from the 1600s-1800s (calculus, derivatives, chain rule) turned out to be </a:t>
            </a:r>
            <a:r>
              <a:rPr lang="en-US" i="1" dirty="0"/>
              <a:t>exactly</a:t>
            </a:r>
            <a:r>
              <a:rPr lang="en-US" dirty="0"/>
              <a:t> what we needed centuries later to teach machines to learn. </a:t>
            </a:r>
          </a:p>
          <a:p>
            <a:endParaRPr lang="en-US" dirty="0"/>
          </a:p>
          <a:p>
            <a:r>
              <a:rPr lang="en-US" dirty="0"/>
              <a:t>Backpropagation is just repeated application of the chain rule.</a:t>
            </a:r>
          </a:p>
          <a:p>
            <a:endParaRPr lang="en-US" dirty="0"/>
          </a:p>
          <a:p>
            <a:r>
              <a:rPr lang="en-US" dirty="0"/>
              <a:t> Yet works so well for training neural networks that can now recognize images, translate languages, and </a:t>
            </a:r>
            <a:r>
              <a:rPr lang="en-US"/>
              <a:t>have conversations!!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134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489A-5D1B-019F-76EF-DE64A755F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4F7DE-5D3D-3A55-7428-2C2918998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new example has 1 input layer, 1 hidden layer with 2 neurons, and 1 output layer</a:t>
            </a:r>
          </a:p>
        </p:txBody>
      </p:sp>
    </p:spTree>
    <p:extLst>
      <p:ext uri="{BB962C8B-B14F-4D97-AF65-F5344CB8AC3E}">
        <p14:creationId xmlns:p14="http://schemas.microsoft.com/office/powerpoint/2010/main" val="4080393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272D56E-C3E7-341B-25B4-E92844AA638E}"/>
                  </a:ext>
                </a:extLst>
              </p14:cNvPr>
              <p14:cNvContentPartPr/>
              <p14:nvPr/>
            </p14:nvContentPartPr>
            <p14:xfrm>
              <a:off x="717981" y="1669715"/>
              <a:ext cx="313920" cy="267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272D56E-C3E7-341B-25B4-E92844AA63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2501" y="1654214"/>
                <a:ext cx="344520" cy="2977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D990DE2-A000-9EC8-14C1-82CBD51CFCDE}"/>
                  </a:ext>
                </a:extLst>
              </p14:cNvPr>
              <p14:cNvContentPartPr/>
              <p14:nvPr/>
            </p14:nvContentPartPr>
            <p14:xfrm>
              <a:off x="1117581" y="1685555"/>
              <a:ext cx="290880" cy="1807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D990DE2-A000-9EC8-14C1-82CBD51CFC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2082" y="1670075"/>
                <a:ext cx="321518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F055AD8-DC6C-BD64-5E9D-A780194018DC}"/>
                  </a:ext>
                </a:extLst>
              </p14:cNvPr>
              <p14:cNvContentPartPr/>
              <p14:nvPr/>
            </p14:nvContentPartPr>
            <p14:xfrm>
              <a:off x="757221" y="2626235"/>
              <a:ext cx="745200" cy="2592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F055AD8-DC6C-BD64-5E9D-A780194018D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1741" y="2610755"/>
                <a:ext cx="77580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23B4B6B-B317-4DD3-0B2D-2916F71300C0}"/>
                  </a:ext>
                </a:extLst>
              </p14:cNvPr>
              <p14:cNvContentPartPr/>
              <p14:nvPr/>
            </p14:nvContentPartPr>
            <p14:xfrm>
              <a:off x="1760541" y="1764035"/>
              <a:ext cx="988200" cy="550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23B4B6B-B317-4DD3-0B2D-2916F71300C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45055" y="1748555"/>
                <a:ext cx="1018811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26C8FCE-8EEC-D1CB-3E47-D3D62EA59F90}"/>
                  </a:ext>
                </a:extLst>
              </p14:cNvPr>
              <p14:cNvContentPartPr/>
              <p14:nvPr/>
            </p14:nvContentPartPr>
            <p14:xfrm>
              <a:off x="1839021" y="2403395"/>
              <a:ext cx="1387800" cy="67032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26C8FCE-8EEC-D1CB-3E47-D3D62EA59F9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23545" y="2387915"/>
                <a:ext cx="1418392" cy="70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08531CF-4345-C133-E161-F2435C471083}"/>
                  </a:ext>
                </a:extLst>
              </p14:cNvPr>
              <p14:cNvContentPartPr/>
              <p14:nvPr/>
            </p14:nvContentPartPr>
            <p14:xfrm>
              <a:off x="2779701" y="1473875"/>
              <a:ext cx="400320" cy="5961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08531CF-4345-C133-E161-F2435C47108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64207" y="1458395"/>
                <a:ext cx="430948" cy="62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E538772-77BE-1958-009F-42B2678E3ED8}"/>
                  </a:ext>
                </a:extLst>
              </p14:cNvPr>
              <p14:cNvContentPartPr/>
              <p14:nvPr/>
            </p14:nvContentPartPr>
            <p14:xfrm>
              <a:off x="3210981" y="1787435"/>
              <a:ext cx="761040" cy="9957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E538772-77BE-1958-009F-42B2678E3ED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95501" y="1771961"/>
                <a:ext cx="791640" cy="10263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FE8392B-23CB-B6A7-22AD-E67B8681380E}"/>
                  </a:ext>
                </a:extLst>
              </p14:cNvPr>
              <p14:cNvContentPartPr/>
              <p14:nvPr/>
            </p14:nvContentPartPr>
            <p14:xfrm>
              <a:off x="3932061" y="1802915"/>
              <a:ext cx="400320" cy="5709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FE8392B-23CB-B6A7-22AD-E67B8681380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16567" y="1787435"/>
                <a:ext cx="430948" cy="60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71AE9C8-B6E7-A937-DB0C-2DA4AB134332}"/>
                  </a:ext>
                </a:extLst>
              </p14:cNvPr>
              <p14:cNvContentPartPr/>
              <p14:nvPr/>
            </p14:nvContentPartPr>
            <p14:xfrm>
              <a:off x="3187221" y="1552355"/>
              <a:ext cx="690120" cy="56448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71AE9C8-B6E7-A937-DB0C-2DA4AB13433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171741" y="1536885"/>
                <a:ext cx="720720" cy="5950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A851B73-7C5C-A73B-1C8E-090898E4D549}"/>
                  </a:ext>
                </a:extLst>
              </p14:cNvPr>
              <p14:cNvContentPartPr/>
              <p14:nvPr/>
            </p14:nvContentPartPr>
            <p14:xfrm>
              <a:off x="3579261" y="2524355"/>
              <a:ext cx="102240" cy="1710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A851B73-7C5C-A73B-1C8E-090898E4D54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63781" y="2508908"/>
                <a:ext cx="132840" cy="2015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9D30DBF-8DD6-3DFF-3AAF-EBB5E7C8D0DF}"/>
                  </a:ext>
                </a:extLst>
              </p14:cNvPr>
              <p14:cNvContentPartPr/>
              <p14:nvPr/>
            </p14:nvContentPartPr>
            <p14:xfrm>
              <a:off x="3665661" y="2524355"/>
              <a:ext cx="118080" cy="1483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9D30DBF-8DD6-3DFF-3AAF-EBB5E7C8D0D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650181" y="2508912"/>
                <a:ext cx="148680" cy="178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66AE515-4C18-EBDA-6BDE-84491BAE96E4}"/>
                  </a:ext>
                </a:extLst>
              </p14:cNvPr>
              <p14:cNvContentPartPr/>
              <p14:nvPr/>
            </p14:nvContentPartPr>
            <p14:xfrm>
              <a:off x="4378821" y="1991195"/>
              <a:ext cx="815040" cy="22788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66AE515-4C18-EBDA-6BDE-84491BAE96E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363334" y="1975691"/>
                <a:ext cx="845654" cy="2585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A749319A-900E-5F44-0D30-9D4AEA3F8467}"/>
                  </a:ext>
                </a:extLst>
              </p14:cNvPr>
              <p14:cNvContentPartPr/>
              <p14:nvPr/>
            </p14:nvContentPartPr>
            <p14:xfrm>
              <a:off x="5554581" y="1089395"/>
              <a:ext cx="188640" cy="48636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A749319A-900E-5F44-0D30-9D4AEA3F846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539101" y="1073915"/>
                <a:ext cx="21924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E7DFEC14-FA95-2468-A1CD-279B8D39FD23}"/>
                  </a:ext>
                </a:extLst>
              </p14:cNvPr>
              <p14:cNvContentPartPr/>
              <p14:nvPr/>
            </p14:nvContentPartPr>
            <p14:xfrm>
              <a:off x="4457661" y="1144475"/>
              <a:ext cx="893520" cy="7261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E7DFEC14-FA95-2468-A1CD-279B8D39FD2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442175" y="1128995"/>
                <a:ext cx="924132" cy="75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128306A1-AD5E-D0CE-29D3-77B08A207DEB}"/>
                  </a:ext>
                </a:extLst>
              </p14:cNvPr>
              <p14:cNvContentPartPr/>
              <p14:nvPr/>
            </p14:nvContentPartPr>
            <p14:xfrm>
              <a:off x="5766261" y="1269755"/>
              <a:ext cx="494280" cy="4471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128306A1-AD5E-D0CE-29D3-77B08A207DE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750781" y="1254275"/>
                <a:ext cx="524880" cy="4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EDB8050-FBDC-23FA-B596-6B1B5B4E68B2}"/>
                  </a:ext>
                </a:extLst>
              </p14:cNvPr>
              <p14:cNvContentPartPr/>
              <p14:nvPr/>
            </p14:nvContentPartPr>
            <p14:xfrm>
              <a:off x="2591421" y="1614995"/>
              <a:ext cx="16200" cy="316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EDB8050-FBDC-23FA-B596-6B1B5B4E68B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580376" y="1604195"/>
                <a:ext cx="37923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73C02ED-EC29-8276-4539-117988E9FC8C}"/>
                  </a:ext>
                </a:extLst>
              </p14:cNvPr>
              <p14:cNvContentPartPr/>
              <p14:nvPr/>
            </p14:nvContentPartPr>
            <p14:xfrm>
              <a:off x="2615181" y="1458035"/>
              <a:ext cx="23760" cy="396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73C02ED-EC29-8276-4539-117988E9FC8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604542" y="1447235"/>
                <a:ext cx="44683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22D56DD4-9F4F-7B2B-8B43-17C1F271012C}"/>
                  </a:ext>
                </a:extLst>
              </p14:cNvPr>
              <p14:cNvContentPartPr/>
              <p14:nvPr/>
            </p14:nvContentPartPr>
            <p14:xfrm>
              <a:off x="2630661" y="1873475"/>
              <a:ext cx="23760" cy="1335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22D56DD4-9F4F-7B2B-8B43-17C1F271012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619861" y="1862675"/>
                <a:ext cx="450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7A93EE88-A502-24DA-0BDE-BFE2A2C0ED71}"/>
                  </a:ext>
                </a:extLst>
              </p14:cNvPr>
              <p14:cNvContentPartPr/>
              <p14:nvPr/>
            </p14:nvContentPartPr>
            <p14:xfrm>
              <a:off x="2661981" y="2202875"/>
              <a:ext cx="16200" cy="10224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7A93EE88-A502-24DA-0BDE-BFE2A2C0ED7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650936" y="2192075"/>
                <a:ext cx="37923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D8F6DCEA-7692-5ECE-B3B1-172387BA7580}"/>
                  </a:ext>
                </a:extLst>
              </p14:cNvPr>
              <p14:cNvContentPartPr/>
              <p14:nvPr/>
            </p14:nvContentPartPr>
            <p14:xfrm>
              <a:off x="2693301" y="2547755"/>
              <a:ext cx="360" cy="7884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D8F6DCEA-7692-5ECE-B3B1-172387BA7580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682501" y="2536905"/>
                <a:ext cx="21600" cy="100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C89B0558-5D13-1AEC-A80A-5E226644EB2C}"/>
                  </a:ext>
                </a:extLst>
              </p14:cNvPr>
              <p14:cNvContentPartPr/>
              <p14:nvPr/>
            </p14:nvContentPartPr>
            <p14:xfrm>
              <a:off x="2701221" y="2971115"/>
              <a:ext cx="8280" cy="1886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C89B0558-5D13-1AEC-A80A-5E226644EB2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690421" y="2960294"/>
                <a:ext cx="29520" cy="2099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2F428BCA-304A-E122-4DB5-1031F984A593}"/>
                  </a:ext>
                </a:extLst>
              </p14:cNvPr>
              <p14:cNvContentPartPr/>
              <p14:nvPr/>
            </p14:nvContentPartPr>
            <p14:xfrm>
              <a:off x="2779701" y="3292595"/>
              <a:ext cx="125640" cy="1620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2F428BCA-304A-E122-4DB5-1031F984A59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768901" y="3281795"/>
                <a:ext cx="1468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26E3F30-E07A-CEAE-4931-21CC9B1553EF}"/>
                  </a:ext>
                </a:extLst>
              </p14:cNvPr>
              <p14:cNvContentPartPr/>
              <p14:nvPr/>
            </p14:nvContentPartPr>
            <p14:xfrm>
              <a:off x="3257781" y="1481795"/>
              <a:ext cx="31680" cy="22788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26E3F30-E07A-CEAE-4931-21CC9B1553E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246981" y="1470995"/>
                <a:ext cx="5292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ED2E86A3-678C-6A16-CED8-D627942B1539}"/>
                  </a:ext>
                </a:extLst>
              </p14:cNvPr>
              <p14:cNvContentPartPr/>
              <p14:nvPr/>
            </p14:nvContentPartPr>
            <p14:xfrm>
              <a:off x="3257781" y="2038355"/>
              <a:ext cx="16200" cy="1022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ED2E86A3-678C-6A16-CED8-D627942B153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246736" y="2027555"/>
                <a:ext cx="37923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6F75501-94DC-FE95-1A76-2C170E8F51B1}"/>
                  </a:ext>
                </a:extLst>
              </p14:cNvPr>
              <p14:cNvContentPartPr/>
              <p14:nvPr/>
            </p14:nvContentPartPr>
            <p14:xfrm>
              <a:off x="3281541" y="2414555"/>
              <a:ext cx="23760" cy="20412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6F75501-94DC-FE95-1A76-2C170E8F51B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270902" y="2403774"/>
                <a:ext cx="44683" cy="2253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2C14611-559B-D514-ABDE-35C4328335CC}"/>
                  </a:ext>
                </a:extLst>
              </p14:cNvPr>
              <p14:cNvContentPartPr/>
              <p14:nvPr/>
            </p14:nvContentPartPr>
            <p14:xfrm>
              <a:off x="3121341" y="2775275"/>
              <a:ext cx="176040" cy="5414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2C14611-559B-D514-ABDE-35C4328335C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10563" y="2764475"/>
                <a:ext cx="197237" cy="56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8AF93A4-2250-3000-E2DB-00B4A6022FE4}"/>
                  </a:ext>
                </a:extLst>
              </p14:cNvPr>
              <p14:cNvContentPartPr/>
              <p14:nvPr/>
            </p14:nvContentPartPr>
            <p14:xfrm>
              <a:off x="3046101" y="1301435"/>
              <a:ext cx="173160" cy="1620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8AF93A4-2250-3000-E2DB-00B4A6022FE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035278" y="1290635"/>
                <a:ext cx="194444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DBA8E4B6-81F2-31ED-F775-632F6CE84591}"/>
                  </a:ext>
                </a:extLst>
              </p14:cNvPr>
              <p14:cNvContentPartPr/>
              <p14:nvPr/>
            </p14:nvContentPartPr>
            <p14:xfrm>
              <a:off x="2772861" y="149075"/>
              <a:ext cx="2547360" cy="114480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DBA8E4B6-81F2-31ED-F775-632F6CE84591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762061" y="138275"/>
                <a:ext cx="2568600" cy="11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BC47AC1A-95EC-B728-963B-B26DFE24B53D}"/>
                  </a:ext>
                </a:extLst>
              </p14:cNvPr>
              <p14:cNvContentPartPr/>
              <p14:nvPr/>
            </p14:nvContentPartPr>
            <p14:xfrm>
              <a:off x="1360581" y="1630475"/>
              <a:ext cx="8280" cy="10224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BC47AC1A-95EC-B728-963B-B26DFE24B53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345101" y="1614995"/>
                <a:ext cx="388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461DB371-7782-51F6-EF4C-56193DB62EBD}"/>
                  </a:ext>
                </a:extLst>
              </p14:cNvPr>
              <p14:cNvContentPartPr/>
              <p14:nvPr/>
            </p14:nvContentPartPr>
            <p14:xfrm>
              <a:off x="1376421" y="1826675"/>
              <a:ext cx="16200" cy="16488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461DB371-7782-51F6-EF4C-56193DB62EB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360589" y="1811229"/>
                <a:ext cx="47495" cy="1954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6A678339-D9C3-54E1-564B-C94A710B5A2E}"/>
                  </a:ext>
                </a:extLst>
              </p14:cNvPr>
              <p14:cNvContentPartPr/>
              <p14:nvPr/>
            </p14:nvContentPartPr>
            <p14:xfrm>
              <a:off x="1839021" y="1607075"/>
              <a:ext cx="31680" cy="237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6A678339-D9C3-54E1-564B-C94A710B5A2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823541" y="1591595"/>
                <a:ext cx="6228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807F6DA-905E-A85E-A4C9-BB092890E235}"/>
                  </a:ext>
                </a:extLst>
              </p14:cNvPr>
              <p14:cNvContentPartPr/>
              <p14:nvPr/>
            </p14:nvContentPartPr>
            <p14:xfrm>
              <a:off x="1854501" y="1779515"/>
              <a:ext cx="23760" cy="2984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807F6DA-905E-A85E-A4C9-BB092890E23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839021" y="1764016"/>
                <a:ext cx="54360" cy="3290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08423957-2879-401B-BAE2-5063480EA78E}"/>
                  </a:ext>
                </a:extLst>
              </p14:cNvPr>
              <p14:cNvContentPartPr/>
              <p14:nvPr/>
            </p14:nvContentPartPr>
            <p14:xfrm>
              <a:off x="1870341" y="2430395"/>
              <a:ext cx="23760" cy="31392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08423957-2879-401B-BAE2-5063480EA78E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855092" y="2414915"/>
                <a:ext cx="53903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F39E84FF-3AFD-CE72-C95E-9FF2C1F365A4}"/>
                  </a:ext>
                </a:extLst>
              </p14:cNvPr>
              <p14:cNvContentPartPr/>
              <p14:nvPr/>
            </p14:nvContentPartPr>
            <p14:xfrm>
              <a:off x="1329261" y="1388555"/>
              <a:ext cx="494640" cy="11700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F39E84FF-3AFD-CE72-C95E-9FF2C1F365A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13770" y="1373075"/>
                <a:ext cx="525262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1C5DB00B-E2FF-0B8B-DA67-A900C8AAE423}"/>
                  </a:ext>
                </a:extLst>
              </p14:cNvPr>
              <p14:cNvContentPartPr/>
              <p14:nvPr/>
            </p14:nvContentPartPr>
            <p14:xfrm>
              <a:off x="1415661" y="2892635"/>
              <a:ext cx="478800" cy="42372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1C5DB00B-E2FF-0B8B-DA67-A900C8AAE42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400181" y="2877155"/>
                <a:ext cx="509400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80CF49F0-7DDE-EF8F-29AF-32B405113438}"/>
                  </a:ext>
                </a:extLst>
              </p14:cNvPr>
              <p14:cNvContentPartPr/>
              <p14:nvPr/>
            </p14:nvContentPartPr>
            <p14:xfrm>
              <a:off x="1540941" y="509435"/>
              <a:ext cx="721800" cy="61992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80CF49F0-7DDE-EF8F-29AF-32B405113438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525453" y="493946"/>
                <a:ext cx="752415" cy="6505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EB2F550F-557A-7FD2-AA05-57C370F1DD84}"/>
                  </a:ext>
                </a:extLst>
              </p14:cNvPr>
              <p14:cNvContentPartPr/>
              <p14:nvPr/>
            </p14:nvContentPartPr>
            <p14:xfrm>
              <a:off x="656061" y="611315"/>
              <a:ext cx="681480" cy="5572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EB2F550F-557A-7FD2-AA05-57C370F1DD8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40581" y="595825"/>
                <a:ext cx="712080" cy="5879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9D729146-63D6-4845-A830-0360794E7854}"/>
                  </a:ext>
                </a:extLst>
              </p14:cNvPr>
              <p14:cNvContentPartPr/>
              <p14:nvPr/>
            </p14:nvContentPartPr>
            <p14:xfrm>
              <a:off x="3853581" y="1748195"/>
              <a:ext cx="31680" cy="9432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9D729146-63D6-4845-A830-0360794E7854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838101" y="1732774"/>
                <a:ext cx="62280" cy="1248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C7603B0F-E4C3-95DC-5D62-3D89BCAF1152}"/>
                  </a:ext>
                </a:extLst>
              </p14:cNvPr>
              <p14:cNvContentPartPr/>
              <p14:nvPr/>
            </p14:nvContentPartPr>
            <p14:xfrm>
              <a:off x="3900741" y="2038355"/>
              <a:ext cx="16200" cy="14940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C7603B0F-E4C3-95DC-5D62-3D89BCAF115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884909" y="2022875"/>
                <a:ext cx="47495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95F07F34-757A-4A93-CDE7-6DADBBEB0A4E}"/>
                  </a:ext>
                </a:extLst>
              </p14:cNvPr>
              <p14:cNvContentPartPr/>
              <p14:nvPr/>
            </p14:nvContentPartPr>
            <p14:xfrm>
              <a:off x="3908661" y="2320595"/>
              <a:ext cx="16200" cy="4752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95F07F34-757A-4A93-CDE7-6DADBBEB0A4E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893181" y="2305115"/>
                <a:ext cx="4680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01AA6B98-09C7-FC60-C96F-6EA52B480542}"/>
                  </a:ext>
                </a:extLst>
              </p14:cNvPr>
              <p14:cNvContentPartPr/>
              <p14:nvPr/>
            </p14:nvContentPartPr>
            <p14:xfrm>
              <a:off x="3939981" y="2547755"/>
              <a:ext cx="31680" cy="16488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01AA6B98-09C7-FC60-C96F-6EA52B48054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924675" y="2532275"/>
                <a:ext cx="61936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B9D300FD-BB79-B921-CD4B-D617D3A88D4F}"/>
                  </a:ext>
                </a:extLst>
              </p14:cNvPr>
              <p14:cNvContentPartPr/>
              <p14:nvPr/>
            </p14:nvContentPartPr>
            <p14:xfrm>
              <a:off x="3979221" y="2712275"/>
              <a:ext cx="188640" cy="828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B9D300FD-BB79-B921-CD4B-D617D3A88D4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963741" y="2696795"/>
                <a:ext cx="2192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F9FEAD22-6B09-2E59-9717-B194D3F97B28}"/>
                  </a:ext>
                </a:extLst>
              </p14:cNvPr>
              <p14:cNvContentPartPr/>
              <p14:nvPr/>
            </p14:nvContentPartPr>
            <p14:xfrm>
              <a:off x="4215381" y="2704715"/>
              <a:ext cx="101520" cy="237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F9FEAD22-6B09-2E59-9717-B194D3F97B2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199901" y="2689466"/>
                <a:ext cx="132120" cy="539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50F2A4ED-62F0-A24F-525B-609D59F8B44D}"/>
                  </a:ext>
                </a:extLst>
              </p14:cNvPr>
              <p14:cNvContentPartPr/>
              <p14:nvPr/>
            </p14:nvContentPartPr>
            <p14:xfrm>
              <a:off x="3873741" y="1497275"/>
              <a:ext cx="278280" cy="1620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50F2A4ED-62F0-A24F-525B-609D59F8B44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858241" y="1481443"/>
                <a:ext cx="308920" cy="47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76AEC269-6F0C-7780-AB09-9D90CEB34558}"/>
                  </a:ext>
                </a:extLst>
              </p14:cNvPr>
              <p14:cNvContentPartPr/>
              <p14:nvPr/>
            </p14:nvContentPartPr>
            <p14:xfrm>
              <a:off x="4198821" y="1481795"/>
              <a:ext cx="8280" cy="1620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76AEC269-6F0C-7780-AB09-9D90CEB34558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183341" y="1466315"/>
                <a:ext cx="3888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D7FC5C9A-9697-A90E-7D44-00847C75364C}"/>
                  </a:ext>
                </a:extLst>
              </p14:cNvPr>
              <p14:cNvContentPartPr/>
              <p14:nvPr/>
            </p14:nvContentPartPr>
            <p14:xfrm>
              <a:off x="4245621" y="1556675"/>
              <a:ext cx="16200" cy="3528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D7FC5C9A-9697-A90E-7D44-00847C75364C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229789" y="1541195"/>
                <a:ext cx="47495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D77E3545-5C7C-07EE-C694-0FFD1B7998FF}"/>
                  </a:ext>
                </a:extLst>
              </p14:cNvPr>
              <p14:cNvContentPartPr/>
              <p14:nvPr/>
            </p14:nvContentPartPr>
            <p14:xfrm>
              <a:off x="4332021" y="1756115"/>
              <a:ext cx="16200" cy="28260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D77E3545-5C7C-07EE-C694-0FFD1B7998F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316541" y="1740635"/>
                <a:ext cx="4680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3E3BA354-E2B7-CC67-C741-3FA53E505D16}"/>
                  </a:ext>
                </a:extLst>
              </p14:cNvPr>
              <p14:cNvContentPartPr/>
              <p14:nvPr/>
            </p14:nvContentPartPr>
            <p14:xfrm>
              <a:off x="4347501" y="2124395"/>
              <a:ext cx="16200" cy="11808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3E3BA354-E2B7-CC67-C741-3FA53E505D1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331669" y="2108868"/>
                <a:ext cx="47495" cy="1487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270D3E57-1AD9-9082-CD09-06C23A695BEB}"/>
                  </a:ext>
                </a:extLst>
              </p14:cNvPr>
              <p14:cNvContentPartPr/>
              <p14:nvPr/>
            </p14:nvContentPartPr>
            <p14:xfrm>
              <a:off x="1329621" y="4491438"/>
              <a:ext cx="431640" cy="36108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270D3E57-1AD9-9082-CD09-06C23A695BE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314141" y="4475958"/>
                <a:ext cx="46224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670EE86F-C4C8-BFD0-142D-A84A377604C2}"/>
                  </a:ext>
                </a:extLst>
              </p14:cNvPr>
              <p14:cNvContentPartPr/>
              <p14:nvPr/>
            </p14:nvContentPartPr>
            <p14:xfrm>
              <a:off x="1948821" y="4468038"/>
              <a:ext cx="572760" cy="314280"/>
            </p14:xfrm>
          </p:contentPart>
        </mc:Choice>
        <mc:Fallback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670EE86F-C4C8-BFD0-142D-A84A377604C2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933341" y="4452558"/>
                <a:ext cx="60336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82F254F4-49BA-552D-1DE3-C7A684A15A73}"/>
                  </a:ext>
                </a:extLst>
              </p14:cNvPr>
              <p14:cNvContentPartPr/>
              <p14:nvPr/>
            </p14:nvContentPartPr>
            <p14:xfrm>
              <a:off x="1486221" y="1669715"/>
              <a:ext cx="1340640" cy="126108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82F254F4-49BA-552D-1DE3-C7A684A15A7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470745" y="1654231"/>
                <a:ext cx="1376270" cy="12916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2D8873EE-E4BD-6CEA-981A-5FBFE316BD09}"/>
                  </a:ext>
                </a:extLst>
              </p14:cNvPr>
              <p14:cNvContentPartPr/>
              <p14:nvPr/>
            </p14:nvContentPartPr>
            <p14:xfrm>
              <a:off x="1689981" y="1904838"/>
              <a:ext cx="1133640" cy="83124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2D8873EE-E4BD-6CEA-981A-5FBFE316BD0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674501" y="1889358"/>
                <a:ext cx="1164240" cy="86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EF712714-6A96-6597-62F7-96C9911288BB}"/>
                  </a:ext>
                </a:extLst>
              </p14:cNvPr>
              <p14:cNvContentPartPr/>
              <p14:nvPr/>
            </p14:nvContentPartPr>
            <p14:xfrm>
              <a:off x="2577741" y="1716918"/>
              <a:ext cx="100440" cy="18756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EF712714-6A96-6597-62F7-96C9911288B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562261" y="1701438"/>
                <a:ext cx="13104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D538F5E2-B875-DB8A-F6B2-5C81B6D5CCBF}"/>
                  </a:ext>
                </a:extLst>
              </p14:cNvPr>
              <p14:cNvContentPartPr/>
              <p14:nvPr/>
            </p14:nvContentPartPr>
            <p14:xfrm>
              <a:off x="2666301" y="2587758"/>
              <a:ext cx="97920" cy="14832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D538F5E2-B875-DB8A-F6B2-5C81B6D5CCB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650821" y="2572278"/>
                <a:ext cx="1285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A35E2B24-FDA8-E61E-D625-E5FCCE862B03}"/>
                  </a:ext>
                </a:extLst>
              </p14:cNvPr>
              <p14:cNvContentPartPr/>
              <p14:nvPr/>
            </p14:nvContentPartPr>
            <p14:xfrm>
              <a:off x="2521941" y="2014638"/>
              <a:ext cx="164160" cy="10152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A35E2B24-FDA8-E61E-D625-E5FCCE862B03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506461" y="1999103"/>
                <a:ext cx="194760" cy="1322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5411FE30-1DB0-EEB4-AECC-2236C620043B}"/>
                  </a:ext>
                </a:extLst>
              </p14:cNvPr>
              <p14:cNvContentPartPr/>
              <p14:nvPr/>
            </p14:nvContentPartPr>
            <p14:xfrm>
              <a:off x="2474781" y="2736078"/>
              <a:ext cx="132840" cy="14940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5411FE30-1DB0-EEB4-AECC-2236C620043B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459259" y="2720598"/>
                <a:ext cx="163523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EF711555-6986-8A70-D0AD-5D16271BDDB4}"/>
                  </a:ext>
                </a:extLst>
              </p14:cNvPr>
              <p14:cNvContentPartPr/>
              <p14:nvPr/>
            </p14:nvContentPartPr>
            <p14:xfrm>
              <a:off x="2779701" y="4331238"/>
              <a:ext cx="1270440" cy="37584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EF711555-6986-8A70-D0AD-5D16271BDDB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764221" y="4315743"/>
                <a:ext cx="1301040" cy="4064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0CD669DD-216E-DC1E-0AAD-854C907251D6}"/>
                  </a:ext>
                </a:extLst>
              </p14:cNvPr>
              <p14:cNvContentPartPr/>
              <p14:nvPr/>
            </p14:nvContentPartPr>
            <p14:xfrm>
              <a:off x="1164741" y="4232958"/>
              <a:ext cx="306000" cy="86796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0CD669DD-216E-DC1E-0AAD-854C907251D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149261" y="4217478"/>
                <a:ext cx="336600" cy="89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3920E163-9092-8B95-8888-F69ED173BE8E}"/>
                  </a:ext>
                </a:extLst>
              </p14:cNvPr>
              <p14:cNvContentPartPr/>
              <p14:nvPr/>
            </p14:nvContentPartPr>
            <p14:xfrm>
              <a:off x="537621" y="4417638"/>
              <a:ext cx="557280" cy="45036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3920E163-9092-8B95-8888-F69ED173BE8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22131" y="4402170"/>
                <a:ext cx="587900" cy="480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3D6E7CE5-BC0A-CD7D-FD98-57068D774275}"/>
                  </a:ext>
                </a:extLst>
              </p14:cNvPr>
              <p14:cNvContentPartPr/>
              <p14:nvPr/>
            </p14:nvContentPartPr>
            <p14:xfrm>
              <a:off x="4167501" y="4056198"/>
              <a:ext cx="55440" cy="66240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3D6E7CE5-BC0A-CD7D-FD98-57068D77427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152021" y="4040718"/>
                <a:ext cx="86040" cy="69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ED18D08B-5D7D-2B73-0ABE-1C338BBDCF39}"/>
                  </a:ext>
                </a:extLst>
              </p14:cNvPr>
              <p14:cNvContentPartPr/>
              <p14:nvPr/>
            </p14:nvContentPartPr>
            <p14:xfrm>
              <a:off x="4371261" y="4452198"/>
              <a:ext cx="180720" cy="5508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ED18D08B-5D7D-2B73-0ABE-1C338BBDCF3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355781" y="4436718"/>
                <a:ext cx="2113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DA7476E1-60F5-F06A-121E-B6CA16FA3F9B}"/>
                  </a:ext>
                </a:extLst>
              </p14:cNvPr>
              <p14:cNvContentPartPr/>
              <p14:nvPr/>
            </p14:nvContentPartPr>
            <p14:xfrm>
              <a:off x="4457301" y="4331238"/>
              <a:ext cx="16200" cy="34092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DA7476E1-60F5-F06A-121E-B6CA16FA3F9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441821" y="4315758"/>
                <a:ext cx="4680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BAC2C462-9D5A-B19E-ADD3-83CB1531171E}"/>
                  </a:ext>
                </a:extLst>
              </p14:cNvPr>
              <p14:cNvContentPartPr/>
              <p14:nvPr/>
            </p14:nvContentPartPr>
            <p14:xfrm>
              <a:off x="4708221" y="4162398"/>
              <a:ext cx="267120" cy="48636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BAC2C462-9D5A-B19E-ADD3-83CB1531171E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692720" y="4146918"/>
                <a:ext cx="297761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D68F28DA-00F8-6304-86E9-CC607DEF62B7}"/>
                  </a:ext>
                </a:extLst>
              </p14:cNvPr>
              <p14:cNvContentPartPr/>
              <p14:nvPr/>
            </p14:nvContentPartPr>
            <p14:xfrm>
              <a:off x="1697901" y="5471358"/>
              <a:ext cx="486360" cy="29844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D68F28DA-00F8-6304-86E9-CC607DEF62B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682421" y="5455859"/>
                <a:ext cx="516960" cy="3290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09D98B9B-9F41-0AF8-DFCC-477FD1AD29A1}"/>
                  </a:ext>
                </a:extLst>
              </p14:cNvPr>
              <p14:cNvContentPartPr/>
              <p14:nvPr/>
            </p14:nvContentPartPr>
            <p14:xfrm>
              <a:off x="624021" y="5483598"/>
              <a:ext cx="729360" cy="38016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09D98B9B-9F41-0AF8-DFCC-477FD1AD29A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08541" y="5468118"/>
                <a:ext cx="75996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2565B5DF-132F-97B3-CA80-FB5C4CB9EE69}"/>
                  </a:ext>
                </a:extLst>
              </p14:cNvPr>
              <p14:cNvContentPartPr/>
              <p14:nvPr/>
            </p14:nvContentPartPr>
            <p14:xfrm>
              <a:off x="2419341" y="5436798"/>
              <a:ext cx="77760" cy="28620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2565B5DF-132F-97B3-CA80-FB5C4CB9EE6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2403861" y="5421318"/>
                <a:ext cx="10836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52CF042E-3422-AFF6-8755-9A731D274C86}"/>
                  </a:ext>
                </a:extLst>
              </p14:cNvPr>
              <p14:cNvContentPartPr/>
              <p14:nvPr/>
            </p14:nvContentPartPr>
            <p14:xfrm>
              <a:off x="2395581" y="5481078"/>
              <a:ext cx="141480" cy="20232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52CF042E-3422-AFF6-8755-9A731D274C8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380101" y="5465625"/>
                <a:ext cx="172080" cy="2328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EB68047E-32FE-EBC8-0DD7-7B854437A051}"/>
                  </a:ext>
                </a:extLst>
              </p14:cNvPr>
              <p14:cNvContentPartPr/>
              <p14:nvPr/>
            </p14:nvContentPartPr>
            <p14:xfrm>
              <a:off x="2568021" y="5565678"/>
              <a:ext cx="39600" cy="141480"/>
            </p14:xfrm>
          </p:contentPart>
        </mc:Choice>
        <mc:Fallback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EB68047E-32FE-EBC8-0DD7-7B854437A051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552541" y="5550198"/>
                <a:ext cx="7020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E7BE101F-CDC0-DF93-DE9D-D212A4DC909B}"/>
                  </a:ext>
                </a:extLst>
              </p14:cNvPr>
              <p14:cNvContentPartPr/>
              <p14:nvPr/>
            </p14:nvContentPartPr>
            <p14:xfrm>
              <a:off x="2693661" y="5589078"/>
              <a:ext cx="133560" cy="3168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E7BE101F-CDC0-DF93-DE9D-D212A4DC909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2678181" y="5573598"/>
                <a:ext cx="16416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294" name="Ink 293">
                <a:extLst>
                  <a:ext uri="{FF2B5EF4-FFF2-40B4-BE49-F238E27FC236}">
                    <a16:creationId xmlns:a16="http://schemas.microsoft.com/office/drawing/2014/main" id="{18FADF6C-8BAD-5909-1AAC-F35941D9578F}"/>
                  </a:ext>
                </a:extLst>
              </p14:cNvPr>
              <p14:cNvContentPartPr/>
              <p14:nvPr/>
            </p14:nvContentPartPr>
            <p14:xfrm>
              <a:off x="2764221" y="5424558"/>
              <a:ext cx="23760" cy="298440"/>
            </p14:xfrm>
          </p:contentPart>
        </mc:Choice>
        <mc:Fallback>
          <p:pic>
            <p:nvPicPr>
              <p:cNvPr id="294" name="Ink 293">
                <a:extLst>
                  <a:ext uri="{FF2B5EF4-FFF2-40B4-BE49-F238E27FC236}">
                    <a16:creationId xmlns:a16="http://schemas.microsoft.com/office/drawing/2014/main" id="{18FADF6C-8BAD-5909-1AAC-F35941D9578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2748972" y="5409078"/>
                <a:ext cx="53903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43249CEB-F9E4-0F0A-8915-EA91F7BA511B}"/>
                  </a:ext>
                </a:extLst>
              </p14:cNvPr>
              <p14:cNvContentPartPr/>
              <p14:nvPr/>
            </p14:nvContentPartPr>
            <p14:xfrm>
              <a:off x="3030621" y="5361558"/>
              <a:ext cx="164880" cy="23544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43249CEB-F9E4-0F0A-8915-EA91F7BA511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015141" y="5346078"/>
                <a:ext cx="19548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79CDB379-734A-7913-914D-86D31C8FDA5F}"/>
                  </a:ext>
                </a:extLst>
              </p14:cNvPr>
              <p14:cNvContentPartPr/>
              <p14:nvPr/>
            </p14:nvContentPartPr>
            <p14:xfrm>
              <a:off x="3258141" y="5495118"/>
              <a:ext cx="157320" cy="18864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79CDB379-734A-7913-914D-86D31C8FDA5F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3242661" y="5479638"/>
                <a:ext cx="1879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4171A439-FC0C-5D5B-A949-A4779BE8D88F}"/>
                  </a:ext>
                </a:extLst>
              </p14:cNvPr>
              <p14:cNvContentPartPr/>
              <p14:nvPr/>
            </p14:nvContentPartPr>
            <p14:xfrm>
              <a:off x="3446061" y="5440038"/>
              <a:ext cx="133560" cy="21132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4171A439-FC0C-5D5B-A949-A4779BE8D88F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430581" y="5424532"/>
                <a:ext cx="164160" cy="2419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B098B326-C582-E87A-500C-DFAEEAC18295}"/>
                  </a:ext>
                </a:extLst>
              </p14:cNvPr>
              <p14:cNvContentPartPr/>
              <p14:nvPr/>
            </p14:nvContentPartPr>
            <p14:xfrm>
              <a:off x="3790941" y="5300718"/>
              <a:ext cx="78840" cy="28872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B098B326-C582-E87A-500C-DFAEEAC1829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3775461" y="5285238"/>
                <a:ext cx="10944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C2593317-726E-2F32-7447-9A619EEB404A}"/>
                  </a:ext>
                </a:extLst>
              </p14:cNvPr>
              <p14:cNvContentPartPr/>
              <p14:nvPr/>
            </p14:nvContentPartPr>
            <p14:xfrm>
              <a:off x="3744141" y="5385318"/>
              <a:ext cx="188640" cy="21204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C2593317-726E-2F32-7447-9A619EEB404A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3728661" y="5369838"/>
                <a:ext cx="2192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603D6B4E-3329-CF3D-2A05-20371BE1C395}"/>
                  </a:ext>
                </a:extLst>
              </p14:cNvPr>
              <p14:cNvContentPartPr/>
              <p14:nvPr/>
            </p14:nvContentPartPr>
            <p14:xfrm>
              <a:off x="3924501" y="5424558"/>
              <a:ext cx="204120" cy="19548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603D6B4E-3329-CF3D-2A05-20371BE1C39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909021" y="5409078"/>
                <a:ext cx="2347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07370BD2-743C-D910-EA74-C8BDC549CDB0}"/>
                  </a:ext>
                </a:extLst>
              </p14:cNvPr>
              <p14:cNvContentPartPr/>
              <p14:nvPr/>
            </p14:nvContentPartPr>
            <p14:xfrm>
              <a:off x="4089021" y="5095158"/>
              <a:ext cx="227880" cy="80784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07370BD2-743C-D910-EA74-C8BDC549CDB0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073541" y="5079678"/>
                <a:ext cx="258480" cy="83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6239D216-D480-C807-825C-B1C9BA8CADCB}"/>
                  </a:ext>
                </a:extLst>
              </p14:cNvPr>
              <p14:cNvContentPartPr/>
              <p14:nvPr/>
            </p14:nvContentPartPr>
            <p14:xfrm>
              <a:off x="4496541" y="5346078"/>
              <a:ext cx="274680" cy="29844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6239D216-D480-C807-825C-B1C9BA8CADC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481061" y="5330598"/>
                <a:ext cx="30528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C18F4B07-D37F-3D57-A817-85E843229B07}"/>
                  </a:ext>
                </a:extLst>
              </p14:cNvPr>
              <p14:cNvContentPartPr/>
              <p14:nvPr/>
            </p14:nvContentPartPr>
            <p14:xfrm>
              <a:off x="4880661" y="5232678"/>
              <a:ext cx="502200" cy="39564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C18F4B07-D37F-3D57-A817-85E843229B0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865181" y="5217198"/>
                <a:ext cx="53280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315" name="Ink 314">
                <a:extLst>
                  <a:ext uri="{FF2B5EF4-FFF2-40B4-BE49-F238E27FC236}">
                    <a16:creationId xmlns:a16="http://schemas.microsoft.com/office/drawing/2014/main" id="{155274AA-14FA-7D07-A59F-355FCFB37165}"/>
                  </a:ext>
                </a:extLst>
              </p14:cNvPr>
              <p14:cNvContentPartPr/>
              <p14:nvPr/>
            </p14:nvContentPartPr>
            <p14:xfrm>
              <a:off x="5915661" y="3644718"/>
              <a:ext cx="39600" cy="2681640"/>
            </p14:xfrm>
          </p:contentPart>
        </mc:Choice>
        <mc:Fallback>
          <p:pic>
            <p:nvPicPr>
              <p:cNvPr id="315" name="Ink 314">
                <a:extLst>
                  <a:ext uri="{FF2B5EF4-FFF2-40B4-BE49-F238E27FC236}">
                    <a16:creationId xmlns:a16="http://schemas.microsoft.com/office/drawing/2014/main" id="{155274AA-14FA-7D07-A59F-355FCFB37165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900181" y="3629236"/>
                <a:ext cx="70200" cy="27122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1A1D492E-23D8-CD69-E766-49E47D03950B}"/>
                  </a:ext>
                </a:extLst>
              </p14:cNvPr>
              <p14:cNvContentPartPr/>
              <p14:nvPr/>
            </p14:nvContentPartPr>
            <p14:xfrm>
              <a:off x="6228861" y="3888078"/>
              <a:ext cx="165240" cy="160740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1A1D492E-23D8-CD69-E766-49E47D03950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6213415" y="3872598"/>
                <a:ext cx="195773" cy="163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326" name="Ink 325">
                <a:extLst>
                  <a:ext uri="{FF2B5EF4-FFF2-40B4-BE49-F238E27FC236}">
                    <a16:creationId xmlns:a16="http://schemas.microsoft.com/office/drawing/2014/main" id="{EEC72114-D352-12C4-6C7D-AB03935F3EEB}"/>
                  </a:ext>
                </a:extLst>
              </p14:cNvPr>
              <p14:cNvContentPartPr/>
              <p14:nvPr/>
            </p14:nvContentPartPr>
            <p14:xfrm>
              <a:off x="6597501" y="3832998"/>
              <a:ext cx="960480" cy="1395720"/>
            </p14:xfrm>
          </p:contentPart>
        </mc:Choice>
        <mc:Fallback>
          <p:pic>
            <p:nvPicPr>
              <p:cNvPr id="326" name="Ink 325">
                <a:extLst>
                  <a:ext uri="{FF2B5EF4-FFF2-40B4-BE49-F238E27FC236}">
                    <a16:creationId xmlns:a16="http://schemas.microsoft.com/office/drawing/2014/main" id="{EEC72114-D352-12C4-6C7D-AB03935F3EE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6582015" y="3817518"/>
                <a:ext cx="991091" cy="142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337" name="Ink 336">
                <a:extLst>
                  <a:ext uri="{FF2B5EF4-FFF2-40B4-BE49-F238E27FC236}">
                    <a16:creationId xmlns:a16="http://schemas.microsoft.com/office/drawing/2014/main" id="{66F6A3E2-3EA6-C9B2-CD5D-7B5F869C79B7}"/>
                  </a:ext>
                </a:extLst>
              </p14:cNvPr>
              <p14:cNvContentPartPr/>
              <p14:nvPr/>
            </p14:nvContentPartPr>
            <p14:xfrm>
              <a:off x="7914741" y="4577838"/>
              <a:ext cx="212040" cy="227880"/>
            </p14:xfrm>
          </p:contentPart>
        </mc:Choice>
        <mc:Fallback>
          <p:pic>
            <p:nvPicPr>
              <p:cNvPr id="337" name="Ink 336">
                <a:extLst>
                  <a:ext uri="{FF2B5EF4-FFF2-40B4-BE49-F238E27FC236}">
                    <a16:creationId xmlns:a16="http://schemas.microsoft.com/office/drawing/2014/main" id="{66F6A3E2-3EA6-C9B2-CD5D-7B5F869C79B7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899261" y="4562358"/>
                <a:ext cx="24264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338" name="Ink 337">
                <a:extLst>
                  <a:ext uri="{FF2B5EF4-FFF2-40B4-BE49-F238E27FC236}">
                    <a16:creationId xmlns:a16="http://schemas.microsoft.com/office/drawing/2014/main" id="{B0A02E8D-89BE-5CE8-CC1E-594971ABF8A5}"/>
                  </a:ext>
                </a:extLst>
              </p14:cNvPr>
              <p14:cNvContentPartPr/>
              <p14:nvPr/>
            </p14:nvContentPartPr>
            <p14:xfrm>
              <a:off x="8792781" y="3707718"/>
              <a:ext cx="415800" cy="337320"/>
            </p14:xfrm>
          </p:contentPart>
        </mc:Choice>
        <mc:Fallback>
          <p:pic>
            <p:nvPicPr>
              <p:cNvPr id="338" name="Ink 337">
                <a:extLst>
                  <a:ext uri="{FF2B5EF4-FFF2-40B4-BE49-F238E27FC236}">
                    <a16:creationId xmlns:a16="http://schemas.microsoft.com/office/drawing/2014/main" id="{B0A02E8D-89BE-5CE8-CC1E-594971ABF8A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777301" y="3692255"/>
                <a:ext cx="446400" cy="3678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339" name="Ink 338">
                <a:extLst>
                  <a:ext uri="{FF2B5EF4-FFF2-40B4-BE49-F238E27FC236}">
                    <a16:creationId xmlns:a16="http://schemas.microsoft.com/office/drawing/2014/main" id="{D81833BA-1FC1-4950-9752-0642590C8CD3}"/>
                  </a:ext>
                </a:extLst>
              </p14:cNvPr>
              <p14:cNvContentPartPr/>
              <p14:nvPr/>
            </p14:nvContentPartPr>
            <p14:xfrm>
              <a:off x="7883421" y="3820758"/>
              <a:ext cx="415800" cy="381240"/>
            </p14:xfrm>
          </p:contentPart>
        </mc:Choice>
        <mc:Fallback>
          <p:pic>
            <p:nvPicPr>
              <p:cNvPr id="339" name="Ink 338">
                <a:extLst>
                  <a:ext uri="{FF2B5EF4-FFF2-40B4-BE49-F238E27FC236}">
                    <a16:creationId xmlns:a16="http://schemas.microsoft.com/office/drawing/2014/main" id="{D81833BA-1FC1-4950-9752-0642590C8CD3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867941" y="3805263"/>
                <a:ext cx="446400" cy="4118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1A620AD5-D432-AFE9-303E-5FC4B019C321}"/>
                  </a:ext>
                </a:extLst>
              </p14:cNvPr>
              <p14:cNvContentPartPr/>
              <p14:nvPr/>
            </p14:nvContentPartPr>
            <p14:xfrm>
              <a:off x="8886741" y="3425478"/>
              <a:ext cx="1411560" cy="1991520"/>
            </p14:xfrm>
          </p:contentPart>
        </mc:Choice>
        <mc:Fallback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1A620AD5-D432-AFE9-303E-5FC4B019C321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871257" y="3409998"/>
                <a:ext cx="1442168" cy="20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40FA7257-3366-7E7C-2386-B0F8E740EB9F}"/>
                  </a:ext>
                </a:extLst>
              </p14:cNvPr>
              <p14:cNvContentPartPr/>
              <p14:nvPr/>
            </p14:nvContentPartPr>
            <p14:xfrm>
              <a:off x="7610541" y="3652638"/>
              <a:ext cx="712440" cy="146628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40FA7257-3366-7E7C-2386-B0F8E740EB9F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595053" y="3637158"/>
                <a:ext cx="743055" cy="14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95E5D8E9-326C-1B4D-571C-7B2F1DC84359}"/>
                  </a:ext>
                </a:extLst>
              </p14:cNvPr>
              <p14:cNvContentPartPr/>
              <p14:nvPr/>
            </p14:nvContentPartPr>
            <p14:xfrm>
              <a:off x="10329261" y="3434118"/>
              <a:ext cx="549000" cy="176328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95E5D8E9-326C-1B4D-571C-7B2F1DC84359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313791" y="3418641"/>
                <a:ext cx="579580" cy="17938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7AA4986-F76A-1EB1-A56C-772009699C39}"/>
                  </a:ext>
                </a:extLst>
              </p14:cNvPr>
              <p14:cNvContentPartPr/>
              <p14:nvPr/>
            </p14:nvContentPartPr>
            <p14:xfrm>
              <a:off x="11269941" y="3504995"/>
              <a:ext cx="196200" cy="399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7AA4986-F76A-1EB1-A56C-772009699C39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254489" y="3489515"/>
                <a:ext cx="226744" cy="4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F16C438-842A-5CAD-6CAF-F03E23650CD7}"/>
                  </a:ext>
                </a:extLst>
              </p14:cNvPr>
              <p14:cNvContentPartPr/>
              <p14:nvPr/>
            </p14:nvContentPartPr>
            <p14:xfrm>
              <a:off x="11552181" y="3755195"/>
              <a:ext cx="23760" cy="235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F16C438-842A-5CAD-6CAF-F03E23650CD7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1536932" y="3739739"/>
                <a:ext cx="53903" cy="265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E29EE9C-8CC3-044F-DC93-600CFAB061C4}"/>
                  </a:ext>
                </a:extLst>
              </p14:cNvPr>
              <p14:cNvContentPartPr/>
              <p14:nvPr/>
            </p14:nvContentPartPr>
            <p14:xfrm>
              <a:off x="11779341" y="3340475"/>
              <a:ext cx="133560" cy="15901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E29EE9C-8CC3-044F-DC93-600CFAB061C4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1763861" y="3324991"/>
                <a:ext cx="164160" cy="16207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7A6BB73-F04C-7200-598B-F357CD48ABC0}"/>
                  </a:ext>
                </a:extLst>
              </p14:cNvPr>
              <p14:cNvContentPartPr/>
              <p14:nvPr/>
            </p14:nvContentPartPr>
            <p14:xfrm>
              <a:off x="11003181" y="3363875"/>
              <a:ext cx="180720" cy="15674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7A6BB73-F04C-7200-598B-F357CD48ABC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0987701" y="3348395"/>
                <a:ext cx="211320" cy="159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DE5D552-128B-71CB-92A1-2EBAF727CF99}"/>
                  </a:ext>
                </a:extLst>
              </p14:cNvPr>
              <p14:cNvContentPartPr/>
              <p14:nvPr/>
            </p14:nvContentPartPr>
            <p14:xfrm>
              <a:off x="11301261" y="4321115"/>
              <a:ext cx="368640" cy="5230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DE5D552-128B-71CB-92A1-2EBAF727CF99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1285796" y="4305635"/>
                <a:ext cx="399210" cy="55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0B4025C-94D5-F428-61FC-9EF240577B87}"/>
                  </a:ext>
                </a:extLst>
              </p14:cNvPr>
              <p14:cNvContentPartPr/>
              <p14:nvPr/>
            </p14:nvContentPartPr>
            <p14:xfrm>
              <a:off x="3822261" y="2649635"/>
              <a:ext cx="70920" cy="2437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0B4025C-94D5-F428-61FC-9EF240577B87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806781" y="2634132"/>
                <a:ext cx="101520" cy="2743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503D9B5-40EF-5652-0A12-ACC4BBCFAF00}"/>
                  </a:ext>
                </a:extLst>
              </p14:cNvPr>
              <p14:cNvContentPartPr/>
              <p14:nvPr/>
            </p14:nvContentPartPr>
            <p14:xfrm>
              <a:off x="2003541" y="1415555"/>
              <a:ext cx="384480" cy="3250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503D9B5-40EF-5652-0A12-ACC4BBCFAF00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988061" y="1400092"/>
                <a:ext cx="415080" cy="3556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244C8C0-B6C6-A5B0-20D9-DA66DB5EB0A3}"/>
                  </a:ext>
                </a:extLst>
              </p14:cNvPr>
              <p14:cNvContentPartPr/>
              <p14:nvPr/>
            </p14:nvContentPartPr>
            <p14:xfrm>
              <a:off x="2082021" y="2877155"/>
              <a:ext cx="423720" cy="4147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244C8C0-B6C6-A5B0-20D9-DA66DB5EB0A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2066541" y="2861688"/>
                <a:ext cx="454320" cy="4452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0DA35AD-6815-1A0A-2CC4-0080F9E44ACE}"/>
                  </a:ext>
                </a:extLst>
              </p14:cNvPr>
              <p14:cNvContentPartPr/>
              <p14:nvPr/>
            </p14:nvContentPartPr>
            <p14:xfrm>
              <a:off x="616101" y="4233275"/>
              <a:ext cx="196560" cy="21204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0DA35AD-6815-1A0A-2CC4-0080F9E44ACE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600621" y="4217795"/>
                <a:ext cx="22716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CBFA8EE-AF94-52C4-65A8-51F37A861892}"/>
                  </a:ext>
                </a:extLst>
              </p14:cNvPr>
              <p14:cNvContentPartPr/>
              <p14:nvPr/>
            </p14:nvContentPartPr>
            <p14:xfrm>
              <a:off x="689901" y="5299595"/>
              <a:ext cx="255600" cy="1882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CBFA8EE-AF94-52C4-65A8-51F37A861892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74421" y="5284145"/>
                <a:ext cx="286200" cy="2188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67927E9-2E2B-F81C-7A1E-00659990FAD5}"/>
                  </a:ext>
                </a:extLst>
              </p14:cNvPr>
              <p14:cNvContentPartPr/>
              <p14:nvPr/>
            </p14:nvContentPartPr>
            <p14:xfrm>
              <a:off x="6730701" y="3770675"/>
              <a:ext cx="204120" cy="1807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67927E9-2E2B-F81C-7A1E-00659990FAD5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715221" y="3755195"/>
                <a:ext cx="23472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FC33E511-6737-4C18-B3FF-5A0F9FBB24A7}"/>
                  </a:ext>
                </a:extLst>
              </p14:cNvPr>
              <p14:cNvContentPartPr/>
              <p14:nvPr/>
            </p14:nvContentPartPr>
            <p14:xfrm>
              <a:off x="6785781" y="4578155"/>
              <a:ext cx="243360" cy="1807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FC33E511-6737-4C18-B3FF-5A0F9FBB24A7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770301" y="4562675"/>
                <a:ext cx="27396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27800629-2386-6017-3D57-2562FF56E255}"/>
                  </a:ext>
                </a:extLst>
              </p14:cNvPr>
              <p14:cNvContentPartPr/>
              <p14:nvPr/>
            </p14:nvContentPartPr>
            <p14:xfrm>
              <a:off x="6777861" y="5902955"/>
              <a:ext cx="172800" cy="3924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27800629-2386-6017-3D57-2562FF56E255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762413" y="5887475"/>
                <a:ext cx="203336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CBD6AE4-3C43-E3CC-BD1C-E47784982328}"/>
                  </a:ext>
                </a:extLst>
              </p14:cNvPr>
              <p14:cNvContentPartPr/>
              <p14:nvPr/>
            </p14:nvContentPartPr>
            <p14:xfrm>
              <a:off x="7836261" y="5584355"/>
              <a:ext cx="509760" cy="6015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CBD6AE4-3C43-E3CC-BD1C-E47784982328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820792" y="5568875"/>
                <a:ext cx="540338" cy="63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2CCD853-34C2-E958-AF4D-3EE1AC55D8BD}"/>
                  </a:ext>
                </a:extLst>
              </p14:cNvPr>
              <p14:cNvContentPartPr/>
              <p14:nvPr/>
            </p14:nvContentPartPr>
            <p14:xfrm>
              <a:off x="7271781" y="6067835"/>
              <a:ext cx="219960" cy="1414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2CCD853-34C2-E958-AF4D-3EE1AC55D8BD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256301" y="6052355"/>
                <a:ext cx="25056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B2601E2-DEF1-3654-1955-7422B45296F8}"/>
                  </a:ext>
                </a:extLst>
              </p14:cNvPr>
              <p14:cNvContentPartPr/>
              <p14:nvPr/>
            </p14:nvContentPartPr>
            <p14:xfrm>
              <a:off x="6997461" y="5801075"/>
              <a:ext cx="196200" cy="1641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B2601E2-DEF1-3654-1955-7422B45296F8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982009" y="5785595"/>
                <a:ext cx="226744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67754768-A8A8-8BAA-DA20-D7220F708C2F}"/>
                  </a:ext>
                </a:extLst>
              </p14:cNvPr>
              <p14:cNvContentPartPr/>
              <p14:nvPr/>
            </p14:nvContentPartPr>
            <p14:xfrm>
              <a:off x="9040101" y="5634035"/>
              <a:ext cx="395640" cy="44208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67754768-A8A8-8BAA-DA20-D7220F708C2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9024635" y="5618555"/>
                <a:ext cx="426212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758156DB-C7FF-16E3-E954-C97082A25B2E}"/>
                  </a:ext>
                </a:extLst>
              </p14:cNvPr>
              <p14:cNvContentPartPr/>
              <p14:nvPr/>
            </p14:nvContentPartPr>
            <p14:xfrm>
              <a:off x="8581101" y="5793515"/>
              <a:ext cx="212040" cy="32184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758156DB-C7FF-16E3-E954-C97082A25B2E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565621" y="5778035"/>
                <a:ext cx="24264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DF3B3DA-AE3D-26A6-A0CF-2443833C2222}"/>
                  </a:ext>
                </a:extLst>
              </p14:cNvPr>
              <p14:cNvContentPartPr/>
              <p14:nvPr/>
            </p14:nvContentPartPr>
            <p14:xfrm>
              <a:off x="9891141" y="5669675"/>
              <a:ext cx="1919880" cy="69624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DF3B3DA-AE3D-26A6-A0CF-2443833C2222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9880343" y="5658875"/>
                <a:ext cx="1941116" cy="71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C089DABA-95C0-0AB1-4A19-B5F61576E900}"/>
                  </a:ext>
                </a:extLst>
              </p14:cNvPr>
              <p14:cNvContentPartPr/>
              <p14:nvPr/>
            </p14:nvContentPartPr>
            <p14:xfrm>
              <a:off x="5397981" y="407555"/>
              <a:ext cx="39600" cy="14148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C089DABA-95C0-0AB1-4A19-B5F61576E900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387181" y="396755"/>
                <a:ext cx="6084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94585642-C672-CE7A-DE24-171ECB0E280F}"/>
                  </a:ext>
                </a:extLst>
              </p14:cNvPr>
              <p14:cNvContentPartPr/>
              <p14:nvPr/>
            </p14:nvContentPartPr>
            <p14:xfrm>
              <a:off x="7209141" y="-62605"/>
              <a:ext cx="838800" cy="65088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94585642-C672-CE7A-DE24-171ECB0E280F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7198346" y="-73399"/>
                <a:ext cx="860031" cy="6721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D0853804-9563-73A9-4ACD-4DA17C774ABA}"/>
                  </a:ext>
                </a:extLst>
              </p14:cNvPr>
              <p14:cNvContentPartPr/>
              <p14:nvPr/>
            </p14:nvContentPartPr>
            <p14:xfrm>
              <a:off x="6589581" y="54755"/>
              <a:ext cx="376560" cy="45432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D0853804-9563-73A9-4ACD-4DA17C774AB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6578781" y="43946"/>
                <a:ext cx="397800" cy="4755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2532E229-F83A-661F-0995-BE569BC84DE1}"/>
                  </a:ext>
                </a:extLst>
              </p14:cNvPr>
              <p14:cNvContentPartPr/>
              <p14:nvPr/>
            </p14:nvContentPartPr>
            <p14:xfrm>
              <a:off x="5852661" y="101915"/>
              <a:ext cx="518040" cy="59616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2532E229-F83A-661F-0995-BE569BC84DE1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5841853" y="91115"/>
                <a:ext cx="539295" cy="61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3A743B6B-5FE2-EF94-BB99-BDA7ED0894B6}"/>
                  </a:ext>
                </a:extLst>
              </p14:cNvPr>
              <p14:cNvContentPartPr/>
              <p14:nvPr/>
            </p14:nvContentPartPr>
            <p14:xfrm>
              <a:off x="6605421" y="1192715"/>
              <a:ext cx="494280" cy="4003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3A743B6B-5FE2-EF94-BB99-BDA7ED0894B6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6594621" y="1181905"/>
                <a:ext cx="515520" cy="4215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FA5A702D-F5B3-4968-2050-BAC3B05DAFEE}"/>
                  </a:ext>
                </a:extLst>
              </p14:cNvPr>
              <p14:cNvContentPartPr/>
              <p14:nvPr/>
            </p14:nvContentPartPr>
            <p14:xfrm>
              <a:off x="7350981" y="1090835"/>
              <a:ext cx="383760" cy="47088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FA5A702D-F5B3-4968-2050-BAC3B05DAFEE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7340171" y="1080027"/>
                <a:ext cx="405020" cy="4921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51795B08-8727-0AE1-F534-2EED3F1FB5DB}"/>
                  </a:ext>
                </a:extLst>
              </p14:cNvPr>
              <p14:cNvContentPartPr/>
              <p14:nvPr/>
            </p14:nvContentPartPr>
            <p14:xfrm>
              <a:off x="8012301" y="1352915"/>
              <a:ext cx="130320" cy="8316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51795B08-8727-0AE1-F534-2EED3F1FB5DB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8001501" y="1342115"/>
                <a:ext cx="15156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B494F234-BF5D-5A10-DDED-DC43F17DCD12}"/>
                  </a:ext>
                </a:extLst>
              </p14:cNvPr>
              <p14:cNvContentPartPr/>
              <p14:nvPr/>
            </p14:nvContentPartPr>
            <p14:xfrm>
              <a:off x="8094741" y="1279115"/>
              <a:ext cx="102240" cy="509760"/>
            </p14:xfrm>
          </p:contentPart>
        </mc:Choice>
        <mc:Fallback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B494F234-BF5D-5A10-DDED-DC43F17DCD12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8083941" y="1268323"/>
                <a:ext cx="123480" cy="5309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6CC42E16-9B18-F22C-F425-568D3185E343}"/>
                  </a:ext>
                </a:extLst>
              </p14:cNvPr>
              <p14:cNvContentPartPr/>
              <p14:nvPr/>
            </p14:nvContentPartPr>
            <p14:xfrm>
              <a:off x="8345661" y="1224035"/>
              <a:ext cx="8280" cy="290520"/>
            </p14:xfrm>
          </p:contentPart>
        </mc:Choice>
        <mc:Fallback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6CC42E16-9B18-F22C-F425-568D3185E343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8334861" y="1213222"/>
                <a:ext cx="29520" cy="3117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DB2236FB-B4BA-EF6D-D4A3-601C9E3AA5ED}"/>
                  </a:ext>
                </a:extLst>
              </p14:cNvPr>
              <p14:cNvContentPartPr/>
              <p14:nvPr/>
            </p14:nvContentPartPr>
            <p14:xfrm>
              <a:off x="8322261" y="1114235"/>
              <a:ext cx="180720" cy="196200"/>
            </p14:xfrm>
          </p:contentPart>
        </mc:Choice>
        <mc:Fallback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DB2236FB-B4BA-EF6D-D4A3-601C9E3AA5ED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8311461" y="1103435"/>
                <a:ext cx="20196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72252B57-EED5-1E9B-34C3-350E0FFB789D}"/>
                  </a:ext>
                </a:extLst>
              </p14:cNvPr>
              <p14:cNvContentPartPr/>
              <p14:nvPr/>
            </p14:nvContentPartPr>
            <p14:xfrm>
              <a:off x="8573181" y="1145555"/>
              <a:ext cx="94320" cy="15732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72252B57-EED5-1E9B-34C3-350E0FFB789D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8562422" y="1134730"/>
                <a:ext cx="115479" cy="1786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94AD6715-8EC0-4778-8930-3EC0ADC77E26}"/>
                  </a:ext>
                </a:extLst>
              </p14:cNvPr>
              <p14:cNvContentPartPr/>
              <p14:nvPr/>
            </p14:nvContentPartPr>
            <p14:xfrm>
              <a:off x="8698461" y="1138715"/>
              <a:ext cx="86760" cy="15624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94AD6715-8EC0-4778-8930-3EC0ADC77E26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8687616" y="1127915"/>
                <a:ext cx="108089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31FEA185-7805-0346-7942-A0A970D9CBD1}"/>
                  </a:ext>
                </a:extLst>
              </p14:cNvPr>
              <p14:cNvContentPartPr/>
              <p14:nvPr/>
            </p14:nvContentPartPr>
            <p14:xfrm>
              <a:off x="8754261" y="852155"/>
              <a:ext cx="77760" cy="450720"/>
            </p14:xfrm>
          </p:contentPart>
        </mc:Choice>
        <mc:Fallback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31FEA185-7805-0346-7942-A0A970D9CBD1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8743461" y="841346"/>
                <a:ext cx="99000" cy="47197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0529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1238955-733F-F17C-0931-D206BFF1B2BF}"/>
                  </a:ext>
                </a:extLst>
              </p14:cNvPr>
              <p14:cNvContentPartPr/>
              <p14:nvPr/>
            </p14:nvContentPartPr>
            <p14:xfrm>
              <a:off x="1196061" y="482435"/>
              <a:ext cx="219960" cy="43488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1238955-733F-F17C-0931-D206BFF1B2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0556" y="466955"/>
                <a:ext cx="250610" cy="46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9C09EA6C-B986-18F7-8BD6-2FC40F8D55AD}"/>
                  </a:ext>
                </a:extLst>
              </p14:cNvPr>
              <p14:cNvContentPartPr/>
              <p14:nvPr/>
            </p14:nvContentPartPr>
            <p14:xfrm>
              <a:off x="2200461" y="336995"/>
              <a:ext cx="759600" cy="5648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9C09EA6C-B986-18F7-8BD6-2FC40F8D55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84988" y="321515"/>
                <a:ext cx="790186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1A34987-69AA-7E11-12A2-A7CCB2A90319}"/>
                  </a:ext>
                </a:extLst>
              </p14:cNvPr>
              <p14:cNvContentPartPr/>
              <p14:nvPr/>
            </p14:nvContentPartPr>
            <p14:xfrm>
              <a:off x="1713381" y="736955"/>
              <a:ext cx="196200" cy="867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1A34987-69AA-7E11-12A2-A7CCB2A9031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97901" y="721475"/>
                <a:ext cx="22680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35D7B44-6E0C-018E-7E6F-B1F601684756}"/>
                  </a:ext>
                </a:extLst>
              </p14:cNvPr>
              <p14:cNvContentPartPr/>
              <p14:nvPr/>
            </p14:nvContentPartPr>
            <p14:xfrm>
              <a:off x="1439061" y="235115"/>
              <a:ext cx="345240" cy="3139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35D7B44-6E0C-018E-7E6F-B1F60168475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23581" y="219635"/>
                <a:ext cx="37584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AC5C4E3-7722-DFDB-4AA3-643421E76816}"/>
                  </a:ext>
                </a:extLst>
              </p14:cNvPr>
              <p14:cNvContentPartPr/>
              <p14:nvPr/>
            </p14:nvContentPartPr>
            <p14:xfrm>
              <a:off x="1509621" y="885995"/>
              <a:ext cx="31680" cy="1886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AC5C4E3-7722-DFDB-4AA3-643421E7681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94141" y="870515"/>
                <a:ext cx="6228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C949114-00C2-9832-964E-0D4A5611BE1B}"/>
                  </a:ext>
                </a:extLst>
              </p14:cNvPr>
              <p14:cNvContentPartPr/>
              <p14:nvPr/>
            </p14:nvContentPartPr>
            <p14:xfrm>
              <a:off x="2952141" y="313595"/>
              <a:ext cx="212040" cy="5569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C949114-00C2-9832-964E-0D4A5611BE1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36661" y="298125"/>
                <a:ext cx="242640" cy="5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FDE7351-3434-3E0D-A779-A0790485E9AF}"/>
                  </a:ext>
                </a:extLst>
              </p14:cNvPr>
              <p14:cNvContentPartPr/>
              <p14:nvPr/>
            </p14:nvContentPartPr>
            <p14:xfrm>
              <a:off x="3273621" y="230795"/>
              <a:ext cx="345600" cy="7250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FDE7351-3434-3E0D-A779-A0790485E9A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258141" y="215315"/>
                <a:ext cx="376200" cy="75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72AAF23-7A42-00CD-E641-CBE39233211B}"/>
                  </a:ext>
                </a:extLst>
              </p14:cNvPr>
              <p14:cNvContentPartPr/>
              <p14:nvPr/>
            </p14:nvContentPartPr>
            <p14:xfrm>
              <a:off x="4261461" y="62675"/>
              <a:ext cx="2015280" cy="7372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72AAF23-7A42-00CD-E641-CBE39233211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45981" y="47195"/>
                <a:ext cx="2045880" cy="76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E00E070E-1F9B-0A7E-F381-1BEEDB12EB3E}"/>
                  </a:ext>
                </a:extLst>
              </p14:cNvPr>
              <p14:cNvContentPartPr/>
              <p14:nvPr/>
            </p14:nvContentPartPr>
            <p14:xfrm>
              <a:off x="6371061" y="39275"/>
              <a:ext cx="117000" cy="10072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E00E070E-1F9B-0A7E-F381-1BEEDB12EB3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355581" y="23795"/>
                <a:ext cx="147600" cy="10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17276FA3-78DA-05FB-D920-B7C4745F2A3F}"/>
                  </a:ext>
                </a:extLst>
              </p14:cNvPr>
              <p14:cNvContentPartPr/>
              <p14:nvPr/>
            </p14:nvContentPartPr>
            <p14:xfrm>
              <a:off x="6479781" y="525275"/>
              <a:ext cx="274680" cy="4550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17276FA3-78DA-05FB-D920-B7C4745F2A3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64301" y="509795"/>
                <a:ext cx="30528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6B6764B9-2B1A-64D5-2758-41846A3530A8}"/>
                  </a:ext>
                </a:extLst>
              </p14:cNvPr>
              <p14:cNvContentPartPr/>
              <p14:nvPr/>
            </p14:nvContentPartPr>
            <p14:xfrm>
              <a:off x="1626981" y="4378708"/>
              <a:ext cx="282960" cy="53784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6B6764B9-2B1A-64D5-2758-41846A3530A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11481" y="4363228"/>
                <a:ext cx="313599" cy="56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8309F197-40B3-46A6-0243-FBC00157B5A5}"/>
                  </a:ext>
                </a:extLst>
              </p14:cNvPr>
              <p14:cNvContentPartPr/>
              <p14:nvPr/>
            </p14:nvContentPartPr>
            <p14:xfrm>
              <a:off x="1085901" y="4069468"/>
              <a:ext cx="1325160" cy="206208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8309F197-40B3-46A6-0243-FBC00157B5A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70421" y="4053991"/>
                <a:ext cx="1355760" cy="2092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45BA10CA-3DD9-5A9E-92D1-3E70EACDE0C8}"/>
                  </a:ext>
                </a:extLst>
              </p14:cNvPr>
              <p14:cNvContentPartPr/>
              <p14:nvPr/>
            </p14:nvContentPartPr>
            <p14:xfrm>
              <a:off x="3367581" y="5200948"/>
              <a:ext cx="721440" cy="58572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45BA10CA-3DD9-5A9E-92D1-3E70EACDE0C8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52109" y="5185468"/>
                <a:ext cx="752025" cy="61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96A90A1-68A7-0626-5A66-E4341517AF6D}"/>
                  </a:ext>
                </a:extLst>
              </p14:cNvPr>
              <p14:cNvContentPartPr/>
              <p14:nvPr/>
            </p14:nvContentPartPr>
            <p14:xfrm>
              <a:off x="3390981" y="4147983"/>
              <a:ext cx="955080" cy="68256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96A90A1-68A7-0626-5A66-E4341517AF6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375501" y="4132503"/>
                <a:ext cx="985680" cy="71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478EE8A8-4D7E-744F-E585-306496C4985E}"/>
                  </a:ext>
                </a:extLst>
              </p14:cNvPr>
              <p14:cNvContentPartPr/>
              <p14:nvPr/>
            </p14:nvContentPartPr>
            <p14:xfrm>
              <a:off x="2490261" y="4092868"/>
              <a:ext cx="140760" cy="188892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478EE8A8-4D7E-744F-E585-306496C4985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474781" y="4077385"/>
                <a:ext cx="171360" cy="19195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A2EEEF1-B166-1F94-8C8F-AF6FB4138EC8}"/>
                  </a:ext>
                </a:extLst>
              </p14:cNvPr>
              <p14:cNvContentPartPr/>
              <p14:nvPr/>
            </p14:nvContentPartPr>
            <p14:xfrm>
              <a:off x="3030261" y="4249828"/>
              <a:ext cx="306000" cy="190188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A2EEEF1-B166-1F94-8C8F-AF6FB4138EC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14781" y="4234348"/>
                <a:ext cx="336600" cy="19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395142BB-277F-1748-0914-C23984AB2504}"/>
                  </a:ext>
                </a:extLst>
              </p14:cNvPr>
              <p14:cNvContentPartPr/>
              <p14:nvPr/>
            </p14:nvContentPartPr>
            <p14:xfrm>
              <a:off x="4135821" y="3998908"/>
              <a:ext cx="588240" cy="237132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395142BB-277F-1748-0914-C23984AB250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120341" y="3983430"/>
                <a:ext cx="618840" cy="24019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03AAB253-CF55-266B-8055-BB8ABB958145}"/>
                  </a:ext>
                </a:extLst>
              </p14:cNvPr>
              <p14:cNvContentPartPr/>
              <p14:nvPr/>
            </p14:nvContentPartPr>
            <p14:xfrm>
              <a:off x="2749821" y="5049388"/>
              <a:ext cx="186840" cy="18828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03AAB253-CF55-266B-8055-BB8ABB95814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34311" y="5033938"/>
                <a:ext cx="217499" cy="2188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7508A415-A659-FCDF-097C-3EA6E4398C5D}"/>
                  </a:ext>
                </a:extLst>
              </p14:cNvPr>
              <p14:cNvContentPartPr/>
              <p14:nvPr/>
            </p14:nvContentPartPr>
            <p14:xfrm>
              <a:off x="5072901" y="4924108"/>
              <a:ext cx="293760" cy="14904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7508A415-A659-FCDF-097C-3EA6E4398C5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57421" y="4908665"/>
                <a:ext cx="324360" cy="1795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2E8AB644-A7B4-FE44-BEB8-9B4D5EA1A61F}"/>
                  </a:ext>
                </a:extLst>
              </p14:cNvPr>
              <p14:cNvContentPartPr/>
              <p14:nvPr/>
            </p14:nvContentPartPr>
            <p14:xfrm>
              <a:off x="6095661" y="4437748"/>
              <a:ext cx="337320" cy="50220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2E8AB644-A7B4-FE44-BEB8-9B4D5EA1A61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080198" y="4422268"/>
                <a:ext cx="367887" cy="53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D53CFCC8-64F1-D383-7425-F9F9D6B832D4}"/>
                  </a:ext>
                </a:extLst>
              </p14:cNvPr>
              <p14:cNvContentPartPr/>
              <p14:nvPr/>
            </p14:nvContentPartPr>
            <p14:xfrm>
              <a:off x="5272341" y="4654828"/>
              <a:ext cx="477720" cy="74772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D53CFCC8-64F1-D383-7425-F9F9D6B832D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256861" y="4639348"/>
                <a:ext cx="508320" cy="77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72A2B4B8-188F-7C4A-C434-8835990EC62D}"/>
                  </a:ext>
                </a:extLst>
              </p14:cNvPr>
              <p14:cNvContentPartPr/>
              <p14:nvPr/>
            </p14:nvContentPartPr>
            <p14:xfrm>
              <a:off x="6840501" y="4680748"/>
              <a:ext cx="204120" cy="10260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72A2B4B8-188F-7C4A-C434-8835990EC62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825021" y="4665213"/>
                <a:ext cx="234720" cy="1333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33E54545-601A-ACC3-B724-9CB89CE36AB0}"/>
                  </a:ext>
                </a:extLst>
              </p14:cNvPr>
              <p14:cNvContentPartPr/>
              <p14:nvPr/>
            </p14:nvContentPartPr>
            <p14:xfrm>
              <a:off x="6456381" y="4163428"/>
              <a:ext cx="368640" cy="37692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33E54545-601A-ACC3-B724-9CB89CE36AB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440916" y="4147933"/>
                <a:ext cx="399210" cy="407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CF381B1D-6C3F-BF16-B4BF-E78843ABC2A3}"/>
                  </a:ext>
                </a:extLst>
              </p14:cNvPr>
              <p14:cNvContentPartPr/>
              <p14:nvPr/>
            </p14:nvContentPartPr>
            <p14:xfrm>
              <a:off x="7382301" y="4171348"/>
              <a:ext cx="1277280" cy="63972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CF381B1D-6C3F-BF16-B4BF-E78843ABC2A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366821" y="4155868"/>
                <a:ext cx="1307880" cy="6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7573D91D-7B85-5678-1129-BADF7B8FE986}"/>
                  </a:ext>
                </a:extLst>
              </p14:cNvPr>
              <p14:cNvContentPartPr/>
              <p14:nvPr/>
            </p14:nvContentPartPr>
            <p14:xfrm>
              <a:off x="8691261" y="4092868"/>
              <a:ext cx="218880" cy="87840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7573D91D-7B85-5678-1129-BADF7B8FE98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675781" y="4077388"/>
                <a:ext cx="249480" cy="90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003FA760-ADE7-0C09-BAB4-09C68DEC2006}"/>
                  </a:ext>
                </a:extLst>
              </p14:cNvPr>
              <p14:cNvContentPartPr/>
              <p14:nvPr/>
            </p14:nvContentPartPr>
            <p14:xfrm>
              <a:off x="3943941" y="4142943"/>
              <a:ext cx="94320" cy="16488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003FA760-ADE7-0C09-BAB4-09C68DEC200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928461" y="4127463"/>
                <a:ext cx="12492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4B16C2E5-81CC-90BA-030B-7F64D5E7F3D5}"/>
                  </a:ext>
                </a:extLst>
              </p14:cNvPr>
              <p14:cNvContentPartPr/>
              <p14:nvPr/>
            </p14:nvContentPartPr>
            <p14:xfrm>
              <a:off x="1164741" y="1526075"/>
              <a:ext cx="894240" cy="70596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4B16C2E5-81CC-90BA-030B-7F64D5E7F3D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149255" y="1510587"/>
                <a:ext cx="924852" cy="7365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22D0C52D-0B48-5DDC-19A3-DA7414A2E06E}"/>
                  </a:ext>
                </a:extLst>
              </p14:cNvPr>
              <p14:cNvContentPartPr/>
              <p14:nvPr/>
            </p14:nvContentPartPr>
            <p14:xfrm>
              <a:off x="5813421" y="1283075"/>
              <a:ext cx="502560" cy="658800"/>
            </p14:xfrm>
          </p:contentPart>
        </mc:Choice>
        <mc:Fallback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22D0C52D-0B48-5DDC-19A3-DA7414A2E06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797930" y="1267603"/>
                <a:ext cx="533182" cy="6893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E44C545F-B908-78AC-FAE6-74FD3C83B9B1}"/>
                  </a:ext>
                </a:extLst>
              </p14:cNvPr>
              <p14:cNvContentPartPr/>
              <p14:nvPr/>
            </p14:nvContentPartPr>
            <p14:xfrm>
              <a:off x="3728301" y="1521755"/>
              <a:ext cx="1913040" cy="41256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E44C545F-B908-78AC-FAE6-74FD3C83B9B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712824" y="1506275"/>
                <a:ext cx="1943634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10807A0-EC73-6A70-1E55-805A318DB1B6}"/>
                  </a:ext>
                </a:extLst>
              </p14:cNvPr>
              <p14:cNvContentPartPr/>
              <p14:nvPr/>
            </p14:nvContentPartPr>
            <p14:xfrm>
              <a:off x="2474781" y="1541915"/>
              <a:ext cx="1073520" cy="509760"/>
            </p14:xfrm>
          </p:contentPart>
        </mc:Choice>
        <mc:Fallback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10807A0-EC73-6A70-1E55-805A318DB1B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459301" y="1526446"/>
                <a:ext cx="1104120" cy="540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6B70AB71-52AF-A9C5-D7D0-9F6ED3A789D6}"/>
                  </a:ext>
                </a:extLst>
              </p14:cNvPr>
              <p14:cNvContentPartPr/>
              <p14:nvPr/>
            </p14:nvContentPartPr>
            <p14:xfrm>
              <a:off x="1180581" y="2890115"/>
              <a:ext cx="172800" cy="274680"/>
            </p14:xfrm>
          </p:contentPart>
        </mc:Choice>
        <mc:Fallback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6B70AB71-52AF-A9C5-D7D0-9F6ED3A789D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165101" y="2874635"/>
                <a:ext cx="20340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A769CC0A-31D1-C886-8887-9C1C84F39D1A}"/>
                  </a:ext>
                </a:extLst>
              </p14:cNvPr>
              <p14:cNvContentPartPr/>
              <p14:nvPr/>
            </p14:nvContentPartPr>
            <p14:xfrm>
              <a:off x="1392261" y="3018275"/>
              <a:ext cx="141480" cy="177120"/>
            </p14:xfrm>
          </p:contentPart>
        </mc:Choice>
        <mc:Fallback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A769CC0A-31D1-C886-8887-9C1C84F39D1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376781" y="3002826"/>
                <a:ext cx="172080" cy="2076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48D19A6B-B399-BA6A-6727-BDACDC799BB6}"/>
                  </a:ext>
                </a:extLst>
              </p14:cNvPr>
              <p14:cNvContentPartPr/>
              <p14:nvPr/>
            </p14:nvContentPartPr>
            <p14:xfrm>
              <a:off x="1196061" y="2710835"/>
              <a:ext cx="39600" cy="461880"/>
            </p14:xfrm>
          </p:contentPart>
        </mc:Choice>
        <mc:Fallback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48D19A6B-B399-BA6A-6727-BDACDC799BB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80581" y="2695367"/>
                <a:ext cx="70200" cy="492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2A19C1FD-7E01-385B-9394-89E12A6CFDA0}"/>
                  </a:ext>
                </a:extLst>
              </p14:cNvPr>
              <p14:cNvContentPartPr/>
              <p14:nvPr/>
            </p14:nvContentPartPr>
            <p14:xfrm>
              <a:off x="1431141" y="2632355"/>
              <a:ext cx="219960" cy="16416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2A19C1FD-7E01-385B-9394-89E12A6CFDA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415661" y="2616875"/>
                <a:ext cx="25056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587F7C38-16A5-06A0-1419-686EADB27EF6}"/>
                  </a:ext>
                </a:extLst>
              </p14:cNvPr>
              <p14:cNvContentPartPr/>
              <p14:nvPr/>
            </p14:nvContentPartPr>
            <p14:xfrm>
              <a:off x="1745061" y="2435435"/>
              <a:ext cx="39600" cy="32976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587F7C38-16A5-06A0-1419-686EADB27EF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729581" y="2419938"/>
                <a:ext cx="70200" cy="3603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31942CA4-A546-3648-F513-4322B51BF824}"/>
                  </a:ext>
                </a:extLst>
              </p14:cNvPr>
              <p14:cNvContentPartPr/>
              <p14:nvPr/>
            </p14:nvContentPartPr>
            <p14:xfrm>
              <a:off x="1685661" y="2584475"/>
              <a:ext cx="122400" cy="1620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31942CA4-A546-3648-F513-4322B51BF82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670135" y="2568995"/>
                <a:ext cx="15309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899BF588-8C4B-DA1F-B440-81C9299107D9}"/>
                  </a:ext>
                </a:extLst>
              </p14:cNvPr>
              <p14:cNvContentPartPr/>
              <p14:nvPr/>
            </p14:nvContentPartPr>
            <p14:xfrm>
              <a:off x="2007861" y="3054635"/>
              <a:ext cx="231120" cy="1620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899BF588-8C4B-DA1F-B440-81C9299107D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992381" y="3039155"/>
                <a:ext cx="2617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B596389A-36EC-FCDB-AF40-C0A866E7C482}"/>
                  </a:ext>
                </a:extLst>
              </p14:cNvPr>
              <p14:cNvContentPartPr/>
              <p14:nvPr/>
            </p14:nvContentPartPr>
            <p14:xfrm>
              <a:off x="2042781" y="2905955"/>
              <a:ext cx="188640" cy="47520"/>
            </p14:xfrm>
          </p:contentPart>
        </mc:Choice>
        <mc:Fallback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B596389A-36EC-FCDB-AF40-C0A866E7C48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27271" y="2890475"/>
                <a:ext cx="219299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8A0FA3F3-7D44-4C78-7FA8-CEAB54446EAB}"/>
                  </a:ext>
                </a:extLst>
              </p14:cNvPr>
              <p14:cNvContentPartPr/>
              <p14:nvPr/>
            </p14:nvContentPartPr>
            <p14:xfrm>
              <a:off x="4825941" y="2178395"/>
              <a:ext cx="1848600" cy="103968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8A0FA3F3-7D44-4C78-7FA8-CEAB54446EA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810464" y="2162910"/>
                <a:ext cx="1879194" cy="10702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DBAEFAD7-9DC9-AA37-9D19-CC2AAB16D24C}"/>
                  </a:ext>
                </a:extLst>
              </p14:cNvPr>
              <p14:cNvContentPartPr/>
              <p14:nvPr/>
            </p14:nvContentPartPr>
            <p14:xfrm>
              <a:off x="2678541" y="2592395"/>
              <a:ext cx="1928160" cy="52560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DBAEFAD7-9DC9-AA37-9D19-CC2AAB16D24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663058" y="2576915"/>
                <a:ext cx="1958766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283" name="Ink 282">
                <a:extLst>
                  <a:ext uri="{FF2B5EF4-FFF2-40B4-BE49-F238E27FC236}">
                    <a16:creationId xmlns:a16="http://schemas.microsoft.com/office/drawing/2014/main" id="{B32C4DBB-D3A4-6BAB-873C-BA12209515AD}"/>
                  </a:ext>
                </a:extLst>
              </p14:cNvPr>
              <p14:cNvContentPartPr/>
              <p14:nvPr/>
            </p14:nvContentPartPr>
            <p14:xfrm>
              <a:off x="954141" y="3689675"/>
              <a:ext cx="187560" cy="39600"/>
            </p14:xfrm>
          </p:contentPart>
        </mc:Choice>
        <mc:Fallback>
          <p:pic>
            <p:nvPicPr>
              <p:cNvPr id="283" name="Ink 282">
                <a:extLst>
                  <a:ext uri="{FF2B5EF4-FFF2-40B4-BE49-F238E27FC236}">
                    <a16:creationId xmlns:a16="http://schemas.microsoft.com/office/drawing/2014/main" id="{B32C4DBB-D3A4-6BAB-873C-BA12209515A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38661" y="3674195"/>
                <a:ext cx="2181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284" name="Ink 283">
                <a:extLst>
                  <a:ext uri="{FF2B5EF4-FFF2-40B4-BE49-F238E27FC236}">
                    <a16:creationId xmlns:a16="http://schemas.microsoft.com/office/drawing/2014/main" id="{A430B17F-D700-31F3-BC89-65B08BCBF143}"/>
                  </a:ext>
                </a:extLst>
              </p14:cNvPr>
              <p14:cNvContentPartPr/>
              <p14:nvPr/>
            </p14:nvContentPartPr>
            <p14:xfrm>
              <a:off x="1431141" y="3674195"/>
              <a:ext cx="196200" cy="8280"/>
            </p14:xfrm>
          </p:contentPart>
        </mc:Choice>
        <mc:Fallback>
          <p:pic>
            <p:nvPicPr>
              <p:cNvPr id="284" name="Ink 283">
                <a:extLst>
                  <a:ext uri="{FF2B5EF4-FFF2-40B4-BE49-F238E27FC236}">
                    <a16:creationId xmlns:a16="http://schemas.microsoft.com/office/drawing/2014/main" id="{A430B17F-D700-31F3-BC89-65B08BCBF14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415661" y="3658715"/>
                <a:ext cx="2268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E37855F9-CE99-E32D-E330-DFF30CF14A1E}"/>
                  </a:ext>
                </a:extLst>
              </p14:cNvPr>
              <p14:cNvContentPartPr/>
              <p14:nvPr/>
            </p14:nvContentPartPr>
            <p14:xfrm>
              <a:off x="1925061" y="3642875"/>
              <a:ext cx="212040" cy="828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E37855F9-CE99-E32D-E330-DFF30CF14A1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909581" y="3627395"/>
                <a:ext cx="2426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F689B227-7199-6682-6FC4-1D9D3FE4049C}"/>
                  </a:ext>
                </a:extLst>
              </p14:cNvPr>
              <p14:cNvContentPartPr/>
              <p14:nvPr/>
            </p14:nvContentPartPr>
            <p14:xfrm>
              <a:off x="2575941" y="3548555"/>
              <a:ext cx="407880" cy="3168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F689B227-7199-6682-6FC4-1D9D3FE4049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560475" y="3533075"/>
                <a:ext cx="438453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287" name="Ink 286">
                <a:extLst>
                  <a:ext uri="{FF2B5EF4-FFF2-40B4-BE49-F238E27FC236}">
                    <a16:creationId xmlns:a16="http://schemas.microsoft.com/office/drawing/2014/main" id="{B9E39F3D-8071-A7A8-F086-09A6BE26C34D}"/>
                  </a:ext>
                </a:extLst>
              </p14:cNvPr>
              <p14:cNvContentPartPr/>
              <p14:nvPr/>
            </p14:nvContentPartPr>
            <p14:xfrm>
              <a:off x="3359661" y="3501755"/>
              <a:ext cx="204120" cy="23760"/>
            </p14:xfrm>
          </p:contentPart>
        </mc:Choice>
        <mc:Fallback>
          <p:pic>
            <p:nvPicPr>
              <p:cNvPr id="287" name="Ink 286">
                <a:extLst>
                  <a:ext uri="{FF2B5EF4-FFF2-40B4-BE49-F238E27FC236}">
                    <a16:creationId xmlns:a16="http://schemas.microsoft.com/office/drawing/2014/main" id="{B9E39F3D-8071-A7A8-F086-09A6BE26C34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344181" y="3486506"/>
                <a:ext cx="234720" cy="539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88" name="Ink 287">
                <a:extLst>
                  <a:ext uri="{FF2B5EF4-FFF2-40B4-BE49-F238E27FC236}">
                    <a16:creationId xmlns:a16="http://schemas.microsoft.com/office/drawing/2014/main" id="{C76BCBC9-6211-4F7F-BBD8-7A4080E721D5}"/>
                  </a:ext>
                </a:extLst>
              </p14:cNvPr>
              <p14:cNvContentPartPr/>
              <p14:nvPr/>
            </p14:nvContentPartPr>
            <p14:xfrm>
              <a:off x="3947901" y="3477995"/>
              <a:ext cx="188640" cy="16200"/>
            </p14:xfrm>
          </p:contentPart>
        </mc:Choice>
        <mc:Fallback>
          <p:pic>
            <p:nvPicPr>
              <p:cNvPr id="288" name="Ink 287">
                <a:extLst>
                  <a:ext uri="{FF2B5EF4-FFF2-40B4-BE49-F238E27FC236}">
                    <a16:creationId xmlns:a16="http://schemas.microsoft.com/office/drawing/2014/main" id="{C76BCBC9-6211-4F7F-BBD8-7A4080E721D5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932421" y="3462163"/>
                <a:ext cx="219240" cy="47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289" name="Ink 288">
                <a:extLst>
                  <a:ext uri="{FF2B5EF4-FFF2-40B4-BE49-F238E27FC236}">
                    <a16:creationId xmlns:a16="http://schemas.microsoft.com/office/drawing/2014/main" id="{DB1916FA-02F5-195E-064A-685975CCD5DD}"/>
                  </a:ext>
                </a:extLst>
              </p14:cNvPr>
              <p14:cNvContentPartPr/>
              <p14:nvPr/>
            </p14:nvContentPartPr>
            <p14:xfrm>
              <a:off x="4457301" y="3525155"/>
              <a:ext cx="423720" cy="23760"/>
            </p14:xfrm>
          </p:contentPart>
        </mc:Choice>
        <mc:Fallback>
          <p:pic>
            <p:nvPicPr>
              <p:cNvPr id="289" name="Ink 288">
                <a:extLst>
                  <a:ext uri="{FF2B5EF4-FFF2-40B4-BE49-F238E27FC236}">
                    <a16:creationId xmlns:a16="http://schemas.microsoft.com/office/drawing/2014/main" id="{DB1916FA-02F5-195E-064A-685975CCD5D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441821" y="3509675"/>
                <a:ext cx="4543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0B53348C-40C2-F76F-576F-85DCDB1C0560}"/>
                  </a:ext>
                </a:extLst>
              </p14:cNvPr>
              <p14:cNvContentPartPr/>
              <p14:nvPr/>
            </p14:nvContentPartPr>
            <p14:xfrm>
              <a:off x="5256861" y="3477995"/>
              <a:ext cx="1654560" cy="78840"/>
            </p14:xfrm>
          </p:contentPart>
        </mc:Choice>
        <mc:Fallback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0B53348C-40C2-F76F-576F-85DCDB1C056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241381" y="3462515"/>
                <a:ext cx="1685160" cy="10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8991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EAF64BA-7705-7328-A35F-F2C6CAF94748}"/>
                  </a:ext>
                </a:extLst>
              </p14:cNvPr>
              <p14:cNvContentPartPr/>
              <p14:nvPr/>
            </p14:nvContentPartPr>
            <p14:xfrm>
              <a:off x="1893741" y="462635"/>
              <a:ext cx="925560" cy="4539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EAF64BA-7705-7328-A35F-F2C6CAF947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8255" y="447167"/>
                <a:ext cx="956172" cy="4845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9631E2D-D6F6-14CB-0D57-893DE8854334}"/>
                  </a:ext>
                </a:extLst>
              </p14:cNvPr>
              <p14:cNvContentPartPr/>
              <p14:nvPr/>
            </p14:nvContentPartPr>
            <p14:xfrm>
              <a:off x="3336261" y="533195"/>
              <a:ext cx="408240" cy="439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9631E2D-D6F6-14CB-0D57-893DE88543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20767" y="517728"/>
                <a:ext cx="438867" cy="4697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7633F4D-F24B-022A-23C6-C0AC42A17C8F}"/>
                  </a:ext>
                </a:extLst>
              </p14:cNvPr>
              <p14:cNvContentPartPr/>
              <p14:nvPr/>
            </p14:nvContentPartPr>
            <p14:xfrm>
              <a:off x="3916581" y="752435"/>
              <a:ext cx="31680" cy="162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7633F4D-F24B-022A-23C6-C0AC42A17C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01101" y="736603"/>
                <a:ext cx="62280" cy="47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BD45ECB-51D6-58B9-469E-96E979A7C804}"/>
                  </a:ext>
                </a:extLst>
              </p14:cNvPr>
              <p14:cNvContentPartPr/>
              <p14:nvPr/>
            </p14:nvContentPartPr>
            <p14:xfrm>
              <a:off x="4089021" y="338795"/>
              <a:ext cx="180720" cy="5317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BD45ECB-51D6-58B9-469E-96E979A7C80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73541" y="323315"/>
                <a:ext cx="211320" cy="5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F837345-FC26-195F-CCB8-5A68ECB42393}"/>
                  </a:ext>
                </a:extLst>
              </p14:cNvPr>
              <p14:cNvContentPartPr/>
              <p14:nvPr/>
            </p14:nvContentPartPr>
            <p14:xfrm>
              <a:off x="4347501" y="768275"/>
              <a:ext cx="8280" cy="1180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F837345-FC26-195F-CCB8-5A68ECB4239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32021" y="752795"/>
                <a:ext cx="388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92013CC-03E2-6478-21AF-86B35C95651C}"/>
                  </a:ext>
                </a:extLst>
              </p14:cNvPr>
              <p14:cNvContentPartPr/>
              <p14:nvPr/>
            </p14:nvContentPartPr>
            <p14:xfrm>
              <a:off x="4332021" y="251675"/>
              <a:ext cx="84960" cy="2415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92013CC-03E2-6478-21AF-86B35C9565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16541" y="236195"/>
                <a:ext cx="11556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342DFB0-3244-2607-70F2-2AEEC214FAF6}"/>
                  </a:ext>
                </a:extLst>
              </p14:cNvPr>
              <p14:cNvContentPartPr/>
              <p14:nvPr/>
            </p14:nvContentPartPr>
            <p14:xfrm>
              <a:off x="4410501" y="306755"/>
              <a:ext cx="188640" cy="1789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342DFB0-3244-2607-70F2-2AEEC214FAF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395021" y="291275"/>
                <a:ext cx="21924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0F7189F-3427-A733-2EC5-354D38A40A1D}"/>
                  </a:ext>
                </a:extLst>
              </p14:cNvPr>
              <p14:cNvContentPartPr/>
              <p14:nvPr/>
            </p14:nvContentPartPr>
            <p14:xfrm>
              <a:off x="4637661" y="164555"/>
              <a:ext cx="31680" cy="2826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0F7189F-3427-A733-2EC5-354D38A40A1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622181" y="149075"/>
                <a:ext cx="6228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4DCA8FFD-79FA-2053-5993-577078452157}"/>
                  </a:ext>
                </a:extLst>
              </p14:cNvPr>
              <p14:cNvContentPartPr/>
              <p14:nvPr/>
            </p14:nvContentPartPr>
            <p14:xfrm>
              <a:off x="4559181" y="290195"/>
              <a:ext cx="219960" cy="162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4DCA8FFD-79FA-2053-5993-57707845215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43701" y="274715"/>
                <a:ext cx="2505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B559271-0D77-9D6A-1DD2-E9AF95284F1A}"/>
                  </a:ext>
                </a:extLst>
              </p14:cNvPr>
              <p14:cNvContentPartPr/>
              <p14:nvPr/>
            </p14:nvContentPartPr>
            <p14:xfrm>
              <a:off x="4860501" y="729035"/>
              <a:ext cx="106560" cy="3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B559271-0D77-9D6A-1DD2-E9AF95284F1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845021" y="713555"/>
                <a:ext cx="1371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4371FEC-E6A4-9C77-E0B2-74A34AE0F4C0}"/>
                  </a:ext>
                </a:extLst>
              </p14:cNvPr>
              <p14:cNvContentPartPr/>
              <p14:nvPr/>
            </p14:nvContentPartPr>
            <p14:xfrm>
              <a:off x="4951221" y="548675"/>
              <a:ext cx="31680" cy="3765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4371FEC-E6A4-9C77-E0B2-74A34AE0F4C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935741" y="533195"/>
                <a:ext cx="6228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224F4BD-C105-1D04-0DED-863D9918C4FC}"/>
                  </a:ext>
                </a:extLst>
              </p14:cNvPr>
              <p14:cNvContentPartPr/>
              <p14:nvPr/>
            </p14:nvContentPartPr>
            <p14:xfrm>
              <a:off x="5241381" y="478115"/>
              <a:ext cx="133560" cy="1886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224F4BD-C105-1D04-0DED-863D9918C4F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225943" y="462605"/>
                <a:ext cx="164078" cy="2192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589D6F67-993A-1A80-D2E2-60BB64B876AE}"/>
                  </a:ext>
                </a:extLst>
              </p14:cNvPr>
              <p14:cNvContentPartPr/>
              <p14:nvPr/>
            </p14:nvContentPartPr>
            <p14:xfrm>
              <a:off x="5358741" y="419075"/>
              <a:ext cx="157320" cy="30096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589D6F67-993A-1A80-D2E2-60BB64B876A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343225" y="403595"/>
                <a:ext cx="18799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56B90EFB-88B9-C1AE-5EB4-65462E8356B9}"/>
                  </a:ext>
                </a:extLst>
              </p14:cNvPr>
              <p14:cNvContentPartPr/>
              <p14:nvPr/>
            </p14:nvContentPartPr>
            <p14:xfrm>
              <a:off x="5531541" y="564515"/>
              <a:ext cx="157320" cy="34524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56B90EFB-88B9-C1AE-5EB4-65462E8356B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516061" y="549035"/>
                <a:ext cx="18792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2C12B06-EE5B-F12D-F077-8B193472511F}"/>
                  </a:ext>
                </a:extLst>
              </p14:cNvPr>
              <p14:cNvContentPartPr/>
              <p14:nvPr/>
            </p14:nvContentPartPr>
            <p14:xfrm>
              <a:off x="5883981" y="70595"/>
              <a:ext cx="815760" cy="8550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2C12B06-EE5B-F12D-F077-8B193472511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868501" y="55115"/>
                <a:ext cx="846360" cy="88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41B74E0-083E-104A-CE88-F935A156F108}"/>
                  </a:ext>
                </a:extLst>
              </p14:cNvPr>
              <p14:cNvContentPartPr/>
              <p14:nvPr/>
            </p14:nvContentPartPr>
            <p14:xfrm>
              <a:off x="3212781" y="258515"/>
              <a:ext cx="280800" cy="8236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41B74E0-083E-104A-CE88-F935A156F10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97301" y="243028"/>
                <a:ext cx="311400" cy="8542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AAA01A0-8BDE-853D-4CDC-968F1CC77178}"/>
                  </a:ext>
                </a:extLst>
              </p14:cNvPr>
              <p14:cNvContentPartPr/>
              <p14:nvPr/>
            </p14:nvContentPartPr>
            <p14:xfrm>
              <a:off x="6534861" y="755"/>
              <a:ext cx="282600" cy="11754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AAA01A0-8BDE-853D-4CDC-968F1CC7717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519401" y="-14725"/>
                <a:ext cx="313161" cy="12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706A1FB2-F4F7-ECB5-30EA-677F8DC0D32D}"/>
                  </a:ext>
                </a:extLst>
              </p14:cNvPr>
              <p14:cNvContentPartPr/>
              <p14:nvPr/>
            </p14:nvContentPartPr>
            <p14:xfrm>
              <a:off x="4904061" y="4983155"/>
              <a:ext cx="360" cy="360"/>
            </p14:xfrm>
          </p:contentPart>
        </mc:Choice>
        <mc:Fallback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706A1FB2-F4F7-ECB5-30EA-677F8DC0D32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888581" y="4967675"/>
                <a:ext cx="309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F5602614-DE3F-47F8-D82C-028F0DEDCE88}"/>
                  </a:ext>
                </a:extLst>
              </p14:cNvPr>
              <p14:cNvContentPartPr/>
              <p14:nvPr/>
            </p14:nvContentPartPr>
            <p14:xfrm>
              <a:off x="3359661" y="1902275"/>
              <a:ext cx="235800" cy="78840"/>
            </p14:xfrm>
          </p:contentPart>
        </mc:Choice>
        <mc:Fallback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F5602614-DE3F-47F8-D82C-028F0DEDCE8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344157" y="1886795"/>
                <a:ext cx="266447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61E33460-5AF9-741D-C34E-C6564F6EB1D3}"/>
                  </a:ext>
                </a:extLst>
              </p14:cNvPr>
              <p14:cNvContentPartPr/>
              <p14:nvPr/>
            </p14:nvContentPartPr>
            <p14:xfrm>
              <a:off x="4033941" y="1635875"/>
              <a:ext cx="243360" cy="345240"/>
            </p14:xfrm>
          </p:contentPart>
        </mc:Choice>
        <mc:Fallback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61E33460-5AF9-741D-C34E-C6564F6EB1D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018461" y="1620411"/>
                <a:ext cx="273960" cy="3758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5" name="Ink 264">
                <a:extLst>
                  <a:ext uri="{FF2B5EF4-FFF2-40B4-BE49-F238E27FC236}">
                    <a16:creationId xmlns:a16="http://schemas.microsoft.com/office/drawing/2014/main" id="{CEE3894C-EB13-2585-ABBA-382FA59BA537}"/>
                  </a:ext>
                </a:extLst>
              </p14:cNvPr>
              <p14:cNvContentPartPr/>
              <p14:nvPr/>
            </p14:nvContentPartPr>
            <p14:xfrm>
              <a:off x="4348221" y="1196675"/>
              <a:ext cx="1771560" cy="949320"/>
            </p14:xfrm>
          </p:contentPart>
        </mc:Choice>
        <mc:Fallback>
          <p:pic>
            <p:nvPicPr>
              <p:cNvPr id="265" name="Ink 264">
                <a:extLst>
                  <a:ext uri="{FF2B5EF4-FFF2-40B4-BE49-F238E27FC236}">
                    <a16:creationId xmlns:a16="http://schemas.microsoft.com/office/drawing/2014/main" id="{CEE3894C-EB13-2585-ABBA-382FA59BA53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332741" y="1181189"/>
                <a:ext cx="1802160" cy="9799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ED049144-78E2-E131-AEF3-13BAD04D2FE3}"/>
                  </a:ext>
                </a:extLst>
              </p14:cNvPr>
              <p14:cNvContentPartPr/>
              <p14:nvPr/>
            </p14:nvContentPartPr>
            <p14:xfrm>
              <a:off x="6283941" y="1079315"/>
              <a:ext cx="1284120" cy="972360"/>
            </p14:xfrm>
          </p:contentPart>
        </mc:Choice>
        <mc:Fallback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ED049144-78E2-E131-AEF3-13BAD04D2FE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68461" y="1063841"/>
                <a:ext cx="1314720" cy="10029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51D6351C-9F51-7386-5748-78906EF6C232}"/>
                  </a:ext>
                </a:extLst>
              </p14:cNvPr>
              <p14:cNvContentPartPr/>
              <p14:nvPr/>
            </p14:nvContentPartPr>
            <p14:xfrm>
              <a:off x="8999781" y="350315"/>
              <a:ext cx="671040" cy="76068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51D6351C-9F51-7386-5748-78906EF6C23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984301" y="334835"/>
                <a:ext cx="701640" cy="79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84F134C4-EADC-0BC2-5195-64B36A2BF43F}"/>
                  </a:ext>
                </a:extLst>
              </p14:cNvPr>
              <p14:cNvContentPartPr/>
              <p14:nvPr/>
            </p14:nvContentPartPr>
            <p14:xfrm>
              <a:off x="7946061" y="20915"/>
              <a:ext cx="807840" cy="239148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84F134C4-EADC-0BC2-5195-64B36A2BF43F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30581" y="5435"/>
                <a:ext cx="838440" cy="242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19" name="Ink 318">
                <a:extLst>
                  <a:ext uri="{FF2B5EF4-FFF2-40B4-BE49-F238E27FC236}">
                    <a16:creationId xmlns:a16="http://schemas.microsoft.com/office/drawing/2014/main" id="{1CC0D811-572C-A6A2-6B1E-6FBBA3EAAC7C}"/>
                  </a:ext>
                </a:extLst>
              </p14:cNvPr>
              <p14:cNvContentPartPr/>
              <p14:nvPr/>
            </p14:nvContentPartPr>
            <p14:xfrm>
              <a:off x="9169701" y="1417355"/>
              <a:ext cx="1238040" cy="555840"/>
            </p14:xfrm>
          </p:contentPart>
        </mc:Choice>
        <mc:Fallback>
          <p:pic>
            <p:nvPicPr>
              <p:cNvPr id="319" name="Ink 318">
                <a:extLst>
                  <a:ext uri="{FF2B5EF4-FFF2-40B4-BE49-F238E27FC236}">
                    <a16:creationId xmlns:a16="http://schemas.microsoft.com/office/drawing/2014/main" id="{1CC0D811-572C-A6A2-6B1E-6FBBA3EAAC7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154221" y="1401885"/>
                <a:ext cx="1268640" cy="5864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20" name="Ink 319">
                <a:extLst>
                  <a:ext uri="{FF2B5EF4-FFF2-40B4-BE49-F238E27FC236}">
                    <a16:creationId xmlns:a16="http://schemas.microsoft.com/office/drawing/2014/main" id="{352C8137-79C9-989A-C07E-D1D32E7B50F5}"/>
                  </a:ext>
                </a:extLst>
              </p14:cNvPr>
              <p14:cNvContentPartPr/>
              <p14:nvPr/>
            </p14:nvContentPartPr>
            <p14:xfrm>
              <a:off x="8346741" y="1604555"/>
              <a:ext cx="595440" cy="306000"/>
            </p14:xfrm>
          </p:contentPart>
        </mc:Choice>
        <mc:Fallback>
          <p:pic>
            <p:nvPicPr>
              <p:cNvPr id="320" name="Ink 319">
                <a:extLst>
                  <a:ext uri="{FF2B5EF4-FFF2-40B4-BE49-F238E27FC236}">
                    <a16:creationId xmlns:a16="http://schemas.microsoft.com/office/drawing/2014/main" id="{352C8137-79C9-989A-C07E-D1D32E7B50F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31261" y="1589093"/>
                <a:ext cx="626040" cy="3365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33" name="Ink 332">
                <a:extLst>
                  <a:ext uri="{FF2B5EF4-FFF2-40B4-BE49-F238E27FC236}">
                    <a16:creationId xmlns:a16="http://schemas.microsoft.com/office/drawing/2014/main" id="{6199D205-9F91-3B88-1E82-AA6C87545880}"/>
                  </a:ext>
                </a:extLst>
              </p14:cNvPr>
              <p14:cNvContentPartPr/>
              <p14:nvPr/>
            </p14:nvContentPartPr>
            <p14:xfrm>
              <a:off x="10869981" y="122795"/>
              <a:ext cx="1137240" cy="729360"/>
            </p14:xfrm>
          </p:contentPart>
        </mc:Choice>
        <mc:Fallback>
          <p:pic>
            <p:nvPicPr>
              <p:cNvPr id="333" name="Ink 332">
                <a:extLst>
                  <a:ext uri="{FF2B5EF4-FFF2-40B4-BE49-F238E27FC236}">
                    <a16:creationId xmlns:a16="http://schemas.microsoft.com/office/drawing/2014/main" id="{6199D205-9F91-3B88-1E82-AA6C8754588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854496" y="107315"/>
                <a:ext cx="1167850" cy="75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56" name="Ink 355">
                <a:extLst>
                  <a:ext uri="{FF2B5EF4-FFF2-40B4-BE49-F238E27FC236}">
                    <a16:creationId xmlns:a16="http://schemas.microsoft.com/office/drawing/2014/main" id="{0818BBB2-F2D6-468A-F81E-37749036DC8C}"/>
                  </a:ext>
                </a:extLst>
              </p14:cNvPr>
              <p14:cNvContentPartPr/>
              <p14:nvPr/>
            </p14:nvContentPartPr>
            <p14:xfrm>
              <a:off x="3136821" y="2812175"/>
              <a:ext cx="227520" cy="102240"/>
            </p14:xfrm>
          </p:contentPart>
        </mc:Choice>
        <mc:Fallback>
          <p:pic>
            <p:nvPicPr>
              <p:cNvPr id="356" name="Ink 355">
                <a:extLst>
                  <a:ext uri="{FF2B5EF4-FFF2-40B4-BE49-F238E27FC236}">
                    <a16:creationId xmlns:a16="http://schemas.microsoft.com/office/drawing/2014/main" id="{0818BBB2-F2D6-468A-F81E-37749036DC8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121365" y="2796695"/>
                <a:ext cx="258072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1AEF63CE-B942-978D-81D8-6A8728222DC1}"/>
                  </a:ext>
                </a:extLst>
              </p14:cNvPr>
              <p14:cNvContentPartPr/>
              <p14:nvPr/>
            </p14:nvContentPartPr>
            <p14:xfrm>
              <a:off x="4994781" y="3078575"/>
              <a:ext cx="1058400" cy="45504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1AEF63CE-B942-978D-81D8-6A8728222DC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979306" y="3063095"/>
                <a:ext cx="1088990" cy="48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9208FF4E-FB5D-A607-4B6C-A1CC2DFD835D}"/>
                  </a:ext>
                </a:extLst>
              </p14:cNvPr>
              <p14:cNvContentPartPr/>
              <p14:nvPr/>
            </p14:nvContentPartPr>
            <p14:xfrm>
              <a:off x="3983541" y="2220695"/>
              <a:ext cx="5261400" cy="64656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9208FF4E-FB5D-A607-4B6C-A1CC2DFD835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968062" y="2205224"/>
                <a:ext cx="5291998" cy="6771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95F40DED-9DBC-9F9B-F7F4-68E5C95B4602}"/>
                  </a:ext>
                </a:extLst>
              </p14:cNvPr>
              <p14:cNvContentPartPr/>
              <p14:nvPr/>
            </p14:nvContentPartPr>
            <p14:xfrm>
              <a:off x="6178461" y="2722175"/>
              <a:ext cx="1278000" cy="49788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95F40DED-9DBC-9F9B-F7F4-68E5C95B460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162981" y="2706695"/>
                <a:ext cx="1308600" cy="52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15" name="Ink 414">
                <a:extLst>
                  <a:ext uri="{FF2B5EF4-FFF2-40B4-BE49-F238E27FC236}">
                    <a16:creationId xmlns:a16="http://schemas.microsoft.com/office/drawing/2014/main" id="{A1DB957F-19BD-DB4F-D1DB-618CBAAB3BFB}"/>
                  </a:ext>
                </a:extLst>
              </p14:cNvPr>
              <p14:cNvContentPartPr/>
              <p14:nvPr/>
            </p14:nvContentPartPr>
            <p14:xfrm>
              <a:off x="7652301" y="2678615"/>
              <a:ext cx="1305360" cy="604080"/>
            </p14:xfrm>
          </p:contentPart>
        </mc:Choice>
        <mc:Fallback>
          <p:pic>
            <p:nvPicPr>
              <p:cNvPr id="415" name="Ink 414">
                <a:extLst>
                  <a:ext uri="{FF2B5EF4-FFF2-40B4-BE49-F238E27FC236}">
                    <a16:creationId xmlns:a16="http://schemas.microsoft.com/office/drawing/2014/main" id="{A1DB957F-19BD-DB4F-D1DB-618CBAAB3BFB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636817" y="2663135"/>
                <a:ext cx="1335968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07F10B5A-B8B8-126B-F263-768B5309ED82}"/>
                  </a:ext>
                </a:extLst>
              </p14:cNvPr>
              <p14:cNvContentPartPr/>
              <p14:nvPr/>
            </p14:nvContentPartPr>
            <p14:xfrm>
              <a:off x="507021" y="4200155"/>
              <a:ext cx="1191240" cy="1214640"/>
            </p14:xfrm>
          </p:contentPart>
        </mc:Choice>
        <mc:Fallback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07F10B5A-B8B8-126B-F263-768B5309ED8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91536" y="4184675"/>
                <a:ext cx="1221849" cy="12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82" name="Ink 481">
                <a:extLst>
                  <a:ext uri="{FF2B5EF4-FFF2-40B4-BE49-F238E27FC236}">
                    <a16:creationId xmlns:a16="http://schemas.microsoft.com/office/drawing/2014/main" id="{6D5F7A87-801C-9760-20C8-0140766894D0}"/>
                  </a:ext>
                </a:extLst>
              </p14:cNvPr>
              <p14:cNvContentPartPr/>
              <p14:nvPr/>
            </p14:nvContentPartPr>
            <p14:xfrm>
              <a:off x="4203810" y="4204058"/>
              <a:ext cx="344520" cy="294480"/>
            </p14:xfrm>
          </p:contentPart>
        </mc:Choice>
        <mc:Fallback>
          <p:pic>
            <p:nvPicPr>
              <p:cNvPr id="482" name="Ink 481">
                <a:extLst>
                  <a:ext uri="{FF2B5EF4-FFF2-40B4-BE49-F238E27FC236}">
                    <a16:creationId xmlns:a16="http://schemas.microsoft.com/office/drawing/2014/main" id="{6D5F7A87-801C-9760-20C8-0140766894D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188314" y="4188578"/>
                <a:ext cx="375152" cy="3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83" name="Ink 482">
                <a:extLst>
                  <a:ext uri="{FF2B5EF4-FFF2-40B4-BE49-F238E27FC236}">
                    <a16:creationId xmlns:a16="http://schemas.microsoft.com/office/drawing/2014/main" id="{40E179BA-C6BB-61D9-6189-F76C8DC5191D}"/>
                  </a:ext>
                </a:extLst>
              </p14:cNvPr>
              <p14:cNvContentPartPr/>
              <p14:nvPr/>
            </p14:nvContentPartPr>
            <p14:xfrm>
              <a:off x="2119770" y="4653338"/>
              <a:ext cx="1781280" cy="90360"/>
            </p14:xfrm>
          </p:contentPart>
        </mc:Choice>
        <mc:Fallback>
          <p:pic>
            <p:nvPicPr>
              <p:cNvPr id="483" name="Ink 482">
                <a:extLst>
                  <a:ext uri="{FF2B5EF4-FFF2-40B4-BE49-F238E27FC236}">
                    <a16:creationId xmlns:a16="http://schemas.microsoft.com/office/drawing/2014/main" id="{40E179BA-C6BB-61D9-6189-F76C8DC5191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104290" y="4637858"/>
                <a:ext cx="18118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84" name="Ink 483">
                <a:extLst>
                  <a:ext uri="{FF2B5EF4-FFF2-40B4-BE49-F238E27FC236}">
                    <a16:creationId xmlns:a16="http://schemas.microsoft.com/office/drawing/2014/main" id="{39B46151-A979-02ED-2FB9-0B698ED846F0}"/>
                  </a:ext>
                </a:extLst>
              </p14:cNvPr>
              <p14:cNvContentPartPr/>
              <p14:nvPr/>
            </p14:nvContentPartPr>
            <p14:xfrm>
              <a:off x="2434770" y="4112978"/>
              <a:ext cx="311760" cy="350640"/>
            </p14:xfrm>
          </p:contentPart>
        </mc:Choice>
        <mc:Fallback>
          <p:pic>
            <p:nvPicPr>
              <p:cNvPr id="484" name="Ink 483">
                <a:extLst>
                  <a:ext uri="{FF2B5EF4-FFF2-40B4-BE49-F238E27FC236}">
                    <a16:creationId xmlns:a16="http://schemas.microsoft.com/office/drawing/2014/main" id="{39B46151-A979-02ED-2FB9-0B698ED846F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419290" y="4097514"/>
                <a:ext cx="342360" cy="3812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91" name="Ink 490">
                <a:extLst>
                  <a:ext uri="{FF2B5EF4-FFF2-40B4-BE49-F238E27FC236}">
                    <a16:creationId xmlns:a16="http://schemas.microsoft.com/office/drawing/2014/main" id="{037143FC-200F-A316-30C5-8465BB6362A9}"/>
                  </a:ext>
                </a:extLst>
              </p14:cNvPr>
              <p14:cNvContentPartPr/>
              <p14:nvPr/>
            </p14:nvContentPartPr>
            <p14:xfrm>
              <a:off x="4224690" y="4637138"/>
              <a:ext cx="1628280" cy="74160"/>
            </p14:xfrm>
          </p:contentPart>
        </mc:Choice>
        <mc:Fallback>
          <p:pic>
            <p:nvPicPr>
              <p:cNvPr id="491" name="Ink 490">
                <a:extLst>
                  <a:ext uri="{FF2B5EF4-FFF2-40B4-BE49-F238E27FC236}">
                    <a16:creationId xmlns:a16="http://schemas.microsoft.com/office/drawing/2014/main" id="{037143FC-200F-A316-30C5-8465BB6362A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209210" y="4621658"/>
                <a:ext cx="16588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96" name="Ink 495">
                <a:extLst>
                  <a:ext uri="{FF2B5EF4-FFF2-40B4-BE49-F238E27FC236}">
                    <a16:creationId xmlns:a16="http://schemas.microsoft.com/office/drawing/2014/main" id="{07DB01D4-E2B1-CC02-FC43-E35FBF093EFE}"/>
                  </a:ext>
                </a:extLst>
              </p14:cNvPr>
              <p14:cNvContentPartPr/>
              <p14:nvPr/>
            </p14:nvContentPartPr>
            <p14:xfrm>
              <a:off x="2866101" y="4136795"/>
              <a:ext cx="298440" cy="376560"/>
            </p14:xfrm>
          </p:contentPart>
        </mc:Choice>
        <mc:Fallback>
          <p:pic>
            <p:nvPicPr>
              <p:cNvPr id="496" name="Ink 495">
                <a:extLst>
                  <a:ext uri="{FF2B5EF4-FFF2-40B4-BE49-F238E27FC236}">
                    <a16:creationId xmlns:a16="http://schemas.microsoft.com/office/drawing/2014/main" id="{07DB01D4-E2B1-CC02-FC43-E35FBF093EF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850621" y="4121315"/>
                <a:ext cx="32904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97" name="Ink 496">
                <a:extLst>
                  <a:ext uri="{FF2B5EF4-FFF2-40B4-BE49-F238E27FC236}">
                    <a16:creationId xmlns:a16="http://schemas.microsoft.com/office/drawing/2014/main" id="{50933164-A11B-0099-0EBC-FE9A144ECD1A}"/>
                  </a:ext>
                </a:extLst>
              </p14:cNvPr>
              <p14:cNvContentPartPr/>
              <p14:nvPr/>
            </p14:nvContentPartPr>
            <p14:xfrm>
              <a:off x="851181" y="1824155"/>
              <a:ext cx="141480" cy="133560"/>
            </p14:xfrm>
          </p:contentPart>
        </mc:Choice>
        <mc:Fallback>
          <p:pic>
            <p:nvPicPr>
              <p:cNvPr id="497" name="Ink 496">
                <a:extLst>
                  <a:ext uri="{FF2B5EF4-FFF2-40B4-BE49-F238E27FC236}">
                    <a16:creationId xmlns:a16="http://schemas.microsoft.com/office/drawing/2014/main" id="{50933164-A11B-0099-0EBC-FE9A144ECD1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5701" y="1808675"/>
                <a:ext cx="17208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98" name="Ink 497">
                <a:extLst>
                  <a:ext uri="{FF2B5EF4-FFF2-40B4-BE49-F238E27FC236}">
                    <a16:creationId xmlns:a16="http://schemas.microsoft.com/office/drawing/2014/main" id="{43A28528-294E-5C54-1F14-96128439BAA3}"/>
                  </a:ext>
                </a:extLst>
              </p14:cNvPr>
              <p14:cNvContentPartPr/>
              <p14:nvPr/>
            </p14:nvContentPartPr>
            <p14:xfrm>
              <a:off x="945141" y="1816235"/>
              <a:ext cx="94320" cy="650880"/>
            </p14:xfrm>
          </p:contentPart>
        </mc:Choice>
        <mc:Fallback>
          <p:pic>
            <p:nvPicPr>
              <p:cNvPr id="498" name="Ink 497">
                <a:extLst>
                  <a:ext uri="{FF2B5EF4-FFF2-40B4-BE49-F238E27FC236}">
                    <a16:creationId xmlns:a16="http://schemas.microsoft.com/office/drawing/2014/main" id="{43A28528-294E-5C54-1F14-96128439BAA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29661" y="1800764"/>
                <a:ext cx="124920" cy="681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99" name="Ink 498">
                <a:extLst>
                  <a:ext uri="{FF2B5EF4-FFF2-40B4-BE49-F238E27FC236}">
                    <a16:creationId xmlns:a16="http://schemas.microsoft.com/office/drawing/2014/main" id="{6E19F868-34BD-6177-6C65-382871F93415}"/>
                  </a:ext>
                </a:extLst>
              </p14:cNvPr>
              <p14:cNvContentPartPr/>
              <p14:nvPr/>
            </p14:nvContentPartPr>
            <p14:xfrm>
              <a:off x="1102101" y="1667195"/>
              <a:ext cx="47520" cy="318240"/>
            </p14:xfrm>
          </p:contentPart>
        </mc:Choice>
        <mc:Fallback>
          <p:pic>
            <p:nvPicPr>
              <p:cNvPr id="499" name="Ink 498">
                <a:extLst>
                  <a:ext uri="{FF2B5EF4-FFF2-40B4-BE49-F238E27FC236}">
                    <a16:creationId xmlns:a16="http://schemas.microsoft.com/office/drawing/2014/main" id="{6E19F868-34BD-6177-6C65-382871F93415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86621" y="1651715"/>
                <a:ext cx="78120" cy="34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00" name="Ink 499">
                <a:extLst>
                  <a:ext uri="{FF2B5EF4-FFF2-40B4-BE49-F238E27FC236}">
                    <a16:creationId xmlns:a16="http://schemas.microsoft.com/office/drawing/2014/main" id="{EEB6AF82-92FF-B06A-6FD4-0C1C4EF3ADDC}"/>
                  </a:ext>
                </a:extLst>
              </p14:cNvPr>
              <p14:cNvContentPartPr/>
              <p14:nvPr/>
            </p14:nvContentPartPr>
            <p14:xfrm>
              <a:off x="1086261" y="1635875"/>
              <a:ext cx="141480" cy="172080"/>
            </p14:xfrm>
          </p:contentPart>
        </mc:Choice>
        <mc:Fallback>
          <p:pic>
            <p:nvPicPr>
              <p:cNvPr id="500" name="Ink 499">
                <a:extLst>
                  <a:ext uri="{FF2B5EF4-FFF2-40B4-BE49-F238E27FC236}">
                    <a16:creationId xmlns:a16="http://schemas.microsoft.com/office/drawing/2014/main" id="{EEB6AF82-92FF-B06A-6FD4-0C1C4EF3ADD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70781" y="1620395"/>
                <a:ext cx="17208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01" name="Ink 500">
                <a:extLst>
                  <a:ext uri="{FF2B5EF4-FFF2-40B4-BE49-F238E27FC236}">
                    <a16:creationId xmlns:a16="http://schemas.microsoft.com/office/drawing/2014/main" id="{2BE7F6D6-11BC-3401-1013-81A4E906A7A7}"/>
                  </a:ext>
                </a:extLst>
              </p14:cNvPr>
              <p14:cNvContentPartPr/>
              <p14:nvPr/>
            </p14:nvContentPartPr>
            <p14:xfrm>
              <a:off x="1266621" y="1635875"/>
              <a:ext cx="31680" cy="161640"/>
            </p14:xfrm>
          </p:contentPart>
        </mc:Choice>
        <mc:Fallback>
          <p:pic>
            <p:nvPicPr>
              <p:cNvPr id="501" name="Ink 500">
                <a:extLst>
                  <a:ext uri="{FF2B5EF4-FFF2-40B4-BE49-F238E27FC236}">
                    <a16:creationId xmlns:a16="http://schemas.microsoft.com/office/drawing/2014/main" id="{2BE7F6D6-11BC-3401-1013-81A4E906A7A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251141" y="1620395"/>
                <a:ext cx="6228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02" name="Ink 501">
                <a:extLst>
                  <a:ext uri="{FF2B5EF4-FFF2-40B4-BE49-F238E27FC236}">
                    <a16:creationId xmlns:a16="http://schemas.microsoft.com/office/drawing/2014/main" id="{BB961AAB-5F7E-125F-390E-B189EE6C8325}"/>
                  </a:ext>
                </a:extLst>
              </p14:cNvPr>
              <p14:cNvContentPartPr/>
              <p14:nvPr/>
            </p14:nvContentPartPr>
            <p14:xfrm>
              <a:off x="1368501" y="1437155"/>
              <a:ext cx="212040" cy="402840"/>
            </p14:xfrm>
          </p:contentPart>
        </mc:Choice>
        <mc:Fallback>
          <p:pic>
            <p:nvPicPr>
              <p:cNvPr id="502" name="Ink 501">
                <a:extLst>
                  <a:ext uri="{FF2B5EF4-FFF2-40B4-BE49-F238E27FC236}">
                    <a16:creationId xmlns:a16="http://schemas.microsoft.com/office/drawing/2014/main" id="{BB961AAB-5F7E-125F-390E-B189EE6C832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353021" y="1421675"/>
                <a:ext cx="24264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03" name="Ink 502">
                <a:extLst>
                  <a:ext uri="{FF2B5EF4-FFF2-40B4-BE49-F238E27FC236}">
                    <a16:creationId xmlns:a16="http://schemas.microsoft.com/office/drawing/2014/main" id="{8C2E43B5-746E-D19B-8B41-2F5701A7F7C2}"/>
                  </a:ext>
                </a:extLst>
              </p14:cNvPr>
              <p14:cNvContentPartPr/>
              <p14:nvPr/>
            </p14:nvContentPartPr>
            <p14:xfrm>
              <a:off x="1564701" y="2121875"/>
              <a:ext cx="157320" cy="23760"/>
            </p14:xfrm>
          </p:contentPart>
        </mc:Choice>
        <mc:Fallback>
          <p:pic>
            <p:nvPicPr>
              <p:cNvPr id="503" name="Ink 502">
                <a:extLst>
                  <a:ext uri="{FF2B5EF4-FFF2-40B4-BE49-F238E27FC236}">
                    <a16:creationId xmlns:a16="http://schemas.microsoft.com/office/drawing/2014/main" id="{8C2E43B5-746E-D19B-8B41-2F5701A7F7C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549221" y="2106395"/>
                <a:ext cx="1879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04" name="Ink 503">
                <a:extLst>
                  <a:ext uri="{FF2B5EF4-FFF2-40B4-BE49-F238E27FC236}">
                    <a16:creationId xmlns:a16="http://schemas.microsoft.com/office/drawing/2014/main" id="{4EBB0FAF-C2D0-0003-E283-F86D943F07C8}"/>
                  </a:ext>
                </a:extLst>
              </p14:cNvPr>
              <p14:cNvContentPartPr/>
              <p14:nvPr/>
            </p14:nvContentPartPr>
            <p14:xfrm>
              <a:off x="1540941" y="2012075"/>
              <a:ext cx="188640" cy="23760"/>
            </p14:xfrm>
          </p:contentPart>
        </mc:Choice>
        <mc:Fallback>
          <p:pic>
            <p:nvPicPr>
              <p:cNvPr id="504" name="Ink 503">
                <a:extLst>
                  <a:ext uri="{FF2B5EF4-FFF2-40B4-BE49-F238E27FC236}">
                    <a16:creationId xmlns:a16="http://schemas.microsoft.com/office/drawing/2014/main" id="{4EBB0FAF-C2D0-0003-E283-F86D943F07C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525431" y="1996595"/>
                <a:ext cx="219299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05" name="Ink 504">
                <a:extLst>
                  <a:ext uri="{FF2B5EF4-FFF2-40B4-BE49-F238E27FC236}">
                    <a16:creationId xmlns:a16="http://schemas.microsoft.com/office/drawing/2014/main" id="{DD846428-985F-FEBE-EA43-D41C5CBE9A63}"/>
                  </a:ext>
                </a:extLst>
              </p14:cNvPr>
              <p14:cNvContentPartPr/>
              <p14:nvPr/>
            </p14:nvContentPartPr>
            <p14:xfrm>
              <a:off x="1988061" y="1737755"/>
              <a:ext cx="164880" cy="321840"/>
            </p14:xfrm>
          </p:contentPart>
        </mc:Choice>
        <mc:Fallback>
          <p:pic>
            <p:nvPicPr>
              <p:cNvPr id="505" name="Ink 504">
                <a:extLst>
                  <a:ext uri="{FF2B5EF4-FFF2-40B4-BE49-F238E27FC236}">
                    <a16:creationId xmlns:a16="http://schemas.microsoft.com/office/drawing/2014/main" id="{DD846428-985F-FEBE-EA43-D41C5CBE9A6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972581" y="1722258"/>
                <a:ext cx="195480" cy="3524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06" name="Ink 505">
                <a:extLst>
                  <a:ext uri="{FF2B5EF4-FFF2-40B4-BE49-F238E27FC236}">
                    <a16:creationId xmlns:a16="http://schemas.microsoft.com/office/drawing/2014/main" id="{11E35065-85FB-FFE6-CF94-C88B9C63B7EC}"/>
                  </a:ext>
                </a:extLst>
              </p14:cNvPr>
              <p14:cNvContentPartPr/>
              <p14:nvPr/>
            </p14:nvContentPartPr>
            <p14:xfrm>
              <a:off x="2325021" y="1675115"/>
              <a:ext cx="164880" cy="423720"/>
            </p14:xfrm>
          </p:contentPart>
        </mc:Choice>
        <mc:Fallback>
          <p:pic>
            <p:nvPicPr>
              <p:cNvPr id="506" name="Ink 505">
                <a:extLst>
                  <a:ext uri="{FF2B5EF4-FFF2-40B4-BE49-F238E27FC236}">
                    <a16:creationId xmlns:a16="http://schemas.microsoft.com/office/drawing/2014/main" id="{11E35065-85FB-FFE6-CF94-C88B9C63B7E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309575" y="1659635"/>
                <a:ext cx="195413" cy="45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07" name="Ink 506">
                <a:extLst>
                  <a:ext uri="{FF2B5EF4-FFF2-40B4-BE49-F238E27FC236}">
                    <a16:creationId xmlns:a16="http://schemas.microsoft.com/office/drawing/2014/main" id="{3D6AE0FB-C100-3E94-42CF-3D42FC6AAFBA}"/>
                  </a:ext>
                </a:extLst>
              </p14:cNvPr>
              <p14:cNvContentPartPr/>
              <p14:nvPr/>
            </p14:nvContentPartPr>
            <p14:xfrm>
              <a:off x="2528781" y="1820555"/>
              <a:ext cx="321840" cy="238320"/>
            </p14:xfrm>
          </p:contentPart>
        </mc:Choice>
        <mc:Fallback>
          <p:pic>
            <p:nvPicPr>
              <p:cNvPr id="507" name="Ink 506">
                <a:extLst>
                  <a:ext uri="{FF2B5EF4-FFF2-40B4-BE49-F238E27FC236}">
                    <a16:creationId xmlns:a16="http://schemas.microsoft.com/office/drawing/2014/main" id="{3D6AE0FB-C100-3E94-42CF-3D42FC6AAFB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513301" y="1805075"/>
                <a:ext cx="35244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08" name="Ink 507">
                <a:extLst>
                  <a:ext uri="{FF2B5EF4-FFF2-40B4-BE49-F238E27FC236}">
                    <a16:creationId xmlns:a16="http://schemas.microsoft.com/office/drawing/2014/main" id="{4DA0F557-1143-0311-567A-049A105668DF}"/>
                  </a:ext>
                </a:extLst>
              </p14:cNvPr>
              <p14:cNvContentPartPr/>
              <p14:nvPr/>
            </p14:nvContentPartPr>
            <p14:xfrm>
              <a:off x="2866101" y="1667195"/>
              <a:ext cx="102240" cy="376560"/>
            </p14:xfrm>
          </p:contentPart>
        </mc:Choice>
        <mc:Fallback>
          <p:pic>
            <p:nvPicPr>
              <p:cNvPr id="508" name="Ink 507">
                <a:extLst>
                  <a:ext uri="{FF2B5EF4-FFF2-40B4-BE49-F238E27FC236}">
                    <a16:creationId xmlns:a16="http://schemas.microsoft.com/office/drawing/2014/main" id="{4DA0F557-1143-0311-567A-049A105668D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850621" y="1651715"/>
                <a:ext cx="13284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09" name="Ink 508">
                <a:extLst>
                  <a:ext uri="{FF2B5EF4-FFF2-40B4-BE49-F238E27FC236}">
                    <a16:creationId xmlns:a16="http://schemas.microsoft.com/office/drawing/2014/main" id="{1004B26B-FC19-B15D-B515-3E2D0C0D9792}"/>
                  </a:ext>
                </a:extLst>
              </p14:cNvPr>
              <p14:cNvContentPartPr/>
              <p14:nvPr/>
            </p14:nvContentPartPr>
            <p14:xfrm>
              <a:off x="2787621" y="1784915"/>
              <a:ext cx="196200" cy="47520"/>
            </p14:xfrm>
          </p:contentPart>
        </mc:Choice>
        <mc:Fallback>
          <p:pic>
            <p:nvPicPr>
              <p:cNvPr id="509" name="Ink 508">
                <a:extLst>
                  <a:ext uri="{FF2B5EF4-FFF2-40B4-BE49-F238E27FC236}">
                    <a16:creationId xmlns:a16="http://schemas.microsoft.com/office/drawing/2014/main" id="{1004B26B-FC19-B15D-B515-3E2D0C0D979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772169" y="1769435"/>
                <a:ext cx="226744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10" name="Ink 509">
                <a:extLst>
                  <a:ext uri="{FF2B5EF4-FFF2-40B4-BE49-F238E27FC236}">
                    <a16:creationId xmlns:a16="http://schemas.microsoft.com/office/drawing/2014/main" id="{3F6E8F4F-38EE-C75B-2DFE-C87777277923}"/>
                  </a:ext>
                </a:extLst>
              </p14:cNvPr>
              <p14:cNvContentPartPr/>
              <p14:nvPr/>
            </p14:nvContentPartPr>
            <p14:xfrm>
              <a:off x="3007221" y="1565315"/>
              <a:ext cx="140760" cy="627480"/>
            </p14:xfrm>
          </p:contentPart>
        </mc:Choice>
        <mc:Fallback>
          <p:pic>
            <p:nvPicPr>
              <p:cNvPr id="510" name="Ink 509">
                <a:extLst>
                  <a:ext uri="{FF2B5EF4-FFF2-40B4-BE49-F238E27FC236}">
                    <a16:creationId xmlns:a16="http://schemas.microsoft.com/office/drawing/2014/main" id="{3F6E8F4F-38EE-C75B-2DFE-C8777727792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991741" y="1549844"/>
                <a:ext cx="171360" cy="6580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21" name="Ink 520">
                <a:extLst>
                  <a:ext uri="{FF2B5EF4-FFF2-40B4-BE49-F238E27FC236}">
                    <a16:creationId xmlns:a16="http://schemas.microsoft.com/office/drawing/2014/main" id="{5D619004-1F76-FCE5-BBBB-836B1BA3CF13}"/>
                  </a:ext>
                </a:extLst>
              </p14:cNvPr>
              <p14:cNvContentPartPr/>
              <p14:nvPr/>
            </p14:nvContentPartPr>
            <p14:xfrm>
              <a:off x="2412141" y="4709915"/>
              <a:ext cx="1128240" cy="642240"/>
            </p14:xfrm>
          </p:contentPart>
        </mc:Choice>
        <mc:Fallback>
          <p:pic>
            <p:nvPicPr>
              <p:cNvPr id="521" name="Ink 520">
                <a:extLst>
                  <a:ext uri="{FF2B5EF4-FFF2-40B4-BE49-F238E27FC236}">
                    <a16:creationId xmlns:a16="http://schemas.microsoft.com/office/drawing/2014/main" id="{5D619004-1F76-FCE5-BBBB-836B1BA3CF13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2396666" y="4694435"/>
                <a:ext cx="1158830" cy="67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5D555C0A-B095-6225-A3D9-3993BC0273F1}"/>
                  </a:ext>
                </a:extLst>
              </p14:cNvPr>
              <p14:cNvContentPartPr/>
              <p14:nvPr/>
            </p14:nvContentPartPr>
            <p14:xfrm>
              <a:off x="4786701" y="3999995"/>
              <a:ext cx="753120" cy="596160"/>
            </p14:xfrm>
          </p:contentPart>
        </mc:Choice>
        <mc:Fallback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5D555C0A-B095-6225-A3D9-3993BC0273F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771221" y="3984515"/>
                <a:ext cx="783720" cy="62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44" name="Ink 543">
                <a:extLst>
                  <a:ext uri="{FF2B5EF4-FFF2-40B4-BE49-F238E27FC236}">
                    <a16:creationId xmlns:a16="http://schemas.microsoft.com/office/drawing/2014/main" id="{1688224E-C7B1-0ED1-4B59-8D44EB08D96C}"/>
                  </a:ext>
                </a:extLst>
              </p14:cNvPr>
              <p14:cNvContentPartPr/>
              <p14:nvPr/>
            </p14:nvContentPartPr>
            <p14:xfrm>
              <a:off x="9741021" y="169955"/>
              <a:ext cx="721440" cy="784440"/>
            </p14:xfrm>
          </p:contentPart>
        </mc:Choice>
        <mc:Fallback>
          <p:pic>
            <p:nvPicPr>
              <p:cNvPr id="544" name="Ink 543">
                <a:extLst>
                  <a:ext uri="{FF2B5EF4-FFF2-40B4-BE49-F238E27FC236}">
                    <a16:creationId xmlns:a16="http://schemas.microsoft.com/office/drawing/2014/main" id="{1688224E-C7B1-0ED1-4B59-8D44EB08D96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725541" y="154475"/>
                <a:ext cx="752040" cy="81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559" name="Ink 558">
                <a:extLst>
                  <a:ext uri="{FF2B5EF4-FFF2-40B4-BE49-F238E27FC236}">
                    <a16:creationId xmlns:a16="http://schemas.microsoft.com/office/drawing/2014/main" id="{1CB172D1-26FD-3D4F-FF3A-98E771D24341}"/>
                  </a:ext>
                </a:extLst>
              </p14:cNvPr>
              <p14:cNvContentPartPr/>
              <p14:nvPr/>
            </p14:nvContentPartPr>
            <p14:xfrm>
              <a:off x="7930221" y="2317715"/>
              <a:ext cx="1654560" cy="847080"/>
            </p14:xfrm>
          </p:contentPart>
        </mc:Choice>
        <mc:Fallback>
          <p:pic>
            <p:nvPicPr>
              <p:cNvPr id="559" name="Ink 558">
                <a:extLst>
                  <a:ext uri="{FF2B5EF4-FFF2-40B4-BE49-F238E27FC236}">
                    <a16:creationId xmlns:a16="http://schemas.microsoft.com/office/drawing/2014/main" id="{1CB172D1-26FD-3D4F-FF3A-98E771D2434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914741" y="2302235"/>
                <a:ext cx="1685160" cy="87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597" name="Ink 596">
                <a:extLst>
                  <a:ext uri="{FF2B5EF4-FFF2-40B4-BE49-F238E27FC236}">
                    <a16:creationId xmlns:a16="http://schemas.microsoft.com/office/drawing/2014/main" id="{275267D2-6C4F-0C4D-2690-614B18412900}"/>
                  </a:ext>
                </a:extLst>
              </p14:cNvPr>
              <p14:cNvContentPartPr/>
              <p14:nvPr/>
            </p14:nvContentPartPr>
            <p14:xfrm>
              <a:off x="2051421" y="5473835"/>
              <a:ext cx="783360" cy="560520"/>
            </p14:xfrm>
          </p:contentPart>
        </mc:Choice>
        <mc:Fallback>
          <p:pic>
            <p:nvPicPr>
              <p:cNvPr id="597" name="Ink 596">
                <a:extLst>
                  <a:ext uri="{FF2B5EF4-FFF2-40B4-BE49-F238E27FC236}">
                    <a16:creationId xmlns:a16="http://schemas.microsoft.com/office/drawing/2014/main" id="{275267D2-6C4F-0C4D-2690-614B18412900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040621" y="5463035"/>
                <a:ext cx="804600" cy="58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13" name="Ink 612">
                <a:extLst>
                  <a:ext uri="{FF2B5EF4-FFF2-40B4-BE49-F238E27FC236}">
                    <a16:creationId xmlns:a16="http://schemas.microsoft.com/office/drawing/2014/main" id="{AB89663D-9915-B31D-721F-273C0BD9BEF9}"/>
                  </a:ext>
                </a:extLst>
              </p14:cNvPr>
              <p14:cNvContentPartPr/>
              <p14:nvPr/>
            </p14:nvContentPartPr>
            <p14:xfrm>
              <a:off x="992301" y="5991155"/>
              <a:ext cx="753120" cy="732960"/>
            </p14:xfrm>
          </p:contentPart>
        </mc:Choice>
        <mc:Fallback>
          <p:pic>
            <p:nvPicPr>
              <p:cNvPr id="613" name="Ink 612">
                <a:extLst>
                  <a:ext uri="{FF2B5EF4-FFF2-40B4-BE49-F238E27FC236}">
                    <a16:creationId xmlns:a16="http://schemas.microsoft.com/office/drawing/2014/main" id="{AB89663D-9915-B31D-721F-273C0BD9BEF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81496" y="5980355"/>
                <a:ext cx="774370" cy="75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16" name="Ink 615">
                <a:extLst>
                  <a:ext uri="{FF2B5EF4-FFF2-40B4-BE49-F238E27FC236}">
                    <a16:creationId xmlns:a16="http://schemas.microsoft.com/office/drawing/2014/main" id="{6C050047-BE7F-E8C9-EBFA-5F49CB084ACA}"/>
                  </a:ext>
                </a:extLst>
              </p14:cNvPr>
              <p14:cNvContentPartPr/>
              <p14:nvPr/>
            </p14:nvContentPartPr>
            <p14:xfrm>
              <a:off x="757221" y="6080795"/>
              <a:ext cx="188640" cy="643320"/>
            </p14:xfrm>
          </p:contentPart>
        </mc:Choice>
        <mc:Fallback>
          <p:pic>
            <p:nvPicPr>
              <p:cNvPr id="616" name="Ink 615">
                <a:extLst>
                  <a:ext uri="{FF2B5EF4-FFF2-40B4-BE49-F238E27FC236}">
                    <a16:creationId xmlns:a16="http://schemas.microsoft.com/office/drawing/2014/main" id="{6C050047-BE7F-E8C9-EBFA-5F49CB084AC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46421" y="6069989"/>
                <a:ext cx="209880" cy="6645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18" name="Ink 617">
                <a:extLst>
                  <a:ext uri="{FF2B5EF4-FFF2-40B4-BE49-F238E27FC236}">
                    <a16:creationId xmlns:a16="http://schemas.microsoft.com/office/drawing/2014/main" id="{B7030BE8-8B46-B7D8-1FEA-1946A671032F}"/>
                  </a:ext>
                </a:extLst>
              </p14:cNvPr>
              <p14:cNvContentPartPr/>
              <p14:nvPr/>
            </p14:nvContentPartPr>
            <p14:xfrm>
              <a:off x="1831101" y="6104195"/>
              <a:ext cx="412200" cy="494280"/>
            </p14:xfrm>
          </p:contentPart>
        </mc:Choice>
        <mc:Fallback>
          <p:pic>
            <p:nvPicPr>
              <p:cNvPr id="618" name="Ink 617">
                <a:extLst>
                  <a:ext uri="{FF2B5EF4-FFF2-40B4-BE49-F238E27FC236}">
                    <a16:creationId xmlns:a16="http://schemas.microsoft.com/office/drawing/2014/main" id="{B7030BE8-8B46-B7D8-1FEA-1946A671032F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1820301" y="6093395"/>
                <a:ext cx="433440" cy="51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95" name="Ink 794">
                <a:extLst>
                  <a:ext uri="{FF2B5EF4-FFF2-40B4-BE49-F238E27FC236}">
                    <a16:creationId xmlns:a16="http://schemas.microsoft.com/office/drawing/2014/main" id="{3C1C8C0C-1663-C18A-4E88-E315CB5EF2A0}"/>
                  </a:ext>
                </a:extLst>
              </p14:cNvPr>
              <p14:cNvContentPartPr/>
              <p14:nvPr/>
            </p14:nvContentPartPr>
            <p14:xfrm>
              <a:off x="4693461" y="6109165"/>
              <a:ext cx="494640" cy="242640"/>
            </p14:xfrm>
          </p:contentPart>
        </mc:Choice>
        <mc:Fallback>
          <p:pic>
            <p:nvPicPr>
              <p:cNvPr id="795" name="Ink 794">
                <a:extLst>
                  <a:ext uri="{FF2B5EF4-FFF2-40B4-BE49-F238E27FC236}">
                    <a16:creationId xmlns:a16="http://schemas.microsoft.com/office/drawing/2014/main" id="{3C1C8C0C-1663-C18A-4E88-E315CB5EF2A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682653" y="6098365"/>
                <a:ext cx="515895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805" name="Ink 804">
                <a:extLst>
                  <a:ext uri="{FF2B5EF4-FFF2-40B4-BE49-F238E27FC236}">
                    <a16:creationId xmlns:a16="http://schemas.microsoft.com/office/drawing/2014/main" id="{E93695F8-6AA6-F830-3157-F8258B51998B}"/>
                  </a:ext>
                </a:extLst>
              </p14:cNvPr>
              <p14:cNvContentPartPr/>
              <p14:nvPr/>
            </p14:nvContentPartPr>
            <p14:xfrm>
              <a:off x="4498341" y="5661325"/>
              <a:ext cx="1621440" cy="1003680"/>
            </p14:xfrm>
          </p:contentPart>
        </mc:Choice>
        <mc:Fallback>
          <p:pic>
            <p:nvPicPr>
              <p:cNvPr id="805" name="Ink 804">
                <a:extLst>
                  <a:ext uri="{FF2B5EF4-FFF2-40B4-BE49-F238E27FC236}">
                    <a16:creationId xmlns:a16="http://schemas.microsoft.com/office/drawing/2014/main" id="{E93695F8-6AA6-F830-3157-F8258B51998B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487541" y="5650525"/>
                <a:ext cx="1642680" cy="10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815" name="Ink 814">
                <a:extLst>
                  <a:ext uri="{FF2B5EF4-FFF2-40B4-BE49-F238E27FC236}">
                    <a16:creationId xmlns:a16="http://schemas.microsoft.com/office/drawing/2014/main" id="{E87F295B-1564-CE85-805E-90E98A3ABBDB}"/>
                  </a:ext>
                </a:extLst>
              </p14:cNvPr>
              <p14:cNvContentPartPr/>
              <p14:nvPr/>
            </p14:nvContentPartPr>
            <p14:xfrm>
              <a:off x="6223101" y="5449645"/>
              <a:ext cx="963720" cy="1090080"/>
            </p14:xfrm>
          </p:contentPart>
        </mc:Choice>
        <mc:Fallback>
          <p:pic>
            <p:nvPicPr>
              <p:cNvPr id="815" name="Ink 814">
                <a:extLst>
                  <a:ext uri="{FF2B5EF4-FFF2-40B4-BE49-F238E27FC236}">
                    <a16:creationId xmlns:a16="http://schemas.microsoft.com/office/drawing/2014/main" id="{E87F295B-1564-CE85-805E-90E98A3ABBDB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212301" y="5438845"/>
                <a:ext cx="984960" cy="11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24" name="Ink 823">
                <a:extLst>
                  <a:ext uri="{FF2B5EF4-FFF2-40B4-BE49-F238E27FC236}">
                    <a16:creationId xmlns:a16="http://schemas.microsoft.com/office/drawing/2014/main" id="{7DB9639E-9AC1-7A97-BCEE-0060B28993C7}"/>
                  </a:ext>
                </a:extLst>
              </p14:cNvPr>
              <p14:cNvContentPartPr/>
              <p14:nvPr/>
            </p14:nvContentPartPr>
            <p14:xfrm>
              <a:off x="4512381" y="4787315"/>
              <a:ext cx="854640" cy="361080"/>
            </p14:xfrm>
          </p:contentPart>
        </mc:Choice>
        <mc:Fallback>
          <p:pic>
            <p:nvPicPr>
              <p:cNvPr id="824" name="Ink 823">
                <a:extLst>
                  <a:ext uri="{FF2B5EF4-FFF2-40B4-BE49-F238E27FC236}">
                    <a16:creationId xmlns:a16="http://schemas.microsoft.com/office/drawing/2014/main" id="{7DB9639E-9AC1-7A97-BCEE-0060B28993C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496908" y="4771820"/>
                <a:ext cx="885227" cy="391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32" name="Ink 831">
                <a:extLst>
                  <a:ext uri="{FF2B5EF4-FFF2-40B4-BE49-F238E27FC236}">
                    <a16:creationId xmlns:a16="http://schemas.microsoft.com/office/drawing/2014/main" id="{07C18242-B3CE-1427-DF47-3F9781C2C081}"/>
                  </a:ext>
                </a:extLst>
              </p14:cNvPr>
              <p14:cNvContentPartPr/>
              <p14:nvPr/>
            </p14:nvContentPartPr>
            <p14:xfrm>
              <a:off x="6040941" y="3971195"/>
              <a:ext cx="1237320" cy="636480"/>
            </p14:xfrm>
          </p:contentPart>
        </mc:Choice>
        <mc:Fallback>
          <p:pic>
            <p:nvPicPr>
              <p:cNvPr id="832" name="Ink 831">
                <a:extLst>
                  <a:ext uri="{FF2B5EF4-FFF2-40B4-BE49-F238E27FC236}">
                    <a16:creationId xmlns:a16="http://schemas.microsoft.com/office/drawing/2014/main" id="{07C18242-B3CE-1427-DF47-3F9781C2C08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025456" y="3955715"/>
                <a:ext cx="1267929" cy="66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37" name="Ink 836">
                <a:extLst>
                  <a:ext uri="{FF2B5EF4-FFF2-40B4-BE49-F238E27FC236}">
                    <a16:creationId xmlns:a16="http://schemas.microsoft.com/office/drawing/2014/main" id="{8C70D084-8873-976C-1E57-24C2609325E8}"/>
                  </a:ext>
                </a:extLst>
              </p14:cNvPr>
              <p14:cNvContentPartPr/>
              <p14:nvPr/>
            </p14:nvContentPartPr>
            <p14:xfrm>
              <a:off x="6362421" y="4567715"/>
              <a:ext cx="650880" cy="320760"/>
            </p14:xfrm>
          </p:contentPart>
        </mc:Choice>
        <mc:Fallback>
          <p:pic>
            <p:nvPicPr>
              <p:cNvPr id="837" name="Ink 836">
                <a:extLst>
                  <a:ext uri="{FF2B5EF4-FFF2-40B4-BE49-F238E27FC236}">
                    <a16:creationId xmlns:a16="http://schemas.microsoft.com/office/drawing/2014/main" id="{8C70D084-8873-976C-1E57-24C2609325E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346950" y="4552235"/>
                <a:ext cx="681463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65" name="Ink 864">
                <a:extLst>
                  <a:ext uri="{FF2B5EF4-FFF2-40B4-BE49-F238E27FC236}">
                    <a16:creationId xmlns:a16="http://schemas.microsoft.com/office/drawing/2014/main" id="{E2EFCD3D-B5A1-F803-72B7-AE7CF6DD4A6E}"/>
                  </a:ext>
                </a:extLst>
              </p14:cNvPr>
              <p14:cNvContentPartPr/>
              <p14:nvPr/>
            </p14:nvContentPartPr>
            <p14:xfrm>
              <a:off x="7436301" y="3859595"/>
              <a:ext cx="713520" cy="442080"/>
            </p14:xfrm>
          </p:contentPart>
        </mc:Choice>
        <mc:Fallback>
          <p:pic>
            <p:nvPicPr>
              <p:cNvPr id="865" name="Ink 864">
                <a:extLst>
                  <a:ext uri="{FF2B5EF4-FFF2-40B4-BE49-F238E27FC236}">
                    <a16:creationId xmlns:a16="http://schemas.microsoft.com/office/drawing/2014/main" id="{E2EFCD3D-B5A1-F803-72B7-AE7CF6DD4A6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425501" y="3848786"/>
                <a:ext cx="734760" cy="4633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70" name="Ink 869">
                <a:extLst>
                  <a:ext uri="{FF2B5EF4-FFF2-40B4-BE49-F238E27FC236}">
                    <a16:creationId xmlns:a16="http://schemas.microsoft.com/office/drawing/2014/main" id="{131E544D-BE17-E95F-1B83-D082048A8875}"/>
                  </a:ext>
                </a:extLst>
              </p14:cNvPr>
              <p14:cNvContentPartPr/>
              <p14:nvPr/>
            </p14:nvContentPartPr>
            <p14:xfrm>
              <a:off x="8016621" y="3533075"/>
              <a:ext cx="313920" cy="368640"/>
            </p14:xfrm>
          </p:contentPart>
        </mc:Choice>
        <mc:Fallback>
          <p:pic>
            <p:nvPicPr>
              <p:cNvPr id="870" name="Ink 869">
                <a:extLst>
                  <a:ext uri="{FF2B5EF4-FFF2-40B4-BE49-F238E27FC236}">
                    <a16:creationId xmlns:a16="http://schemas.microsoft.com/office/drawing/2014/main" id="{131E544D-BE17-E95F-1B83-D082048A887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005821" y="3522286"/>
                <a:ext cx="335160" cy="3898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924" name="Ink 923">
                <a:extLst>
                  <a:ext uri="{FF2B5EF4-FFF2-40B4-BE49-F238E27FC236}">
                    <a16:creationId xmlns:a16="http://schemas.microsoft.com/office/drawing/2014/main" id="{EB78BD5B-FAA7-448D-0E92-4B49B5665DE7}"/>
                  </a:ext>
                </a:extLst>
              </p14:cNvPr>
              <p14:cNvContentPartPr/>
              <p14:nvPr/>
            </p14:nvContentPartPr>
            <p14:xfrm>
              <a:off x="5147061" y="5273315"/>
              <a:ext cx="212040" cy="486720"/>
            </p14:xfrm>
          </p:contentPart>
        </mc:Choice>
        <mc:Fallback>
          <p:pic>
            <p:nvPicPr>
              <p:cNvPr id="924" name="Ink 923">
                <a:extLst>
                  <a:ext uri="{FF2B5EF4-FFF2-40B4-BE49-F238E27FC236}">
                    <a16:creationId xmlns:a16="http://schemas.microsoft.com/office/drawing/2014/main" id="{EB78BD5B-FAA7-448D-0E92-4B49B5665DE7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136261" y="5262507"/>
                <a:ext cx="233280" cy="5079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934" name="Ink 933">
                <a:extLst>
                  <a:ext uri="{FF2B5EF4-FFF2-40B4-BE49-F238E27FC236}">
                    <a16:creationId xmlns:a16="http://schemas.microsoft.com/office/drawing/2014/main" id="{B5438FA6-C257-2C48-99C1-3ED940D0740C}"/>
                  </a:ext>
                </a:extLst>
              </p14:cNvPr>
              <p14:cNvContentPartPr/>
              <p14:nvPr/>
            </p14:nvContentPartPr>
            <p14:xfrm>
              <a:off x="7585341" y="4396355"/>
              <a:ext cx="902160" cy="2265120"/>
            </p14:xfrm>
          </p:contentPart>
        </mc:Choice>
        <mc:Fallback>
          <p:pic>
            <p:nvPicPr>
              <p:cNvPr id="934" name="Ink 933">
                <a:extLst>
                  <a:ext uri="{FF2B5EF4-FFF2-40B4-BE49-F238E27FC236}">
                    <a16:creationId xmlns:a16="http://schemas.microsoft.com/office/drawing/2014/main" id="{B5438FA6-C257-2C48-99C1-3ED940D0740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569861" y="4380875"/>
                <a:ext cx="932760" cy="22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47" name="Ink 946">
                <a:extLst>
                  <a:ext uri="{FF2B5EF4-FFF2-40B4-BE49-F238E27FC236}">
                    <a16:creationId xmlns:a16="http://schemas.microsoft.com/office/drawing/2014/main" id="{E23AF17F-3F83-227F-7437-C9E24BF7D568}"/>
                  </a:ext>
                </a:extLst>
              </p14:cNvPr>
              <p14:cNvContentPartPr/>
              <p14:nvPr/>
            </p14:nvContentPartPr>
            <p14:xfrm>
              <a:off x="8627541" y="4081715"/>
              <a:ext cx="1239480" cy="909720"/>
            </p14:xfrm>
          </p:contentPart>
        </mc:Choice>
        <mc:Fallback>
          <p:pic>
            <p:nvPicPr>
              <p:cNvPr id="947" name="Ink 946">
                <a:extLst>
                  <a:ext uri="{FF2B5EF4-FFF2-40B4-BE49-F238E27FC236}">
                    <a16:creationId xmlns:a16="http://schemas.microsoft.com/office/drawing/2014/main" id="{E23AF17F-3F83-227F-7437-C9E24BF7D56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612057" y="4066235"/>
                <a:ext cx="1270089" cy="9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58" name="Ink 957">
                <a:extLst>
                  <a:ext uri="{FF2B5EF4-FFF2-40B4-BE49-F238E27FC236}">
                    <a16:creationId xmlns:a16="http://schemas.microsoft.com/office/drawing/2014/main" id="{558E59BE-2F69-64F8-DB4B-A84F1D0DF5FD}"/>
                  </a:ext>
                </a:extLst>
              </p14:cNvPr>
              <p14:cNvContentPartPr/>
              <p14:nvPr/>
            </p14:nvContentPartPr>
            <p14:xfrm>
              <a:off x="9991941" y="4097555"/>
              <a:ext cx="721440" cy="776160"/>
            </p14:xfrm>
          </p:contentPart>
        </mc:Choice>
        <mc:Fallback>
          <p:pic>
            <p:nvPicPr>
              <p:cNvPr id="958" name="Ink 957">
                <a:extLst>
                  <a:ext uri="{FF2B5EF4-FFF2-40B4-BE49-F238E27FC236}">
                    <a16:creationId xmlns:a16="http://schemas.microsoft.com/office/drawing/2014/main" id="{558E59BE-2F69-64F8-DB4B-A84F1D0DF5FD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9976461" y="4082082"/>
                <a:ext cx="752040" cy="8067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72" name="Ink 971">
                <a:extLst>
                  <a:ext uri="{FF2B5EF4-FFF2-40B4-BE49-F238E27FC236}">
                    <a16:creationId xmlns:a16="http://schemas.microsoft.com/office/drawing/2014/main" id="{3B5489E4-B685-6DCE-0791-3D22BBF224B7}"/>
                  </a:ext>
                </a:extLst>
              </p14:cNvPr>
              <p14:cNvContentPartPr/>
              <p14:nvPr/>
            </p14:nvContentPartPr>
            <p14:xfrm>
              <a:off x="10760181" y="4144355"/>
              <a:ext cx="345240" cy="563760"/>
            </p14:xfrm>
          </p:contentPart>
        </mc:Choice>
        <mc:Fallback>
          <p:pic>
            <p:nvPicPr>
              <p:cNvPr id="972" name="Ink 971">
                <a:extLst>
                  <a:ext uri="{FF2B5EF4-FFF2-40B4-BE49-F238E27FC236}">
                    <a16:creationId xmlns:a16="http://schemas.microsoft.com/office/drawing/2014/main" id="{3B5489E4-B685-6DCE-0791-3D22BBF224B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744701" y="4128875"/>
                <a:ext cx="375840" cy="59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83" name="Ink 982">
                <a:extLst>
                  <a:ext uri="{FF2B5EF4-FFF2-40B4-BE49-F238E27FC236}">
                    <a16:creationId xmlns:a16="http://schemas.microsoft.com/office/drawing/2014/main" id="{6A131E7C-9E1A-6271-93DF-8754EEFC0C8D}"/>
                  </a:ext>
                </a:extLst>
              </p14:cNvPr>
              <p14:cNvContentPartPr/>
              <p14:nvPr/>
            </p14:nvContentPartPr>
            <p14:xfrm>
              <a:off x="11136741" y="3998915"/>
              <a:ext cx="556920" cy="647640"/>
            </p14:xfrm>
          </p:contentPart>
        </mc:Choice>
        <mc:Fallback>
          <p:pic>
            <p:nvPicPr>
              <p:cNvPr id="983" name="Ink 982">
                <a:extLst>
                  <a:ext uri="{FF2B5EF4-FFF2-40B4-BE49-F238E27FC236}">
                    <a16:creationId xmlns:a16="http://schemas.microsoft.com/office/drawing/2014/main" id="{6A131E7C-9E1A-6271-93DF-8754EEFC0C8D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1121261" y="3983435"/>
                <a:ext cx="587520" cy="67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95" name="Ink 994">
                <a:extLst>
                  <a:ext uri="{FF2B5EF4-FFF2-40B4-BE49-F238E27FC236}">
                    <a16:creationId xmlns:a16="http://schemas.microsoft.com/office/drawing/2014/main" id="{FD17DF49-4161-2384-2DA3-53B840B79966}"/>
                  </a:ext>
                </a:extLst>
              </p14:cNvPr>
              <p14:cNvContentPartPr/>
              <p14:nvPr/>
            </p14:nvContentPartPr>
            <p14:xfrm>
              <a:off x="10948461" y="4763915"/>
              <a:ext cx="549000" cy="572760"/>
            </p14:xfrm>
          </p:contentPart>
        </mc:Choice>
        <mc:Fallback>
          <p:pic>
            <p:nvPicPr>
              <p:cNvPr id="995" name="Ink 994">
                <a:extLst>
                  <a:ext uri="{FF2B5EF4-FFF2-40B4-BE49-F238E27FC236}">
                    <a16:creationId xmlns:a16="http://schemas.microsoft.com/office/drawing/2014/main" id="{FD17DF49-4161-2384-2DA3-53B840B7996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932981" y="4748435"/>
                <a:ext cx="57960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96" name="Ink 995">
                <a:extLst>
                  <a:ext uri="{FF2B5EF4-FFF2-40B4-BE49-F238E27FC236}">
                    <a16:creationId xmlns:a16="http://schemas.microsoft.com/office/drawing/2014/main" id="{E5342DFA-62EC-F59C-65F1-936013F4F32C}"/>
                  </a:ext>
                </a:extLst>
              </p14:cNvPr>
              <p14:cNvContentPartPr/>
              <p14:nvPr/>
            </p14:nvContentPartPr>
            <p14:xfrm>
              <a:off x="11741181" y="4011155"/>
              <a:ext cx="172080" cy="728640"/>
            </p14:xfrm>
          </p:contentPart>
        </mc:Choice>
        <mc:Fallback>
          <p:pic>
            <p:nvPicPr>
              <p:cNvPr id="996" name="Ink 995">
                <a:extLst>
                  <a:ext uri="{FF2B5EF4-FFF2-40B4-BE49-F238E27FC236}">
                    <a16:creationId xmlns:a16="http://schemas.microsoft.com/office/drawing/2014/main" id="{E5342DFA-62EC-F59C-65F1-936013F4F32C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1720661" y="3990625"/>
                <a:ext cx="212760" cy="7693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97" name="Ink 996">
                <a:extLst>
                  <a:ext uri="{FF2B5EF4-FFF2-40B4-BE49-F238E27FC236}">
                    <a16:creationId xmlns:a16="http://schemas.microsoft.com/office/drawing/2014/main" id="{D7A14A79-61B8-E5FE-0633-1E821A5B8CFC}"/>
                  </a:ext>
                </a:extLst>
              </p14:cNvPr>
              <p14:cNvContentPartPr/>
              <p14:nvPr/>
            </p14:nvContentPartPr>
            <p14:xfrm>
              <a:off x="6973701" y="4826555"/>
              <a:ext cx="203400" cy="251280"/>
            </p14:xfrm>
          </p:contentPart>
        </mc:Choice>
        <mc:Fallback>
          <p:pic>
            <p:nvPicPr>
              <p:cNvPr id="997" name="Ink 996">
                <a:extLst>
                  <a:ext uri="{FF2B5EF4-FFF2-40B4-BE49-F238E27FC236}">
                    <a16:creationId xmlns:a16="http://schemas.microsoft.com/office/drawing/2014/main" id="{D7A14A79-61B8-E5FE-0633-1E821A5B8CFC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958221" y="4811075"/>
                <a:ext cx="23400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45" name="Ink 1044">
                <a:extLst>
                  <a:ext uri="{FF2B5EF4-FFF2-40B4-BE49-F238E27FC236}">
                    <a16:creationId xmlns:a16="http://schemas.microsoft.com/office/drawing/2014/main" id="{81D48448-9602-5289-23A4-ED313F9F8D1E}"/>
                  </a:ext>
                </a:extLst>
              </p14:cNvPr>
              <p14:cNvContentPartPr/>
              <p14:nvPr/>
            </p14:nvContentPartPr>
            <p14:xfrm>
              <a:off x="7890981" y="5595515"/>
              <a:ext cx="2368080" cy="767880"/>
            </p14:xfrm>
          </p:contentPart>
        </mc:Choice>
        <mc:Fallback>
          <p:pic>
            <p:nvPicPr>
              <p:cNvPr id="1045" name="Ink 1044">
                <a:extLst>
                  <a:ext uri="{FF2B5EF4-FFF2-40B4-BE49-F238E27FC236}">
                    <a16:creationId xmlns:a16="http://schemas.microsoft.com/office/drawing/2014/main" id="{81D48448-9602-5289-23A4-ED313F9F8D1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875499" y="5580035"/>
                <a:ext cx="2398685" cy="79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50" name="Ink 1049">
                <a:extLst>
                  <a:ext uri="{FF2B5EF4-FFF2-40B4-BE49-F238E27FC236}">
                    <a16:creationId xmlns:a16="http://schemas.microsoft.com/office/drawing/2014/main" id="{786C8CAC-3212-1180-CFA5-2092CF3B5D1E}"/>
                  </a:ext>
                </a:extLst>
              </p14:cNvPr>
              <p14:cNvContentPartPr/>
              <p14:nvPr/>
            </p14:nvContentPartPr>
            <p14:xfrm>
              <a:off x="10305501" y="5846435"/>
              <a:ext cx="972720" cy="368280"/>
            </p14:xfrm>
          </p:contentPart>
        </mc:Choice>
        <mc:Fallback>
          <p:pic>
            <p:nvPicPr>
              <p:cNvPr id="1050" name="Ink 1049">
                <a:extLst>
                  <a:ext uri="{FF2B5EF4-FFF2-40B4-BE49-F238E27FC236}">
                    <a16:creationId xmlns:a16="http://schemas.microsoft.com/office/drawing/2014/main" id="{786C8CAC-3212-1180-CFA5-2092CF3B5D1E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290015" y="5830940"/>
                <a:ext cx="1003331" cy="3989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59" name="Ink 1058">
                <a:extLst>
                  <a:ext uri="{FF2B5EF4-FFF2-40B4-BE49-F238E27FC236}">
                    <a16:creationId xmlns:a16="http://schemas.microsoft.com/office/drawing/2014/main" id="{553F9694-E5C0-E514-356B-4A01BE9F338D}"/>
                  </a:ext>
                </a:extLst>
              </p14:cNvPr>
              <p14:cNvContentPartPr/>
              <p14:nvPr/>
            </p14:nvContentPartPr>
            <p14:xfrm>
              <a:off x="10446621" y="6315155"/>
              <a:ext cx="831240" cy="314640"/>
            </p14:xfrm>
          </p:contentPart>
        </mc:Choice>
        <mc:Fallback>
          <p:pic>
            <p:nvPicPr>
              <p:cNvPr id="1059" name="Ink 1058">
                <a:extLst>
                  <a:ext uri="{FF2B5EF4-FFF2-40B4-BE49-F238E27FC236}">
                    <a16:creationId xmlns:a16="http://schemas.microsoft.com/office/drawing/2014/main" id="{553F9694-E5C0-E514-356B-4A01BE9F338D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0431141" y="6299675"/>
                <a:ext cx="861840" cy="34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60" name="Ink 1059">
                <a:extLst>
                  <a:ext uri="{FF2B5EF4-FFF2-40B4-BE49-F238E27FC236}">
                    <a16:creationId xmlns:a16="http://schemas.microsoft.com/office/drawing/2014/main" id="{334CF980-7BB9-FC57-6EEB-66D7B8E0C95B}"/>
                  </a:ext>
                </a:extLst>
              </p14:cNvPr>
              <p14:cNvContentPartPr/>
              <p14:nvPr/>
            </p14:nvContentPartPr>
            <p14:xfrm>
              <a:off x="9342141" y="6041555"/>
              <a:ext cx="815040" cy="612720"/>
            </p14:xfrm>
          </p:contentPart>
        </mc:Choice>
        <mc:Fallback>
          <p:pic>
            <p:nvPicPr>
              <p:cNvPr id="1060" name="Ink 1059">
                <a:extLst>
                  <a:ext uri="{FF2B5EF4-FFF2-40B4-BE49-F238E27FC236}">
                    <a16:creationId xmlns:a16="http://schemas.microsoft.com/office/drawing/2014/main" id="{334CF980-7BB9-FC57-6EEB-66D7B8E0C95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9326654" y="6026075"/>
                <a:ext cx="845654" cy="64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3092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92B8E20-8BBD-05F0-0748-96E5B75E9E94}"/>
                  </a:ext>
                </a:extLst>
              </p14:cNvPr>
              <p14:cNvContentPartPr/>
              <p14:nvPr/>
            </p14:nvContentPartPr>
            <p14:xfrm>
              <a:off x="710061" y="658475"/>
              <a:ext cx="878400" cy="43164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92B8E20-8BBD-05F0-0748-96E5B75E9E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4581" y="642982"/>
                <a:ext cx="909000" cy="4622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1AE2F5E-E3BB-5F9E-7C1D-4BB6C4F54A4A}"/>
                  </a:ext>
                </a:extLst>
              </p14:cNvPr>
              <p14:cNvContentPartPr/>
              <p14:nvPr/>
            </p14:nvContentPartPr>
            <p14:xfrm>
              <a:off x="624021" y="1207115"/>
              <a:ext cx="776520" cy="3297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1AE2F5E-E3BB-5F9E-7C1D-4BB6C4F54A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8541" y="1191635"/>
                <a:ext cx="80712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E57EC00-CB65-7043-117B-D2CE48A51E5C}"/>
                  </a:ext>
                </a:extLst>
              </p14:cNvPr>
              <p14:cNvContentPartPr/>
              <p14:nvPr/>
            </p14:nvContentPartPr>
            <p14:xfrm>
              <a:off x="1961061" y="345635"/>
              <a:ext cx="2631960" cy="12618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E57EC00-CB65-7043-117B-D2CE48A51E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45581" y="330155"/>
                <a:ext cx="2662560" cy="12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CD90DA4-03CF-BE22-91FA-72067A6096B1}"/>
                  </a:ext>
                </a:extLst>
              </p14:cNvPr>
              <p14:cNvContentPartPr/>
              <p14:nvPr/>
            </p14:nvContentPartPr>
            <p14:xfrm>
              <a:off x="3375501" y="1262195"/>
              <a:ext cx="321840" cy="2581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CD90DA4-03CF-BE22-91FA-72067A6096B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60004" y="1246737"/>
                <a:ext cx="352474" cy="2886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EE594F6-BE21-3549-F6A6-56D104150376}"/>
                  </a:ext>
                </a:extLst>
              </p14:cNvPr>
              <p14:cNvContentPartPr/>
              <p14:nvPr/>
            </p14:nvContentPartPr>
            <p14:xfrm>
              <a:off x="4825941" y="893555"/>
              <a:ext cx="360" cy="3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EE594F6-BE21-3549-F6A6-56D1041503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810461" y="878075"/>
                <a:ext cx="309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061F4E6-AA31-6405-CC2C-8FFB38E91569}"/>
                  </a:ext>
                </a:extLst>
              </p14:cNvPr>
              <p14:cNvContentPartPr/>
              <p14:nvPr/>
            </p14:nvContentPartPr>
            <p14:xfrm>
              <a:off x="3900741" y="1128995"/>
              <a:ext cx="431640" cy="35244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061F4E6-AA31-6405-CC2C-8FFB38E9156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85248" y="1113515"/>
                <a:ext cx="462266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3627FD9-F03A-17BE-BD8D-5EF29C7306F0}"/>
                  </a:ext>
                </a:extLst>
              </p14:cNvPr>
              <p14:cNvContentPartPr/>
              <p14:nvPr/>
            </p14:nvContentPartPr>
            <p14:xfrm>
              <a:off x="5094861" y="846755"/>
              <a:ext cx="911520" cy="475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3627FD9-F03A-17BE-BD8D-5EF29C7306F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79381" y="831275"/>
                <a:ext cx="94212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10B81A2-EDA1-930F-AF04-2F1DCE1532AD}"/>
                  </a:ext>
                </a:extLst>
              </p14:cNvPr>
              <p14:cNvContentPartPr/>
              <p14:nvPr/>
            </p14:nvContentPartPr>
            <p14:xfrm>
              <a:off x="5037621" y="384155"/>
              <a:ext cx="847080" cy="36108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10B81A2-EDA1-930F-AF04-2F1DCE1532A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22141" y="368675"/>
                <a:ext cx="87768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9A328DE-79FD-EAFA-1464-1F2550CABC0F}"/>
                  </a:ext>
                </a:extLst>
              </p14:cNvPr>
              <p14:cNvContentPartPr/>
              <p14:nvPr/>
            </p14:nvContentPartPr>
            <p14:xfrm>
              <a:off x="5170821" y="1042595"/>
              <a:ext cx="721800" cy="5648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9A328DE-79FD-EAFA-1464-1F2550CABC0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55341" y="1027115"/>
                <a:ext cx="752400" cy="59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A78E344-8A39-390C-A925-43D3C6057611}"/>
                  </a:ext>
                </a:extLst>
              </p14:cNvPr>
              <p14:cNvContentPartPr/>
              <p14:nvPr/>
            </p14:nvContentPartPr>
            <p14:xfrm>
              <a:off x="6135981" y="760355"/>
              <a:ext cx="179640" cy="237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A78E344-8A39-390C-A925-43D3C605761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120532" y="744875"/>
                <a:ext cx="210179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DE9312D-DDBB-0BF1-88AE-B23A856CFFA7}"/>
                  </a:ext>
                </a:extLst>
              </p14:cNvPr>
              <p14:cNvContentPartPr/>
              <p14:nvPr/>
            </p14:nvContentPartPr>
            <p14:xfrm>
              <a:off x="6127341" y="940715"/>
              <a:ext cx="204120" cy="2376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DE9312D-DDBB-0BF1-88AE-B23A856CFFA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11861" y="925235"/>
                <a:ext cx="23472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FDEE9B5A-F49B-13FB-AF5D-D26CA2C5717D}"/>
                  </a:ext>
                </a:extLst>
              </p14:cNvPr>
              <p14:cNvContentPartPr/>
              <p14:nvPr/>
            </p14:nvContentPartPr>
            <p14:xfrm>
              <a:off x="6723861" y="66995"/>
              <a:ext cx="681480" cy="8348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FDEE9B5A-F49B-13FB-AF5D-D26CA2C5717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708389" y="51515"/>
                <a:ext cx="712064" cy="86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6705006-7A3D-DC06-F022-8DA69B07FDC4}"/>
                  </a:ext>
                </a:extLst>
              </p14:cNvPr>
              <p14:cNvContentPartPr/>
              <p14:nvPr/>
            </p14:nvContentPartPr>
            <p14:xfrm>
              <a:off x="6582741" y="250955"/>
              <a:ext cx="148320" cy="6354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6705006-7A3D-DC06-F022-8DA69B07FDC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567261" y="235475"/>
                <a:ext cx="178920" cy="66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1CD6CD87-9F35-70B0-71FA-592BE2E3204A}"/>
                  </a:ext>
                </a:extLst>
              </p14:cNvPr>
              <p14:cNvContentPartPr/>
              <p14:nvPr/>
            </p14:nvContentPartPr>
            <p14:xfrm>
              <a:off x="7523421" y="-3565"/>
              <a:ext cx="1511640" cy="7880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1CD6CD87-9F35-70B0-71FA-592BE2E3204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07941" y="-19052"/>
                <a:ext cx="1542240" cy="8186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764C797F-F54B-1515-462F-54451EE1C802}"/>
                  </a:ext>
                </a:extLst>
              </p14:cNvPr>
              <p14:cNvContentPartPr/>
              <p14:nvPr/>
            </p14:nvContentPartPr>
            <p14:xfrm>
              <a:off x="9122901" y="-65485"/>
              <a:ext cx="1253520" cy="7293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764C797F-F54B-1515-462F-54451EE1C80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107425" y="-80965"/>
                <a:ext cx="1284111" cy="75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45065575-EF1C-319A-5550-932BE5B00250}"/>
                  </a:ext>
                </a:extLst>
              </p14:cNvPr>
              <p14:cNvContentPartPr/>
              <p14:nvPr/>
            </p14:nvContentPartPr>
            <p14:xfrm>
              <a:off x="10572261" y="95795"/>
              <a:ext cx="180720" cy="4078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45065575-EF1C-319A-5550-932BE5B0025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556781" y="80329"/>
                <a:ext cx="211320" cy="4384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9A41A0B8-964B-31EA-D5DC-D30DD8CC590C}"/>
                  </a:ext>
                </a:extLst>
              </p14:cNvPr>
              <p14:cNvContentPartPr/>
              <p14:nvPr/>
            </p14:nvContentPartPr>
            <p14:xfrm>
              <a:off x="10839741" y="429515"/>
              <a:ext cx="93600" cy="1371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9A41A0B8-964B-31EA-D5DC-D30DD8CC590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824261" y="414035"/>
                <a:ext cx="12420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5F734AFE-C5F5-601E-EB3B-B34DC992BF37}"/>
                  </a:ext>
                </a:extLst>
              </p14:cNvPr>
              <p14:cNvContentPartPr/>
              <p14:nvPr/>
            </p14:nvContentPartPr>
            <p14:xfrm>
              <a:off x="10972941" y="33875"/>
              <a:ext cx="501120" cy="20772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5F734AFE-C5F5-601E-EB3B-B34DC992BF3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957472" y="18368"/>
                <a:ext cx="531698" cy="2383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91AAFC9D-8093-8E1F-069F-85E32FD58C4C}"/>
                  </a:ext>
                </a:extLst>
              </p14:cNvPr>
              <p14:cNvContentPartPr/>
              <p14:nvPr/>
            </p14:nvContentPartPr>
            <p14:xfrm>
              <a:off x="773781" y="2232395"/>
              <a:ext cx="618840" cy="4863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91AAFC9D-8093-8E1F-069F-85E32FD58C4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58301" y="2216915"/>
                <a:ext cx="64944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59944648-DA14-7322-9434-DA466B1E51A1}"/>
                  </a:ext>
                </a:extLst>
              </p14:cNvPr>
              <p14:cNvContentPartPr/>
              <p14:nvPr/>
            </p14:nvContentPartPr>
            <p14:xfrm>
              <a:off x="1886181" y="2083355"/>
              <a:ext cx="925200" cy="58752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59944648-DA14-7322-9434-DA466B1E51A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870707" y="2067875"/>
                <a:ext cx="955788" cy="61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53CBE73-4712-7967-2D36-B09565F69557}"/>
                  </a:ext>
                </a:extLst>
              </p14:cNvPr>
              <p14:cNvContentPartPr/>
              <p14:nvPr/>
            </p14:nvContentPartPr>
            <p14:xfrm>
              <a:off x="2954661" y="1824875"/>
              <a:ext cx="1698120" cy="92520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53CBE73-4712-7967-2D36-B09565F6955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939181" y="1809401"/>
                <a:ext cx="1728720" cy="9557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89E60A5A-98A2-F78B-2EDD-3A1E6E9DCCC6}"/>
                  </a:ext>
                </a:extLst>
              </p14:cNvPr>
              <p14:cNvContentPartPr/>
              <p14:nvPr/>
            </p14:nvContentPartPr>
            <p14:xfrm>
              <a:off x="4849341" y="2130515"/>
              <a:ext cx="133560" cy="50220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89E60A5A-98A2-F78B-2EDD-3A1E6E9DCCC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833903" y="2115024"/>
                <a:ext cx="164078" cy="5328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3E679BDC-4B86-E811-0450-7792B3584B7E}"/>
                  </a:ext>
                </a:extLst>
              </p14:cNvPr>
              <p14:cNvContentPartPr/>
              <p14:nvPr/>
            </p14:nvContentPartPr>
            <p14:xfrm>
              <a:off x="5123661" y="1617515"/>
              <a:ext cx="1199880" cy="7956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3E679BDC-4B86-E811-0450-7792B3584B7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08176" y="1602035"/>
                <a:ext cx="1230489" cy="82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089B3066-47C8-AD2D-BF82-5CC6EA3ED89C}"/>
                  </a:ext>
                </a:extLst>
              </p14:cNvPr>
              <p14:cNvContentPartPr/>
              <p14:nvPr/>
            </p14:nvContentPartPr>
            <p14:xfrm>
              <a:off x="6401661" y="1499795"/>
              <a:ext cx="736200" cy="100728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089B3066-47C8-AD2D-BF82-5CC6EA3ED89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386189" y="1484315"/>
                <a:ext cx="766785" cy="10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F002EB25-23AF-1E1C-07C0-32202498E36A}"/>
                  </a:ext>
                </a:extLst>
              </p14:cNvPr>
              <p14:cNvContentPartPr/>
              <p14:nvPr/>
            </p14:nvContentPartPr>
            <p14:xfrm>
              <a:off x="2395581" y="3188915"/>
              <a:ext cx="1035000" cy="44712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F002EB25-23AF-1E1C-07C0-32202498E36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380106" y="3173447"/>
                <a:ext cx="1065589" cy="4776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3172C40-60DF-4750-DEFE-26872699D888}"/>
                  </a:ext>
                </a:extLst>
              </p14:cNvPr>
              <p14:cNvContentPartPr/>
              <p14:nvPr/>
            </p14:nvContentPartPr>
            <p14:xfrm>
              <a:off x="2372181" y="3761315"/>
              <a:ext cx="745200" cy="3513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3172C40-60DF-4750-DEFE-26872699D88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356701" y="3745835"/>
                <a:ext cx="77580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113D13E8-AC85-BF12-0CF4-8F044FD45194}"/>
                  </a:ext>
                </a:extLst>
              </p14:cNvPr>
              <p14:cNvContentPartPr/>
              <p14:nvPr/>
            </p14:nvContentPartPr>
            <p14:xfrm>
              <a:off x="741381" y="3345515"/>
              <a:ext cx="956880" cy="29844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113D13E8-AC85-BF12-0CF4-8F044FD4519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25895" y="3330016"/>
                <a:ext cx="987492" cy="3290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08B21A12-E2E3-CFB3-A7F4-A17ACB0E6735}"/>
                  </a:ext>
                </a:extLst>
              </p14:cNvPr>
              <p14:cNvContentPartPr/>
              <p14:nvPr/>
            </p14:nvContentPartPr>
            <p14:xfrm>
              <a:off x="3767541" y="2992715"/>
              <a:ext cx="761040" cy="56412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08B21A12-E2E3-CFB3-A7F4-A17ACB0E673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752061" y="2977225"/>
                <a:ext cx="791640" cy="5947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044E3028-2D46-9BB7-EAE3-35E8D0277349}"/>
                  </a:ext>
                </a:extLst>
              </p14:cNvPr>
              <p14:cNvContentPartPr/>
              <p14:nvPr/>
            </p14:nvContentPartPr>
            <p14:xfrm>
              <a:off x="6574821" y="2757635"/>
              <a:ext cx="1982880" cy="5961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044E3028-2D46-9BB7-EAE3-35E8D027734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559341" y="2742155"/>
                <a:ext cx="2013480" cy="62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21F26AA0-2A24-3F5C-0055-04CFBE923B93}"/>
                  </a:ext>
                </a:extLst>
              </p14:cNvPr>
              <p14:cNvContentPartPr/>
              <p14:nvPr/>
            </p14:nvContentPartPr>
            <p14:xfrm>
              <a:off x="6605421" y="3471875"/>
              <a:ext cx="721440" cy="36792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21F26AA0-2A24-3F5C-0055-04CFBE923B9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589949" y="3456395"/>
                <a:ext cx="752025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478766FB-723E-3B36-AC59-B400A8E63B96}"/>
                  </a:ext>
                </a:extLst>
              </p14:cNvPr>
              <p14:cNvContentPartPr/>
              <p14:nvPr/>
            </p14:nvContentPartPr>
            <p14:xfrm>
              <a:off x="5735301" y="2838635"/>
              <a:ext cx="439200" cy="56232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478766FB-723E-3B36-AC59-B400A8E63B9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719834" y="2823145"/>
                <a:ext cx="469775" cy="5929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4EAD92FC-2F0D-ADB7-3B57-C5508968D746}"/>
                  </a:ext>
                </a:extLst>
              </p14:cNvPr>
              <p14:cNvContentPartPr/>
              <p14:nvPr/>
            </p14:nvContentPartPr>
            <p14:xfrm>
              <a:off x="4700301" y="2754035"/>
              <a:ext cx="698040" cy="70956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4EAD92FC-2F0D-ADB7-3B57-C5508968D74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684821" y="2738555"/>
                <a:ext cx="728640" cy="74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DC448672-FE71-143D-876C-6298F4A1B806}"/>
                  </a:ext>
                </a:extLst>
              </p14:cNvPr>
              <p14:cNvContentPartPr/>
              <p14:nvPr/>
            </p14:nvContentPartPr>
            <p14:xfrm>
              <a:off x="8722221" y="2362355"/>
              <a:ext cx="744840" cy="71712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DC448672-FE71-143D-876C-6298F4A1B80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706748" y="2346875"/>
                <a:ext cx="775425" cy="74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2A8E95A7-7440-C4C8-FE43-7101D0E5AE36}"/>
                  </a:ext>
                </a:extLst>
              </p14:cNvPr>
              <p14:cNvContentPartPr/>
              <p14:nvPr/>
            </p14:nvContentPartPr>
            <p14:xfrm>
              <a:off x="4190901" y="4333355"/>
              <a:ext cx="658800" cy="89424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2A8E95A7-7440-C4C8-FE43-7101D0E5AE3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180101" y="4322551"/>
                <a:ext cx="680040" cy="9154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6D6F2956-4363-F4AA-7A91-BB361E66DFF1}"/>
                  </a:ext>
                </a:extLst>
              </p14:cNvPr>
              <p14:cNvContentPartPr/>
              <p14:nvPr/>
            </p14:nvContentPartPr>
            <p14:xfrm>
              <a:off x="2669901" y="4415435"/>
              <a:ext cx="1113480" cy="48168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6D6F2956-4363-F4AA-7A91-BB361E66DFF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659101" y="4404643"/>
                <a:ext cx="1134720" cy="5029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99" name="Ink 298">
                <a:extLst>
                  <a:ext uri="{FF2B5EF4-FFF2-40B4-BE49-F238E27FC236}">
                    <a16:creationId xmlns:a16="http://schemas.microsoft.com/office/drawing/2014/main" id="{48D2B9AC-C088-E5F7-D9E8-850F94B222E7}"/>
                  </a:ext>
                </a:extLst>
              </p14:cNvPr>
              <p14:cNvContentPartPr/>
              <p14:nvPr/>
            </p14:nvContentPartPr>
            <p14:xfrm>
              <a:off x="1713381" y="4568435"/>
              <a:ext cx="612000" cy="355680"/>
            </p14:xfrm>
          </p:contentPart>
        </mc:Choice>
        <mc:Fallback>
          <p:pic>
            <p:nvPicPr>
              <p:cNvPr id="299" name="Ink 298">
                <a:extLst>
                  <a:ext uri="{FF2B5EF4-FFF2-40B4-BE49-F238E27FC236}">
                    <a16:creationId xmlns:a16="http://schemas.microsoft.com/office/drawing/2014/main" id="{48D2B9AC-C088-E5F7-D9E8-850F94B222E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702575" y="4557635"/>
                <a:ext cx="633253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E857757B-18CC-3EEB-9A87-B9145A8F0091}"/>
                  </a:ext>
                </a:extLst>
              </p14:cNvPr>
              <p14:cNvContentPartPr/>
              <p14:nvPr/>
            </p14:nvContentPartPr>
            <p14:xfrm>
              <a:off x="1783941" y="5247035"/>
              <a:ext cx="2516760" cy="748800"/>
            </p14:xfrm>
          </p:contentPart>
        </mc:Choice>
        <mc:Fallback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E857757B-18CC-3EEB-9A87-B9145A8F009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768461" y="5231548"/>
                <a:ext cx="2547360" cy="7794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EF2D7591-C3FE-53A8-51C5-8C0397A4073C}"/>
                  </a:ext>
                </a:extLst>
              </p14:cNvPr>
              <p14:cNvContentPartPr/>
              <p14:nvPr/>
            </p14:nvContentPartPr>
            <p14:xfrm>
              <a:off x="851181" y="5623595"/>
              <a:ext cx="690480" cy="325440"/>
            </p14:xfrm>
          </p:contentPart>
        </mc:Choice>
        <mc:Fallback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EF2D7591-C3FE-53A8-51C5-8C0397A4073C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35693" y="5608115"/>
                <a:ext cx="721096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5573C33D-34AA-6F83-D885-D09CE3A5ABB2}"/>
                  </a:ext>
                </a:extLst>
              </p14:cNvPr>
              <p14:cNvContentPartPr/>
              <p14:nvPr/>
            </p14:nvContentPartPr>
            <p14:xfrm>
              <a:off x="6150741" y="5062355"/>
              <a:ext cx="1709280" cy="57276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5573C33D-34AA-6F83-D885-D09CE3A5ABB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135264" y="5046875"/>
                <a:ext cx="1739874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CCB25A1B-DCFE-EA5B-D21A-0DD887F32977}"/>
                  </a:ext>
                </a:extLst>
              </p14:cNvPr>
              <p14:cNvContentPartPr/>
              <p14:nvPr/>
            </p14:nvContentPartPr>
            <p14:xfrm>
              <a:off x="4567101" y="5172155"/>
              <a:ext cx="1312920" cy="58068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CCB25A1B-DCFE-EA5B-D21A-0DD887F3297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551621" y="5156665"/>
                <a:ext cx="1343520" cy="6112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10908482-BA51-D1FF-BF33-7D4E19390B23}"/>
                  </a:ext>
                </a:extLst>
              </p14:cNvPr>
              <p14:cNvContentPartPr/>
              <p14:nvPr/>
            </p14:nvContentPartPr>
            <p14:xfrm>
              <a:off x="5633421" y="6039035"/>
              <a:ext cx="612000" cy="441000"/>
            </p14:xfrm>
          </p:contentPart>
        </mc:Choice>
        <mc:Fallback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10908482-BA51-D1FF-BF33-7D4E19390B2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617941" y="6023568"/>
                <a:ext cx="642600" cy="4715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1B031AD1-9C13-C4F4-6AC7-2CD987A608DE}"/>
                  </a:ext>
                </a:extLst>
              </p14:cNvPr>
              <p14:cNvContentPartPr/>
              <p14:nvPr/>
            </p14:nvContentPartPr>
            <p14:xfrm>
              <a:off x="4488621" y="6058115"/>
              <a:ext cx="910080" cy="455040"/>
            </p14:xfrm>
          </p:contentPart>
        </mc:Choice>
        <mc:Fallback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1B031AD1-9C13-C4F4-6AC7-2CD987A608D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473135" y="6042647"/>
                <a:ext cx="940692" cy="4856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D58358E8-BFCD-AC7E-F112-A2507CE93D53}"/>
                  </a:ext>
                </a:extLst>
              </p14:cNvPr>
              <p14:cNvContentPartPr/>
              <p14:nvPr/>
            </p14:nvContentPartPr>
            <p14:xfrm>
              <a:off x="8102661" y="3361355"/>
              <a:ext cx="1278000" cy="3018600"/>
            </p14:xfrm>
          </p:contentPart>
        </mc:Choice>
        <mc:Fallback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D58358E8-BFCD-AC7E-F112-A2507CE93D5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087181" y="3345875"/>
                <a:ext cx="1308600" cy="30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C7570B18-0F85-12E9-5828-5A22B4536DC5}"/>
                  </a:ext>
                </a:extLst>
              </p14:cNvPr>
              <p14:cNvContentPartPr/>
              <p14:nvPr/>
            </p14:nvContentPartPr>
            <p14:xfrm>
              <a:off x="9482541" y="766475"/>
              <a:ext cx="2524680" cy="250884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C7570B18-0F85-12E9-5828-5A22B4536DC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467061" y="750997"/>
                <a:ext cx="2555280" cy="253943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7893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92ABE2E-9279-2126-9373-0B1DE5AE9B82}"/>
                  </a:ext>
                </a:extLst>
              </p14:cNvPr>
              <p14:cNvContentPartPr/>
              <p14:nvPr/>
            </p14:nvContentPartPr>
            <p14:xfrm>
              <a:off x="643821" y="1023515"/>
              <a:ext cx="780120" cy="568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92ABE2E-9279-2126-9373-0B1DE5AE9B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8334" y="1008035"/>
                <a:ext cx="810734" cy="59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23E7872-C59D-9208-9D19-8F8AE56DE741}"/>
                  </a:ext>
                </a:extLst>
              </p14:cNvPr>
              <p14:cNvContentPartPr/>
              <p14:nvPr/>
            </p14:nvContentPartPr>
            <p14:xfrm>
              <a:off x="1580181" y="1528595"/>
              <a:ext cx="172800" cy="16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23E7872-C59D-9208-9D19-8F8AE56DE7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4701" y="1512763"/>
                <a:ext cx="203400" cy="474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66BF633-E368-4E94-1367-250EB51F23B5}"/>
                  </a:ext>
                </a:extLst>
              </p14:cNvPr>
              <p14:cNvContentPartPr/>
              <p14:nvPr/>
            </p14:nvContentPartPr>
            <p14:xfrm>
              <a:off x="1509621" y="1387475"/>
              <a:ext cx="219960" cy="82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66BF633-E368-4E94-1367-250EB51F23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94116" y="1371995"/>
                <a:ext cx="25061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93B9912-FB8B-57A6-B74E-213FE382209A}"/>
                  </a:ext>
                </a:extLst>
              </p14:cNvPr>
              <p14:cNvContentPartPr/>
              <p14:nvPr/>
            </p14:nvContentPartPr>
            <p14:xfrm>
              <a:off x="710061" y="1740275"/>
              <a:ext cx="619920" cy="37692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93B9912-FB8B-57A6-B74E-213FE382209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4572" y="1724780"/>
                <a:ext cx="650538" cy="4075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44BA3A0-E4D6-A5B5-1AF3-F1E1FD07C4FE}"/>
                  </a:ext>
                </a:extLst>
              </p14:cNvPr>
              <p14:cNvContentPartPr/>
              <p14:nvPr/>
            </p14:nvContentPartPr>
            <p14:xfrm>
              <a:off x="2050701" y="1004435"/>
              <a:ext cx="995760" cy="9792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44BA3A0-E4D6-A5B5-1AF3-F1E1FD07C4F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35227" y="988961"/>
                <a:ext cx="1026349" cy="10097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137014C-43E6-52FB-6704-C5F9AA912E2A}"/>
                  </a:ext>
                </a:extLst>
              </p14:cNvPr>
              <p14:cNvContentPartPr/>
              <p14:nvPr/>
            </p14:nvContentPartPr>
            <p14:xfrm>
              <a:off x="3424461" y="675035"/>
              <a:ext cx="1185120" cy="7286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137014C-43E6-52FB-6704-C5F9AA912E2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08981" y="659547"/>
                <a:ext cx="1215720" cy="759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1D97115-0C88-8DFE-C172-58C848E7FC9E}"/>
                  </a:ext>
                </a:extLst>
              </p14:cNvPr>
              <p14:cNvContentPartPr/>
              <p14:nvPr/>
            </p14:nvContentPartPr>
            <p14:xfrm>
              <a:off x="4927821" y="768275"/>
              <a:ext cx="1257120" cy="10666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1D97115-0C88-8DFE-C172-58C848E7FC9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912345" y="752795"/>
                <a:ext cx="1287711" cy="10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99E9CC9-5BD3-4F3F-6F4A-184AD1A10C53}"/>
                  </a:ext>
                </a:extLst>
              </p14:cNvPr>
              <p14:cNvContentPartPr/>
              <p14:nvPr/>
            </p14:nvContentPartPr>
            <p14:xfrm>
              <a:off x="3516621" y="1442555"/>
              <a:ext cx="917640" cy="3686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99E9CC9-5BD3-4F3F-6F4A-184AD1A10C5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01135" y="1427090"/>
                <a:ext cx="948252" cy="3992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C539B30-03C2-2262-6851-18BA0B7D4BC6}"/>
                  </a:ext>
                </a:extLst>
              </p14:cNvPr>
              <p14:cNvContentPartPr/>
              <p14:nvPr/>
            </p14:nvContentPartPr>
            <p14:xfrm>
              <a:off x="6832581" y="1403315"/>
              <a:ext cx="556920" cy="3294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C539B30-03C2-2262-6851-18BA0B7D4BC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17101" y="1387852"/>
                <a:ext cx="587520" cy="359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6455D0A-803A-9CBE-AABD-FE6676E7FFAE}"/>
                  </a:ext>
                </a:extLst>
              </p14:cNvPr>
              <p14:cNvContentPartPr/>
              <p14:nvPr/>
            </p14:nvContentPartPr>
            <p14:xfrm>
              <a:off x="6503541" y="525275"/>
              <a:ext cx="1403640" cy="7372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6455D0A-803A-9CBE-AABD-FE6676E7FFA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488061" y="509795"/>
                <a:ext cx="1434240" cy="76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C44CBB5-EB3C-164A-FA12-A6BF2299646F}"/>
                  </a:ext>
                </a:extLst>
              </p14:cNvPr>
              <p14:cNvContentPartPr/>
              <p14:nvPr/>
            </p14:nvContentPartPr>
            <p14:xfrm>
              <a:off x="7467621" y="1693475"/>
              <a:ext cx="31680" cy="1180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C44CBB5-EB3C-164A-FA12-A6BF2299646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452141" y="1677995"/>
                <a:ext cx="622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ABA022F-A45E-0136-FA09-A881FD0EAA8B}"/>
                  </a:ext>
                </a:extLst>
              </p14:cNvPr>
              <p14:cNvContentPartPr/>
              <p14:nvPr/>
            </p14:nvContentPartPr>
            <p14:xfrm>
              <a:off x="8094741" y="573875"/>
              <a:ext cx="383760" cy="56304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ABA022F-A45E-0136-FA09-A881FD0EAA8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079261" y="558395"/>
                <a:ext cx="414360" cy="59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1A1FA9F2-DCBB-6D2C-8ECA-03A3C8BD4684}"/>
                  </a:ext>
                </a:extLst>
              </p14:cNvPr>
              <p14:cNvContentPartPr/>
              <p14:nvPr/>
            </p14:nvContentPartPr>
            <p14:xfrm>
              <a:off x="7452141" y="1332755"/>
              <a:ext cx="258840" cy="19656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1A1FA9F2-DCBB-6D2C-8ECA-03A3C8BD468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36682" y="1317275"/>
                <a:ext cx="289398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C460CC4-BF2A-F462-704B-04D8B593A1E2}"/>
                  </a:ext>
                </a:extLst>
              </p14:cNvPr>
              <p14:cNvContentPartPr/>
              <p14:nvPr/>
            </p14:nvContentPartPr>
            <p14:xfrm>
              <a:off x="8369421" y="1356155"/>
              <a:ext cx="736920" cy="25884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C460CC4-BF2A-F462-704B-04D8B593A1E2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353949" y="1340675"/>
                <a:ext cx="767505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66B7F1A0-5B1B-FF5F-D9EC-C3372A796309}"/>
                  </a:ext>
                </a:extLst>
              </p14:cNvPr>
              <p14:cNvContentPartPr/>
              <p14:nvPr/>
            </p14:nvContentPartPr>
            <p14:xfrm>
              <a:off x="8405781" y="533195"/>
              <a:ext cx="895680" cy="65880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66B7F1A0-5B1B-FF5F-D9EC-C3372A79630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90301" y="517715"/>
                <a:ext cx="926280" cy="6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6F52644-7E41-3D69-FD40-4539B868C45B}"/>
                  </a:ext>
                </a:extLst>
              </p14:cNvPr>
              <p14:cNvContentPartPr/>
              <p14:nvPr/>
            </p14:nvContentPartPr>
            <p14:xfrm>
              <a:off x="526461" y="3167315"/>
              <a:ext cx="1109160" cy="52560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C6F52644-7E41-3D69-FD40-4539B868C45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10981" y="3151835"/>
                <a:ext cx="113976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814941E4-143A-99E7-2A47-9D6A5FDCC9F1}"/>
                  </a:ext>
                </a:extLst>
              </p14:cNvPr>
              <p14:cNvContentPartPr/>
              <p14:nvPr/>
            </p14:nvContentPartPr>
            <p14:xfrm>
              <a:off x="702141" y="3465035"/>
              <a:ext cx="1325160" cy="67428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814941E4-143A-99E7-2A47-9D6A5FDCC9F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86661" y="3449555"/>
                <a:ext cx="1355760" cy="70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4AAFA966-FB4D-DA8E-F135-8CB3ADD2B9C0}"/>
                  </a:ext>
                </a:extLst>
              </p14:cNvPr>
              <p14:cNvContentPartPr/>
              <p14:nvPr/>
            </p14:nvContentPartPr>
            <p14:xfrm>
              <a:off x="2309584" y="3241697"/>
              <a:ext cx="430920" cy="3441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4AAFA966-FB4D-DA8E-F135-8CB3ADD2B9C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294104" y="3226201"/>
                <a:ext cx="461520" cy="374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68AB8E56-B414-41A4-C4F9-0E506A7BDF01}"/>
                  </a:ext>
                </a:extLst>
              </p14:cNvPr>
              <p14:cNvContentPartPr/>
              <p14:nvPr/>
            </p14:nvContentPartPr>
            <p14:xfrm>
              <a:off x="420304" y="4272377"/>
              <a:ext cx="1380960" cy="123084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68AB8E56-B414-41A4-C4F9-0E506A7BDF0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04820" y="4256897"/>
                <a:ext cx="1411568" cy="12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5628ACBE-DD30-BB21-0C2F-E034CB5C8B87}"/>
                  </a:ext>
                </a:extLst>
              </p14:cNvPr>
              <p14:cNvContentPartPr/>
              <p14:nvPr/>
            </p14:nvContentPartPr>
            <p14:xfrm>
              <a:off x="1933024" y="4112537"/>
              <a:ext cx="2069640" cy="83952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5628ACBE-DD30-BB21-0C2F-E034CB5C8B8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17544" y="4097050"/>
                <a:ext cx="2100240" cy="8701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B9FA66F8-1608-EDC4-16CB-A12394891578}"/>
                  </a:ext>
                </a:extLst>
              </p14:cNvPr>
              <p14:cNvContentPartPr/>
              <p14:nvPr/>
            </p14:nvContentPartPr>
            <p14:xfrm>
              <a:off x="4114264" y="4632017"/>
              <a:ext cx="16200" cy="160200"/>
            </p14:xfrm>
          </p:contentPart>
        </mc:Choice>
        <mc:Fallback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B9FA66F8-1608-EDC4-16CB-A1239489157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098784" y="4616537"/>
                <a:ext cx="4680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6E312AE0-0C6B-0F56-3763-E4ED3C37FDCD}"/>
                  </a:ext>
                </a:extLst>
              </p14:cNvPr>
              <p14:cNvContentPartPr/>
              <p14:nvPr/>
            </p14:nvContentPartPr>
            <p14:xfrm>
              <a:off x="3994384" y="4072577"/>
              <a:ext cx="439920" cy="272160"/>
            </p14:xfrm>
          </p:contentPart>
        </mc:Choice>
        <mc:Fallback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6E312AE0-0C6B-0F56-3763-E4ED3C37FDC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978891" y="4057076"/>
                <a:ext cx="470545" cy="3028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72F2493A-6934-5428-99AE-2D90ADEC1A30}"/>
                  </a:ext>
                </a:extLst>
              </p14:cNvPr>
              <p14:cNvContentPartPr/>
              <p14:nvPr/>
            </p14:nvContentPartPr>
            <p14:xfrm>
              <a:off x="559624" y="6262097"/>
              <a:ext cx="1321200" cy="80280"/>
            </p14:xfrm>
          </p:contentPart>
        </mc:Choice>
        <mc:Fallback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72F2493A-6934-5428-99AE-2D90ADEC1A3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44144" y="6246617"/>
                <a:ext cx="13518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BB129D16-266B-D016-48E7-EEC313E68178}"/>
                  </a:ext>
                </a:extLst>
              </p14:cNvPr>
              <p14:cNvContentPartPr/>
              <p14:nvPr/>
            </p14:nvContentPartPr>
            <p14:xfrm>
              <a:off x="706144" y="5726777"/>
              <a:ext cx="923760" cy="391680"/>
            </p14:xfrm>
          </p:contentPart>
        </mc:Choice>
        <mc:Fallback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BB129D16-266B-D016-48E7-EEC313E6817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90658" y="5711311"/>
                <a:ext cx="954372" cy="4222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70AE5C97-7913-522B-1F07-AA24D0FA98B5}"/>
                  </a:ext>
                </a:extLst>
              </p14:cNvPr>
              <p14:cNvContentPartPr/>
              <p14:nvPr/>
            </p14:nvContentPartPr>
            <p14:xfrm>
              <a:off x="838624" y="6430577"/>
              <a:ext cx="783360" cy="271080"/>
            </p14:xfrm>
          </p:contentPart>
        </mc:Choice>
        <mc:Fallback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70AE5C97-7913-522B-1F07-AA24D0FA98B5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23144" y="6415097"/>
                <a:ext cx="81396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7E1B8B5-E4DF-BF52-3B14-489ED9A41993}"/>
                  </a:ext>
                </a:extLst>
              </p14:cNvPr>
              <p14:cNvContentPartPr/>
              <p14:nvPr/>
            </p14:nvContentPartPr>
            <p14:xfrm>
              <a:off x="2029144" y="5943995"/>
              <a:ext cx="719597" cy="375120"/>
            </p14:xfrm>
          </p:contentPart>
        </mc:Choice>
        <mc:Fallback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7E1B8B5-E4DF-BF52-3B14-489ED9A4199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013665" y="5928500"/>
                <a:ext cx="750195" cy="4057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65D1A7EC-9468-470F-AED5-40D5369DD14C}"/>
                  </a:ext>
                </a:extLst>
              </p14:cNvPr>
              <p14:cNvContentPartPr/>
              <p14:nvPr/>
            </p14:nvContentPartPr>
            <p14:xfrm>
              <a:off x="4504461" y="2424275"/>
              <a:ext cx="694080" cy="3777120"/>
            </p14:xfrm>
          </p:contentPart>
        </mc:Choice>
        <mc:Fallback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65D1A7EC-9468-470F-AED5-40D5369DD14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488981" y="2408794"/>
                <a:ext cx="724680" cy="38077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B92D9C91-1DBB-B37C-778C-9D022F899B44}"/>
                  </a:ext>
                </a:extLst>
              </p14:cNvPr>
              <p14:cNvContentPartPr/>
              <p14:nvPr/>
            </p14:nvContentPartPr>
            <p14:xfrm>
              <a:off x="4650163" y="3011297"/>
              <a:ext cx="604080" cy="32940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B92D9C91-1DBB-B37C-778C-9D022F899B4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634674" y="2995834"/>
                <a:ext cx="634698" cy="359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5D0BC754-9C79-BF4E-4941-05AFBC4AF212}"/>
                  </a:ext>
                </a:extLst>
              </p14:cNvPr>
              <p14:cNvContentPartPr/>
              <p14:nvPr/>
            </p14:nvContentPartPr>
            <p14:xfrm>
              <a:off x="5277283" y="2171417"/>
              <a:ext cx="1495800" cy="949680"/>
            </p14:xfrm>
          </p:contentPart>
        </mc:Choice>
        <mc:Fallback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5D0BC754-9C79-BF4E-4941-05AFBC4AF21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261803" y="2155937"/>
                <a:ext cx="1526400" cy="9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805B3F0-C098-C91B-3F64-C6A1EEA77E2F}"/>
                  </a:ext>
                </a:extLst>
              </p14:cNvPr>
              <p14:cNvContentPartPr/>
              <p14:nvPr/>
            </p14:nvContentPartPr>
            <p14:xfrm>
              <a:off x="6900163" y="2517377"/>
              <a:ext cx="156960" cy="34524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805B3F0-C098-C91B-3F64-C6A1EEA77E2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884718" y="2501897"/>
                <a:ext cx="18749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5D2DB3F4-1FE4-B7F8-5EB8-2C60D2F1FABC}"/>
                  </a:ext>
                </a:extLst>
              </p14:cNvPr>
              <p14:cNvContentPartPr/>
              <p14:nvPr/>
            </p14:nvContentPartPr>
            <p14:xfrm>
              <a:off x="7064683" y="2017337"/>
              <a:ext cx="1066680" cy="77472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5D2DB3F4-1FE4-B7F8-5EB8-2C60D2F1FAB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049198" y="2001857"/>
                <a:ext cx="1097290" cy="80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D4E8A899-1B85-7A83-B338-132A1078BD6E}"/>
                  </a:ext>
                </a:extLst>
              </p14:cNvPr>
              <p14:cNvContentPartPr/>
              <p14:nvPr/>
            </p14:nvContentPartPr>
            <p14:xfrm>
              <a:off x="8154403" y="1926617"/>
              <a:ext cx="627840" cy="959400"/>
            </p14:xfrm>
          </p:contentPart>
        </mc:Choice>
        <mc:Fallback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D4E8A899-1B85-7A83-B338-132A1078BD6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138923" y="1911137"/>
                <a:ext cx="658440" cy="9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82" name="Ink 281">
                <a:extLst>
                  <a:ext uri="{FF2B5EF4-FFF2-40B4-BE49-F238E27FC236}">
                    <a16:creationId xmlns:a16="http://schemas.microsoft.com/office/drawing/2014/main" id="{275D2BAB-FE9A-D9C0-CCC5-E6836B5ADC88}"/>
                  </a:ext>
                </a:extLst>
              </p14:cNvPr>
              <p14:cNvContentPartPr/>
              <p14:nvPr/>
            </p14:nvContentPartPr>
            <p14:xfrm>
              <a:off x="8985283" y="2580017"/>
              <a:ext cx="8280" cy="8280"/>
            </p14:xfrm>
          </p:contentPart>
        </mc:Choice>
        <mc:Fallback>
          <p:pic>
            <p:nvPicPr>
              <p:cNvPr id="282" name="Ink 281">
                <a:extLst>
                  <a:ext uri="{FF2B5EF4-FFF2-40B4-BE49-F238E27FC236}">
                    <a16:creationId xmlns:a16="http://schemas.microsoft.com/office/drawing/2014/main" id="{275D2BAB-FE9A-D9C0-CCC5-E6836B5ADC8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969803" y="2564537"/>
                <a:ext cx="388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286" name="Ink 285">
                <a:extLst>
                  <a:ext uri="{FF2B5EF4-FFF2-40B4-BE49-F238E27FC236}">
                    <a16:creationId xmlns:a16="http://schemas.microsoft.com/office/drawing/2014/main" id="{20B60ADF-2153-AF53-78A0-1C0B24D8BFFC}"/>
                  </a:ext>
                </a:extLst>
              </p14:cNvPr>
              <p14:cNvContentPartPr/>
              <p14:nvPr/>
            </p14:nvContentPartPr>
            <p14:xfrm>
              <a:off x="9142243" y="2274377"/>
              <a:ext cx="349920" cy="407880"/>
            </p14:xfrm>
          </p:contentPart>
        </mc:Choice>
        <mc:Fallback>
          <p:pic>
            <p:nvPicPr>
              <p:cNvPr id="286" name="Ink 285">
                <a:extLst>
                  <a:ext uri="{FF2B5EF4-FFF2-40B4-BE49-F238E27FC236}">
                    <a16:creationId xmlns:a16="http://schemas.microsoft.com/office/drawing/2014/main" id="{20B60ADF-2153-AF53-78A0-1C0B24D8BFF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126747" y="2258897"/>
                <a:ext cx="380552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4F5D8A2B-D562-C7A9-6F69-E61B248710AC}"/>
                  </a:ext>
                </a:extLst>
              </p14:cNvPr>
              <p14:cNvContentPartPr/>
              <p14:nvPr/>
            </p14:nvContentPartPr>
            <p14:xfrm>
              <a:off x="9651643" y="2125337"/>
              <a:ext cx="431640" cy="462960"/>
            </p14:xfrm>
          </p:contentPart>
        </mc:Choice>
        <mc:Fallback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4F5D8A2B-D562-C7A9-6F69-E61B248710AC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636163" y="2109857"/>
                <a:ext cx="46224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DCA7C8FB-CA0D-AD45-C596-31B2D3201313}"/>
                  </a:ext>
                </a:extLst>
              </p14:cNvPr>
              <p14:cNvContentPartPr/>
              <p14:nvPr/>
            </p14:nvContentPartPr>
            <p14:xfrm>
              <a:off x="10098763" y="1866497"/>
              <a:ext cx="556920" cy="67464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DCA7C8FB-CA0D-AD45-C596-31B2D320131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083283" y="1851009"/>
                <a:ext cx="587520" cy="7052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2FA68AC0-E148-282A-B77D-30D9B4300653}"/>
                  </a:ext>
                </a:extLst>
              </p14:cNvPr>
              <p14:cNvContentPartPr/>
              <p14:nvPr/>
            </p14:nvContentPartPr>
            <p14:xfrm>
              <a:off x="10765123" y="1764617"/>
              <a:ext cx="870480" cy="88632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2FA68AC0-E148-282A-B77D-30D9B430065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749643" y="1749131"/>
                <a:ext cx="901080" cy="9169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544CAB74-4EB8-212C-E489-C97E8E5D6B12}"/>
                  </a:ext>
                </a:extLst>
              </p14:cNvPr>
              <p14:cNvContentPartPr/>
              <p14:nvPr/>
            </p14:nvContentPartPr>
            <p14:xfrm>
              <a:off x="11462803" y="2430977"/>
              <a:ext cx="23040" cy="1620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544CAB74-4EB8-212C-E489-C97E8E5D6B1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447323" y="2415497"/>
                <a:ext cx="5364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310" name="Ink 309">
                <a:extLst>
                  <a:ext uri="{FF2B5EF4-FFF2-40B4-BE49-F238E27FC236}">
                    <a16:creationId xmlns:a16="http://schemas.microsoft.com/office/drawing/2014/main" id="{422D2827-419B-45D4-F84D-2C5CB67D2F33}"/>
                  </a:ext>
                </a:extLst>
              </p14:cNvPr>
              <p14:cNvContentPartPr/>
              <p14:nvPr/>
            </p14:nvContentPartPr>
            <p14:xfrm>
              <a:off x="11611843" y="2212457"/>
              <a:ext cx="321840" cy="297360"/>
            </p14:xfrm>
          </p:contentPart>
        </mc:Choice>
        <mc:Fallback>
          <p:pic>
            <p:nvPicPr>
              <p:cNvPr id="310" name="Ink 309">
                <a:extLst>
                  <a:ext uri="{FF2B5EF4-FFF2-40B4-BE49-F238E27FC236}">
                    <a16:creationId xmlns:a16="http://schemas.microsoft.com/office/drawing/2014/main" id="{422D2827-419B-45D4-F84D-2C5CB67D2F33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1596363" y="2196977"/>
                <a:ext cx="35244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30BA5446-EBC5-6A8A-0ECC-C20F9C929994}"/>
                  </a:ext>
                </a:extLst>
              </p14:cNvPr>
              <p14:cNvContentPartPr/>
              <p14:nvPr/>
            </p14:nvContentPartPr>
            <p14:xfrm>
              <a:off x="4838443" y="4368137"/>
              <a:ext cx="807480" cy="367200"/>
            </p14:xfrm>
          </p:contentPart>
        </mc:Choice>
        <mc:Fallback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30BA5446-EBC5-6A8A-0ECC-C20F9C92999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822970" y="4352642"/>
                <a:ext cx="838066" cy="3978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323" name="Ink 322">
                <a:extLst>
                  <a:ext uri="{FF2B5EF4-FFF2-40B4-BE49-F238E27FC236}">
                    <a16:creationId xmlns:a16="http://schemas.microsoft.com/office/drawing/2014/main" id="{B8DB6136-CC68-A872-E01A-531A06E213B6}"/>
                  </a:ext>
                </a:extLst>
              </p14:cNvPr>
              <p14:cNvContentPartPr/>
              <p14:nvPr/>
            </p14:nvContentPartPr>
            <p14:xfrm>
              <a:off x="4775803" y="3716537"/>
              <a:ext cx="764280" cy="494280"/>
            </p14:xfrm>
          </p:contentPart>
        </mc:Choice>
        <mc:Fallback>
          <p:pic>
            <p:nvPicPr>
              <p:cNvPr id="323" name="Ink 322">
                <a:extLst>
                  <a:ext uri="{FF2B5EF4-FFF2-40B4-BE49-F238E27FC236}">
                    <a16:creationId xmlns:a16="http://schemas.microsoft.com/office/drawing/2014/main" id="{B8DB6136-CC68-A872-E01A-531A06E213B6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760323" y="3701057"/>
                <a:ext cx="79488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F258E054-F4C1-A16A-0151-530554ED29A7}"/>
                  </a:ext>
                </a:extLst>
              </p14:cNvPr>
              <p14:cNvContentPartPr/>
              <p14:nvPr/>
            </p14:nvContentPartPr>
            <p14:xfrm>
              <a:off x="7276363" y="3109577"/>
              <a:ext cx="1364400" cy="952560"/>
            </p14:xfrm>
          </p:contentPart>
        </mc:Choice>
        <mc:Fallback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F258E054-F4C1-A16A-0151-530554ED29A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7260883" y="3094097"/>
                <a:ext cx="1395000" cy="98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349" name="Ink 348">
                <a:extLst>
                  <a:ext uri="{FF2B5EF4-FFF2-40B4-BE49-F238E27FC236}">
                    <a16:creationId xmlns:a16="http://schemas.microsoft.com/office/drawing/2014/main" id="{F0BA6188-F98B-52E7-C756-3FF85125C7E4}"/>
                  </a:ext>
                </a:extLst>
              </p14:cNvPr>
              <p14:cNvContentPartPr/>
              <p14:nvPr/>
            </p14:nvContentPartPr>
            <p14:xfrm>
              <a:off x="7033363" y="3497297"/>
              <a:ext cx="78840" cy="666720"/>
            </p14:xfrm>
          </p:contentPart>
        </mc:Choice>
        <mc:Fallback>
          <p:pic>
            <p:nvPicPr>
              <p:cNvPr id="349" name="Ink 348">
                <a:extLst>
                  <a:ext uri="{FF2B5EF4-FFF2-40B4-BE49-F238E27FC236}">
                    <a16:creationId xmlns:a16="http://schemas.microsoft.com/office/drawing/2014/main" id="{F0BA6188-F98B-52E7-C756-3FF85125C7E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017883" y="3481817"/>
                <a:ext cx="109440" cy="69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350" name="Ink 349">
                <a:extLst>
                  <a:ext uri="{FF2B5EF4-FFF2-40B4-BE49-F238E27FC236}">
                    <a16:creationId xmlns:a16="http://schemas.microsoft.com/office/drawing/2014/main" id="{2F07830F-F8BA-1375-30F1-64C2554AA7E2}"/>
                  </a:ext>
                </a:extLst>
              </p14:cNvPr>
              <p14:cNvContentPartPr/>
              <p14:nvPr/>
            </p14:nvContentPartPr>
            <p14:xfrm>
              <a:off x="5590843" y="3494417"/>
              <a:ext cx="1144800" cy="693000"/>
            </p14:xfrm>
          </p:contentPart>
        </mc:Choice>
        <mc:Fallback>
          <p:pic>
            <p:nvPicPr>
              <p:cNvPr id="350" name="Ink 349">
                <a:extLst>
                  <a:ext uri="{FF2B5EF4-FFF2-40B4-BE49-F238E27FC236}">
                    <a16:creationId xmlns:a16="http://schemas.microsoft.com/office/drawing/2014/main" id="{2F07830F-F8BA-1375-30F1-64C2554AA7E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5575363" y="3478937"/>
                <a:ext cx="1175400" cy="72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39B3F732-AC5E-E855-B411-ADB22C68434C}"/>
                  </a:ext>
                </a:extLst>
              </p14:cNvPr>
              <p14:cNvContentPartPr/>
              <p14:nvPr/>
            </p14:nvContentPartPr>
            <p14:xfrm>
              <a:off x="8703403" y="3050177"/>
              <a:ext cx="1035000" cy="107424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39B3F732-AC5E-E855-B411-ADB22C68434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687928" y="3034697"/>
                <a:ext cx="1065589" cy="11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AEF41CF6-D5D4-F6B1-29CA-5F79F9A67093}"/>
                  </a:ext>
                </a:extLst>
              </p14:cNvPr>
              <p14:cNvContentPartPr/>
              <p14:nvPr/>
            </p14:nvContentPartPr>
            <p14:xfrm>
              <a:off x="9824443" y="3442217"/>
              <a:ext cx="368640" cy="32184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AEF41CF6-D5D4-F6B1-29CA-5F79F9A6709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808978" y="3426737"/>
                <a:ext cx="39921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383" name="Ink 382">
                <a:extLst>
                  <a:ext uri="{FF2B5EF4-FFF2-40B4-BE49-F238E27FC236}">
                    <a16:creationId xmlns:a16="http://schemas.microsoft.com/office/drawing/2014/main" id="{4ACE7EF8-7A2F-952C-13A7-811072FCFD8B}"/>
                  </a:ext>
                </a:extLst>
              </p14:cNvPr>
              <p14:cNvContentPartPr/>
              <p14:nvPr/>
            </p14:nvContentPartPr>
            <p14:xfrm>
              <a:off x="10294603" y="2972057"/>
              <a:ext cx="1137240" cy="888120"/>
            </p14:xfrm>
          </p:contentPart>
        </mc:Choice>
        <mc:Fallback>
          <p:pic>
            <p:nvPicPr>
              <p:cNvPr id="383" name="Ink 382">
                <a:extLst>
                  <a:ext uri="{FF2B5EF4-FFF2-40B4-BE49-F238E27FC236}">
                    <a16:creationId xmlns:a16="http://schemas.microsoft.com/office/drawing/2014/main" id="{4ACE7EF8-7A2F-952C-13A7-811072FCFD8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279118" y="2956577"/>
                <a:ext cx="1167850" cy="9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11D5E4DC-1EBB-1831-E10A-B3300C5F9C2E}"/>
                  </a:ext>
                </a:extLst>
              </p14:cNvPr>
              <p14:cNvContentPartPr/>
              <p14:nvPr/>
            </p14:nvContentPartPr>
            <p14:xfrm>
              <a:off x="11400163" y="2995457"/>
              <a:ext cx="274680" cy="274680"/>
            </p14:xfrm>
          </p:contentPart>
        </mc:Choice>
        <mc:Fallback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11D5E4DC-1EBB-1831-E10A-B3300C5F9C2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384683" y="2979977"/>
                <a:ext cx="30528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06666446-B218-F3B1-DD22-A65A77264C86}"/>
                  </a:ext>
                </a:extLst>
              </p14:cNvPr>
              <p14:cNvContentPartPr/>
              <p14:nvPr/>
            </p14:nvContentPartPr>
            <p14:xfrm>
              <a:off x="11498443" y="3292457"/>
              <a:ext cx="584280" cy="36972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06666446-B218-F3B1-DD22-A65A77264C8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1482953" y="3271937"/>
                <a:ext cx="619942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32D3649C-4D6A-5008-D841-421A93855B4C}"/>
                  </a:ext>
                </a:extLst>
              </p14:cNvPr>
              <p14:cNvContentPartPr/>
              <p14:nvPr/>
            </p14:nvContentPartPr>
            <p14:xfrm>
              <a:off x="4932763" y="5292257"/>
              <a:ext cx="635400" cy="23760"/>
            </p14:xfrm>
          </p:contentPart>
        </mc:Choice>
        <mc:Fallback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32D3649C-4D6A-5008-D841-421A93855B4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917283" y="5277008"/>
                <a:ext cx="666000" cy="539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399" name="Ink 398">
                <a:extLst>
                  <a:ext uri="{FF2B5EF4-FFF2-40B4-BE49-F238E27FC236}">
                    <a16:creationId xmlns:a16="http://schemas.microsoft.com/office/drawing/2014/main" id="{CE3E1FBA-21BE-2229-6CA4-A23C28943B36}"/>
                  </a:ext>
                </a:extLst>
              </p14:cNvPr>
              <p14:cNvContentPartPr/>
              <p14:nvPr/>
            </p14:nvContentPartPr>
            <p14:xfrm>
              <a:off x="4870123" y="5441297"/>
              <a:ext cx="266760" cy="212040"/>
            </p14:xfrm>
          </p:contentPart>
        </mc:Choice>
        <mc:Fallback>
          <p:pic>
            <p:nvPicPr>
              <p:cNvPr id="399" name="Ink 398">
                <a:extLst>
                  <a:ext uri="{FF2B5EF4-FFF2-40B4-BE49-F238E27FC236}">
                    <a16:creationId xmlns:a16="http://schemas.microsoft.com/office/drawing/2014/main" id="{CE3E1FBA-21BE-2229-6CA4-A23C28943B3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854664" y="5425817"/>
                <a:ext cx="297319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A2309B65-F8DB-DA9E-1C76-61097E45602D}"/>
                  </a:ext>
                </a:extLst>
              </p14:cNvPr>
              <p14:cNvContentPartPr/>
              <p14:nvPr/>
            </p14:nvContentPartPr>
            <p14:xfrm>
              <a:off x="4901443" y="4932617"/>
              <a:ext cx="556920" cy="211320"/>
            </p14:xfrm>
          </p:contentPart>
        </mc:Choice>
        <mc:Fallback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A2309B65-F8DB-DA9E-1C76-61097E45602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885963" y="4917111"/>
                <a:ext cx="587520" cy="2419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F3880061-4CF3-8EB9-86C1-8BD92283849A}"/>
                  </a:ext>
                </a:extLst>
              </p14:cNvPr>
              <p14:cNvContentPartPr/>
              <p14:nvPr/>
            </p14:nvContentPartPr>
            <p14:xfrm>
              <a:off x="4626611" y="5832116"/>
              <a:ext cx="34200" cy="933480"/>
            </p14:xfrm>
          </p:contentPart>
        </mc:Choice>
        <mc:Fallback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F3880061-4CF3-8EB9-86C1-8BD92283849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611292" y="5816636"/>
                <a:ext cx="64481" cy="9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C734ACB8-B239-809D-418D-9ED99E822BBA}"/>
                  </a:ext>
                </a:extLst>
              </p14:cNvPr>
              <p14:cNvContentPartPr/>
              <p14:nvPr/>
            </p14:nvContentPartPr>
            <p14:xfrm>
              <a:off x="5760153" y="4352018"/>
              <a:ext cx="4008600" cy="1053360"/>
            </p14:xfrm>
          </p:contentPart>
        </mc:Choice>
        <mc:Fallback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C734ACB8-B239-809D-418D-9ED99E822BB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744673" y="4336538"/>
                <a:ext cx="4039200" cy="10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470" name="Ink 469">
                <a:extLst>
                  <a:ext uri="{FF2B5EF4-FFF2-40B4-BE49-F238E27FC236}">
                    <a16:creationId xmlns:a16="http://schemas.microsoft.com/office/drawing/2014/main" id="{DC180424-17A9-24BF-FBA9-8C4CD029C728}"/>
                  </a:ext>
                </a:extLst>
              </p14:cNvPr>
              <p14:cNvContentPartPr/>
              <p14:nvPr/>
            </p14:nvContentPartPr>
            <p14:xfrm>
              <a:off x="9871603" y="4257617"/>
              <a:ext cx="1889640" cy="823680"/>
            </p14:xfrm>
          </p:contentPart>
        </mc:Choice>
        <mc:Fallback>
          <p:pic>
            <p:nvPicPr>
              <p:cNvPr id="470" name="Ink 469">
                <a:extLst>
                  <a:ext uri="{FF2B5EF4-FFF2-40B4-BE49-F238E27FC236}">
                    <a16:creationId xmlns:a16="http://schemas.microsoft.com/office/drawing/2014/main" id="{DC180424-17A9-24BF-FBA9-8C4CD029C72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9856123" y="4242130"/>
                <a:ext cx="1920240" cy="8542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473" name="Ink 472">
                <a:extLst>
                  <a:ext uri="{FF2B5EF4-FFF2-40B4-BE49-F238E27FC236}">
                    <a16:creationId xmlns:a16="http://schemas.microsoft.com/office/drawing/2014/main" id="{99D596AA-BCA4-FB2E-C1C7-FFE1CED85513}"/>
                  </a:ext>
                </a:extLst>
              </p14:cNvPr>
              <p14:cNvContentPartPr/>
              <p14:nvPr/>
            </p14:nvContentPartPr>
            <p14:xfrm>
              <a:off x="11753323" y="4696457"/>
              <a:ext cx="133560" cy="164880"/>
            </p14:xfrm>
          </p:contentPart>
        </mc:Choice>
        <mc:Fallback>
          <p:pic>
            <p:nvPicPr>
              <p:cNvPr id="473" name="Ink 472">
                <a:extLst>
                  <a:ext uri="{FF2B5EF4-FFF2-40B4-BE49-F238E27FC236}">
                    <a16:creationId xmlns:a16="http://schemas.microsoft.com/office/drawing/2014/main" id="{99D596AA-BCA4-FB2E-C1C7-FFE1CED8551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1737843" y="4680977"/>
                <a:ext cx="1641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024F5B4B-2C48-27E6-8CCE-A93F3F71266F}"/>
                  </a:ext>
                </a:extLst>
              </p14:cNvPr>
              <p14:cNvContentPartPr/>
              <p14:nvPr/>
            </p14:nvContentPartPr>
            <p14:xfrm>
              <a:off x="5233461" y="5354315"/>
              <a:ext cx="423720" cy="392400"/>
            </p14:xfrm>
          </p:contentPart>
        </mc:Choice>
        <mc:Fallback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024F5B4B-2C48-27E6-8CCE-A93F3F71266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217968" y="5338821"/>
                <a:ext cx="454346" cy="4230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498" name="Ink 497">
                <a:extLst>
                  <a:ext uri="{FF2B5EF4-FFF2-40B4-BE49-F238E27FC236}">
                    <a16:creationId xmlns:a16="http://schemas.microsoft.com/office/drawing/2014/main" id="{7E9B0611-FEE1-61FF-58F5-2EB70F90F68F}"/>
                  </a:ext>
                </a:extLst>
              </p14:cNvPr>
              <p14:cNvContentPartPr/>
              <p14:nvPr/>
            </p14:nvContentPartPr>
            <p14:xfrm>
              <a:off x="4919901" y="5965955"/>
              <a:ext cx="909720" cy="729360"/>
            </p14:xfrm>
          </p:contentPart>
        </mc:Choice>
        <mc:Fallback>
          <p:pic>
            <p:nvPicPr>
              <p:cNvPr id="498" name="Ink 497">
                <a:extLst>
                  <a:ext uri="{FF2B5EF4-FFF2-40B4-BE49-F238E27FC236}">
                    <a16:creationId xmlns:a16="http://schemas.microsoft.com/office/drawing/2014/main" id="{7E9B0611-FEE1-61FF-58F5-2EB70F90F68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904427" y="5950475"/>
                <a:ext cx="940308" cy="75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10A2B8EE-29D6-01EA-BB84-F50969159119}"/>
                  </a:ext>
                </a:extLst>
              </p14:cNvPr>
              <p14:cNvContentPartPr/>
              <p14:nvPr/>
            </p14:nvContentPartPr>
            <p14:xfrm>
              <a:off x="5962461" y="5574635"/>
              <a:ext cx="2132640" cy="1026360"/>
            </p14:xfrm>
          </p:contentPart>
        </mc:Choice>
        <mc:Fallback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10A2B8EE-29D6-01EA-BB84-F5096915911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946981" y="5559155"/>
                <a:ext cx="2163240" cy="10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538" name="Ink 537">
                <a:extLst>
                  <a:ext uri="{FF2B5EF4-FFF2-40B4-BE49-F238E27FC236}">
                    <a16:creationId xmlns:a16="http://schemas.microsoft.com/office/drawing/2014/main" id="{407978B2-21C3-2406-6DFC-B0AF1BB1BB84}"/>
                  </a:ext>
                </a:extLst>
              </p14:cNvPr>
              <p14:cNvContentPartPr/>
              <p14:nvPr/>
            </p14:nvContentPartPr>
            <p14:xfrm>
              <a:off x="8157381" y="5581835"/>
              <a:ext cx="2281680" cy="925560"/>
            </p14:xfrm>
          </p:contentPart>
        </mc:Choice>
        <mc:Fallback>
          <p:pic>
            <p:nvPicPr>
              <p:cNvPr id="538" name="Ink 537">
                <a:extLst>
                  <a:ext uri="{FF2B5EF4-FFF2-40B4-BE49-F238E27FC236}">
                    <a16:creationId xmlns:a16="http://schemas.microsoft.com/office/drawing/2014/main" id="{407978B2-21C3-2406-6DFC-B0AF1BB1BB8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141901" y="5566355"/>
                <a:ext cx="2312280" cy="9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545" name="Ink 544">
                <a:extLst>
                  <a:ext uri="{FF2B5EF4-FFF2-40B4-BE49-F238E27FC236}">
                    <a16:creationId xmlns:a16="http://schemas.microsoft.com/office/drawing/2014/main" id="{3CBA9B0D-9055-5273-569B-D261C2DC7D35}"/>
                  </a:ext>
                </a:extLst>
              </p14:cNvPr>
              <p14:cNvContentPartPr/>
              <p14:nvPr/>
            </p14:nvContentPartPr>
            <p14:xfrm>
              <a:off x="10329261" y="5589395"/>
              <a:ext cx="533160" cy="743400"/>
            </p14:xfrm>
          </p:contentPart>
        </mc:Choice>
        <mc:Fallback>
          <p:pic>
            <p:nvPicPr>
              <p:cNvPr id="545" name="Ink 544">
                <a:extLst>
                  <a:ext uri="{FF2B5EF4-FFF2-40B4-BE49-F238E27FC236}">
                    <a16:creationId xmlns:a16="http://schemas.microsoft.com/office/drawing/2014/main" id="{3CBA9B0D-9055-5273-569B-D261C2DC7D35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10313791" y="5573915"/>
                <a:ext cx="563739" cy="77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553" name="Ink 552">
                <a:extLst>
                  <a:ext uri="{FF2B5EF4-FFF2-40B4-BE49-F238E27FC236}">
                    <a16:creationId xmlns:a16="http://schemas.microsoft.com/office/drawing/2014/main" id="{A20409EC-533A-0868-B113-3FFC6437CD45}"/>
                  </a:ext>
                </a:extLst>
              </p14:cNvPr>
              <p14:cNvContentPartPr/>
              <p14:nvPr/>
            </p14:nvContentPartPr>
            <p14:xfrm>
              <a:off x="10956381" y="5432795"/>
              <a:ext cx="455040" cy="721800"/>
            </p14:xfrm>
          </p:contentPart>
        </mc:Choice>
        <mc:Fallback>
          <p:pic>
            <p:nvPicPr>
              <p:cNvPr id="553" name="Ink 552">
                <a:extLst>
                  <a:ext uri="{FF2B5EF4-FFF2-40B4-BE49-F238E27FC236}">
                    <a16:creationId xmlns:a16="http://schemas.microsoft.com/office/drawing/2014/main" id="{A20409EC-533A-0868-B113-3FFC6437CD4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0940901" y="5417315"/>
                <a:ext cx="485640" cy="75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554" name="Ink 553">
                <a:extLst>
                  <a:ext uri="{FF2B5EF4-FFF2-40B4-BE49-F238E27FC236}">
                    <a16:creationId xmlns:a16="http://schemas.microsoft.com/office/drawing/2014/main" id="{98A83EEB-03C7-3525-FA55-02CEE6A0AC6C}"/>
                  </a:ext>
                </a:extLst>
              </p14:cNvPr>
              <p14:cNvContentPartPr/>
              <p14:nvPr/>
            </p14:nvContentPartPr>
            <p14:xfrm>
              <a:off x="11928381" y="4797755"/>
              <a:ext cx="31680" cy="172800"/>
            </p14:xfrm>
          </p:contentPart>
        </mc:Choice>
        <mc:Fallback>
          <p:pic>
            <p:nvPicPr>
              <p:cNvPr id="554" name="Ink 553">
                <a:extLst>
                  <a:ext uri="{FF2B5EF4-FFF2-40B4-BE49-F238E27FC236}">
                    <a16:creationId xmlns:a16="http://schemas.microsoft.com/office/drawing/2014/main" id="{98A83EEB-03C7-3525-FA55-02CEE6A0AC6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1907861" y="4777235"/>
                <a:ext cx="7236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559" name="Ink 558">
                <a:extLst>
                  <a:ext uri="{FF2B5EF4-FFF2-40B4-BE49-F238E27FC236}">
                    <a16:creationId xmlns:a16="http://schemas.microsoft.com/office/drawing/2014/main" id="{F9F1433A-F6BC-5524-0D82-EDDB877CB802}"/>
                  </a:ext>
                </a:extLst>
              </p14:cNvPr>
              <p14:cNvContentPartPr/>
              <p14:nvPr/>
            </p14:nvContentPartPr>
            <p14:xfrm>
              <a:off x="11465781" y="5812595"/>
              <a:ext cx="369000" cy="365400"/>
            </p14:xfrm>
          </p:contentPart>
        </mc:Choice>
        <mc:Fallback>
          <p:pic>
            <p:nvPicPr>
              <p:cNvPr id="559" name="Ink 558">
                <a:extLst>
                  <a:ext uri="{FF2B5EF4-FFF2-40B4-BE49-F238E27FC236}">
                    <a16:creationId xmlns:a16="http://schemas.microsoft.com/office/drawing/2014/main" id="{F9F1433A-F6BC-5524-0D82-EDDB877CB80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1450286" y="5797115"/>
                <a:ext cx="399630" cy="39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562" name="Ink 561">
                <a:extLst>
                  <a:ext uri="{FF2B5EF4-FFF2-40B4-BE49-F238E27FC236}">
                    <a16:creationId xmlns:a16="http://schemas.microsoft.com/office/drawing/2014/main" id="{70ED2A9B-1B0C-4E7D-B21A-6552980F0B9C}"/>
                  </a:ext>
                </a:extLst>
              </p14:cNvPr>
              <p14:cNvContentPartPr/>
              <p14:nvPr/>
            </p14:nvContentPartPr>
            <p14:xfrm>
              <a:off x="6487701" y="2548835"/>
              <a:ext cx="149400" cy="297360"/>
            </p14:xfrm>
          </p:contentPart>
        </mc:Choice>
        <mc:Fallback>
          <p:pic>
            <p:nvPicPr>
              <p:cNvPr id="562" name="Ink 561">
                <a:extLst>
                  <a:ext uri="{FF2B5EF4-FFF2-40B4-BE49-F238E27FC236}">
                    <a16:creationId xmlns:a16="http://schemas.microsoft.com/office/drawing/2014/main" id="{70ED2A9B-1B0C-4E7D-B21A-6552980F0B9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472221" y="2533355"/>
                <a:ext cx="180000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7ED54C66-C668-9AF2-8835-E6D1E9B68560}"/>
                  </a:ext>
                </a:extLst>
              </p14:cNvPr>
              <p14:cNvContentPartPr/>
              <p14:nvPr/>
            </p14:nvContentPartPr>
            <p14:xfrm>
              <a:off x="6864261" y="5951195"/>
              <a:ext cx="212040" cy="256320"/>
            </p14:xfrm>
          </p:contentPart>
        </mc:Choice>
        <mc:Fallback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7ED54C66-C668-9AF2-8835-E6D1E9B68560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848781" y="5935715"/>
                <a:ext cx="2426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570" name="Ink 569">
                <a:extLst>
                  <a:ext uri="{FF2B5EF4-FFF2-40B4-BE49-F238E27FC236}">
                    <a16:creationId xmlns:a16="http://schemas.microsoft.com/office/drawing/2014/main" id="{8623CE46-9589-725B-F0A6-89AC945CB07F}"/>
                  </a:ext>
                </a:extLst>
              </p14:cNvPr>
              <p14:cNvContentPartPr/>
              <p14:nvPr/>
            </p14:nvContentPartPr>
            <p14:xfrm>
              <a:off x="7099341" y="4891715"/>
              <a:ext cx="212040" cy="180720"/>
            </p14:xfrm>
          </p:contentPart>
        </mc:Choice>
        <mc:Fallback>
          <p:pic>
            <p:nvPicPr>
              <p:cNvPr id="570" name="Ink 569">
                <a:extLst>
                  <a:ext uri="{FF2B5EF4-FFF2-40B4-BE49-F238E27FC236}">
                    <a16:creationId xmlns:a16="http://schemas.microsoft.com/office/drawing/2014/main" id="{8623CE46-9589-725B-F0A6-89AC945CB07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083861" y="4876235"/>
                <a:ext cx="2426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571" name="Ink 570">
                <a:extLst>
                  <a:ext uri="{FF2B5EF4-FFF2-40B4-BE49-F238E27FC236}">
                    <a16:creationId xmlns:a16="http://schemas.microsoft.com/office/drawing/2014/main" id="{B9DB3A28-05A3-1635-BFE8-78E0CC1B18E2}"/>
                  </a:ext>
                </a:extLst>
              </p14:cNvPr>
              <p14:cNvContentPartPr/>
              <p14:nvPr/>
            </p14:nvContentPartPr>
            <p14:xfrm>
              <a:off x="6766701" y="3801995"/>
              <a:ext cx="191880" cy="212040"/>
            </p14:xfrm>
          </p:contentPart>
        </mc:Choice>
        <mc:Fallback>
          <p:pic>
            <p:nvPicPr>
              <p:cNvPr id="571" name="Ink 570">
                <a:extLst>
                  <a:ext uri="{FF2B5EF4-FFF2-40B4-BE49-F238E27FC236}">
                    <a16:creationId xmlns:a16="http://schemas.microsoft.com/office/drawing/2014/main" id="{B9DB3A28-05A3-1635-BFE8-78E0CC1B18E2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751221" y="3786515"/>
                <a:ext cx="22248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572" name="Ink 571">
                <a:extLst>
                  <a:ext uri="{FF2B5EF4-FFF2-40B4-BE49-F238E27FC236}">
                    <a16:creationId xmlns:a16="http://schemas.microsoft.com/office/drawing/2014/main" id="{C17E24C4-CE03-FD35-D191-D2AF7CD59215}"/>
                  </a:ext>
                </a:extLst>
              </p14:cNvPr>
              <p14:cNvContentPartPr/>
              <p14:nvPr/>
            </p14:nvContentPartPr>
            <p14:xfrm>
              <a:off x="6918981" y="5017355"/>
              <a:ext cx="134640" cy="31680"/>
            </p14:xfrm>
          </p:contentPart>
        </mc:Choice>
        <mc:Fallback>
          <p:pic>
            <p:nvPicPr>
              <p:cNvPr id="572" name="Ink 571">
                <a:extLst>
                  <a:ext uri="{FF2B5EF4-FFF2-40B4-BE49-F238E27FC236}">
                    <a16:creationId xmlns:a16="http://schemas.microsoft.com/office/drawing/2014/main" id="{C17E24C4-CE03-FD35-D191-D2AF7CD5921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903501" y="5001875"/>
                <a:ext cx="165240" cy="6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0301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AAFCF7B-09A6-0B85-594C-A0555756B27A}"/>
                  </a:ext>
                </a:extLst>
              </p14:cNvPr>
              <p14:cNvContentPartPr/>
              <p14:nvPr/>
            </p14:nvContentPartPr>
            <p14:xfrm>
              <a:off x="859101" y="493955"/>
              <a:ext cx="972360" cy="7102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AAFCF7B-09A6-0B85-594C-A0555756B2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3627" y="478475"/>
                <a:ext cx="1002949" cy="74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827045F-DD2B-A2A5-69B2-4F37856927C9}"/>
                  </a:ext>
                </a:extLst>
              </p14:cNvPr>
              <p14:cNvContentPartPr/>
              <p14:nvPr/>
            </p14:nvContentPartPr>
            <p14:xfrm>
              <a:off x="3330141" y="407555"/>
              <a:ext cx="531720" cy="5727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827045F-DD2B-A2A5-69B2-4F37856927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14661" y="392065"/>
                <a:ext cx="562320" cy="6033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B76462A-08B9-B354-1587-8BD49ADE28EC}"/>
                  </a:ext>
                </a:extLst>
              </p14:cNvPr>
              <p14:cNvContentPartPr/>
              <p14:nvPr/>
            </p14:nvContentPartPr>
            <p14:xfrm>
              <a:off x="2420781" y="446795"/>
              <a:ext cx="351360" cy="4392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B76462A-08B9-B354-1587-8BD49ADE28E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05301" y="431315"/>
                <a:ext cx="38196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213CEC9-6FE1-FA40-D213-263BE21662FA}"/>
                  </a:ext>
                </a:extLst>
              </p14:cNvPr>
              <p14:cNvContentPartPr/>
              <p14:nvPr/>
            </p14:nvContentPartPr>
            <p14:xfrm>
              <a:off x="4049781" y="552995"/>
              <a:ext cx="462960" cy="45072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213CEC9-6FE1-FA40-D213-263BE21662F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034301" y="537515"/>
                <a:ext cx="493560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0DD8BA5-AE20-6EBE-1642-4E98CD9C04D0}"/>
                  </a:ext>
                </a:extLst>
              </p14:cNvPr>
              <p14:cNvContentPartPr/>
              <p14:nvPr/>
            </p14:nvContentPartPr>
            <p14:xfrm>
              <a:off x="4668981" y="227195"/>
              <a:ext cx="1623240" cy="65088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0DD8BA5-AE20-6EBE-1642-4E98CD9C04D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53498" y="211715"/>
                <a:ext cx="1653847" cy="68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32C43F9-D5DE-75CB-73AF-4914014917E3}"/>
                  </a:ext>
                </a:extLst>
              </p14:cNvPr>
              <p14:cNvContentPartPr/>
              <p14:nvPr/>
            </p14:nvContentPartPr>
            <p14:xfrm>
              <a:off x="2591421" y="800315"/>
              <a:ext cx="486360" cy="25848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32C43F9-D5DE-75CB-73AF-4914014917E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75941" y="784813"/>
                <a:ext cx="516960" cy="2891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A97EDA4E-95F1-9FEA-131C-911F55296BFA}"/>
                  </a:ext>
                </a:extLst>
              </p14:cNvPr>
              <p14:cNvContentPartPr/>
              <p14:nvPr/>
            </p14:nvContentPartPr>
            <p14:xfrm>
              <a:off x="2458221" y="1316915"/>
              <a:ext cx="674640" cy="5335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A97EDA4E-95F1-9FEA-131C-911F55296BF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42733" y="1301435"/>
                <a:ext cx="705256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89175D59-0C94-46C0-6E3B-69AE38DCD9CB}"/>
                  </a:ext>
                </a:extLst>
              </p14:cNvPr>
              <p14:cNvContentPartPr/>
              <p14:nvPr/>
            </p14:nvContentPartPr>
            <p14:xfrm>
              <a:off x="3461901" y="1080035"/>
              <a:ext cx="2885040" cy="73116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89175D59-0C94-46C0-6E3B-69AE38DCD9C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46423" y="1064555"/>
                <a:ext cx="2915636" cy="76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C0A05196-AB0E-CABD-008F-3CAB32D6940A}"/>
                  </a:ext>
                </a:extLst>
              </p14:cNvPr>
              <p14:cNvContentPartPr/>
              <p14:nvPr/>
            </p14:nvContentPartPr>
            <p14:xfrm>
              <a:off x="6213381" y="1011275"/>
              <a:ext cx="454320" cy="80784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C0A05196-AB0E-CABD-008F-3CAB32D6940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197889" y="995795"/>
                <a:ext cx="484944" cy="83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B6D86F81-8D79-19D8-03CF-814CE3252E85}"/>
                  </a:ext>
                </a:extLst>
              </p14:cNvPr>
              <p14:cNvContentPartPr/>
              <p14:nvPr/>
            </p14:nvContentPartPr>
            <p14:xfrm>
              <a:off x="6393741" y="1262195"/>
              <a:ext cx="63000" cy="7884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B6D86F81-8D79-19D8-03CF-814CE3252E8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378349" y="1246715"/>
                <a:ext cx="93426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C4F80164-39F7-4CCA-1CF0-10E067B1B055}"/>
                  </a:ext>
                </a:extLst>
              </p14:cNvPr>
              <p14:cNvContentPartPr/>
              <p14:nvPr/>
            </p14:nvContentPartPr>
            <p14:xfrm>
              <a:off x="6323181" y="203795"/>
              <a:ext cx="156600" cy="65880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C4F80164-39F7-4CCA-1CF0-10E067B1B05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07701" y="188315"/>
                <a:ext cx="187200" cy="68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A6CAD3F4-6BE5-453E-4B6A-3AE72ADB4F25}"/>
                  </a:ext>
                </a:extLst>
              </p14:cNvPr>
              <p14:cNvContentPartPr/>
              <p14:nvPr/>
            </p14:nvContentPartPr>
            <p14:xfrm>
              <a:off x="498381" y="2234195"/>
              <a:ext cx="855000" cy="3844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A6CAD3F4-6BE5-453E-4B6A-3AE72ADB4F2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2894" y="2218715"/>
                <a:ext cx="885613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0B0D68F7-36D9-4FB9-1037-92BF5B7A5A80}"/>
                  </a:ext>
                </a:extLst>
              </p14:cNvPr>
              <p14:cNvContentPartPr/>
              <p14:nvPr/>
            </p14:nvContentPartPr>
            <p14:xfrm>
              <a:off x="1988781" y="2273435"/>
              <a:ext cx="955800" cy="83124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0B0D68F7-36D9-4FB9-1037-92BF5B7A5A8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973301" y="2257962"/>
                <a:ext cx="986400" cy="8618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9788E53B-9CA3-B5CF-D87B-8B2F21D0EA97}"/>
                  </a:ext>
                </a:extLst>
              </p14:cNvPr>
              <p14:cNvContentPartPr/>
              <p14:nvPr/>
            </p14:nvContentPartPr>
            <p14:xfrm>
              <a:off x="3305661" y="2289275"/>
              <a:ext cx="501480" cy="32940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9788E53B-9CA3-B5CF-D87B-8B2F21D0EA9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290170" y="2273812"/>
                <a:ext cx="532102" cy="359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F25E2081-AC1A-FDBE-2062-396D4094E8D7}"/>
                  </a:ext>
                </a:extLst>
              </p14:cNvPr>
              <p14:cNvContentPartPr/>
              <p14:nvPr/>
            </p14:nvContentPartPr>
            <p14:xfrm>
              <a:off x="3884901" y="2343995"/>
              <a:ext cx="313920" cy="25128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F25E2081-AC1A-FDBE-2062-396D4094E8D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69421" y="2328515"/>
                <a:ext cx="34452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DD59E1DA-56A4-84A5-4BD9-18EEC4FA6AAA}"/>
                  </a:ext>
                </a:extLst>
              </p14:cNvPr>
              <p14:cNvContentPartPr/>
              <p14:nvPr/>
            </p14:nvContentPartPr>
            <p14:xfrm>
              <a:off x="6040941" y="2085155"/>
              <a:ext cx="666720" cy="37656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DD59E1DA-56A4-84A5-4BD9-18EEC4FA6AA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025461" y="2069675"/>
                <a:ext cx="69732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CEB96527-2E84-2DCF-2D3F-91A5B5917C2F}"/>
                  </a:ext>
                </a:extLst>
              </p14:cNvPr>
              <p14:cNvContentPartPr/>
              <p14:nvPr/>
            </p14:nvContentPartPr>
            <p14:xfrm>
              <a:off x="4791021" y="2133035"/>
              <a:ext cx="920880" cy="71316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CEB96527-2E84-2DCF-2D3F-91A5B5917C2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775547" y="2117547"/>
                <a:ext cx="951468" cy="7437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169D9058-AFA1-8720-034B-6B8888EE0719}"/>
                  </a:ext>
                </a:extLst>
              </p14:cNvPr>
              <p14:cNvContentPartPr/>
              <p14:nvPr/>
            </p14:nvContentPartPr>
            <p14:xfrm>
              <a:off x="4214301" y="2516435"/>
              <a:ext cx="219960" cy="23544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169D9058-AFA1-8720-034B-6B8888EE071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198796" y="2500955"/>
                <a:ext cx="25061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3023290C-3E9E-CC0F-A31B-A2BA727A10AE}"/>
                  </a:ext>
                </a:extLst>
              </p14:cNvPr>
              <p14:cNvContentPartPr/>
              <p14:nvPr/>
            </p14:nvContentPartPr>
            <p14:xfrm>
              <a:off x="6809181" y="2163635"/>
              <a:ext cx="486360" cy="23364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3023290C-3E9E-CC0F-A31B-A2BA727A10A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793701" y="2148155"/>
                <a:ext cx="51696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978AD4A5-D982-5721-5ADA-18D065F26EC6}"/>
                  </a:ext>
                </a:extLst>
              </p14:cNvPr>
              <p14:cNvContentPartPr/>
              <p14:nvPr/>
            </p14:nvContentPartPr>
            <p14:xfrm>
              <a:off x="6354501" y="3214115"/>
              <a:ext cx="219960" cy="30600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978AD4A5-D982-5721-5ADA-18D065F26EC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338996" y="3198635"/>
                <a:ext cx="25061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A63CCF96-6F0B-24AD-29AA-5FAC65FD3311}"/>
                  </a:ext>
                </a:extLst>
              </p14:cNvPr>
              <p14:cNvContentPartPr/>
              <p14:nvPr/>
            </p14:nvContentPartPr>
            <p14:xfrm>
              <a:off x="4927821" y="3323915"/>
              <a:ext cx="1160280" cy="83844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A63CCF96-6F0B-24AD-29AA-5FAC65FD331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912346" y="3308428"/>
                <a:ext cx="1190871" cy="8690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279F96CD-DB01-0748-5E5E-A6C335A1A5A9}"/>
                  </a:ext>
                </a:extLst>
              </p14:cNvPr>
              <p14:cNvContentPartPr/>
              <p14:nvPr/>
            </p14:nvContentPartPr>
            <p14:xfrm>
              <a:off x="3508701" y="3433715"/>
              <a:ext cx="1176480" cy="462960"/>
            </p14:xfrm>
          </p:contentPart>
        </mc:Choice>
        <mc:Fallback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279F96CD-DB01-0748-5E5E-A6C335A1A5A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493216" y="3418235"/>
                <a:ext cx="1207089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EDFB5215-A1BB-D4BA-3739-933D61A0DB63}"/>
                  </a:ext>
                </a:extLst>
              </p14:cNvPr>
              <p14:cNvContentPartPr/>
              <p14:nvPr/>
            </p14:nvContentPartPr>
            <p14:xfrm>
              <a:off x="2150061" y="3480875"/>
              <a:ext cx="1037520" cy="517680"/>
            </p14:xfrm>
          </p:contentPart>
        </mc:Choice>
        <mc:Fallback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EDFB5215-A1BB-D4BA-3739-933D61A0DB6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134586" y="3465395"/>
                <a:ext cx="1068109" cy="54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A9A71D00-B2DF-F3C7-1D27-E264F6A49F40}"/>
                  </a:ext>
                </a:extLst>
              </p14:cNvPr>
              <p14:cNvContentPartPr/>
              <p14:nvPr/>
            </p14:nvContentPartPr>
            <p14:xfrm>
              <a:off x="2160501" y="4116635"/>
              <a:ext cx="784440" cy="305280"/>
            </p14:xfrm>
          </p:contentPart>
        </mc:Choice>
        <mc:Fallback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A9A71D00-B2DF-F3C7-1D27-E264F6A49F4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145021" y="4101155"/>
                <a:ext cx="815040" cy="33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3BA8709B-905E-7F60-45B6-0BDD51D476BB}"/>
                  </a:ext>
                </a:extLst>
              </p14:cNvPr>
              <p14:cNvContentPartPr/>
              <p14:nvPr/>
            </p14:nvContentPartPr>
            <p14:xfrm>
              <a:off x="7091421" y="3301235"/>
              <a:ext cx="431640" cy="203400"/>
            </p14:xfrm>
          </p:contentPart>
        </mc:Choice>
        <mc:Fallback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3BA8709B-905E-7F60-45B6-0BDD51D476B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7075928" y="3285728"/>
                <a:ext cx="462266" cy="2340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EC736A84-3BA3-48FA-1E32-F0FA402B6E8A}"/>
                  </a:ext>
                </a:extLst>
              </p14:cNvPr>
              <p14:cNvContentPartPr/>
              <p14:nvPr/>
            </p14:nvContentPartPr>
            <p14:xfrm>
              <a:off x="6511461" y="3300515"/>
              <a:ext cx="376560" cy="274680"/>
            </p14:xfrm>
          </p:contentPart>
        </mc:Choice>
        <mc:Fallback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EC736A84-3BA3-48FA-1E32-F0FA402B6E8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495981" y="3285035"/>
                <a:ext cx="40716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725206E5-9AA7-BE4A-3CD5-C18074D121A9}"/>
                  </a:ext>
                </a:extLst>
              </p14:cNvPr>
              <p14:cNvContentPartPr/>
              <p14:nvPr/>
            </p14:nvContentPartPr>
            <p14:xfrm>
              <a:off x="7248381" y="3331835"/>
              <a:ext cx="118080" cy="63000"/>
            </p14:xfrm>
          </p:contentPart>
        </mc:Choice>
        <mc:Fallback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725206E5-9AA7-BE4A-3CD5-C18074D121A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232901" y="3316443"/>
                <a:ext cx="148680" cy="934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7C25AEED-D27A-BC3C-F977-34131D4782C2}"/>
                  </a:ext>
                </a:extLst>
              </p14:cNvPr>
              <p14:cNvContentPartPr/>
              <p14:nvPr/>
            </p14:nvContentPartPr>
            <p14:xfrm>
              <a:off x="7608741" y="1885715"/>
              <a:ext cx="118080" cy="2277360"/>
            </p14:xfrm>
          </p:contentPart>
        </mc:Choice>
        <mc:Fallback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7C25AEED-D27A-BC3C-F977-34131D4782C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593214" y="1870235"/>
                <a:ext cx="148774" cy="230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16DDAF95-2A4D-7104-EAF8-E3C3187C0DA9}"/>
                  </a:ext>
                </a:extLst>
              </p14:cNvPr>
              <p14:cNvContentPartPr/>
              <p14:nvPr/>
            </p14:nvContentPartPr>
            <p14:xfrm>
              <a:off x="8263941" y="1434635"/>
              <a:ext cx="466560" cy="38448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16DDAF95-2A4D-7104-EAF8-E3C3187C0DA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248461" y="1419155"/>
                <a:ext cx="49716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ECB47027-2F6F-6833-A749-ABA886EA13FE}"/>
                  </a:ext>
                </a:extLst>
              </p14:cNvPr>
              <p14:cNvContentPartPr/>
              <p14:nvPr/>
            </p14:nvContentPartPr>
            <p14:xfrm>
              <a:off x="8965221" y="1115675"/>
              <a:ext cx="1090080" cy="83664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ECB47027-2F6F-6833-A749-ABA886EA13F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949741" y="1100195"/>
                <a:ext cx="1120680" cy="86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D537DD13-7402-A242-6292-381DE381BEAF}"/>
                  </a:ext>
                </a:extLst>
              </p14:cNvPr>
              <p14:cNvContentPartPr/>
              <p14:nvPr/>
            </p14:nvContentPartPr>
            <p14:xfrm>
              <a:off x="8233341" y="2297915"/>
              <a:ext cx="693000" cy="1065600"/>
            </p14:xfrm>
          </p:contentPart>
        </mc:Choice>
        <mc:Fallback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D537DD13-7402-A242-6292-381DE381BEA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217853" y="2282435"/>
                <a:ext cx="723616" cy="10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295" name="Ink 294">
                <a:extLst>
                  <a:ext uri="{FF2B5EF4-FFF2-40B4-BE49-F238E27FC236}">
                    <a16:creationId xmlns:a16="http://schemas.microsoft.com/office/drawing/2014/main" id="{E49BC559-CC76-CBE9-F3AF-9BA22959C754}"/>
                  </a:ext>
                </a:extLst>
              </p14:cNvPr>
              <p14:cNvContentPartPr/>
              <p14:nvPr/>
            </p14:nvContentPartPr>
            <p14:xfrm>
              <a:off x="8988621" y="2712275"/>
              <a:ext cx="266760" cy="141840"/>
            </p14:xfrm>
          </p:contentPart>
        </mc:Choice>
        <mc:Fallback>
          <p:pic>
            <p:nvPicPr>
              <p:cNvPr id="295" name="Ink 294">
                <a:extLst>
                  <a:ext uri="{FF2B5EF4-FFF2-40B4-BE49-F238E27FC236}">
                    <a16:creationId xmlns:a16="http://schemas.microsoft.com/office/drawing/2014/main" id="{E49BC559-CC76-CBE9-F3AF-9BA22959C75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973162" y="2696756"/>
                <a:ext cx="297319" cy="172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297" name="Ink 296">
                <a:extLst>
                  <a:ext uri="{FF2B5EF4-FFF2-40B4-BE49-F238E27FC236}">
                    <a16:creationId xmlns:a16="http://schemas.microsoft.com/office/drawing/2014/main" id="{5E86853B-4FF7-2C2D-5BA8-A644E7D05C81}"/>
                  </a:ext>
                </a:extLst>
              </p14:cNvPr>
              <p14:cNvContentPartPr/>
              <p14:nvPr/>
            </p14:nvContentPartPr>
            <p14:xfrm>
              <a:off x="9521781" y="2242115"/>
              <a:ext cx="463680" cy="461880"/>
            </p14:xfrm>
          </p:contentPart>
        </mc:Choice>
        <mc:Fallback>
          <p:pic>
            <p:nvPicPr>
              <p:cNvPr id="297" name="Ink 296">
                <a:extLst>
                  <a:ext uri="{FF2B5EF4-FFF2-40B4-BE49-F238E27FC236}">
                    <a16:creationId xmlns:a16="http://schemas.microsoft.com/office/drawing/2014/main" id="{5E86853B-4FF7-2C2D-5BA8-A644E7D05C8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506301" y="2226647"/>
                <a:ext cx="494280" cy="492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00" name="Ink 299">
                <a:extLst>
                  <a:ext uri="{FF2B5EF4-FFF2-40B4-BE49-F238E27FC236}">
                    <a16:creationId xmlns:a16="http://schemas.microsoft.com/office/drawing/2014/main" id="{B7039EFD-BD42-BBDC-2DAB-B79CC9059466}"/>
                  </a:ext>
                </a:extLst>
              </p14:cNvPr>
              <p14:cNvContentPartPr/>
              <p14:nvPr/>
            </p14:nvContentPartPr>
            <p14:xfrm>
              <a:off x="9905901" y="2543435"/>
              <a:ext cx="55080" cy="185040"/>
            </p14:xfrm>
          </p:contentPart>
        </mc:Choice>
        <mc:Fallback>
          <p:pic>
            <p:nvPicPr>
              <p:cNvPr id="300" name="Ink 299">
                <a:extLst>
                  <a:ext uri="{FF2B5EF4-FFF2-40B4-BE49-F238E27FC236}">
                    <a16:creationId xmlns:a16="http://schemas.microsoft.com/office/drawing/2014/main" id="{B7039EFD-BD42-BBDC-2DAB-B79CC905946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9890522" y="2527955"/>
                <a:ext cx="85481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01" name="Ink 300">
                <a:extLst>
                  <a:ext uri="{FF2B5EF4-FFF2-40B4-BE49-F238E27FC236}">
                    <a16:creationId xmlns:a16="http://schemas.microsoft.com/office/drawing/2014/main" id="{CA7465D3-A077-33B2-52CA-E1ADBB6805AB}"/>
                  </a:ext>
                </a:extLst>
              </p14:cNvPr>
              <p14:cNvContentPartPr/>
              <p14:nvPr/>
            </p14:nvContentPartPr>
            <p14:xfrm>
              <a:off x="10140981" y="2610395"/>
              <a:ext cx="8280" cy="8280"/>
            </p14:xfrm>
          </p:contentPart>
        </mc:Choice>
        <mc:Fallback>
          <p:pic>
            <p:nvPicPr>
              <p:cNvPr id="301" name="Ink 300">
                <a:extLst>
                  <a:ext uri="{FF2B5EF4-FFF2-40B4-BE49-F238E27FC236}">
                    <a16:creationId xmlns:a16="http://schemas.microsoft.com/office/drawing/2014/main" id="{CA7465D3-A077-33B2-52CA-E1ADBB6805A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0124797" y="2594915"/>
                <a:ext cx="40271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06" name="Ink 305">
                <a:extLst>
                  <a:ext uri="{FF2B5EF4-FFF2-40B4-BE49-F238E27FC236}">
                    <a16:creationId xmlns:a16="http://schemas.microsoft.com/office/drawing/2014/main" id="{9C8EB650-FEDF-FC66-57D9-84B37128F790}"/>
                  </a:ext>
                </a:extLst>
              </p14:cNvPr>
              <p14:cNvContentPartPr/>
              <p14:nvPr/>
            </p14:nvContentPartPr>
            <p14:xfrm>
              <a:off x="10329261" y="2391155"/>
              <a:ext cx="298080" cy="188640"/>
            </p14:xfrm>
          </p:contentPart>
        </mc:Choice>
        <mc:Fallback>
          <p:pic>
            <p:nvPicPr>
              <p:cNvPr id="306" name="Ink 305">
                <a:extLst>
                  <a:ext uri="{FF2B5EF4-FFF2-40B4-BE49-F238E27FC236}">
                    <a16:creationId xmlns:a16="http://schemas.microsoft.com/office/drawing/2014/main" id="{9C8EB650-FEDF-FC66-57D9-84B37128F79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313800" y="2375675"/>
                <a:ext cx="328643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07" name="Ink 306">
                <a:extLst>
                  <a:ext uri="{FF2B5EF4-FFF2-40B4-BE49-F238E27FC236}">
                    <a16:creationId xmlns:a16="http://schemas.microsoft.com/office/drawing/2014/main" id="{92436F00-FCBA-FC7C-F1B6-8447FC8E982F}"/>
                  </a:ext>
                </a:extLst>
              </p14:cNvPr>
              <p14:cNvContentPartPr/>
              <p14:nvPr/>
            </p14:nvContentPartPr>
            <p14:xfrm>
              <a:off x="600261" y="4319315"/>
              <a:ext cx="12049560" cy="408240"/>
            </p14:xfrm>
          </p:contentPart>
        </mc:Choice>
        <mc:Fallback>
          <p:pic>
            <p:nvPicPr>
              <p:cNvPr id="307" name="Ink 306">
                <a:extLst>
                  <a:ext uri="{FF2B5EF4-FFF2-40B4-BE49-F238E27FC236}">
                    <a16:creationId xmlns:a16="http://schemas.microsoft.com/office/drawing/2014/main" id="{92436F00-FCBA-FC7C-F1B6-8447FC8E982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9741" y="4298795"/>
                <a:ext cx="1209024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75" name="Ink 374">
                <a:extLst>
                  <a:ext uri="{FF2B5EF4-FFF2-40B4-BE49-F238E27FC236}">
                    <a16:creationId xmlns:a16="http://schemas.microsoft.com/office/drawing/2014/main" id="{F4D08C01-8536-3FF5-CCD7-681A6C6D18B8}"/>
                  </a:ext>
                </a:extLst>
              </p14:cNvPr>
              <p14:cNvContentPartPr/>
              <p14:nvPr/>
            </p14:nvContentPartPr>
            <p14:xfrm>
              <a:off x="5746101" y="5040755"/>
              <a:ext cx="807840" cy="384480"/>
            </p14:xfrm>
          </p:contentPart>
        </mc:Choice>
        <mc:Fallback>
          <p:pic>
            <p:nvPicPr>
              <p:cNvPr id="375" name="Ink 374">
                <a:extLst>
                  <a:ext uri="{FF2B5EF4-FFF2-40B4-BE49-F238E27FC236}">
                    <a16:creationId xmlns:a16="http://schemas.microsoft.com/office/drawing/2014/main" id="{F4D08C01-8536-3FF5-CCD7-681A6C6D18B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730621" y="5025275"/>
                <a:ext cx="83844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376" name="Ink 375">
                <a:extLst>
                  <a:ext uri="{FF2B5EF4-FFF2-40B4-BE49-F238E27FC236}">
                    <a16:creationId xmlns:a16="http://schemas.microsoft.com/office/drawing/2014/main" id="{17895364-C73B-14FD-F73B-AB9AB0C2DE25}"/>
                  </a:ext>
                </a:extLst>
              </p14:cNvPr>
              <p14:cNvContentPartPr/>
              <p14:nvPr/>
            </p14:nvContentPartPr>
            <p14:xfrm>
              <a:off x="4209621" y="5032835"/>
              <a:ext cx="1231200" cy="580680"/>
            </p14:xfrm>
          </p:contentPart>
        </mc:Choice>
        <mc:Fallback>
          <p:pic>
            <p:nvPicPr>
              <p:cNvPr id="376" name="Ink 375">
                <a:extLst>
                  <a:ext uri="{FF2B5EF4-FFF2-40B4-BE49-F238E27FC236}">
                    <a16:creationId xmlns:a16="http://schemas.microsoft.com/office/drawing/2014/main" id="{17895364-C73B-14FD-F73B-AB9AB0C2DE2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194136" y="5017345"/>
                <a:ext cx="1261809" cy="6112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77" name="Ink 376">
                <a:extLst>
                  <a:ext uri="{FF2B5EF4-FFF2-40B4-BE49-F238E27FC236}">
                    <a16:creationId xmlns:a16="http://schemas.microsoft.com/office/drawing/2014/main" id="{7BB6DB84-C587-BA6B-8FBB-6512F4D98136}"/>
                  </a:ext>
                </a:extLst>
              </p14:cNvPr>
              <p14:cNvContentPartPr/>
              <p14:nvPr/>
            </p14:nvContentPartPr>
            <p14:xfrm>
              <a:off x="3127821" y="5040755"/>
              <a:ext cx="822600" cy="847800"/>
            </p14:xfrm>
          </p:contentPart>
        </mc:Choice>
        <mc:Fallback>
          <p:pic>
            <p:nvPicPr>
              <p:cNvPr id="377" name="Ink 376">
                <a:extLst>
                  <a:ext uri="{FF2B5EF4-FFF2-40B4-BE49-F238E27FC236}">
                    <a16:creationId xmlns:a16="http://schemas.microsoft.com/office/drawing/2014/main" id="{7BB6DB84-C587-BA6B-8FBB-6512F4D9813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112341" y="5025275"/>
                <a:ext cx="853200" cy="87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378" name="Ink 377">
                <a:extLst>
                  <a:ext uri="{FF2B5EF4-FFF2-40B4-BE49-F238E27FC236}">
                    <a16:creationId xmlns:a16="http://schemas.microsoft.com/office/drawing/2014/main" id="{31E6D444-60E0-65E2-039B-1F692F52E229}"/>
                  </a:ext>
                </a:extLst>
              </p14:cNvPr>
              <p14:cNvContentPartPr/>
              <p14:nvPr/>
            </p14:nvContentPartPr>
            <p14:xfrm>
              <a:off x="1238541" y="5300315"/>
              <a:ext cx="1638720" cy="618840"/>
            </p14:xfrm>
          </p:contentPart>
        </mc:Choice>
        <mc:Fallback>
          <p:pic>
            <p:nvPicPr>
              <p:cNvPr id="378" name="Ink 377">
                <a:extLst>
                  <a:ext uri="{FF2B5EF4-FFF2-40B4-BE49-F238E27FC236}">
                    <a16:creationId xmlns:a16="http://schemas.microsoft.com/office/drawing/2014/main" id="{31E6D444-60E0-65E2-039B-1F692F52E22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223064" y="5284835"/>
                <a:ext cx="1669313" cy="64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379" name="Ink 378">
                <a:extLst>
                  <a:ext uri="{FF2B5EF4-FFF2-40B4-BE49-F238E27FC236}">
                    <a16:creationId xmlns:a16="http://schemas.microsoft.com/office/drawing/2014/main" id="{E01BAB06-F250-DAE0-2726-5A4B69BF0984}"/>
                  </a:ext>
                </a:extLst>
              </p14:cNvPr>
              <p14:cNvContentPartPr/>
              <p14:nvPr/>
            </p14:nvContentPartPr>
            <p14:xfrm>
              <a:off x="391821" y="5229755"/>
              <a:ext cx="572760" cy="399600"/>
            </p14:xfrm>
          </p:contentPart>
        </mc:Choice>
        <mc:Fallback>
          <p:pic>
            <p:nvPicPr>
              <p:cNvPr id="379" name="Ink 378">
                <a:extLst>
                  <a:ext uri="{FF2B5EF4-FFF2-40B4-BE49-F238E27FC236}">
                    <a16:creationId xmlns:a16="http://schemas.microsoft.com/office/drawing/2014/main" id="{E01BAB06-F250-DAE0-2726-5A4B69BF098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76341" y="5214261"/>
                <a:ext cx="603360" cy="4302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8FE51543-DA5C-7A23-9262-0A3DC813960A}"/>
                  </a:ext>
                </a:extLst>
              </p14:cNvPr>
              <p14:cNvContentPartPr/>
              <p14:nvPr/>
            </p14:nvContentPartPr>
            <p14:xfrm>
              <a:off x="7066581" y="4838795"/>
              <a:ext cx="1384560" cy="111636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8FE51543-DA5C-7A23-9262-0A3DC813960A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051101" y="4823315"/>
                <a:ext cx="1415160" cy="11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B515A713-09E6-F49A-93A5-88FB6DBEF4CB}"/>
                  </a:ext>
                </a:extLst>
              </p14:cNvPr>
              <p14:cNvContentPartPr/>
              <p14:nvPr/>
            </p14:nvContentPartPr>
            <p14:xfrm>
              <a:off x="8804301" y="4758515"/>
              <a:ext cx="414000" cy="50220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B515A713-09E6-F49A-93A5-88FB6DBEF4CB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788821" y="4743024"/>
                <a:ext cx="444600" cy="5328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395" name="Ink 394">
                <a:extLst>
                  <a:ext uri="{FF2B5EF4-FFF2-40B4-BE49-F238E27FC236}">
                    <a16:creationId xmlns:a16="http://schemas.microsoft.com/office/drawing/2014/main" id="{F15408E0-105B-E763-25B3-6A3A173628CC}"/>
                  </a:ext>
                </a:extLst>
              </p14:cNvPr>
              <p14:cNvContentPartPr/>
              <p14:nvPr/>
            </p14:nvContentPartPr>
            <p14:xfrm>
              <a:off x="9007341" y="5189795"/>
              <a:ext cx="125640" cy="141480"/>
            </p14:xfrm>
          </p:contentPart>
        </mc:Choice>
        <mc:Fallback>
          <p:pic>
            <p:nvPicPr>
              <p:cNvPr id="395" name="Ink 394">
                <a:extLst>
                  <a:ext uri="{FF2B5EF4-FFF2-40B4-BE49-F238E27FC236}">
                    <a16:creationId xmlns:a16="http://schemas.microsoft.com/office/drawing/2014/main" id="{F15408E0-105B-E763-25B3-6A3A173628C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991861" y="5174315"/>
                <a:ext cx="15624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9118F2D9-60D4-38C1-EE91-DC219C3F59D9}"/>
                  </a:ext>
                </a:extLst>
              </p14:cNvPr>
              <p14:cNvContentPartPr/>
              <p14:nvPr/>
            </p14:nvContentPartPr>
            <p14:xfrm>
              <a:off x="9281661" y="4617395"/>
              <a:ext cx="313920" cy="65088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9118F2D9-60D4-38C1-EE91-DC219C3F59D9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266181" y="4601915"/>
                <a:ext cx="344520" cy="68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A58DB32E-287F-C717-2E2E-9ACF27DB0D98}"/>
                  </a:ext>
                </a:extLst>
              </p14:cNvPr>
              <p14:cNvContentPartPr/>
              <p14:nvPr/>
            </p14:nvContentPartPr>
            <p14:xfrm>
              <a:off x="9940461" y="4656635"/>
              <a:ext cx="603720" cy="54936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A58DB32E-287F-C717-2E2E-9ACF27DB0D9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924990" y="4641145"/>
                <a:ext cx="634302" cy="5799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4C0CA86B-9AC0-668B-9D6C-A5303131D475}"/>
                  </a:ext>
                </a:extLst>
              </p14:cNvPr>
              <p14:cNvContentPartPr/>
              <p14:nvPr/>
            </p14:nvContentPartPr>
            <p14:xfrm>
              <a:off x="10254021" y="5079995"/>
              <a:ext cx="55080" cy="274680"/>
            </p14:xfrm>
          </p:contentPart>
        </mc:Choice>
        <mc:Fallback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4C0CA86B-9AC0-668B-9D6C-A5303131D475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238642" y="5064535"/>
                <a:ext cx="85481" cy="30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46D95363-A572-CE66-7676-68BB0D4C6B6B}"/>
                  </a:ext>
                </a:extLst>
              </p14:cNvPr>
              <p14:cNvContentPartPr/>
              <p14:nvPr/>
            </p14:nvContentPartPr>
            <p14:xfrm>
              <a:off x="10042341" y="4625315"/>
              <a:ext cx="78840" cy="37656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46D95363-A572-CE66-7676-68BB0D4C6B6B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026861" y="4609850"/>
                <a:ext cx="109440" cy="4071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320B252C-C8C1-EA6E-46E4-5B78B472C886}"/>
                  </a:ext>
                </a:extLst>
              </p14:cNvPr>
              <p14:cNvContentPartPr/>
              <p14:nvPr/>
            </p14:nvContentPartPr>
            <p14:xfrm>
              <a:off x="10598901" y="4601915"/>
              <a:ext cx="156240" cy="35316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320B252C-C8C1-EA6E-46E4-5B78B472C88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583421" y="4586435"/>
                <a:ext cx="18684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DC2407CD-CF11-CBBB-ECD0-BA4CA46C6588}"/>
                  </a:ext>
                </a:extLst>
              </p14:cNvPr>
              <p14:cNvContentPartPr/>
              <p14:nvPr/>
            </p14:nvContentPartPr>
            <p14:xfrm>
              <a:off x="7478781" y="5448275"/>
              <a:ext cx="633240" cy="72108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DC2407CD-CF11-CBBB-ECD0-BA4CA46C658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463310" y="5432787"/>
                <a:ext cx="663823" cy="75169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9315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B0EE696B-F05B-1E2D-2CD6-00B8AD770744}"/>
                  </a:ext>
                </a:extLst>
              </p14:cNvPr>
              <p14:cNvContentPartPr/>
              <p14:nvPr/>
            </p14:nvContentPartPr>
            <p14:xfrm>
              <a:off x="4315618" y="2748664"/>
              <a:ext cx="1019520" cy="8672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B0EE696B-F05B-1E2D-2CD6-00B8AD77074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00138" y="2733184"/>
                <a:ext cx="1050120" cy="8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2C732D1-4430-A490-A3D7-0DA80DE83F8A}"/>
                  </a:ext>
                </a:extLst>
              </p14:cNvPr>
              <p14:cNvContentPartPr/>
              <p14:nvPr/>
            </p14:nvContentPartPr>
            <p14:xfrm>
              <a:off x="2771218" y="2792224"/>
              <a:ext cx="1160640" cy="6145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2C732D1-4430-A490-A3D7-0DA80DE83F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55738" y="2776744"/>
                <a:ext cx="1191240" cy="64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F28DC3C-ABE2-58EB-C65F-84DB1B50912E}"/>
                  </a:ext>
                </a:extLst>
              </p14:cNvPr>
              <p14:cNvContentPartPr/>
              <p14:nvPr/>
            </p14:nvContentPartPr>
            <p14:xfrm>
              <a:off x="1909018" y="3014344"/>
              <a:ext cx="587880" cy="3643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F28DC3C-ABE2-58EB-C65F-84DB1B50912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93547" y="2998879"/>
                <a:ext cx="618461" cy="3948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FAA5466-46A6-3FC5-C9EA-809C2BE7272B}"/>
                  </a:ext>
                </a:extLst>
              </p14:cNvPr>
              <p14:cNvContentPartPr/>
              <p14:nvPr/>
            </p14:nvContentPartPr>
            <p14:xfrm>
              <a:off x="5953978" y="2607544"/>
              <a:ext cx="1740600" cy="13701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FAA5466-46A6-3FC5-C9EA-809C2BE7272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38498" y="2592068"/>
                <a:ext cx="1771200" cy="14007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BB775C0-4A35-CD4E-2CFB-45E4FE854686}"/>
                  </a:ext>
                </a:extLst>
              </p14:cNvPr>
              <p14:cNvContentPartPr/>
              <p14:nvPr/>
            </p14:nvContentPartPr>
            <p14:xfrm>
              <a:off x="8604658" y="2073664"/>
              <a:ext cx="2037600" cy="10742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BB775C0-4A35-CD4E-2CFB-45E4FE85468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589178" y="2058184"/>
                <a:ext cx="2068200" cy="11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0463AFC-65A8-686E-521C-1E73610E3DF0}"/>
                  </a:ext>
                </a:extLst>
              </p14:cNvPr>
              <p14:cNvContentPartPr/>
              <p14:nvPr/>
            </p14:nvContentPartPr>
            <p14:xfrm>
              <a:off x="8286778" y="2575144"/>
              <a:ext cx="254880" cy="4629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0463AFC-65A8-686E-521C-1E73610E3DF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71298" y="2559664"/>
                <a:ext cx="285480" cy="4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F21EE2E4-94FF-ECF5-6DFF-B443DD71F6B4}"/>
                  </a:ext>
                </a:extLst>
              </p14:cNvPr>
              <p14:cNvContentPartPr/>
              <p14:nvPr/>
            </p14:nvContentPartPr>
            <p14:xfrm>
              <a:off x="8752618" y="2967184"/>
              <a:ext cx="16200" cy="47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F21EE2E4-94FF-ECF5-6DFF-B443DD71F6B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36786" y="2951586"/>
                <a:ext cx="47495" cy="783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9439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86B6CE7-A044-BFE2-4CA7-0D7843D854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211" y="337624"/>
            <a:ext cx="10058500" cy="5628323"/>
          </a:xfrm>
        </p:spPr>
      </p:pic>
    </p:spTree>
    <p:extLst>
      <p:ext uri="{BB962C8B-B14F-4D97-AF65-F5344CB8AC3E}">
        <p14:creationId xmlns:p14="http://schemas.microsoft.com/office/powerpoint/2010/main" val="3463722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Macintosh PowerPoint</Application>
  <PresentationFormat>Widescreen</PresentationFormat>
  <Paragraphs>40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Perceptron update rules</vt:lpstr>
      <vt:lpstr>The Perceptron Model</vt:lpstr>
      <vt:lpstr>Summary</vt:lpstr>
      <vt:lpstr>Toward the MLP</vt:lpstr>
      <vt:lpstr>The chain rule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 is awesome!</vt:lpstr>
      <vt:lpstr>Another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Fuentes-Cabrera, Miguel</dc:creator>
  <cp:lastModifiedBy>Fuentes-Cabrera, Miguel</cp:lastModifiedBy>
  <cp:revision>1</cp:revision>
  <dcterms:created xsi:type="dcterms:W3CDTF">2025-11-09T23:10:22Z</dcterms:created>
  <dcterms:modified xsi:type="dcterms:W3CDTF">2025-12-01T05:21:47Z</dcterms:modified>
</cp:coreProperties>
</file>